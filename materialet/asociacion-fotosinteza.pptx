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8" r:id="rId2"/>
  </p:sldIdLst>
  <p:sldSz cx="12192000" cy="6858000"/>
  <p:notesSz cx="6858000" cy="9144000"/>
  <p:defaultTextStyle>
    <a:defPPr>
      <a:defRPr lang="sq-X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q-X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67538-D450-48BD-A4B6-CF006999943F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q-X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F2E8C-4D23-4D22-8585-C30080A62673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716788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3CC04D0-44D7-477E-A8F6-1178C9AAF6B6}" type="slidenum">
              <a:rPr lang="en-US" altLang="en-US" smtClean="0"/>
              <a:pPr eaLnBrk="1" hangingPunct="1"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0441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2324-022C-A84A-60DC-602534FF1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D0C40-B8AB-3F52-C0EB-D67B5A598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D5B15-9A0B-75A6-FC19-BA2449EF0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E1F1B-B9D3-A2A3-12AD-271E1D2F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B24A8-A7CC-C7EB-D1C3-546FFB26E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962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27FD-76D2-EE9F-F205-9185A002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A8E19-D3B7-3E08-B525-01297D763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AD7C0-04DF-7E86-219B-CB0B15F8A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BCA48-3300-0B94-EC2A-140632F2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7A3E7-B293-F154-1469-FE9DC73E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03555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165D8-7C77-1563-9B6B-F0B059D18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79EDE-37F0-B624-261C-9BE3808EC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40C53-27C1-69A9-6829-7A8A09B07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26072-A6C6-C300-F3C0-80E1D922F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CBE8C-2EAF-6DAD-3EA2-538DC69A1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355146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70342-4127-B094-45E1-648176D7A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022F3-AEC2-59CA-7C36-E11AED716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B891A-8AB9-2AAF-B8FC-6F2A365C6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1FFEA-D862-A43D-8854-050B285B7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054E8-20E6-DD18-56FC-4F7B9536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86C63-143C-9F1E-55A6-0B4E38E70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7515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D6F23-681F-3113-2DA7-43BD3A4B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C774D-3FE1-A0A6-FF32-ED519AA64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B9A97-0ACC-C906-103E-227E1110F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73CD45-F9F1-8228-9512-5F90EB057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C5F8D-812B-35D4-B4B8-00A500CD62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FB1B0-8402-0091-4C65-63A99799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1E146-80A6-ABC0-DD90-2E0ED4643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86BC81-1D98-A0CD-835A-F36815E8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20714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8586-A878-6F4C-326D-AA937213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CB2873-66A4-DDB0-0E96-704AA855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BC6C3-1FE0-490A-8059-A02EAFD4E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7F931-0190-4A56-8805-D929B2D7A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81558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092D1F-46DD-BD21-0769-8B3118FE8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A377B-780E-5DF4-C403-D0786162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DE52E-C9D0-8B71-EBF0-BAEAF63C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42189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288F-5683-C42D-F7DE-C9602E0EF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3AD19-2646-7552-B745-4B4A7245C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10EA8-5307-3E67-3D84-EBC71A16E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08124-BDB8-12F2-195E-AC995EA9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AF160-8A1E-4BA5-99EE-AB5DC463D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10240-6F4E-0F51-E068-D4728CA4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15119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CEC93-A477-0733-158C-5E90E1E1F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2416D2-86A1-8712-0942-431A9F778B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2359C-9DBE-B339-8A72-BBD6AB7E6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DECF8-3915-B81C-DDFD-C69F143A7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2455A-C0CC-3812-4AA1-099210F0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BB5A1-0748-71A1-6D68-8A69B98F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95232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2CBF-3C27-1E04-64A0-B29118A38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53FE26-034C-C1D1-EC30-B8C6DE5FD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7EFB1-6602-3134-02FE-AB18947F3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E5946-B9A9-1615-EB8D-290638979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F949C-4DBF-CCFF-9CFD-B8B35C5B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92203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C58D5E-1CED-BE54-5F1D-FEEADBB34E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FE27A-8B4D-79DB-3B5D-FF8C981A3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86B35-1CFC-6A9C-F9AF-F94C1734E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34838-C750-CC77-F2A9-B8BCBB3AA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FD653-9702-DCFE-F46A-36A6D7B0F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912921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514EE-CCE9-9FA9-F17A-D0D559B8A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ACBAF-1153-AFC2-8603-69232B08A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A738B-FBAF-EB45-3E24-0745039968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95401-25F8-58A1-77B2-30961FD0D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607F9-BE9D-6191-2D2B-49A63B496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9244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q-X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1" y="1524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yll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1" y="11430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 err="1">
                <a:solidFill>
                  <a:schemeClr val="bg1"/>
                </a:solidFill>
                <a:latin typeface="+mj-lt"/>
                <a:cs typeface="Arial" charset="0"/>
              </a:rPr>
              <a:t>nxehtesi</a:t>
            </a:r>
            <a:endParaRPr lang="en-US" sz="2800" b="1" dirty="0">
              <a:solidFill>
                <a:schemeClr val="bg1"/>
              </a:solidFill>
              <a:latin typeface="+mj-lt"/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1" y="21336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 err="1">
                <a:solidFill>
                  <a:schemeClr val="bg1"/>
                </a:solidFill>
                <a:cs typeface="Arial" charset="0"/>
              </a:rPr>
              <a:t>diametri</a:t>
            </a:r>
            <a:r>
              <a:rPr lang="en-US" sz="2800" b="1" dirty="0">
                <a:solidFill>
                  <a:schemeClr val="bg1"/>
                </a:solidFill>
                <a:cs typeface="Arial" charset="0"/>
              </a:rPr>
              <a:t> 1.39 million km 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4001" y="31242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qender</a:t>
            </a:r>
            <a:endParaRPr lang="en-US" sz="24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810001" y="1524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  </a:t>
            </a:r>
            <a:r>
              <a:rPr lang="en-US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H20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1" y="41148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Uji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0001" y="11430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1/3 e tokes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1" y="21336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tretes</a:t>
            </a:r>
            <a:r>
              <a:rPr lang="en-US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universal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35400" y="3137303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hidrocentral</a:t>
            </a:r>
            <a:endParaRPr lang="en-US" sz="3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96001" y="1524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i </a:t>
            </a:r>
            <a:r>
              <a:rPr lang="en-US" sz="2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embel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83301" y="41148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Sheqeri</a:t>
            </a:r>
            <a:endParaRPr lang="en-US" sz="2400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096001" y="11430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kristalor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096001" y="21336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panxhari</a:t>
            </a: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83301" y="3154363"/>
            <a:ext cx="2193925" cy="91440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pluhur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382001" y="1524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helmuese</a:t>
            </a:r>
            <a:endParaRPr lang="en-US" sz="24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369301" y="41148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 err="1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Bime</a:t>
            </a:r>
            <a:endParaRPr lang="en-US" sz="2000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382001" y="11430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Te</a:t>
            </a:r>
            <a:r>
              <a:rPr lang="en-US" sz="2000" b="1" dirty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ulta</a:t>
            </a: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382001" y="21336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Te</a:t>
            </a:r>
            <a:r>
              <a:rPr lang="en-US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larta</a:t>
            </a:r>
            <a:endParaRPr lang="en-US" sz="24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382001" y="31242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egra</a:t>
            </a: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905000" y="5334001"/>
            <a:ext cx="8305800" cy="10064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 dirty="0">
                <a:solidFill>
                  <a:schemeClr val="bg1"/>
                </a:solidFill>
                <a:latin typeface="Algerian" pitchFamily="82" charset="0"/>
                <a:cs typeface="Arial" charset="0"/>
              </a:rPr>
              <a:t>FOTOSINTEZA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24001" y="41148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err="1">
                <a:solidFill>
                  <a:schemeClr val="bg1"/>
                </a:solidFill>
                <a:latin typeface="Arial Black" pitchFamily="34" charset="0"/>
                <a:cs typeface="Arial" charset="0"/>
              </a:rPr>
              <a:t>Dielli</a:t>
            </a:r>
            <a:endParaRPr lang="en-US" sz="2400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089760E-91CD-130A-388B-13E17C8367A0}"/>
              </a:ext>
            </a:extLst>
          </p:cNvPr>
          <p:cNvSpPr/>
          <p:nvPr/>
        </p:nvSpPr>
        <p:spPr>
          <a:xfrm>
            <a:off x="3822700" y="4102089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B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1898452-7F2D-502C-783A-1F9998A91D42}"/>
              </a:ext>
            </a:extLst>
          </p:cNvPr>
          <p:cNvSpPr/>
          <p:nvPr/>
        </p:nvSpPr>
        <p:spPr>
          <a:xfrm>
            <a:off x="6077426" y="4125557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C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CE657E2-0C5F-BA68-DAED-27776D287695}"/>
              </a:ext>
            </a:extLst>
          </p:cNvPr>
          <p:cNvSpPr/>
          <p:nvPr/>
        </p:nvSpPr>
        <p:spPr>
          <a:xfrm>
            <a:off x="8343902" y="4098925"/>
            <a:ext cx="2286000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D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2156AAA-768E-376C-85ED-49390BBCCBA5}"/>
              </a:ext>
            </a:extLst>
          </p:cNvPr>
          <p:cNvSpPr/>
          <p:nvPr/>
        </p:nvSpPr>
        <p:spPr>
          <a:xfrm>
            <a:off x="1542576" y="4114800"/>
            <a:ext cx="2193925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A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D94585C-1B35-F420-D35E-D27CBDE4B6BC}"/>
              </a:ext>
            </a:extLst>
          </p:cNvPr>
          <p:cNvSpPr/>
          <p:nvPr/>
        </p:nvSpPr>
        <p:spPr>
          <a:xfrm>
            <a:off x="1511300" y="161960"/>
            <a:ext cx="2193925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chemeClr val="bg1"/>
                </a:solidFill>
              </a:rPr>
              <a:t>A1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B8F682B-4577-BDC1-0EC2-D47B4ED34AB2}"/>
              </a:ext>
            </a:extLst>
          </p:cNvPr>
          <p:cNvSpPr/>
          <p:nvPr/>
        </p:nvSpPr>
        <p:spPr>
          <a:xfrm>
            <a:off x="1524001" y="1109680"/>
            <a:ext cx="2193925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A2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225F05D-793E-1D56-00A3-A0AD2D2ABEA3}"/>
              </a:ext>
            </a:extLst>
          </p:cNvPr>
          <p:cNvSpPr/>
          <p:nvPr/>
        </p:nvSpPr>
        <p:spPr>
          <a:xfrm>
            <a:off x="1524000" y="2110957"/>
            <a:ext cx="2193925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A3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0681AB7-7153-6A06-CA6D-F3768E8D9597}"/>
              </a:ext>
            </a:extLst>
          </p:cNvPr>
          <p:cNvSpPr/>
          <p:nvPr/>
        </p:nvSpPr>
        <p:spPr>
          <a:xfrm>
            <a:off x="1542576" y="3137303"/>
            <a:ext cx="2193925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A4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C98C52D-7251-B6B9-BF20-BE5529BDA02B}"/>
              </a:ext>
            </a:extLst>
          </p:cNvPr>
          <p:cNvSpPr/>
          <p:nvPr/>
        </p:nvSpPr>
        <p:spPr>
          <a:xfrm>
            <a:off x="3785222" y="167533"/>
            <a:ext cx="2193925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B1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CAF6A9D-5ABC-14EB-2C3E-5E7A4F6C7C06}"/>
              </a:ext>
            </a:extLst>
          </p:cNvPr>
          <p:cNvSpPr/>
          <p:nvPr/>
        </p:nvSpPr>
        <p:spPr>
          <a:xfrm>
            <a:off x="3822700" y="1148983"/>
            <a:ext cx="2193925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B2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06F4F76-A7DE-F27E-B010-C46833F2A2D9}"/>
              </a:ext>
            </a:extLst>
          </p:cNvPr>
          <p:cNvSpPr/>
          <p:nvPr/>
        </p:nvSpPr>
        <p:spPr>
          <a:xfrm>
            <a:off x="3835400" y="2127379"/>
            <a:ext cx="2193925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B3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1998FFA-CB4B-FD0E-68E1-626FFCFC4BCB}"/>
              </a:ext>
            </a:extLst>
          </p:cNvPr>
          <p:cNvSpPr/>
          <p:nvPr/>
        </p:nvSpPr>
        <p:spPr>
          <a:xfrm>
            <a:off x="3816825" y="3124200"/>
            <a:ext cx="2193925" cy="9553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B4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9D64B2C-680A-9FA7-69AF-76408EB40032}"/>
              </a:ext>
            </a:extLst>
          </p:cNvPr>
          <p:cNvSpPr/>
          <p:nvPr/>
        </p:nvSpPr>
        <p:spPr>
          <a:xfrm>
            <a:off x="6083300" y="151910"/>
            <a:ext cx="2193925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C1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71D4204-9F64-04F0-E67B-03FEC288D5E4}"/>
              </a:ext>
            </a:extLst>
          </p:cNvPr>
          <p:cNvSpPr/>
          <p:nvPr/>
        </p:nvSpPr>
        <p:spPr>
          <a:xfrm>
            <a:off x="6090636" y="1158082"/>
            <a:ext cx="2193925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C2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93E0F6E-9D12-919C-C168-F408BA00D67E}"/>
              </a:ext>
            </a:extLst>
          </p:cNvPr>
          <p:cNvSpPr/>
          <p:nvPr/>
        </p:nvSpPr>
        <p:spPr>
          <a:xfrm>
            <a:off x="6103794" y="2146226"/>
            <a:ext cx="2193925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51D23B1-D03A-1756-B6DD-2DE7335C84F0}"/>
              </a:ext>
            </a:extLst>
          </p:cNvPr>
          <p:cNvSpPr/>
          <p:nvPr/>
        </p:nvSpPr>
        <p:spPr>
          <a:xfrm>
            <a:off x="6089177" y="3165121"/>
            <a:ext cx="2193925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C4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CEEE8ED-2A9F-A985-B3B9-BDF519D07D97}"/>
              </a:ext>
            </a:extLst>
          </p:cNvPr>
          <p:cNvSpPr/>
          <p:nvPr/>
        </p:nvSpPr>
        <p:spPr>
          <a:xfrm>
            <a:off x="8382001" y="167533"/>
            <a:ext cx="2286000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D1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BF043A0-B8FC-F533-21CA-74A4E59E6019}"/>
              </a:ext>
            </a:extLst>
          </p:cNvPr>
          <p:cNvSpPr/>
          <p:nvPr/>
        </p:nvSpPr>
        <p:spPr>
          <a:xfrm>
            <a:off x="8369301" y="1170496"/>
            <a:ext cx="2286000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D2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2C8EB77-AFF6-660E-C71E-23570814AE08}"/>
              </a:ext>
            </a:extLst>
          </p:cNvPr>
          <p:cNvSpPr/>
          <p:nvPr/>
        </p:nvSpPr>
        <p:spPr>
          <a:xfrm>
            <a:off x="8372188" y="2133600"/>
            <a:ext cx="2286000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D3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E11A498-C19E-2EAA-4939-B98CCE0FD3DC}"/>
              </a:ext>
            </a:extLst>
          </p:cNvPr>
          <p:cNvSpPr/>
          <p:nvPr/>
        </p:nvSpPr>
        <p:spPr>
          <a:xfrm>
            <a:off x="8355653" y="3132138"/>
            <a:ext cx="2286000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D4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A867F19-88FD-DA4C-B168-DE329E00D633}"/>
              </a:ext>
            </a:extLst>
          </p:cNvPr>
          <p:cNvSpPr/>
          <p:nvPr/>
        </p:nvSpPr>
        <p:spPr>
          <a:xfrm>
            <a:off x="1905000" y="5346421"/>
            <a:ext cx="8305800" cy="1006475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 dirty="0"/>
              <a:t>ZGJIDHJA PËRFUNDIMTARE</a:t>
            </a:r>
          </a:p>
        </p:txBody>
      </p:sp>
    </p:spTree>
    <p:extLst>
      <p:ext uri="{BB962C8B-B14F-4D97-AF65-F5344CB8AC3E}">
        <p14:creationId xmlns:p14="http://schemas.microsoft.com/office/powerpoint/2010/main" val="35420602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93" dur="1"/>
                                        <p:tgtEl>
                                          <p:spTgt spid="10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99" dur="1"/>
                                        <p:tgtEl>
                                          <p:spTgt spid="1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05" dur="1"/>
                                        <p:tgtEl>
                                          <p:spTgt spid="1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11" dur="1"/>
                                        <p:tgtEl>
                                          <p:spTgt spid="1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17" dur="1"/>
                                        <p:tgtEl>
                                          <p:spTgt spid="1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23" dur="1"/>
                                        <p:tgtEl>
                                          <p:spTgt spid="1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29" dur="1"/>
                                        <p:tgtEl>
                                          <p:spTgt spid="1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35" dur="1"/>
                                        <p:tgtEl>
                                          <p:spTgt spid="1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41" dur="1"/>
                                        <p:tgtEl>
                                          <p:spTgt spid="11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47" dur="1"/>
                                        <p:tgtEl>
                                          <p:spTgt spid="11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149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53" dur="1"/>
                                        <p:tgtEl>
                                          <p:spTgt spid="11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59" dur="1"/>
                                        <p:tgtEl>
                                          <p:spTgt spid="12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65" dur="1"/>
                                        <p:tgtEl>
                                          <p:spTgt spid="12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71" dur="1"/>
                                        <p:tgtEl>
                                          <p:spTgt spid="12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77" dur="1"/>
                                        <p:tgtEl>
                                          <p:spTgt spid="12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83" dur="1"/>
                                        <p:tgtEl>
                                          <p:spTgt spid="12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89" dur="1"/>
                                        <p:tgtEl>
                                          <p:spTgt spid="12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95" dur="1"/>
                                        <p:tgtEl>
                                          <p:spTgt spid="1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01" dur="1"/>
                                        <p:tgtEl>
                                          <p:spTgt spid="12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07" dur="1"/>
                                        <p:tgtEl>
                                          <p:spTgt spid="12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13" dur="1"/>
                                        <p:tgtEl>
                                          <p:spTgt spid="12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64</Words>
  <Application>Microsoft Office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Algerian</vt:lpstr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naser guri</dc:creator>
  <cp:lastModifiedBy>naser guri</cp:lastModifiedBy>
  <cp:revision>7</cp:revision>
  <dcterms:created xsi:type="dcterms:W3CDTF">2022-05-16T22:29:58Z</dcterms:created>
  <dcterms:modified xsi:type="dcterms:W3CDTF">2022-09-11T18:07:51Z</dcterms:modified>
</cp:coreProperties>
</file>