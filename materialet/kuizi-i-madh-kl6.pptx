
<file path=[Content_Types].xml><?xml version="1.0" encoding="utf-8"?>
<Types xmlns="http://schemas.openxmlformats.org/package/2006/content-types">
  <Default Extension="emf" ContentType="image/x-emf"/>
  <Default Extension="jpe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7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8.xml" ContentType="application/vnd.openxmlformats-officedocument.theme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9.xml" ContentType="application/vnd.openxmlformats-officedocument.theme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theme/theme10.xml" ContentType="application/vnd.openxmlformats-officedocument.theme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11.xml" ContentType="application/vnd.openxmlformats-officedocument.theme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theme/theme12.xml" ContentType="application/vnd.openxmlformats-officedocument.theme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theme/theme13.xml" ContentType="application/vnd.openxmlformats-officedocument.theme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theme/theme14.xml" ContentType="application/vnd.openxmlformats-officedocument.theme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theme/theme15.xml" ContentType="application/vnd.openxmlformats-officedocument.theme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theme/theme16.xml" ContentType="application/vnd.openxmlformats-officedocument.theme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theme/theme17.xml" ContentType="application/vnd.openxmlformats-officedocument.theme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theme/theme18.xml" ContentType="application/vnd.openxmlformats-officedocument.theme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theme/theme19.xml" ContentType="application/vnd.openxmlformats-officedocument.theme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theme/theme20.xml" ContentType="application/vnd.openxmlformats-officedocument.theme+xml"/>
  <Override PartName="/ppt/theme/theme21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10.xml" ContentType="application/vnd.openxmlformats-officedocument.presentationml.slide+xml"/>
  <Override PartName="/ppt/slides/slide310.xml" ContentType="application/vnd.openxmlformats-officedocument.presentationml.slide+xml"/>
  <Override PartName="/ppt/slides/slide410.xml" ContentType="application/vnd.openxmlformats-officedocument.presentationml.slide+xml"/>
  <Override PartName="/ppt/slides/slide510.xml" ContentType="application/vnd.openxmlformats-officedocument.presentationml.slide+xml"/>
  <Override PartName="/ppt/slides/slide680.xml" ContentType="application/vnd.openxmlformats-officedocument.presentationml.slide+xml"/>
  <Override PartName="/ppt/slides/slide700.xml" ContentType="application/vnd.openxmlformats-officedocument.presentationml.slide+xml"/>
  <Override PartName="/ppt/slideLayouts/slideLayout1100.xml" ContentType="application/vnd.openxmlformats-officedocument.presentationml.slideLayout+xml"/>
  <Override PartName="/ppt/slideLayouts/slideLayout710.xml" ContentType="application/vnd.openxmlformats-officedocument.presentationml.slideLayout+xml"/>
  <Override PartName="/ppt/slideMasters/slideMaster180.xml" ContentType="application/vnd.openxmlformats-officedocument.presentationml.slideMaster+xml"/>
  <Override PartName="/ppt/slideLayouts/slideLayout810.xml" ContentType="application/vnd.openxmlformats-officedocument.presentationml.slideLayout+xml"/>
  <Override PartName="/ppt/slideLayouts/slideLayout310.xml" ContentType="application/vnd.openxmlformats-officedocument.presentationml.slideLayout+xml"/>
  <Override PartName="/ppt/theme/theme190.xml" ContentType="application/vnd.openxmlformats-officedocument.theme+xml"/>
  <Override PartName="/ppt/slideLayouts/slideLayout2410.xml" ContentType="application/vnd.openxmlformats-officedocument.presentationml.slideLayout+xml"/>
  <Override PartName="/ppt/slideLayouts/slideLayout610.xml" ContentType="application/vnd.openxmlformats-officedocument.presentationml.slideLayout+xml"/>
  <Override PartName="/ppt/slideLayouts/slideLayout1110.xml" ContentType="application/vnd.openxmlformats-officedocument.presentationml.slideLayout+xml"/>
  <Override PartName="/ppt/slideLayouts/slideLayout510.xml" ContentType="application/vnd.openxmlformats-officedocument.presentationml.slideLayout+xml"/>
  <Override PartName="/ppt/slideLayouts/slideLayout1010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9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28" r:id="rId1"/>
    <p:sldMasterId id="2147484146" r:id="rId2"/>
    <p:sldMasterId id="2147484158" r:id="rId3"/>
    <p:sldMasterId id="2147484170" r:id="rId4"/>
    <p:sldMasterId id="2147484182" r:id="rId5"/>
    <p:sldMasterId id="2147484194" r:id="rId6"/>
    <p:sldMasterId id="2147484206" r:id="rId7"/>
    <p:sldMasterId id="2147484218" r:id="rId8"/>
    <p:sldMasterId id="2147484236" r:id="rId9"/>
    <p:sldMasterId id="2147484254" r:id="rId10"/>
    <p:sldMasterId id="2147484272" r:id="rId11"/>
    <p:sldMasterId id="2147484290" r:id="rId12"/>
    <p:sldMasterId id="2147484308" r:id="rId13"/>
    <p:sldMasterId id="2147484338" r:id="rId14"/>
    <p:sldMasterId id="2147484368" r:id="rId15"/>
    <p:sldMasterId id="2147484397" r:id="rId16"/>
    <p:sldMasterId id="2147484414" r:id="rId17"/>
    <p:sldMasterId id="2147484426" r:id="rId18"/>
    <p:sldMasterId id="2147484443" r:id="rId19"/>
    <p:sldMasterId id="2147484455" r:id="rId20"/>
  </p:sldMasterIdLst>
  <p:notesMasterIdLst>
    <p:notesMasterId r:id="rId115"/>
  </p:notesMasterIdLst>
  <p:sldIdLst>
    <p:sldId id="339" r:id="rId21"/>
    <p:sldId id="338" r:id="rId22"/>
    <p:sldId id="261" r:id="rId23"/>
    <p:sldId id="316" r:id="rId24"/>
    <p:sldId id="258" r:id="rId25"/>
    <p:sldId id="262" r:id="rId26"/>
    <p:sldId id="310" r:id="rId27"/>
    <p:sldId id="311" r:id="rId28"/>
    <p:sldId id="312" r:id="rId29"/>
    <p:sldId id="313" r:id="rId30"/>
    <p:sldId id="317" r:id="rId31"/>
    <p:sldId id="272" r:id="rId32"/>
    <p:sldId id="264" r:id="rId33"/>
    <p:sldId id="265" r:id="rId34"/>
    <p:sldId id="266" r:id="rId35"/>
    <p:sldId id="318" r:id="rId36"/>
    <p:sldId id="269" r:id="rId37"/>
    <p:sldId id="270" r:id="rId38"/>
    <p:sldId id="271" r:id="rId39"/>
    <p:sldId id="274" r:id="rId40"/>
    <p:sldId id="275" r:id="rId41"/>
    <p:sldId id="276" r:id="rId42"/>
    <p:sldId id="277" r:id="rId43"/>
    <p:sldId id="319" r:id="rId44"/>
    <p:sldId id="257" r:id="rId45"/>
    <p:sldId id="256" r:id="rId46"/>
    <p:sldId id="324" r:id="rId47"/>
    <p:sldId id="325" r:id="rId48"/>
    <p:sldId id="326" r:id="rId49"/>
    <p:sldId id="327" r:id="rId50"/>
    <p:sldId id="328" r:id="rId51"/>
    <p:sldId id="329" r:id="rId52"/>
    <p:sldId id="330" r:id="rId53"/>
    <p:sldId id="331" r:id="rId54"/>
    <p:sldId id="281" r:id="rId55"/>
    <p:sldId id="320" r:id="rId56"/>
    <p:sldId id="282" r:id="rId57"/>
    <p:sldId id="283" r:id="rId58"/>
    <p:sldId id="284" r:id="rId59"/>
    <p:sldId id="285" r:id="rId60"/>
    <p:sldId id="286" r:id="rId61"/>
    <p:sldId id="287" r:id="rId62"/>
    <p:sldId id="288" r:id="rId63"/>
    <p:sldId id="289" r:id="rId64"/>
    <p:sldId id="290" r:id="rId65"/>
    <p:sldId id="292" r:id="rId66"/>
    <p:sldId id="321" r:id="rId67"/>
    <p:sldId id="293" r:id="rId68"/>
    <p:sldId id="260" r:id="rId69"/>
    <p:sldId id="294" r:id="rId70"/>
    <p:sldId id="295" r:id="rId71"/>
    <p:sldId id="263" r:id="rId72"/>
    <p:sldId id="296" r:id="rId73"/>
    <p:sldId id="297" r:id="rId74"/>
    <p:sldId id="298" r:id="rId75"/>
    <p:sldId id="299" r:id="rId76"/>
    <p:sldId id="302" r:id="rId77"/>
    <p:sldId id="322" r:id="rId78"/>
    <p:sldId id="303" r:id="rId79"/>
    <p:sldId id="304" r:id="rId80"/>
    <p:sldId id="305" r:id="rId81"/>
    <p:sldId id="306" r:id="rId82"/>
    <p:sldId id="323" r:id="rId83"/>
    <p:sldId id="314" r:id="rId84"/>
    <p:sldId id="268" r:id="rId85"/>
    <p:sldId id="267" r:id="rId86"/>
    <p:sldId id="340" r:id="rId87"/>
    <p:sldId id="332" r:id="rId88"/>
    <p:sldId id="333" r:id="rId89"/>
    <p:sldId id="334" r:id="rId90"/>
    <p:sldId id="335" r:id="rId91"/>
    <p:sldId id="336" r:id="rId92"/>
    <p:sldId id="337" r:id="rId93"/>
    <p:sldId id="343" r:id="rId94"/>
    <p:sldId id="344" r:id="rId95"/>
    <p:sldId id="345" r:id="rId96"/>
    <p:sldId id="259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273" r:id="rId109"/>
    <p:sldId id="357" r:id="rId110"/>
    <p:sldId id="358" r:id="rId111"/>
    <p:sldId id="341" r:id="rId112"/>
    <p:sldId id="342" r:id="rId113"/>
    <p:sldId id="291" r:id="rId114"/>
  </p:sldIdLst>
  <p:sldSz cx="12192000" cy="6858000"/>
  <p:notesSz cx="6858000" cy="9144000"/>
  <p:defaultTextStyle>
    <a:defPPr>
      <a:defRPr lang="sq-X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D024C89-7749-4B31-A209-94CAB27C6B4B}">
          <p14:sldIdLst>
            <p14:sldId id="339"/>
          </p14:sldIdLst>
        </p14:section>
        <p14:section name="Summary Section" id="{BFE33C9D-5DD3-46E8-97DA-0951B117F306}">
          <p14:sldIdLst>
            <p14:sldId id="338"/>
          </p14:sldIdLst>
        </p14:section>
        <p14:section name="MBAJ MEND" id="{9A2DF8BC-9373-42D2-8E79-EEDB5A7EC8C1}">
          <p14:sldIdLst>
            <p14:sldId id="261"/>
            <p14:sldId id="316"/>
            <p14:sldId id="258"/>
            <p14:sldId id="262"/>
            <p14:sldId id="310"/>
            <p14:sldId id="311"/>
            <p14:sldId id="312"/>
            <p14:sldId id="313"/>
          </p14:sldIdLst>
        </p14:section>
        <p14:section name="ZBULO FIGURËN" id="{0F731342-FDA4-496B-8413-E4779F20D761}">
          <p14:sldIdLst>
            <p14:sldId id="317"/>
            <p14:sldId id="272"/>
            <p14:sldId id="264"/>
            <p14:sldId id="265"/>
            <p14:sldId id="266"/>
          </p14:sldIdLst>
        </p14:section>
        <p14:section name="QËLLOJA" id="{E834FB7C-DC1D-496A-858F-95558D1E6FD7}">
          <p14:sldIdLst>
            <p14:sldId id="318"/>
            <p14:sldId id="269"/>
            <p14:sldId id="270"/>
            <p14:sldId id="271"/>
            <p14:sldId id="274"/>
            <p14:sldId id="275"/>
            <p14:sldId id="276"/>
            <p14:sldId id="277"/>
          </p14:sldIdLst>
        </p14:section>
        <p14:section name="A E DINI QËSHTË" id="{06BFB7C2-2D04-4D15-92F4-9788DCB6610E}">
          <p14:sldIdLst>
            <p14:sldId id="319"/>
            <p14:sldId id="257"/>
            <p14:sldId id="256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</p14:sldIdLst>
        </p14:section>
        <p14:section name="EMËRTOJE SA MË SHPEJTË" id="{253ECCC3-B950-4216-8BE3-47DEC3076B46}">
          <p14:sldIdLst>
            <p14:sldId id="281"/>
            <p14:sldId id="320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LOJË FJALËSH" id="{F4243319-1DC9-412B-8B09-874D1A9B704C}">
          <p14:sldIdLst>
            <p14:sldId id="292"/>
            <p14:sldId id="321"/>
            <p14:sldId id="293"/>
            <p14:sldId id="260"/>
            <p14:sldId id="294"/>
            <p14:sldId id="295"/>
            <p14:sldId id="263"/>
            <p14:sldId id="296"/>
            <p14:sldId id="297"/>
            <p14:sldId id="298"/>
            <p14:sldId id="299"/>
          </p14:sldIdLst>
        </p14:section>
        <p14:section name="GJEJ FRAZËN" id="{4109842B-E79E-4D39-B818-98C2D383D121}">
          <p14:sldIdLst>
            <p14:sldId id="302"/>
            <p14:sldId id="322"/>
            <p14:sldId id="303"/>
            <p14:sldId id="304"/>
            <p14:sldId id="305"/>
            <p14:sldId id="306"/>
          </p14:sldIdLst>
        </p14:section>
        <p14:section name="Pazëll" id="{8183425D-98EA-4C90-BE33-4C12311E032A}">
          <p14:sldIdLst>
            <p14:sldId id="323"/>
            <p14:sldId id="314"/>
            <p14:sldId id="268"/>
            <p14:sldId id="267"/>
          </p14:sldIdLst>
        </p14:section>
        <p14:section name="Hape derën" id="{955E9C3D-ADF4-4683-B800-66EDA8D62A86}">
          <p14:sldIdLst>
            <p14:sldId id="340"/>
            <p14:sldId id="332"/>
            <p14:sldId id="333"/>
            <p14:sldId id="334"/>
            <p14:sldId id="335"/>
            <p14:sldId id="336"/>
            <p14:sldId id="337"/>
            <p14:sldId id="343"/>
            <p14:sldId id="344"/>
            <p14:sldId id="345"/>
            <p14:sldId id="259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273"/>
            <p14:sldId id="357"/>
            <p14:sldId id="358"/>
            <p14:sldId id="341"/>
            <p14:sldId id="342"/>
          </p14:sldIdLst>
        </p14:section>
        <p14:section name="FUNDI" id="{20BF54AF-325D-4AC7-8281-CCCF14CFF25A}">
          <p14:sldIdLst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53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6.xml"/><Relationship Id="rId117" Type="http://schemas.openxmlformats.org/officeDocument/2006/relationships/viewProps" Target="viewProps.xml"/><Relationship Id="rId21" Type="http://schemas.openxmlformats.org/officeDocument/2006/relationships/slide" Target="slides/slide1.xml"/><Relationship Id="rId42" Type="http://schemas.openxmlformats.org/officeDocument/2006/relationships/slide" Target="slides/slide22.xml"/><Relationship Id="rId47" Type="http://schemas.openxmlformats.org/officeDocument/2006/relationships/slide" Target="slides/slide27.xml"/><Relationship Id="rId63" Type="http://schemas.openxmlformats.org/officeDocument/2006/relationships/slide" Target="slides/slide43.xml"/><Relationship Id="rId68" Type="http://schemas.openxmlformats.org/officeDocument/2006/relationships/slide" Target="slides/slide48.xml"/><Relationship Id="rId84" Type="http://schemas.openxmlformats.org/officeDocument/2006/relationships/slide" Target="slides/slide64.xml"/><Relationship Id="rId89" Type="http://schemas.openxmlformats.org/officeDocument/2006/relationships/slide" Target="slides/slide69.xml"/><Relationship Id="rId112" Type="http://schemas.openxmlformats.org/officeDocument/2006/relationships/slide" Target="slides/slide92.xml"/><Relationship Id="rId16" Type="http://schemas.openxmlformats.org/officeDocument/2006/relationships/slideMaster" Target="slideMasters/slideMaster16.xml"/><Relationship Id="rId107" Type="http://schemas.openxmlformats.org/officeDocument/2006/relationships/slide" Target="slides/slide87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12.xml"/><Relationship Id="rId37" Type="http://schemas.openxmlformats.org/officeDocument/2006/relationships/slide" Target="slides/slide17.xml"/><Relationship Id="rId53" Type="http://schemas.openxmlformats.org/officeDocument/2006/relationships/slide" Target="slides/slide33.xml"/><Relationship Id="rId58" Type="http://schemas.openxmlformats.org/officeDocument/2006/relationships/slide" Target="slides/slide38.xml"/><Relationship Id="rId74" Type="http://schemas.openxmlformats.org/officeDocument/2006/relationships/slide" Target="slides/slide54.xml"/><Relationship Id="rId79" Type="http://schemas.openxmlformats.org/officeDocument/2006/relationships/slide" Target="slides/slide59.xml"/><Relationship Id="rId102" Type="http://schemas.openxmlformats.org/officeDocument/2006/relationships/slide" Target="slides/slide82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70.xml"/><Relationship Id="rId95" Type="http://schemas.openxmlformats.org/officeDocument/2006/relationships/slide" Target="slides/slide75.xml"/><Relationship Id="rId22" Type="http://schemas.openxmlformats.org/officeDocument/2006/relationships/slide" Target="slides/slide2.xml"/><Relationship Id="rId27" Type="http://schemas.openxmlformats.org/officeDocument/2006/relationships/slide" Target="slides/slide7.xml"/><Relationship Id="rId43" Type="http://schemas.openxmlformats.org/officeDocument/2006/relationships/slide" Target="slides/slide23.xml"/><Relationship Id="rId48" Type="http://schemas.openxmlformats.org/officeDocument/2006/relationships/slide" Target="slides/slide28.xml"/><Relationship Id="rId64" Type="http://schemas.openxmlformats.org/officeDocument/2006/relationships/slide" Target="slides/slide44.xml"/><Relationship Id="rId69" Type="http://schemas.openxmlformats.org/officeDocument/2006/relationships/slide" Target="slides/slide49.xml"/><Relationship Id="rId113" Type="http://schemas.openxmlformats.org/officeDocument/2006/relationships/slide" Target="slides/slide93.xml"/><Relationship Id="rId118" Type="http://schemas.openxmlformats.org/officeDocument/2006/relationships/theme" Target="theme/theme1.xml"/><Relationship Id="rId80" Type="http://schemas.openxmlformats.org/officeDocument/2006/relationships/slide" Target="slides/slide60.xml"/><Relationship Id="rId85" Type="http://schemas.openxmlformats.org/officeDocument/2006/relationships/slide" Target="slides/slide65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33" Type="http://schemas.openxmlformats.org/officeDocument/2006/relationships/slide" Target="slides/slide13.xml"/><Relationship Id="rId38" Type="http://schemas.openxmlformats.org/officeDocument/2006/relationships/slide" Target="slides/slide18.xml"/><Relationship Id="rId59" Type="http://schemas.openxmlformats.org/officeDocument/2006/relationships/slide" Target="slides/slide39.xml"/><Relationship Id="rId103" Type="http://schemas.openxmlformats.org/officeDocument/2006/relationships/slide" Target="slides/slide83.xml"/><Relationship Id="rId108" Type="http://schemas.openxmlformats.org/officeDocument/2006/relationships/slide" Target="slides/slide88.xml"/><Relationship Id="rId54" Type="http://schemas.openxmlformats.org/officeDocument/2006/relationships/slide" Target="slides/slide34.xml"/><Relationship Id="rId70" Type="http://schemas.openxmlformats.org/officeDocument/2006/relationships/slide" Target="slides/slide50.xml"/><Relationship Id="rId75" Type="http://schemas.openxmlformats.org/officeDocument/2006/relationships/slide" Target="slides/slide55.xml"/><Relationship Id="rId91" Type="http://schemas.openxmlformats.org/officeDocument/2006/relationships/slide" Target="slides/slide71.xml"/><Relationship Id="rId96" Type="http://schemas.openxmlformats.org/officeDocument/2006/relationships/slide" Target="slides/slide7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3.xml"/><Relationship Id="rId28" Type="http://schemas.openxmlformats.org/officeDocument/2006/relationships/slide" Target="slides/slide8.xml"/><Relationship Id="rId49" Type="http://schemas.openxmlformats.org/officeDocument/2006/relationships/slide" Target="slides/slide29.xml"/><Relationship Id="rId114" Type="http://schemas.openxmlformats.org/officeDocument/2006/relationships/slide" Target="slides/slide94.xml"/><Relationship Id="rId119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1.xml"/><Relationship Id="rId44" Type="http://schemas.openxmlformats.org/officeDocument/2006/relationships/slide" Target="slides/slide24.xml"/><Relationship Id="rId52" Type="http://schemas.openxmlformats.org/officeDocument/2006/relationships/slide" Target="slides/slide32.xml"/><Relationship Id="rId60" Type="http://schemas.openxmlformats.org/officeDocument/2006/relationships/slide" Target="slides/slide40.xml"/><Relationship Id="rId65" Type="http://schemas.openxmlformats.org/officeDocument/2006/relationships/slide" Target="slides/slide45.xml"/><Relationship Id="rId73" Type="http://schemas.openxmlformats.org/officeDocument/2006/relationships/slide" Target="slides/slide53.xml"/><Relationship Id="rId78" Type="http://schemas.openxmlformats.org/officeDocument/2006/relationships/slide" Target="slides/slide58.xml"/><Relationship Id="rId81" Type="http://schemas.openxmlformats.org/officeDocument/2006/relationships/slide" Target="slides/slide61.xml"/><Relationship Id="rId86" Type="http://schemas.openxmlformats.org/officeDocument/2006/relationships/slide" Target="slides/slide66.xml"/><Relationship Id="rId94" Type="http://schemas.openxmlformats.org/officeDocument/2006/relationships/slide" Target="slides/slide74.xml"/><Relationship Id="rId99" Type="http://schemas.openxmlformats.org/officeDocument/2006/relationships/slide" Target="slides/slide79.xml"/><Relationship Id="rId101" Type="http://schemas.openxmlformats.org/officeDocument/2006/relationships/slide" Target="slides/slide8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" Target="slides/slide19.xml"/><Relationship Id="rId109" Type="http://schemas.openxmlformats.org/officeDocument/2006/relationships/slide" Target="slides/slide89.xml"/><Relationship Id="rId34" Type="http://schemas.openxmlformats.org/officeDocument/2006/relationships/slide" Target="slides/slide14.xml"/><Relationship Id="rId50" Type="http://schemas.openxmlformats.org/officeDocument/2006/relationships/slide" Target="slides/slide30.xml"/><Relationship Id="rId55" Type="http://schemas.openxmlformats.org/officeDocument/2006/relationships/slide" Target="slides/slide35.xml"/><Relationship Id="rId76" Type="http://schemas.openxmlformats.org/officeDocument/2006/relationships/slide" Target="slides/slide56.xml"/><Relationship Id="rId97" Type="http://schemas.openxmlformats.org/officeDocument/2006/relationships/slide" Target="slides/slide77.xml"/><Relationship Id="rId104" Type="http://schemas.openxmlformats.org/officeDocument/2006/relationships/slide" Target="slides/slide84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51.xml"/><Relationship Id="rId92" Type="http://schemas.openxmlformats.org/officeDocument/2006/relationships/slide" Target="slides/slide72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9.xml"/><Relationship Id="rId24" Type="http://schemas.openxmlformats.org/officeDocument/2006/relationships/slide" Target="slides/slide4.xml"/><Relationship Id="rId40" Type="http://schemas.openxmlformats.org/officeDocument/2006/relationships/slide" Target="slides/slide20.xml"/><Relationship Id="rId45" Type="http://schemas.openxmlformats.org/officeDocument/2006/relationships/slide" Target="slides/slide25.xml"/><Relationship Id="rId66" Type="http://schemas.openxmlformats.org/officeDocument/2006/relationships/slide" Target="slides/slide46.xml"/><Relationship Id="rId87" Type="http://schemas.openxmlformats.org/officeDocument/2006/relationships/slide" Target="slides/slide67.xml"/><Relationship Id="rId110" Type="http://schemas.openxmlformats.org/officeDocument/2006/relationships/slide" Target="slides/slide90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41.xml"/><Relationship Id="rId82" Type="http://schemas.openxmlformats.org/officeDocument/2006/relationships/slide" Target="slides/slide62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30" Type="http://schemas.openxmlformats.org/officeDocument/2006/relationships/slide" Target="slides/slide10.xml"/><Relationship Id="rId35" Type="http://schemas.openxmlformats.org/officeDocument/2006/relationships/slide" Target="slides/slide15.xml"/><Relationship Id="rId56" Type="http://schemas.openxmlformats.org/officeDocument/2006/relationships/slide" Target="slides/slide36.xml"/><Relationship Id="rId77" Type="http://schemas.openxmlformats.org/officeDocument/2006/relationships/slide" Target="slides/slide57.xml"/><Relationship Id="rId100" Type="http://schemas.openxmlformats.org/officeDocument/2006/relationships/slide" Target="slides/slide80.xml"/><Relationship Id="rId105" Type="http://schemas.openxmlformats.org/officeDocument/2006/relationships/slide" Target="slides/slide85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1.xml"/><Relationship Id="rId72" Type="http://schemas.openxmlformats.org/officeDocument/2006/relationships/slide" Target="slides/slide52.xml"/><Relationship Id="rId93" Type="http://schemas.openxmlformats.org/officeDocument/2006/relationships/slide" Target="slides/slide73.xml"/><Relationship Id="rId98" Type="http://schemas.openxmlformats.org/officeDocument/2006/relationships/slide" Target="slides/slide78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5.xml"/><Relationship Id="rId46" Type="http://schemas.openxmlformats.org/officeDocument/2006/relationships/slide" Target="slides/slide26.xml"/><Relationship Id="rId67" Type="http://schemas.openxmlformats.org/officeDocument/2006/relationships/slide" Target="slides/slide47.xml"/><Relationship Id="rId116" Type="http://schemas.openxmlformats.org/officeDocument/2006/relationships/presProps" Target="presProps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21.xml"/><Relationship Id="rId62" Type="http://schemas.openxmlformats.org/officeDocument/2006/relationships/slide" Target="slides/slide42.xml"/><Relationship Id="rId83" Type="http://schemas.openxmlformats.org/officeDocument/2006/relationships/slide" Target="slides/slide63.xml"/><Relationship Id="rId88" Type="http://schemas.openxmlformats.org/officeDocument/2006/relationships/slide" Target="slides/slide68.xml"/><Relationship Id="rId111" Type="http://schemas.openxmlformats.org/officeDocument/2006/relationships/slide" Target="slides/slide91.xml"/><Relationship Id="rId15" Type="http://schemas.openxmlformats.org/officeDocument/2006/relationships/slideMaster" Target="slideMasters/slideMaster15.xml"/><Relationship Id="rId36" Type="http://schemas.openxmlformats.org/officeDocument/2006/relationships/slide" Target="slides/slide16.xml"/><Relationship Id="rId57" Type="http://schemas.openxmlformats.org/officeDocument/2006/relationships/slide" Target="slides/slide37.xml"/><Relationship Id="rId106" Type="http://schemas.openxmlformats.org/officeDocument/2006/relationships/slide" Target="slides/slide8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0000"/>
            </a:solidFill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w="190500" h="38100"/>
            </a:sp3d>
          </c:spPr>
          <c:explosion val="1"/>
          <c:dPt>
            <c:idx val="0"/>
            <c:bubble3D val="0"/>
            <c:spPr>
              <a:solidFill>
                <a:srgbClr val="C00000"/>
              </a:solidFill>
              <a:ln w="57150"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0ED1-4C12-9741-243727671EEB}"/>
              </c:ext>
            </c:extLst>
          </c:dPt>
          <c:dPt>
            <c:idx val="1"/>
            <c:bubble3D val="0"/>
            <c:spPr>
              <a:solidFill>
                <a:srgbClr val="FFFF00"/>
              </a:solidFill>
              <a:ln w="57150"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7820-4C64-9954-749C864385DF}"/>
              </c:ext>
            </c:extLst>
          </c:dPt>
          <c:dPt>
            <c:idx val="2"/>
            <c:bubble3D val="0"/>
            <c:spPr>
              <a:solidFill>
                <a:schemeClr val="tx1"/>
              </a:solidFill>
              <a:ln w="57150"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2-7820-4C64-9954-749C864385DF}"/>
              </c:ext>
            </c:extLst>
          </c:dPt>
          <c:dPt>
            <c:idx val="3"/>
            <c:bubble3D val="0"/>
            <c:spPr>
              <a:solidFill>
                <a:schemeClr val="bg1"/>
              </a:solidFill>
              <a:ln w="57150"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7820-4C64-9954-749C864385DF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20-4C64-9954-749C864385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sq-XK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AEB8DC-FAAC-47D3-B939-0BAEE3DD4406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F7CB5-6628-4154-B31E-83E0B7219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304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q-X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604B14-2E6D-4D41-A0F3-D028E671689B}" type="slidenum">
              <a:rPr kumimoji="0" lang="sq-X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sq-X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4873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11CD2-7BF1-1F58-2B03-613EA8EEB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A49D4-FFD3-FF14-531B-1E0E0AEE8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40D38-B285-5D67-B0DD-2CF7AB644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q-X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C62C9-811C-1161-F733-587F8017D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604B14-2E6D-4D41-A0F3-D028E671689B}" type="slidenum">
              <a:rPr kumimoji="0" lang="sq-X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sq-X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5971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0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0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0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0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0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0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0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0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0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0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0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0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0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0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1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1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2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2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2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2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2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2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2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2.xml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2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2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2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2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2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2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2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3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3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3.xml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3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3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3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3.xml"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3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3.xml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3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3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3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3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3.xml"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3.xml"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4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0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0.xml"/></Relationships>
</file>

<file path=ppt/slideLayouts/_rels/slideLayout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0.xml"/></Relationships>
</file>

<file path=ppt/slideLayouts/_rels/slideLayout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0.xml"/></Relationships>
</file>

<file path=ppt/slideLayouts/_rels/slideLayout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0.xml"/></Relationships>
</file>

<file path=ppt/slideLayouts/_rels/slideLayout8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0.xml"/></Relationships>
</file>

<file path=ppt/slideLayouts/_rels/slideLayout9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0.xml"/></Relationships>
</file>

<file path=ppt/slideLayouts/_rels/slideLayout10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0.xml"/></Relationships>
</file>

<file path=ppt/slideLayouts/_rels/slideLayout1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0.xml"/></Relationships>
</file>

<file path=ppt/slideLayouts/_rels/slideLayout1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0.xml"/></Relationships>
</file>

<file path=ppt/slideLayouts/_rels/slideLayout2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91393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64132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947025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813248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764610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733507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667715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595714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198024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341088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102769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735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530694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555848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3031602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1707734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8608119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817718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812817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9905850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2632588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6957673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4843229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8094460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898151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2514534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7448662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1983255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3139085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582660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8252497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846140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6866432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0649073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0654620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0178371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1592733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6393530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9113049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8281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1838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02953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618824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53511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8211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18358342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28755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345765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76083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91962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740962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24811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14045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17681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67441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676966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3784041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85682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62628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897234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92958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28658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87617195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51902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70774637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67963713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27449779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7409782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05896741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9707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33365764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76294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49220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65725748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32089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2345050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34163371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22313032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57660175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45871663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91270484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09989257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40309521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53789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50482365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13561818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48881532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59884419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65083101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93106305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14160876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17657745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88617524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23401170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036748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10391670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388671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35938022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78647705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85788742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03902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35633977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08088081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406668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82934687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46332780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87819759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917591019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86651579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68324693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83057530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855693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59368136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402659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640690088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122142410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06225211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01981016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1993153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415025042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83305854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63563358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477755607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23306103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05659418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63918129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79386171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92816398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428564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17721448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79866529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545703332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639161566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816682155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848252261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301970853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782058615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958478623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257106535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553062587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08518570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854376938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196694258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394847723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372806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9573536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26273177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016071995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03944553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320570504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29252923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545495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41609194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601077626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77937111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810897423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56503808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929627813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928189111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44415077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172425077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54259065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402592253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927379133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720484198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429184882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010824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387897062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5948198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31833409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73319873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1458509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408051400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175101172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386894486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045639907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607024486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056327696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650607556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59969393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601302027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744817573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089867897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770286616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545367775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034753243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591776660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188327184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817979715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1131566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268196337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416995526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726952969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683004591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777236340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689662823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5037543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895493858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318978443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009475588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673951366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172110442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CBE23-5752-4867-7687-8248D08F1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ED6F28-1037-3BCD-0998-43C6D705E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59C13-AF23-50FA-AE83-733B1C3EB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BF09D-478D-4B3A-BF24-10DA583DF3FD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4F0E7-D0ED-4682-082D-BF71051C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9B408-083D-39B8-81CC-380044A77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B84B-C2AE-40A3-84CD-D12F7034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600528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A8621-704F-0726-ED5A-906A7683C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8F4AB-3684-F4E7-7BA8-9B138207D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5BC75-C8C9-8F6D-4D36-A5A262A9D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BF09D-478D-4B3A-BF24-10DA583DF3FD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8946A-0BC3-217D-E6EC-5959C5F8C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0C3F5-01DC-68D5-6640-5FDF294A5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B84B-C2AE-40A3-84CD-D12F7034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651668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4375-597B-25A6-E059-436E1D7B3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B93A6-9F5E-256D-9FF6-281F22056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EE969-5F5D-F191-1ACB-8FBDCF22A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BF09D-478D-4B3A-BF24-10DA583DF3FD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41D24-2BB9-65EF-CF9D-3CBF21741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C7D0E-82EE-0E17-BBAD-A3C0965D8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B84B-C2AE-40A3-84CD-D12F7034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7519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D6B01-3BBD-59FC-BDDA-C344A0C6C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02956-3780-A281-319B-767292DA74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19C9F7-9923-A4ED-341F-491B32C89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B055B-298B-DECA-428E-DF9DBD4B7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BF09D-478D-4B3A-BF24-10DA583DF3FD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BD8F8-E6D2-D60E-BD8C-51A61B33C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4C10C-E029-C6D8-CF45-ACEB93FF8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B84B-C2AE-40A3-84CD-D12F7034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42162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6B0A1-CFB6-B294-5F96-49C3E2F7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4FA25-0B21-A0B3-19A2-D3BF00646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6BE9F4-EA69-CAE6-FE20-F3CBB6FD8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ADC873-3CC5-F1EC-AC21-BDB94F3730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4B8E2D-3BA8-91A5-FFF2-8F6AE130E9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948B44-1251-0554-171B-D3E572F0E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BF09D-478D-4B3A-BF24-10DA583DF3FD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5F1C56-3159-83DB-DB51-E14BB0E1C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6F7E35-311A-426A-802C-754BDA392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B84B-C2AE-40A3-84CD-D12F7034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793846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8CDBC-E523-E266-8E20-594802CAE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8999-D253-BBF0-7733-26DE7EFDE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BF09D-478D-4B3A-BF24-10DA583DF3FD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A22BB-96AD-8DEA-0503-85D1C315C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A061EA-17E3-968A-EEC6-B2AF7CED5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B84B-C2AE-40A3-84CD-D12F7034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776026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97C39E-5DA5-C306-BD08-E566E74C9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BF09D-478D-4B3A-BF24-10DA583DF3FD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9EBD4-6B54-2947-4F26-338B2667A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71BDF-34F0-549A-41A5-09BC97304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B84B-C2AE-40A3-84CD-D12F7034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031212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6CE0A-D046-19CC-435F-545CAD273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0A4A5-219D-57EB-564C-71B65C882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B6957-07BE-D880-222C-53B458A1D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D4D653-4FCC-AE88-EC90-3A15CC146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BF09D-478D-4B3A-BF24-10DA583DF3FD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14C0B4-F2A5-0E82-7926-1FDB87B09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1624E-7156-41C9-F8F4-E15693E0D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B84B-C2AE-40A3-84CD-D12F7034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98218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09021-F34D-5CE4-CD11-34CB79592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F58E1E-62DB-F76B-F3E7-9A0466331A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D9581-FDBB-90E7-4CB7-320865F760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AA64A-3B59-91BB-93C8-B9758F67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BF09D-478D-4B3A-BF24-10DA583DF3FD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FD048-A8B6-EA3C-1B0A-ECD0D254D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0A026-9DE6-322D-2FE9-2065BBAD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B84B-C2AE-40A3-84CD-D12F7034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53921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DE0C-3119-1F3E-F8CC-829ECC281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EA3CE9-AE4C-480A-6E89-7B25DB99E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0F709-675A-1D13-D834-F3CD5CB34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BF09D-478D-4B3A-BF24-10DA583DF3FD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BDAA2-D5D5-DD22-C013-1218112B0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3CDDA-86C2-CBAF-2CA2-D4535E286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B84B-C2AE-40A3-84CD-D12F7034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399765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EFFCD5-1516-CC94-A48D-A99E18A90E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39FE4E-982D-1EB7-F2CA-9062C70F8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27843-2DE3-4A38-7F44-E177F4A72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BF09D-478D-4B3A-BF24-10DA583DF3FD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1A574-C717-9FCC-4157-060EF0376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F7E4D-CD21-6B8F-A8C9-E99A0491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7B84B-C2AE-40A3-84CD-D12F7034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58351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F6B1-2101-4542-A14B-D79ABEB06105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726C4-F395-4D80-8103-3AA54C0AF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03340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F6B1-2101-4542-A14B-D79ABEB06105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726C4-F395-4D80-8103-3AA54C0AF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077552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F6B1-2101-4542-A14B-D79ABEB06105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726C4-F395-4D80-8103-3AA54C0AF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06234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F6B1-2101-4542-A14B-D79ABEB06105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726C4-F395-4D80-8103-3AA54C0AF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45714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F6B1-2101-4542-A14B-D79ABEB06105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726C4-F395-4D80-8103-3AA54C0AF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901436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F6B1-2101-4542-A14B-D79ABEB06105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726C4-F395-4D80-8103-3AA54C0AF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90479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F6B1-2101-4542-A14B-D79ABEB06105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726C4-F395-4D80-8103-3AA54C0AF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114803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F6B1-2101-4542-A14B-D79ABEB06105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726C4-F395-4D80-8103-3AA54C0AF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27567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F6B1-2101-4542-A14B-D79ABEB06105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726C4-F395-4D80-8103-3AA54C0AF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59405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F6B1-2101-4542-A14B-D79ABEB06105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726C4-F395-4D80-8103-3AA54C0AF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348040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F6B1-2101-4542-A14B-D79ABEB06105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726C4-F395-4D80-8103-3AA54C0AF0A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3445616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F6B1-2101-4542-A14B-D79ABEB06105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726C4-F395-4D80-8103-3AA54C0AF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99454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F6B1-2101-4542-A14B-D79ABEB06105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726C4-F395-4D80-8103-3AA54C0AF0A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484006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F6B1-2101-4542-A14B-D79ABEB06105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726C4-F395-4D80-8103-3AA54C0AF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190027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F6B1-2101-4542-A14B-D79ABEB06105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726C4-F395-4D80-8103-3AA54C0AF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846067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F6B1-2101-4542-A14B-D79ABEB06105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726C4-F395-4D80-8103-3AA54C0AF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705955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E2817-B38C-4C96-9888-7959B6432B8D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24A60E7-D4B3-4876-8847-C1701F223E0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77150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E2817-B38C-4C96-9888-7959B6432B8D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A60E7-D4B3-4876-8847-C1701F223E03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549996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E2817-B38C-4C96-9888-7959B6432B8D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A60E7-D4B3-4876-8847-C1701F223E0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786397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E2817-B38C-4C96-9888-7959B6432B8D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A60E7-D4B3-4876-8847-C1701F223E03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290473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E2817-B38C-4C96-9888-7959B6432B8D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A60E7-D4B3-4876-8847-C1701F223E03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698577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E2817-B38C-4C96-9888-7959B6432B8D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A60E7-D4B3-4876-8847-C1701F223E03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827987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E2817-B38C-4C96-9888-7959B6432B8D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A60E7-D4B3-4876-8847-C1701F223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81252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E2817-B38C-4C96-9888-7959B6432B8D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A60E7-D4B3-4876-8847-C1701F223E03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387689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44E2817-B38C-4C96-9888-7959B6432B8D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A60E7-D4B3-4876-8847-C1701F223E03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88550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E2817-B38C-4C96-9888-7959B6432B8D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A60E7-D4B3-4876-8847-C1701F223E03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8077877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E2817-B38C-4C96-9888-7959B6432B8D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A60E7-D4B3-4876-8847-C1701F223E0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949988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349064284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532733642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902663410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830222325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076151482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799589511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776516598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700078950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801367223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758035222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9861290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68052490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6116019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690988795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426209914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162562256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D864D-57E6-2DFC-628E-A2449AF7F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A88936-940B-C50C-B72C-4ED9F2C688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BF497-B5D2-3372-3BBD-14B276B3D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0F4E9-0A3F-289A-F7F1-AC77AE055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4A7-7E62-0B9A-5612-7D1334D9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838762315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E4AF9-844C-B4D7-BB09-1C3D2E36D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54E8B-6D7F-7655-5B9B-342ABD3D6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682E6-F2EF-E761-DDA9-F975216DC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5F5EA-9FA3-82EE-48D5-F615C33F5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908CC-282C-C36D-6825-9445D0AE1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258049969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2D11D-1F32-2BF4-C83E-8FBADA46F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4D6DB-A38E-A56F-0A1D-6C34DD4B9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282A9-D314-A646-82B1-68A30F25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259C2-D18A-9502-608F-4A6A373A7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C0FCA-5693-4ECD-E920-B859865F7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84920628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945BF-531C-A7B6-1116-6F0EC496E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D2939-C374-FDF8-FAD5-B4BD967B6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2E659-66E0-F1F6-564E-FBB5405FF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94A64-6533-B057-BA22-BA02D08F1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35086-E05A-93E1-2CB7-3093A0D2B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C0171-EB13-AB47-FB4E-083D577B7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70726428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3FEE2-4F04-3C0C-77FB-99E33E517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F9B85-E220-DE24-5012-5E3A8CE56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6F47D1-CACB-906B-17AE-00F5BA4F6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696F1D-5F91-1096-6D16-A2BC28F23C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FF5BC2-278E-FD7E-7E16-42247A11D5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40CB1B-19AE-5BD1-1C85-DF3170301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2FE55B-F7B3-B550-29C4-642C950BE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3732B-EACD-66DD-E949-1030991DC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280584145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B5FF8-DA0E-D53B-38C7-2BA0A512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3747B1-E2F2-78EC-0D2F-308174293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4AC21-FB49-0A62-538E-7A5A3ADA2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AAD41-83DB-AEBC-699F-18409556A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967271191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3FF90A-2208-12CD-D46D-DCFC5AF9D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1D9122-BBA0-C733-44B9-B56F68B74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01559-0C22-BAA6-6193-A4FE43C18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652348361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173D4-CD77-0575-8C8F-90F2A594C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9BF8A-AD2E-E263-F1E2-D7C4945F1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9E5BA-E3ED-FB15-9C7F-22AB2F1B8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F6652-D6AC-FC10-CBEB-A7EADBE91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00F29-7CF1-CD1A-5B3E-8CF20C18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C0FE5-EA77-C943-6762-E2D0984E7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989492831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15CF6-5F48-A85E-63B2-F1B3098CA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6F3FCE-7027-D4D5-6B3D-3200F0BB78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366EF7-8BD1-03F3-0CDD-FF329DA7D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B5029-C444-452C-2F34-FCA4D0EED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F4600-B316-6F9E-F4C7-E2A67578F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9B0A2-6711-3143-13E2-F8CF60866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457962861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BE41-E764-3FA2-8B7A-58C3AEFB6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4EA80-F372-8821-8C8D-BD87C5D9C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2DCA5-6E65-08D6-CF0D-E32A989AD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ECDC1-1D15-3E89-249E-B5DB92668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A7D48-86EC-14D6-B3FE-4BC3517B0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031825916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7CED0D-5CE2-33AD-F625-678D8A9190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4666A-6694-4498-4500-361E6042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B3672-6BB9-DF76-C886-85185710B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D7BC6-A3D2-E616-9EF2-8A370E4B0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C2CB5-947D-8BAE-4F1F-29A07DFCE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433717026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FE351-B79C-AF53-2388-46D348846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F873B7-2C0B-9034-E795-FF0137054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486AC-05D2-3E08-BA2C-42BB4DC5B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F35-21DD-164B-9EC9-B0CB2C157225}" type="datetimeFigureOut">
              <a:rPr lang="en-TH" smtClean="0"/>
              <a:t>02/24/2024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6F5D-8A64-0CE4-2F6E-5CDA20D0D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1C19F-283F-3A99-4590-F52B1B6B7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236FA-A4E4-CA4B-857D-11D34193F14A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1206617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96386-4B33-BB05-9F39-27ED6CB28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D1E86-06F1-9218-C5E5-0E8CF0F4E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FC002-F7EF-ABF1-8614-76EA22540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F35-21DD-164B-9EC9-B0CB2C157225}" type="datetimeFigureOut">
              <a:rPr lang="en-TH" smtClean="0"/>
              <a:t>02/24/2024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EA8CC-3899-276A-32BF-B8172959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87F22-8B9F-FB40-0020-F75504A74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236FA-A4E4-CA4B-857D-11D34193F14A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2565579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064C8-E693-0BFA-6468-7D39E87C1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339A1-4AA3-F2B3-6F22-B5DED393D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E38BB-452A-6B84-148B-D56CF913F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F35-21DD-164B-9EC9-B0CB2C157225}" type="datetimeFigureOut">
              <a:rPr lang="en-TH" smtClean="0"/>
              <a:t>02/24/2024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8DD74-87E1-71B6-2AF4-D2834E4C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17FF0-B314-5804-1CEA-7D14C706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236FA-A4E4-CA4B-857D-11D34193F14A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558853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C6BE5-DCE4-2A8B-5D1D-06A7C6B0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607A4-48BD-088C-8785-246FD2A965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4D19F-E732-FA6C-F7D1-0B88AD862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DF17A-8CF1-0128-133E-02060AC38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F35-21DD-164B-9EC9-B0CB2C157225}" type="datetimeFigureOut">
              <a:rPr lang="en-TH" smtClean="0"/>
              <a:t>02/24/2024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D22CA0-AEE8-84F2-76CB-F72685BA5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89B83-474A-D616-44B5-B7E6F416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236FA-A4E4-CA4B-857D-11D34193F14A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5553552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D37A7-34FC-54F9-3BEB-168C34784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EEBD3-67AF-4D91-A326-262D6D5D4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4B818-1EDE-2683-84BD-CBC74615F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288961-9C99-E5DE-D745-FEDED60A78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C00A45-BDCD-BD31-F4C6-761E188DED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E05BD2-6F47-2D51-CE95-75EE89AE7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F35-21DD-164B-9EC9-B0CB2C157225}" type="datetimeFigureOut">
              <a:rPr lang="en-TH" smtClean="0"/>
              <a:t>02/24/2024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51C884-3FF7-368E-6E8B-62F2DBB6C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9DCBA9-5541-5CD8-B569-C2E7C169A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236FA-A4E4-CA4B-857D-11D34193F14A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558500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D9C10-2898-FE94-2D67-DA2534D80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43673B-D8CF-E025-A794-5AACFB30E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F35-21DD-164B-9EC9-B0CB2C157225}" type="datetimeFigureOut">
              <a:rPr lang="en-TH" smtClean="0"/>
              <a:t>02/24/2024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D4759D-FEE3-0441-881C-E801E428C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74C2FF-3BA3-528C-792C-64DC711DF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236FA-A4E4-CA4B-857D-11D34193F14A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199147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0CF9AB-4CBA-88D3-2BC0-103DE6165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F35-21DD-164B-9EC9-B0CB2C157225}" type="datetimeFigureOut">
              <a:rPr lang="en-TH" smtClean="0"/>
              <a:t>02/24/2024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0DF494-7F0F-B0A8-0A92-856C3796D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D92E9-5A97-3A89-C2B4-3604EF1B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236FA-A4E4-CA4B-857D-11D34193F14A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4966261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D1483-642D-1626-798E-3FD5B6E78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866DF-4675-D92B-9691-72B26E356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1A9092-CBC8-41E6-D730-8957A408C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56657-5BD2-D7D4-EC67-9661C743E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F35-21DD-164B-9EC9-B0CB2C157225}" type="datetimeFigureOut">
              <a:rPr lang="en-TH" smtClean="0"/>
              <a:t>02/24/2024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420BD-D448-639C-BC5E-BB35C89AF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DAF67-9F2D-C2A7-8B81-CDE3DA33D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236FA-A4E4-CA4B-857D-11D34193F14A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2878991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93939-C2F8-62D8-A3EF-E5F94A34C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2336E-8513-0B36-F96A-717C871F73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D4E80F-01F6-AC8B-4E2B-2EAA6BC12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AD2C3-7847-ACCB-3D96-E8863F952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F35-21DD-164B-9EC9-B0CB2C157225}" type="datetimeFigureOut">
              <a:rPr lang="en-TH" smtClean="0"/>
              <a:t>02/24/2024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A32CC-EE5F-2A40-0861-1535935DC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FF4B9-B165-4BED-8411-6BF861E3D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236FA-A4E4-CA4B-857D-11D34193F14A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029003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75B44-00AE-71F0-EFFD-22B572A46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E7541E-2ED6-D9FA-A743-951454323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F067A-9255-8FCF-7D11-C1D28C53E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F35-21DD-164B-9EC9-B0CB2C157225}" type="datetimeFigureOut">
              <a:rPr lang="en-TH" smtClean="0"/>
              <a:t>02/24/2024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6425E-626F-7C73-9BF1-273A8BDE5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8563B-36F1-E766-4C4B-CA254650D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236FA-A4E4-CA4B-857D-11D34193F14A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3497207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BDB2F6-4464-75B6-DF27-52E8A8BD7C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A58904-DACD-8A31-AC1F-EC5B31EBB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55550-A642-D61F-3A84-E6445014E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F35-21DD-164B-9EC9-B0CB2C157225}" type="datetimeFigureOut">
              <a:rPr lang="en-TH" smtClean="0"/>
              <a:t>02/24/2024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1C720-E6E7-11A2-E872-449E4959E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7AE2A-A190-0566-2314-485113057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236FA-A4E4-CA4B-857D-11D34193F14A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7283335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926CD-FDFD-E174-0714-B6143264F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50852-7973-95A5-21C7-5983FA056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53AB6-4A25-CEFC-5551-96B3DFE22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E05-2A79-45A9-9802-C344D6A793D2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543DF-6AF7-9C82-1592-AFAF512FF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D7CF0-ABA5-11FB-C306-5C6BC3AEA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D7B5-17BD-4FC8-A28A-C3C0F7B2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655531"/>
      </p:ext>
    </p:extLst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3837B-EEBA-CAE3-FADA-F626E01AF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45351-EA20-B7E8-3C1A-9B4942AF7F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105E53-D87C-4013-3EC9-46A847701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B09039-3477-8529-8D10-50C085E9D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E05-2A79-45A9-9802-C344D6A793D2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1614E-2464-9C30-7887-C5BD21537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A3FD9-2A9C-1049-335A-1AB8F3A2B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D7B5-17BD-4FC8-A28A-C3C0F7B2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767665"/>
      </p:ext>
    </p:extLst>
  </p:cSld>
  <p:clrMapOvr>
    <a:masterClrMapping/>
  </p:clrMapOvr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145DB-BDAE-BB82-FF61-3EA7AD197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6F64D-5459-C62A-8B31-33F06A8A9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77C729-A620-47F2-D499-334E93528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99C824-757B-6D35-AA5B-1E020FBD4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781824-5FE3-5F0B-94D0-A2809E3861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2B2455-9360-903B-97F0-E0537DB8E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E05-2A79-45A9-9802-C344D6A793D2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AE292C-5FC8-A7B7-2856-24208331D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2FB4C4-2501-81AE-0ABF-C32D5369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D7B5-17BD-4FC8-A28A-C3C0F7B2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020864"/>
      </p:ext>
    </p:extLst>
  </p:cSld>
  <p:clrMapOvr>
    <a:masterClrMapping/>
  </p:clrMapOvr>
</p:sldLayout>
</file>

<file path=ppt/slideLayouts/slideLayout6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16067-9931-B280-B7E9-188D511E9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A1B3A1-07AC-380E-04E2-15A787432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E05-2A79-45A9-9802-C344D6A793D2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BF4C90-EEDB-8192-02CF-7DBE5AFBE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036B3D-64CD-DA2C-DC7F-D49492526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D7B5-17BD-4FC8-A28A-C3C0F7B2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740680"/>
      </p:ext>
    </p:extLst>
  </p:cSld>
  <p:clrMapOvr>
    <a:masterClrMapping/>
  </p:clrMapOvr>
</p:sldLayout>
</file>

<file path=ppt/slideLayouts/slideLayout7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F12CA7-6336-8078-2DB5-5366A23EE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E05-2A79-45A9-9802-C344D6A793D2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3F9161-E3DC-DFCD-E20D-A938EC1F6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87C1C-33CF-FD80-2AEC-53FACAF8B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D7B5-17BD-4FC8-A28A-C3C0F7B2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407889"/>
      </p:ext>
    </p:extLst>
  </p:cSld>
  <p:clrMapOvr>
    <a:masterClrMapping/>
  </p:clrMapOvr>
</p:sldLayout>
</file>

<file path=ppt/slideLayouts/slideLayout8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E5605-86A8-E8A3-4F1F-4E55E4F4B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394C7-9C56-FC5A-29F2-08638AD67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24A3E-18F6-C450-BDDD-069A8420C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9E241-2A95-E992-69B7-06CCE54C3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E05-2A79-45A9-9802-C344D6A793D2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E2BDF-7F3F-3B1B-C20E-F99975CDA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C6BC5-92A8-F410-69B6-412EFF6D9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D7B5-17BD-4FC8-A28A-C3C0F7B2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584461"/>
      </p:ext>
    </p:extLst>
  </p:cSld>
  <p:clrMapOvr>
    <a:masterClrMapping/>
  </p:clrMapOvr>
</p:sldLayout>
</file>

<file path=ppt/slideLayouts/slideLayout9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BD51D-9E0B-C4F3-D023-75647E107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9F7A4-6A16-7FF7-BAC4-79282D0D00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5100F-5074-9F0E-DFD8-C166B4829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06870-2775-F0EE-0C24-73ED5FF25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E05-2A79-45A9-9802-C344D6A793D2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BBDC8-AAD1-1560-6653-E42F5F396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BAE41-0EB5-508D-E856-DB9853972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D7B5-17BD-4FC8-A28A-C3C0F7B2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57676"/>
      </p:ext>
    </p:extLst>
  </p:cSld>
  <p:clrMapOvr>
    <a:masterClrMapping/>
  </p:clrMapOvr>
</p:sldLayout>
</file>

<file path=ppt/slideLayouts/slideLayout10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DC150-D5AE-4193-754F-31F2F47BB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D61F77-2C96-F281-5BAC-ADD17B4D6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1F666-634F-4C59-F806-D77E18003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E05-2A79-45A9-9802-C344D6A793D2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E1258-5FCF-DB2C-A8A3-ABA30DB1B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EF778-5C65-5494-0226-1956EF1DC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D7B5-17BD-4FC8-A28A-C3C0F7B2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56790"/>
      </p:ext>
    </p:extLst>
  </p:cSld>
  <p:clrMapOvr>
    <a:masterClrMapping/>
  </p:clrMapOvr>
</p:sldLayout>
</file>

<file path=ppt/slideLayouts/slideLayout1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5C1B0-51FB-56F1-EA3A-0D446184D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18067-7A78-4031-8248-DBDBFACF0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FCF1D-01E2-E1A7-F7F0-BF0B4DF1E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E05-2A79-45A9-9802-C344D6A793D2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734CD-8AAF-7D7A-E4BB-CB95917DD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ACAB3-936E-E6A7-49B0-32DA5B43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D7B5-17BD-4FC8-A28A-C3C0F7B2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31348"/>
      </p:ext>
    </p:extLst>
  </p:cSld>
  <p:clrMapOvr>
    <a:masterClrMapping/>
  </p:clrMapOvr>
</p:sldLayout>
</file>

<file path=ppt/slideLayouts/slideLayout1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252181-EFBD-DA89-C42E-58245B9CA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677CB0-FEDA-510F-EA4B-876E8DB4A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482D7-4306-0143-C7D6-506053FE3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E05-2A79-45A9-9802-C344D6A793D2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948A2-7803-ACAC-69A9-DF31F00E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04972-1A04-A3AB-165E-59367058A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D7B5-17BD-4FC8-A28A-C3C0F7B2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675799"/>
      </p:ext>
    </p:extLst>
  </p:cSld>
  <p:clrMapOvr>
    <a:masterClrMapping/>
  </p:clrMapOvr>
</p:sldLayout>
</file>

<file path=ppt/slideLayouts/slideLayout24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3D458-B64E-A0A7-F0D9-B9A4728BE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B086E-FCB7-89FB-FB8E-5B79F73C7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E3C8C-9473-615C-7AE8-7BFB0AF9C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E05-2A79-45A9-9802-C344D6A793D2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039EC-B51C-5BC8-4944-418E10D16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818EC-D45C-32D3-325E-D9DADAA4A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D7B5-17BD-4FC8-A28A-C3C0F7B2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66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13" Type="http://schemas.openxmlformats.org/officeDocument/2006/relationships/slideLayout" Target="../slideLayouts/slideLayout96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86.xml"/><Relationship Id="rId7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95.xml"/><Relationship Id="rId17" Type="http://schemas.openxmlformats.org/officeDocument/2006/relationships/slideLayout" Target="../slideLayouts/slideLayout100.xml"/><Relationship Id="rId2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99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5" Type="http://schemas.openxmlformats.org/officeDocument/2006/relationships/slideLayout" Target="../slideLayouts/slideLayout88.xml"/><Relationship Id="rId15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93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Relationship Id="rId14" Type="http://schemas.openxmlformats.org/officeDocument/2006/relationships/slideLayout" Target="../slideLayouts/slideLayout97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8.xml"/><Relationship Id="rId13" Type="http://schemas.openxmlformats.org/officeDocument/2006/relationships/slideLayout" Target="../slideLayouts/slideLayout113.xml"/><Relationship Id="rId18" Type="http://schemas.openxmlformats.org/officeDocument/2006/relationships/theme" Target="../theme/theme9.xml"/><Relationship Id="rId3" Type="http://schemas.openxmlformats.org/officeDocument/2006/relationships/slideLayout" Target="../slideLayouts/slideLayout103.xml"/><Relationship Id="rId7" Type="http://schemas.openxmlformats.org/officeDocument/2006/relationships/slideLayout" Target="../slideLayouts/slideLayout107.xml"/><Relationship Id="rId12" Type="http://schemas.openxmlformats.org/officeDocument/2006/relationships/slideLayout" Target="../slideLayouts/slideLayout112.xml"/><Relationship Id="rId17" Type="http://schemas.openxmlformats.org/officeDocument/2006/relationships/slideLayout" Target="../slideLayouts/slideLayout117.xml"/><Relationship Id="rId2" Type="http://schemas.openxmlformats.org/officeDocument/2006/relationships/slideLayout" Target="../slideLayouts/slideLayout102.xml"/><Relationship Id="rId16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05.xml"/><Relationship Id="rId1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9.xml"/><Relationship Id="rId14" Type="http://schemas.openxmlformats.org/officeDocument/2006/relationships/slideLayout" Target="../slideLayouts/slideLayout114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5.xml"/><Relationship Id="rId13" Type="http://schemas.openxmlformats.org/officeDocument/2006/relationships/slideLayout" Target="../slideLayouts/slideLayout130.xml"/><Relationship Id="rId18" Type="http://schemas.openxmlformats.org/officeDocument/2006/relationships/theme" Target="../theme/theme10.xml"/><Relationship Id="rId3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124.xml"/><Relationship Id="rId12" Type="http://schemas.openxmlformats.org/officeDocument/2006/relationships/slideLayout" Target="../slideLayouts/slideLayout129.xml"/><Relationship Id="rId17" Type="http://schemas.openxmlformats.org/officeDocument/2006/relationships/slideLayout" Target="../slideLayouts/slideLayout134.xml"/><Relationship Id="rId2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33.xml"/><Relationship Id="rId1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27.xml"/><Relationship Id="rId19" Type="http://schemas.openxmlformats.org/officeDocument/2006/relationships/image" Target="../media/image9.png"/><Relationship Id="rId4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6.xml"/><Relationship Id="rId14" Type="http://schemas.openxmlformats.org/officeDocument/2006/relationships/slideLayout" Target="../slideLayouts/slideLayout131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2.xml"/><Relationship Id="rId13" Type="http://schemas.openxmlformats.org/officeDocument/2006/relationships/slideLayout" Target="../slideLayouts/slideLayout147.xml"/><Relationship Id="rId18" Type="http://schemas.openxmlformats.org/officeDocument/2006/relationships/theme" Target="../theme/theme11.xml"/><Relationship Id="rId3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41.xml"/><Relationship Id="rId12" Type="http://schemas.openxmlformats.org/officeDocument/2006/relationships/slideLayout" Target="../slideLayouts/slideLayout146.xml"/><Relationship Id="rId17" Type="http://schemas.openxmlformats.org/officeDocument/2006/relationships/slideLayout" Target="../slideLayouts/slideLayout151.xml"/><Relationship Id="rId2" Type="http://schemas.openxmlformats.org/officeDocument/2006/relationships/slideLayout" Target="../slideLayouts/slideLayout136.xml"/><Relationship Id="rId16" Type="http://schemas.openxmlformats.org/officeDocument/2006/relationships/slideLayout" Target="../slideLayouts/slideLayout150.xml"/><Relationship Id="rId1" Type="http://schemas.openxmlformats.org/officeDocument/2006/relationships/slideLayout" Target="../slideLayouts/slideLayout135.xml"/><Relationship Id="rId6" Type="http://schemas.openxmlformats.org/officeDocument/2006/relationships/slideLayout" Target="../slideLayouts/slideLayout140.xml"/><Relationship Id="rId11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139.xml"/><Relationship Id="rId15" Type="http://schemas.openxmlformats.org/officeDocument/2006/relationships/slideLayout" Target="../slideLayouts/slideLayout149.xml"/><Relationship Id="rId10" Type="http://schemas.openxmlformats.org/officeDocument/2006/relationships/slideLayout" Target="../slideLayouts/slideLayout144.xml"/><Relationship Id="rId19" Type="http://schemas.openxmlformats.org/officeDocument/2006/relationships/image" Target="../media/image12.png"/><Relationship Id="rId4" Type="http://schemas.openxmlformats.org/officeDocument/2006/relationships/slideLayout" Target="../slideLayouts/slideLayout138.xml"/><Relationship Id="rId9" Type="http://schemas.openxmlformats.org/officeDocument/2006/relationships/slideLayout" Target="../slideLayouts/slideLayout143.xml"/><Relationship Id="rId14" Type="http://schemas.openxmlformats.org/officeDocument/2006/relationships/slideLayout" Target="../slideLayouts/slideLayout148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9.xml"/><Relationship Id="rId13" Type="http://schemas.openxmlformats.org/officeDocument/2006/relationships/slideLayout" Target="../slideLayouts/slideLayout164.xml"/><Relationship Id="rId18" Type="http://schemas.openxmlformats.org/officeDocument/2006/relationships/theme" Target="../theme/theme12.xml"/><Relationship Id="rId3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158.xml"/><Relationship Id="rId12" Type="http://schemas.openxmlformats.org/officeDocument/2006/relationships/slideLayout" Target="../slideLayouts/slideLayout163.xml"/><Relationship Id="rId17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153.xml"/><Relationship Id="rId16" Type="http://schemas.openxmlformats.org/officeDocument/2006/relationships/slideLayout" Target="../slideLayouts/slideLayout167.xml"/><Relationship Id="rId1" Type="http://schemas.openxmlformats.org/officeDocument/2006/relationships/slideLayout" Target="../slideLayouts/slideLayout152.xml"/><Relationship Id="rId6" Type="http://schemas.openxmlformats.org/officeDocument/2006/relationships/slideLayout" Target="../slideLayouts/slideLayout157.xml"/><Relationship Id="rId11" Type="http://schemas.openxmlformats.org/officeDocument/2006/relationships/slideLayout" Target="../slideLayouts/slideLayout162.xml"/><Relationship Id="rId5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66.xml"/><Relationship Id="rId10" Type="http://schemas.openxmlformats.org/officeDocument/2006/relationships/slideLayout" Target="../slideLayouts/slideLayout161.xml"/><Relationship Id="rId4" Type="http://schemas.openxmlformats.org/officeDocument/2006/relationships/slideLayout" Target="../slideLayouts/slideLayout155.xml"/><Relationship Id="rId9" Type="http://schemas.openxmlformats.org/officeDocument/2006/relationships/slideLayout" Target="../slideLayouts/slideLayout160.xml"/><Relationship Id="rId14" Type="http://schemas.openxmlformats.org/officeDocument/2006/relationships/slideLayout" Target="../slideLayouts/slideLayout165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6.xml"/><Relationship Id="rId13" Type="http://schemas.openxmlformats.org/officeDocument/2006/relationships/slideLayout" Target="../slideLayouts/slideLayout181.xml"/><Relationship Id="rId18" Type="http://schemas.openxmlformats.org/officeDocument/2006/relationships/theme" Target="../theme/theme13.xml"/><Relationship Id="rId3" Type="http://schemas.openxmlformats.org/officeDocument/2006/relationships/slideLayout" Target="../slideLayouts/slideLayout171.xml"/><Relationship Id="rId7" Type="http://schemas.openxmlformats.org/officeDocument/2006/relationships/slideLayout" Target="../slideLayouts/slideLayout175.xml"/><Relationship Id="rId12" Type="http://schemas.openxmlformats.org/officeDocument/2006/relationships/slideLayout" Target="../slideLayouts/slideLayout180.xml"/><Relationship Id="rId17" Type="http://schemas.openxmlformats.org/officeDocument/2006/relationships/slideLayout" Target="../slideLayouts/slideLayout185.xml"/><Relationship Id="rId2" Type="http://schemas.openxmlformats.org/officeDocument/2006/relationships/slideLayout" Target="../slideLayouts/slideLayout170.xml"/><Relationship Id="rId16" Type="http://schemas.openxmlformats.org/officeDocument/2006/relationships/slideLayout" Target="../slideLayouts/slideLayout184.xml"/><Relationship Id="rId1" Type="http://schemas.openxmlformats.org/officeDocument/2006/relationships/slideLayout" Target="../slideLayouts/slideLayout169.xml"/><Relationship Id="rId6" Type="http://schemas.openxmlformats.org/officeDocument/2006/relationships/slideLayout" Target="../slideLayouts/slideLayout174.xml"/><Relationship Id="rId11" Type="http://schemas.openxmlformats.org/officeDocument/2006/relationships/slideLayout" Target="../slideLayouts/slideLayout179.xml"/><Relationship Id="rId5" Type="http://schemas.openxmlformats.org/officeDocument/2006/relationships/slideLayout" Target="../slideLayouts/slideLayout173.xml"/><Relationship Id="rId15" Type="http://schemas.openxmlformats.org/officeDocument/2006/relationships/slideLayout" Target="../slideLayouts/slideLayout183.xml"/><Relationship Id="rId10" Type="http://schemas.openxmlformats.org/officeDocument/2006/relationships/slideLayout" Target="../slideLayouts/slideLayout178.xml"/><Relationship Id="rId4" Type="http://schemas.openxmlformats.org/officeDocument/2006/relationships/slideLayout" Target="../slideLayouts/slideLayout172.xml"/><Relationship Id="rId9" Type="http://schemas.openxmlformats.org/officeDocument/2006/relationships/slideLayout" Target="../slideLayouts/slideLayout177.xml"/><Relationship Id="rId14" Type="http://schemas.openxmlformats.org/officeDocument/2006/relationships/slideLayout" Target="../slideLayouts/slideLayout182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3.xml"/><Relationship Id="rId13" Type="http://schemas.openxmlformats.org/officeDocument/2006/relationships/slideLayout" Target="../slideLayouts/slideLayout198.xml"/><Relationship Id="rId18" Type="http://schemas.openxmlformats.org/officeDocument/2006/relationships/theme" Target="../theme/theme14.xml"/><Relationship Id="rId3" Type="http://schemas.openxmlformats.org/officeDocument/2006/relationships/slideLayout" Target="../slideLayouts/slideLayout188.xml"/><Relationship Id="rId7" Type="http://schemas.openxmlformats.org/officeDocument/2006/relationships/slideLayout" Target="../slideLayouts/slideLayout192.xml"/><Relationship Id="rId12" Type="http://schemas.openxmlformats.org/officeDocument/2006/relationships/slideLayout" Target="../slideLayouts/slideLayout197.xml"/><Relationship Id="rId17" Type="http://schemas.openxmlformats.org/officeDocument/2006/relationships/slideLayout" Target="../slideLayouts/slideLayout202.xml"/><Relationship Id="rId2" Type="http://schemas.openxmlformats.org/officeDocument/2006/relationships/slideLayout" Target="../slideLayouts/slideLayout187.xml"/><Relationship Id="rId16" Type="http://schemas.openxmlformats.org/officeDocument/2006/relationships/slideLayout" Target="../slideLayouts/slideLayout201.xml"/><Relationship Id="rId1" Type="http://schemas.openxmlformats.org/officeDocument/2006/relationships/slideLayout" Target="../slideLayouts/slideLayout186.xml"/><Relationship Id="rId6" Type="http://schemas.openxmlformats.org/officeDocument/2006/relationships/slideLayout" Target="../slideLayouts/slideLayout191.xml"/><Relationship Id="rId11" Type="http://schemas.openxmlformats.org/officeDocument/2006/relationships/slideLayout" Target="../slideLayouts/slideLayout196.xml"/><Relationship Id="rId5" Type="http://schemas.openxmlformats.org/officeDocument/2006/relationships/slideLayout" Target="../slideLayouts/slideLayout190.xml"/><Relationship Id="rId15" Type="http://schemas.openxmlformats.org/officeDocument/2006/relationships/slideLayout" Target="../slideLayouts/slideLayout200.xml"/><Relationship Id="rId10" Type="http://schemas.openxmlformats.org/officeDocument/2006/relationships/slideLayout" Target="../slideLayouts/slideLayout195.xml"/><Relationship Id="rId19" Type="http://schemas.openxmlformats.org/officeDocument/2006/relationships/image" Target="../media/image9.png"/><Relationship Id="rId4" Type="http://schemas.openxmlformats.org/officeDocument/2006/relationships/slideLayout" Target="../slideLayouts/slideLayout189.xml"/><Relationship Id="rId9" Type="http://schemas.openxmlformats.org/officeDocument/2006/relationships/slideLayout" Target="../slideLayouts/slideLayout194.xml"/><Relationship Id="rId14" Type="http://schemas.openxmlformats.org/officeDocument/2006/relationships/slideLayout" Target="../slideLayouts/slideLayout199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0.xml"/><Relationship Id="rId3" Type="http://schemas.openxmlformats.org/officeDocument/2006/relationships/slideLayout" Target="../slideLayouts/slideLayout205.xml"/><Relationship Id="rId7" Type="http://schemas.openxmlformats.org/officeDocument/2006/relationships/slideLayout" Target="../slideLayouts/slideLayout209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204.xml"/><Relationship Id="rId1" Type="http://schemas.openxmlformats.org/officeDocument/2006/relationships/slideLayout" Target="../slideLayouts/slideLayout203.xml"/><Relationship Id="rId6" Type="http://schemas.openxmlformats.org/officeDocument/2006/relationships/slideLayout" Target="../slideLayouts/slideLayout208.xml"/><Relationship Id="rId11" Type="http://schemas.openxmlformats.org/officeDocument/2006/relationships/slideLayout" Target="../slideLayouts/slideLayout213.xml"/><Relationship Id="rId5" Type="http://schemas.openxmlformats.org/officeDocument/2006/relationships/slideLayout" Target="../slideLayouts/slideLayout207.xml"/><Relationship Id="rId10" Type="http://schemas.openxmlformats.org/officeDocument/2006/relationships/slideLayout" Target="../slideLayouts/slideLayout212.xml"/><Relationship Id="rId4" Type="http://schemas.openxmlformats.org/officeDocument/2006/relationships/slideLayout" Target="../slideLayouts/slideLayout206.xml"/><Relationship Id="rId9" Type="http://schemas.openxmlformats.org/officeDocument/2006/relationships/slideLayout" Target="../slideLayouts/slideLayout211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1.xml"/><Relationship Id="rId13" Type="http://schemas.openxmlformats.org/officeDocument/2006/relationships/slideLayout" Target="../slideLayouts/slideLayout226.xml"/><Relationship Id="rId3" Type="http://schemas.openxmlformats.org/officeDocument/2006/relationships/slideLayout" Target="../slideLayouts/slideLayout216.xml"/><Relationship Id="rId7" Type="http://schemas.openxmlformats.org/officeDocument/2006/relationships/slideLayout" Target="../slideLayouts/slideLayout220.xml"/><Relationship Id="rId12" Type="http://schemas.openxmlformats.org/officeDocument/2006/relationships/slideLayout" Target="../slideLayouts/slideLayout225.xml"/><Relationship Id="rId17" Type="http://schemas.openxmlformats.org/officeDocument/2006/relationships/theme" Target="../theme/theme16.xml"/><Relationship Id="rId2" Type="http://schemas.openxmlformats.org/officeDocument/2006/relationships/slideLayout" Target="../slideLayouts/slideLayout215.xml"/><Relationship Id="rId16" Type="http://schemas.openxmlformats.org/officeDocument/2006/relationships/slideLayout" Target="../slideLayouts/slideLayout229.xml"/><Relationship Id="rId1" Type="http://schemas.openxmlformats.org/officeDocument/2006/relationships/slideLayout" Target="../slideLayouts/slideLayout214.xml"/><Relationship Id="rId6" Type="http://schemas.openxmlformats.org/officeDocument/2006/relationships/slideLayout" Target="../slideLayouts/slideLayout219.xml"/><Relationship Id="rId11" Type="http://schemas.openxmlformats.org/officeDocument/2006/relationships/slideLayout" Target="../slideLayouts/slideLayout224.xml"/><Relationship Id="rId5" Type="http://schemas.openxmlformats.org/officeDocument/2006/relationships/slideLayout" Target="../slideLayouts/slideLayout218.xml"/><Relationship Id="rId15" Type="http://schemas.openxmlformats.org/officeDocument/2006/relationships/slideLayout" Target="../slideLayouts/slideLayout228.xml"/><Relationship Id="rId10" Type="http://schemas.openxmlformats.org/officeDocument/2006/relationships/slideLayout" Target="../slideLayouts/slideLayout223.xml"/><Relationship Id="rId4" Type="http://schemas.openxmlformats.org/officeDocument/2006/relationships/slideLayout" Target="../slideLayouts/slideLayout217.xml"/><Relationship Id="rId9" Type="http://schemas.openxmlformats.org/officeDocument/2006/relationships/slideLayout" Target="../slideLayouts/slideLayout222.xml"/><Relationship Id="rId14" Type="http://schemas.openxmlformats.org/officeDocument/2006/relationships/slideLayout" Target="../slideLayouts/slideLayout227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7.xml"/><Relationship Id="rId13" Type="http://schemas.openxmlformats.org/officeDocument/2006/relationships/image" Target="../media/image21.jpeg"/><Relationship Id="rId3" Type="http://schemas.openxmlformats.org/officeDocument/2006/relationships/slideLayout" Target="../slideLayouts/slideLayout232.xml"/><Relationship Id="rId7" Type="http://schemas.openxmlformats.org/officeDocument/2006/relationships/slideLayout" Target="../slideLayouts/slideLayout236.xml"/><Relationship Id="rId12" Type="http://schemas.openxmlformats.org/officeDocument/2006/relationships/theme" Target="../theme/theme17.xml"/><Relationship Id="rId2" Type="http://schemas.openxmlformats.org/officeDocument/2006/relationships/slideLayout" Target="../slideLayouts/slideLayout231.xml"/><Relationship Id="rId1" Type="http://schemas.openxmlformats.org/officeDocument/2006/relationships/slideLayout" Target="../slideLayouts/slideLayout230.xml"/><Relationship Id="rId6" Type="http://schemas.openxmlformats.org/officeDocument/2006/relationships/slideLayout" Target="../slideLayouts/slideLayout235.xml"/><Relationship Id="rId11" Type="http://schemas.openxmlformats.org/officeDocument/2006/relationships/slideLayout" Target="../slideLayouts/slideLayout240.xml"/><Relationship Id="rId5" Type="http://schemas.openxmlformats.org/officeDocument/2006/relationships/slideLayout" Target="../slideLayouts/slideLayout234.xml"/><Relationship Id="rId10" Type="http://schemas.openxmlformats.org/officeDocument/2006/relationships/slideLayout" Target="../slideLayouts/slideLayout239.xml"/><Relationship Id="rId4" Type="http://schemas.openxmlformats.org/officeDocument/2006/relationships/slideLayout" Target="../slideLayouts/slideLayout233.xml"/><Relationship Id="rId9" Type="http://schemas.openxmlformats.org/officeDocument/2006/relationships/slideLayout" Target="../slideLayouts/slideLayout238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8.xml"/><Relationship Id="rId13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43.xml"/><Relationship Id="rId7" Type="http://schemas.openxmlformats.org/officeDocument/2006/relationships/slideLayout" Target="../slideLayouts/slideLayout247.xml"/><Relationship Id="rId12" Type="http://schemas.openxmlformats.org/officeDocument/2006/relationships/slideLayout" Target="../slideLayouts/slideLayout252.xml"/><Relationship Id="rId17" Type="http://schemas.openxmlformats.org/officeDocument/2006/relationships/theme" Target="../theme/theme18.xml"/><Relationship Id="rId2" Type="http://schemas.openxmlformats.org/officeDocument/2006/relationships/slideLayout" Target="../slideLayouts/slideLayout242.xml"/><Relationship Id="rId16" Type="http://schemas.openxmlformats.org/officeDocument/2006/relationships/slideLayout" Target="../slideLayouts/slideLayout256.xml"/><Relationship Id="rId1" Type="http://schemas.openxmlformats.org/officeDocument/2006/relationships/slideLayout" Target="../slideLayouts/slideLayout241.xml"/><Relationship Id="rId6" Type="http://schemas.openxmlformats.org/officeDocument/2006/relationships/slideLayout" Target="../slideLayouts/slideLayout246.xml"/><Relationship Id="rId11" Type="http://schemas.openxmlformats.org/officeDocument/2006/relationships/slideLayout" Target="../slideLayouts/slideLayout251.xml"/><Relationship Id="rId5" Type="http://schemas.openxmlformats.org/officeDocument/2006/relationships/slideLayout" Target="../slideLayouts/slideLayout245.xml"/><Relationship Id="rId15" Type="http://schemas.openxmlformats.org/officeDocument/2006/relationships/slideLayout" Target="../slideLayouts/slideLayout255.xml"/><Relationship Id="rId10" Type="http://schemas.openxmlformats.org/officeDocument/2006/relationships/slideLayout" Target="../slideLayouts/slideLayout250.xml"/><Relationship Id="rId4" Type="http://schemas.openxmlformats.org/officeDocument/2006/relationships/slideLayout" Target="../slideLayouts/slideLayout244.xml"/><Relationship Id="rId9" Type="http://schemas.openxmlformats.org/officeDocument/2006/relationships/slideLayout" Target="../slideLayouts/slideLayout249.xml"/><Relationship Id="rId14" Type="http://schemas.openxmlformats.org/officeDocument/2006/relationships/slideLayout" Target="../slideLayouts/slideLayout254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4.xml"/><Relationship Id="rId3" Type="http://schemas.openxmlformats.org/officeDocument/2006/relationships/slideLayout" Target="../slideLayouts/slideLayout259.xml"/><Relationship Id="rId7" Type="http://schemas.openxmlformats.org/officeDocument/2006/relationships/slideLayout" Target="../slideLayouts/slideLayout263.xml"/><Relationship Id="rId12" Type="http://schemas.openxmlformats.org/officeDocument/2006/relationships/theme" Target="../theme/theme19.xml"/><Relationship Id="rId2" Type="http://schemas.openxmlformats.org/officeDocument/2006/relationships/slideLayout" Target="../slideLayouts/slideLayout258.xml"/><Relationship Id="rId1" Type="http://schemas.openxmlformats.org/officeDocument/2006/relationships/slideLayout" Target="../slideLayouts/slideLayout257.xml"/><Relationship Id="rId6" Type="http://schemas.openxmlformats.org/officeDocument/2006/relationships/slideLayout" Target="../slideLayouts/slideLayout262.xml"/><Relationship Id="rId11" Type="http://schemas.openxmlformats.org/officeDocument/2006/relationships/slideLayout" Target="../slideLayouts/slideLayout267.xml"/><Relationship Id="rId5" Type="http://schemas.openxmlformats.org/officeDocument/2006/relationships/slideLayout" Target="../slideLayouts/slideLayout261.xml"/><Relationship Id="rId10" Type="http://schemas.openxmlformats.org/officeDocument/2006/relationships/slideLayout" Target="../slideLayouts/slideLayout266.xml"/><Relationship Id="rId4" Type="http://schemas.openxmlformats.org/officeDocument/2006/relationships/slideLayout" Target="../slideLayouts/slideLayout260.xml"/><Relationship Id="rId9" Type="http://schemas.openxmlformats.org/officeDocument/2006/relationships/slideLayout" Target="../slideLayouts/slideLayout265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5.xml"/><Relationship Id="rId3" Type="http://schemas.openxmlformats.org/officeDocument/2006/relationships/slideLayout" Target="../slideLayouts/slideLayout270.xml"/><Relationship Id="rId7" Type="http://schemas.openxmlformats.org/officeDocument/2006/relationships/slideLayout" Target="../slideLayouts/slideLayout274.xml"/><Relationship Id="rId12" Type="http://schemas.openxmlformats.org/officeDocument/2006/relationships/theme" Target="../theme/theme20.xml"/><Relationship Id="rId2" Type="http://schemas.openxmlformats.org/officeDocument/2006/relationships/slideLayout" Target="../slideLayouts/slideLayout269.xml"/><Relationship Id="rId1" Type="http://schemas.openxmlformats.org/officeDocument/2006/relationships/slideLayout" Target="../slideLayouts/slideLayout268.xml"/><Relationship Id="rId6" Type="http://schemas.openxmlformats.org/officeDocument/2006/relationships/slideLayout" Target="../slideLayouts/slideLayout273.xml"/><Relationship Id="rId11" Type="http://schemas.openxmlformats.org/officeDocument/2006/relationships/slideLayout" Target="../slideLayouts/slideLayout278.xml"/><Relationship Id="rId5" Type="http://schemas.openxmlformats.org/officeDocument/2006/relationships/slideLayout" Target="../slideLayouts/slideLayout272.xml"/><Relationship Id="rId10" Type="http://schemas.openxmlformats.org/officeDocument/2006/relationships/slideLayout" Target="../slideLayouts/slideLayout277.xml"/><Relationship Id="rId4" Type="http://schemas.openxmlformats.org/officeDocument/2006/relationships/slideLayout" Target="../slideLayouts/slideLayout271.xml"/><Relationship Id="rId9" Type="http://schemas.openxmlformats.org/officeDocument/2006/relationships/slideLayout" Target="../slideLayouts/slideLayout276.xml"/></Relationships>
</file>

<file path=ppt/slideMasters/_rels/slideMaster18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0.xml"/><Relationship Id="rId3" Type="http://schemas.openxmlformats.org/officeDocument/2006/relationships/slideLayout" Target="../slideLayouts/slideLayout310.xml"/><Relationship Id="rId7" Type="http://schemas.openxmlformats.org/officeDocument/2006/relationships/slideLayout" Target="../slideLayouts/slideLayout710.xml"/><Relationship Id="rId12" Type="http://schemas.openxmlformats.org/officeDocument/2006/relationships/theme" Target="../theme/theme190.xml"/><Relationship Id="rId2" Type="http://schemas.openxmlformats.org/officeDocument/2006/relationships/slideLayout" Target="../slideLayouts/slideLayout2410.xml"/><Relationship Id="rId1" Type="http://schemas.openxmlformats.org/officeDocument/2006/relationships/slideLayout" Target="../slideLayouts/slideLayout1100.xml"/><Relationship Id="rId6" Type="http://schemas.openxmlformats.org/officeDocument/2006/relationships/slideLayout" Target="../slideLayouts/slideLayout610.xml"/><Relationship Id="rId11" Type="http://schemas.openxmlformats.org/officeDocument/2006/relationships/slideLayout" Target="../slideLayouts/slideLayout1110.xml"/><Relationship Id="rId5" Type="http://schemas.openxmlformats.org/officeDocument/2006/relationships/slideLayout" Target="../slideLayouts/slideLayout510.xml"/><Relationship Id="rId10" Type="http://schemas.openxmlformats.org/officeDocument/2006/relationships/slideLayout" Target="../slideLayouts/slideLayout1010.xml"/><Relationship Id="rId4" Type="http://schemas.openxmlformats.org/officeDocument/2006/relationships/slideLayout" Target="../slideLayouts/slideLayout410.xml"/><Relationship Id="rId9" Type="http://schemas.openxmlformats.org/officeDocument/2006/relationships/slideLayout" Target="../slideLayouts/slideLayout9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2/24/2024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8800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29" r:id="rId1"/>
    <p:sldLayoutId id="2147484130" r:id="rId2"/>
    <p:sldLayoutId id="2147484131" r:id="rId3"/>
    <p:sldLayoutId id="2147484132" r:id="rId4"/>
    <p:sldLayoutId id="2147484133" r:id="rId5"/>
    <p:sldLayoutId id="2147484134" r:id="rId6"/>
    <p:sldLayoutId id="2147484135" r:id="rId7"/>
    <p:sldLayoutId id="2147484136" r:id="rId8"/>
    <p:sldLayoutId id="2147484137" r:id="rId9"/>
    <p:sldLayoutId id="2147484138" r:id="rId10"/>
    <p:sldLayoutId id="2147484139" r:id="rId11"/>
    <p:sldLayoutId id="2147484140" r:id="rId12"/>
    <p:sldLayoutId id="2147484141" r:id="rId13"/>
    <p:sldLayoutId id="2147484142" r:id="rId14"/>
    <p:sldLayoutId id="2147484143" r:id="rId15"/>
    <p:sldLayoutId id="2147484144" r:id="rId16"/>
    <p:sldLayoutId id="214748414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2/24/2024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9A5C34-88A6-87D4-5E53-3B1016D2FAC1}"/>
              </a:ext>
            </a:extLst>
          </p:cNvPr>
          <p:cNvSpPr/>
          <p:nvPr userDrawn="1"/>
        </p:nvSpPr>
        <p:spPr>
          <a:xfrm>
            <a:off x="313510" y="300448"/>
            <a:ext cx="1998617" cy="2873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Naser Guri</a:t>
            </a:r>
          </a:p>
        </p:txBody>
      </p:sp>
    </p:spTree>
    <p:extLst>
      <p:ext uri="{BB962C8B-B14F-4D97-AF65-F5344CB8AC3E}">
        <p14:creationId xmlns:p14="http://schemas.microsoft.com/office/powerpoint/2010/main" val="20354189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47" r:id="rId1"/>
    <p:sldLayoutId id="2147484148" r:id="rId2"/>
    <p:sldLayoutId id="2147484149" r:id="rId3"/>
    <p:sldLayoutId id="2147484150" r:id="rId4"/>
    <p:sldLayoutId id="2147484151" r:id="rId5"/>
    <p:sldLayoutId id="2147484152" r:id="rId6"/>
    <p:sldLayoutId id="2147484153" r:id="rId7"/>
    <p:sldLayoutId id="2147484154" r:id="rId8"/>
    <p:sldLayoutId id="2147484155" r:id="rId9"/>
    <p:sldLayoutId id="2147484156" r:id="rId10"/>
    <p:sldLayoutId id="21474841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559101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9" r:id="rId1"/>
    <p:sldLayoutId id="2147484160" r:id="rId2"/>
    <p:sldLayoutId id="2147484161" r:id="rId3"/>
    <p:sldLayoutId id="2147484162" r:id="rId4"/>
    <p:sldLayoutId id="2147484163" r:id="rId5"/>
    <p:sldLayoutId id="2147484164" r:id="rId6"/>
    <p:sldLayoutId id="2147484165" r:id="rId7"/>
    <p:sldLayoutId id="2147484166" r:id="rId8"/>
    <p:sldLayoutId id="2147484167" r:id="rId9"/>
    <p:sldLayoutId id="2147484168" r:id="rId10"/>
    <p:sldLayoutId id="214748416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13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901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  <p:sldLayoutId id="2147484184" r:id="rId2"/>
    <p:sldLayoutId id="2147484185" r:id="rId3"/>
    <p:sldLayoutId id="2147484186" r:id="rId4"/>
    <p:sldLayoutId id="2147484187" r:id="rId5"/>
    <p:sldLayoutId id="2147484188" r:id="rId6"/>
    <p:sldLayoutId id="2147484189" r:id="rId7"/>
    <p:sldLayoutId id="2147484190" r:id="rId8"/>
    <p:sldLayoutId id="2147484191" r:id="rId9"/>
    <p:sldLayoutId id="2147484192" r:id="rId10"/>
    <p:sldLayoutId id="21474841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75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5" r:id="rId1"/>
    <p:sldLayoutId id="2147484196" r:id="rId2"/>
    <p:sldLayoutId id="2147484197" r:id="rId3"/>
    <p:sldLayoutId id="2147484198" r:id="rId4"/>
    <p:sldLayoutId id="2147484199" r:id="rId5"/>
    <p:sldLayoutId id="2147484200" r:id="rId6"/>
    <p:sldLayoutId id="2147484201" r:id="rId7"/>
    <p:sldLayoutId id="2147484202" r:id="rId8"/>
    <p:sldLayoutId id="2147484203" r:id="rId9"/>
    <p:sldLayoutId id="2147484204" r:id="rId10"/>
    <p:sldLayoutId id="214748420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281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7" r:id="rId1"/>
    <p:sldLayoutId id="2147484208" r:id="rId2"/>
    <p:sldLayoutId id="2147484209" r:id="rId3"/>
    <p:sldLayoutId id="2147484210" r:id="rId4"/>
    <p:sldLayoutId id="2147484211" r:id="rId5"/>
    <p:sldLayoutId id="2147484212" r:id="rId6"/>
    <p:sldLayoutId id="2147484213" r:id="rId7"/>
    <p:sldLayoutId id="2147484214" r:id="rId8"/>
    <p:sldLayoutId id="2147484215" r:id="rId9"/>
    <p:sldLayoutId id="2147484216" r:id="rId10"/>
    <p:sldLayoutId id="214748421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5556973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19" r:id="rId1"/>
    <p:sldLayoutId id="2147484220" r:id="rId2"/>
    <p:sldLayoutId id="2147484221" r:id="rId3"/>
    <p:sldLayoutId id="2147484222" r:id="rId4"/>
    <p:sldLayoutId id="2147484223" r:id="rId5"/>
    <p:sldLayoutId id="2147484224" r:id="rId6"/>
    <p:sldLayoutId id="2147484225" r:id="rId7"/>
    <p:sldLayoutId id="2147484226" r:id="rId8"/>
    <p:sldLayoutId id="2147484227" r:id="rId9"/>
    <p:sldLayoutId id="2147484228" r:id="rId10"/>
    <p:sldLayoutId id="2147484229" r:id="rId11"/>
    <p:sldLayoutId id="2147484230" r:id="rId12"/>
    <p:sldLayoutId id="2147484231" r:id="rId13"/>
    <p:sldLayoutId id="2147484232" r:id="rId14"/>
    <p:sldLayoutId id="2147484233" r:id="rId15"/>
    <p:sldLayoutId id="2147484234" r:id="rId16"/>
    <p:sldLayoutId id="21474842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81444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37" r:id="rId1"/>
    <p:sldLayoutId id="2147484238" r:id="rId2"/>
    <p:sldLayoutId id="2147484239" r:id="rId3"/>
    <p:sldLayoutId id="2147484240" r:id="rId4"/>
    <p:sldLayoutId id="2147484241" r:id="rId5"/>
    <p:sldLayoutId id="2147484242" r:id="rId6"/>
    <p:sldLayoutId id="2147484243" r:id="rId7"/>
    <p:sldLayoutId id="2147484244" r:id="rId8"/>
    <p:sldLayoutId id="2147484245" r:id="rId9"/>
    <p:sldLayoutId id="2147484246" r:id="rId10"/>
    <p:sldLayoutId id="2147484247" r:id="rId11"/>
    <p:sldLayoutId id="2147484248" r:id="rId12"/>
    <p:sldLayoutId id="2147484249" r:id="rId13"/>
    <p:sldLayoutId id="2147484250" r:id="rId14"/>
    <p:sldLayoutId id="2147484251" r:id="rId15"/>
    <p:sldLayoutId id="2147484252" r:id="rId16"/>
    <p:sldLayoutId id="214748425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186723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5" r:id="rId1"/>
    <p:sldLayoutId id="2147484256" r:id="rId2"/>
    <p:sldLayoutId id="2147484257" r:id="rId3"/>
    <p:sldLayoutId id="2147484258" r:id="rId4"/>
    <p:sldLayoutId id="2147484259" r:id="rId5"/>
    <p:sldLayoutId id="2147484260" r:id="rId6"/>
    <p:sldLayoutId id="2147484261" r:id="rId7"/>
    <p:sldLayoutId id="2147484262" r:id="rId8"/>
    <p:sldLayoutId id="2147484263" r:id="rId9"/>
    <p:sldLayoutId id="2147484264" r:id="rId10"/>
    <p:sldLayoutId id="2147484265" r:id="rId11"/>
    <p:sldLayoutId id="2147484266" r:id="rId12"/>
    <p:sldLayoutId id="2147484267" r:id="rId13"/>
    <p:sldLayoutId id="2147484268" r:id="rId14"/>
    <p:sldLayoutId id="2147484269" r:id="rId15"/>
    <p:sldLayoutId id="2147484270" r:id="rId16"/>
    <p:sldLayoutId id="214748427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 cstate="email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8729785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73" r:id="rId1"/>
    <p:sldLayoutId id="2147484274" r:id="rId2"/>
    <p:sldLayoutId id="2147484275" r:id="rId3"/>
    <p:sldLayoutId id="2147484276" r:id="rId4"/>
    <p:sldLayoutId id="2147484277" r:id="rId5"/>
    <p:sldLayoutId id="2147484278" r:id="rId6"/>
    <p:sldLayoutId id="2147484279" r:id="rId7"/>
    <p:sldLayoutId id="2147484280" r:id="rId8"/>
    <p:sldLayoutId id="2147484281" r:id="rId9"/>
    <p:sldLayoutId id="2147484282" r:id="rId10"/>
    <p:sldLayoutId id="2147484283" r:id="rId11"/>
    <p:sldLayoutId id="2147484284" r:id="rId12"/>
    <p:sldLayoutId id="2147484285" r:id="rId13"/>
    <p:sldLayoutId id="2147484286" r:id="rId14"/>
    <p:sldLayoutId id="2147484287" r:id="rId15"/>
    <p:sldLayoutId id="2147484288" r:id="rId16"/>
    <p:sldLayoutId id="21474842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1067D38-334F-4A1A-B71A-4E557694846F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5879951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91" r:id="rId1"/>
    <p:sldLayoutId id="2147484292" r:id="rId2"/>
    <p:sldLayoutId id="2147484293" r:id="rId3"/>
    <p:sldLayoutId id="2147484294" r:id="rId4"/>
    <p:sldLayoutId id="2147484295" r:id="rId5"/>
    <p:sldLayoutId id="2147484296" r:id="rId6"/>
    <p:sldLayoutId id="2147484297" r:id="rId7"/>
    <p:sldLayoutId id="2147484298" r:id="rId8"/>
    <p:sldLayoutId id="2147484299" r:id="rId9"/>
    <p:sldLayoutId id="2147484300" r:id="rId10"/>
    <p:sldLayoutId id="2147484301" r:id="rId11"/>
    <p:sldLayoutId id="2147484302" r:id="rId12"/>
    <p:sldLayoutId id="2147484303" r:id="rId13"/>
    <p:sldLayoutId id="2147484304" r:id="rId14"/>
    <p:sldLayoutId id="2147484305" r:id="rId15"/>
    <p:sldLayoutId id="2147484306" r:id="rId16"/>
    <p:sldLayoutId id="21474843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2/24/2024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6709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09" r:id="rId1"/>
    <p:sldLayoutId id="2147484310" r:id="rId2"/>
    <p:sldLayoutId id="2147484311" r:id="rId3"/>
    <p:sldLayoutId id="2147484312" r:id="rId4"/>
    <p:sldLayoutId id="2147484313" r:id="rId5"/>
    <p:sldLayoutId id="2147484314" r:id="rId6"/>
    <p:sldLayoutId id="2147484315" r:id="rId7"/>
    <p:sldLayoutId id="2147484316" r:id="rId8"/>
    <p:sldLayoutId id="2147484317" r:id="rId9"/>
    <p:sldLayoutId id="2147484318" r:id="rId10"/>
    <p:sldLayoutId id="2147484319" r:id="rId11"/>
    <p:sldLayoutId id="2147484320" r:id="rId12"/>
    <p:sldLayoutId id="2147484321" r:id="rId13"/>
    <p:sldLayoutId id="2147484322" r:id="rId14"/>
    <p:sldLayoutId id="2147484323" r:id="rId15"/>
    <p:sldLayoutId id="2147484324" r:id="rId16"/>
    <p:sldLayoutId id="21474843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2/24/2024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2028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39" r:id="rId1"/>
    <p:sldLayoutId id="2147484340" r:id="rId2"/>
    <p:sldLayoutId id="2147484341" r:id="rId3"/>
    <p:sldLayoutId id="2147484342" r:id="rId4"/>
    <p:sldLayoutId id="2147484343" r:id="rId5"/>
    <p:sldLayoutId id="2147484344" r:id="rId6"/>
    <p:sldLayoutId id="2147484345" r:id="rId7"/>
    <p:sldLayoutId id="2147484346" r:id="rId8"/>
    <p:sldLayoutId id="2147484347" r:id="rId9"/>
    <p:sldLayoutId id="2147484348" r:id="rId10"/>
    <p:sldLayoutId id="2147484349" r:id="rId11"/>
    <p:sldLayoutId id="2147484350" r:id="rId12"/>
    <p:sldLayoutId id="2147484351" r:id="rId13"/>
    <p:sldLayoutId id="2147484352" r:id="rId14"/>
    <p:sldLayoutId id="2147484353" r:id="rId15"/>
    <p:sldLayoutId id="2147484354" r:id="rId16"/>
    <p:sldLayoutId id="214748435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1000">
              <a:schemeClr val="accent1">
                <a:lumMod val="45000"/>
                <a:lumOff val="55000"/>
              </a:schemeClr>
            </a:gs>
            <a:gs pos="56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B96928-CCFB-D1CF-1C0A-3016B30F4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31F58-42A8-1D8A-23EA-0260EEED0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8F6A6-0642-AC6B-5C28-27C0374746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BF09D-478D-4B3A-BF24-10DA583DF3FD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BEDF1-CB61-1BDC-2077-A855001A84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08066-7902-DB7F-55DF-E4654243D9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7B84B-C2AE-40A3-84CD-D12F7034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80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69" r:id="rId1"/>
    <p:sldLayoutId id="2147484370" r:id="rId2"/>
    <p:sldLayoutId id="2147484371" r:id="rId3"/>
    <p:sldLayoutId id="2147484372" r:id="rId4"/>
    <p:sldLayoutId id="2147484373" r:id="rId5"/>
    <p:sldLayoutId id="2147484374" r:id="rId6"/>
    <p:sldLayoutId id="2147484375" r:id="rId7"/>
    <p:sldLayoutId id="2147484376" r:id="rId8"/>
    <p:sldLayoutId id="2147484377" r:id="rId9"/>
    <p:sldLayoutId id="2147484378" r:id="rId10"/>
    <p:sldLayoutId id="21474843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2/24/2024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332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8" r:id="rId1"/>
    <p:sldLayoutId id="2147484399" r:id="rId2"/>
    <p:sldLayoutId id="2147484400" r:id="rId3"/>
    <p:sldLayoutId id="2147484401" r:id="rId4"/>
    <p:sldLayoutId id="2147484402" r:id="rId5"/>
    <p:sldLayoutId id="2147484403" r:id="rId6"/>
    <p:sldLayoutId id="2147484404" r:id="rId7"/>
    <p:sldLayoutId id="2147484405" r:id="rId8"/>
    <p:sldLayoutId id="2147484406" r:id="rId9"/>
    <p:sldLayoutId id="2147484407" r:id="rId10"/>
    <p:sldLayoutId id="2147484408" r:id="rId11"/>
    <p:sldLayoutId id="2147484409" r:id="rId12"/>
    <p:sldLayoutId id="2147484410" r:id="rId13"/>
    <p:sldLayoutId id="2147484411" r:id="rId14"/>
    <p:sldLayoutId id="2147484412" r:id="rId15"/>
    <p:sldLayoutId id="214748441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4E2817-B38C-4C96-9888-7959B6432B8D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24A60E7-D4B3-4876-8847-C1701F223E0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926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5" r:id="rId1"/>
    <p:sldLayoutId id="2147484416" r:id="rId2"/>
    <p:sldLayoutId id="2147484417" r:id="rId3"/>
    <p:sldLayoutId id="2147484418" r:id="rId4"/>
    <p:sldLayoutId id="2147484419" r:id="rId5"/>
    <p:sldLayoutId id="2147484420" r:id="rId6"/>
    <p:sldLayoutId id="2147484421" r:id="rId7"/>
    <p:sldLayoutId id="2147484422" r:id="rId8"/>
    <p:sldLayoutId id="2147484423" r:id="rId9"/>
    <p:sldLayoutId id="2147484424" r:id="rId10"/>
    <p:sldLayoutId id="21474844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2000">
              <a:schemeClr val="accent1">
                <a:lumMod val="20000"/>
                <a:lumOff val="80000"/>
              </a:schemeClr>
            </a:gs>
            <a:gs pos="77000">
              <a:srgbClr val="92D050"/>
            </a:gs>
            <a:gs pos="90000">
              <a:srgbClr val="92D050"/>
            </a:gs>
            <a:gs pos="100000">
              <a:srgbClr val="92D05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28277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7" r:id="rId1"/>
    <p:sldLayoutId id="2147484428" r:id="rId2"/>
    <p:sldLayoutId id="2147484429" r:id="rId3"/>
    <p:sldLayoutId id="2147484430" r:id="rId4"/>
    <p:sldLayoutId id="2147484431" r:id="rId5"/>
    <p:sldLayoutId id="2147484432" r:id="rId6"/>
    <p:sldLayoutId id="2147484433" r:id="rId7"/>
    <p:sldLayoutId id="2147484434" r:id="rId8"/>
    <p:sldLayoutId id="2147484435" r:id="rId9"/>
    <p:sldLayoutId id="2147484436" r:id="rId10"/>
    <p:sldLayoutId id="2147484437" r:id="rId11"/>
    <p:sldLayoutId id="2147484438" r:id="rId12"/>
    <p:sldLayoutId id="2147484439" r:id="rId13"/>
    <p:sldLayoutId id="2147484440" r:id="rId14"/>
    <p:sldLayoutId id="2147484441" r:id="rId15"/>
    <p:sldLayoutId id="214748444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2000">
              <a:schemeClr val="accent1">
                <a:lumMod val="20000"/>
                <a:lumOff val="80000"/>
              </a:schemeClr>
            </a:gs>
            <a:gs pos="77000">
              <a:srgbClr val="92D050"/>
            </a:gs>
            <a:gs pos="90000">
              <a:srgbClr val="92D050"/>
            </a:gs>
            <a:gs pos="100000">
              <a:srgbClr val="92D05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C20C61-F50C-23FB-E116-7D54E9077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AEE94-8909-72B3-2DCA-87B300579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31BAE-B8E8-1EAD-0F6B-4FF667C693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B9B2A3-1FFC-4A85-9061-EF24F451F4FD}" type="datetimeFigureOut">
              <a:rPr lang="sq-XK" smtClean="0"/>
              <a:t>24.2.2024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D5E34-07FD-A5B7-085F-AC269AF39B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29E4F-6CE2-D8EB-A937-8DEAA2DEBC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EE586B-F325-4478-94BA-7D4E5A1527AC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739257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4" r:id="rId1"/>
    <p:sldLayoutId id="2147484445" r:id="rId2"/>
    <p:sldLayoutId id="2147484446" r:id="rId3"/>
    <p:sldLayoutId id="2147484447" r:id="rId4"/>
    <p:sldLayoutId id="2147484448" r:id="rId5"/>
    <p:sldLayoutId id="2147484449" r:id="rId6"/>
    <p:sldLayoutId id="2147484450" r:id="rId7"/>
    <p:sldLayoutId id="2147484451" r:id="rId8"/>
    <p:sldLayoutId id="2147484452" r:id="rId9"/>
    <p:sldLayoutId id="2147484453" r:id="rId10"/>
    <p:sldLayoutId id="214748445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q-X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57000">
              <a:schemeClr val="accent4">
                <a:lumMod val="45000"/>
                <a:lumOff val="55000"/>
              </a:schemeClr>
            </a:gs>
            <a:gs pos="65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CB8AB3-64DA-9C86-F90C-08D42BAFE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F942B-4BD0-D29A-45AF-BF3F1005D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2ED94-0F21-315D-39A9-9276938CC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47F35-21DD-164B-9EC9-B0CB2C157225}" type="datetimeFigureOut">
              <a:rPr lang="en-TH" smtClean="0"/>
              <a:t>02/24/2024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C30BF-3504-10CC-F6B9-76719109C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0B653-5E67-474A-BEF0-49B74C5E1B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236FA-A4E4-CA4B-857D-11D34193F14A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016282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56" r:id="rId1"/>
    <p:sldLayoutId id="2147484457" r:id="rId2"/>
    <p:sldLayoutId id="2147484458" r:id="rId3"/>
    <p:sldLayoutId id="2147484459" r:id="rId4"/>
    <p:sldLayoutId id="2147484460" r:id="rId5"/>
    <p:sldLayoutId id="2147484461" r:id="rId6"/>
    <p:sldLayoutId id="2147484462" r:id="rId7"/>
    <p:sldLayoutId id="2147484463" r:id="rId8"/>
    <p:sldLayoutId id="2147484464" r:id="rId9"/>
    <p:sldLayoutId id="2147484465" r:id="rId10"/>
    <p:sldLayoutId id="2147484466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E1C42B-FA16-4ED9-A4FF-D82DFFE09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E8F77-CCC2-4515-7C4D-D2599650C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8F708-5D0B-4687-45DD-C61576050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A6E05-2A79-45A9-9802-C344D6A793D2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93CFE-48D0-2C56-581F-6C935C60A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B3DCF-4961-23E9-3BDB-585DEA1F6C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DD7B5-17BD-4FC8-A28A-C3C0F7B2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310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slide" Target="slide11.xml"/><Relationship Id="rId18" Type="http://schemas.openxmlformats.org/officeDocument/2006/relationships/slide" Target="slide57.xml"/><Relationship Id="rId3" Type="http://schemas.openxmlformats.org/officeDocument/2006/relationships/image" Target="../media/image24.png"/><Relationship Id="rId21" Type="http://schemas.openxmlformats.org/officeDocument/2006/relationships/slide" Target="slide94.xml"/><Relationship Id="rId7" Type="http://schemas.openxmlformats.org/officeDocument/2006/relationships/image" Target="../media/image28.png"/><Relationship Id="rId12" Type="http://schemas.openxmlformats.org/officeDocument/2006/relationships/slide" Target="slide3.xml"/><Relationship Id="rId17" Type="http://schemas.openxmlformats.org/officeDocument/2006/relationships/slide" Target="slide46.xml"/><Relationship Id="rId25" Type="http://schemas.openxmlformats.org/officeDocument/2006/relationships/slide" Target="slide92.xml"/><Relationship Id="rId2" Type="http://schemas.openxmlformats.org/officeDocument/2006/relationships/image" Target="../media/image23.png"/><Relationship Id="rId16" Type="http://schemas.openxmlformats.org/officeDocument/2006/relationships/slide" Target="slide35.xml"/><Relationship Id="rId20" Type="http://schemas.openxmlformats.org/officeDocument/2006/relationships/slide" Target="slide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24" Type="http://schemas.openxmlformats.org/officeDocument/2006/relationships/image" Target="../media/image34.png"/><Relationship Id="rId5" Type="http://schemas.openxmlformats.org/officeDocument/2006/relationships/image" Target="../media/image26.png"/><Relationship Id="rId15" Type="http://schemas.openxmlformats.org/officeDocument/2006/relationships/slide" Target="slide24.xml"/><Relationship Id="rId23" Type="http://schemas.openxmlformats.org/officeDocument/2006/relationships/slide" Target="slide74.xml"/><Relationship Id="rId10" Type="http://schemas.openxmlformats.org/officeDocument/2006/relationships/image" Target="../media/image31.png"/><Relationship Id="rId19" Type="http://schemas.openxmlformats.org/officeDocument/2006/relationships/slide" Target="slide63.xml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slide" Target="slide16.xml"/><Relationship Id="rId22" Type="http://schemas.openxmlformats.org/officeDocument/2006/relationships/image" Target="../media/image3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5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4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9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5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6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opaguy/14482950950" TargetMode="External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ueplanetbiomes.org/saguaro_cactus.php" TargetMode="External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de/laubwald-buchenwald-b%C3%A4ume-wald-1798857/" TargetMode="External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9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0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nowaddiction.org/2014/06/chara-sands-miniature-desert-in-the-freezing-cold-of-siberia.html" TargetMode="External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4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5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jpeg"/><Relationship Id="rId13" Type="http://schemas.openxmlformats.org/officeDocument/2006/relationships/image" Target="../media/image61.jpeg"/><Relationship Id="rId18" Type="http://schemas.openxmlformats.org/officeDocument/2006/relationships/image" Target="../media/image66.jpeg"/><Relationship Id="rId26" Type="http://schemas.openxmlformats.org/officeDocument/2006/relationships/image" Target="../media/image74.jpeg"/><Relationship Id="rId3" Type="http://schemas.openxmlformats.org/officeDocument/2006/relationships/image" Target="../media/image51.jpeg"/><Relationship Id="rId21" Type="http://schemas.openxmlformats.org/officeDocument/2006/relationships/image" Target="../media/image69.jpeg"/><Relationship Id="rId7" Type="http://schemas.openxmlformats.org/officeDocument/2006/relationships/image" Target="../media/image55.jpeg"/><Relationship Id="rId12" Type="http://schemas.openxmlformats.org/officeDocument/2006/relationships/image" Target="../media/image60.jpeg"/><Relationship Id="rId17" Type="http://schemas.openxmlformats.org/officeDocument/2006/relationships/image" Target="../media/image65.jpeg"/><Relationship Id="rId25" Type="http://schemas.openxmlformats.org/officeDocument/2006/relationships/image" Target="../media/image73.jpeg"/><Relationship Id="rId2" Type="http://schemas.openxmlformats.org/officeDocument/2006/relationships/image" Target="../media/image50.jpeg"/><Relationship Id="rId16" Type="http://schemas.openxmlformats.org/officeDocument/2006/relationships/image" Target="../media/image64.jpeg"/><Relationship Id="rId20" Type="http://schemas.openxmlformats.org/officeDocument/2006/relationships/image" Target="../media/image68.jpeg"/><Relationship Id="rId29" Type="http://schemas.openxmlformats.org/officeDocument/2006/relationships/image" Target="../media/image7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svg"/><Relationship Id="rId11" Type="http://schemas.openxmlformats.org/officeDocument/2006/relationships/image" Target="../media/image59.jpeg"/><Relationship Id="rId24" Type="http://schemas.openxmlformats.org/officeDocument/2006/relationships/image" Target="../media/image72.jpeg"/><Relationship Id="rId5" Type="http://schemas.openxmlformats.org/officeDocument/2006/relationships/image" Target="../media/image53.png"/><Relationship Id="rId15" Type="http://schemas.openxmlformats.org/officeDocument/2006/relationships/image" Target="../media/image63.jpeg"/><Relationship Id="rId23" Type="http://schemas.openxmlformats.org/officeDocument/2006/relationships/image" Target="../media/image71.jpeg"/><Relationship Id="rId28" Type="http://schemas.openxmlformats.org/officeDocument/2006/relationships/image" Target="../media/image76.jpeg"/><Relationship Id="rId10" Type="http://schemas.openxmlformats.org/officeDocument/2006/relationships/image" Target="../media/image58.svg"/><Relationship Id="rId19" Type="http://schemas.openxmlformats.org/officeDocument/2006/relationships/image" Target="../media/image67.jpeg"/><Relationship Id="rId4" Type="http://schemas.openxmlformats.org/officeDocument/2006/relationships/image" Target="../media/image52.jpeg"/><Relationship Id="rId9" Type="http://schemas.openxmlformats.org/officeDocument/2006/relationships/image" Target="../media/image57.png"/><Relationship Id="rId14" Type="http://schemas.openxmlformats.org/officeDocument/2006/relationships/image" Target="../media/image62.jpeg"/><Relationship Id="rId22" Type="http://schemas.openxmlformats.org/officeDocument/2006/relationships/image" Target="../media/image70.jpeg"/><Relationship Id="rId27" Type="http://schemas.openxmlformats.org/officeDocument/2006/relationships/image" Target="../media/image75.jpeg"/><Relationship Id="rId30" Type="http://schemas.openxmlformats.org/officeDocument/2006/relationships/image" Target="../media/image78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jpeg"/><Relationship Id="rId5" Type="http://schemas.openxmlformats.org/officeDocument/2006/relationships/image" Target="../media/image82.jpeg"/><Relationship Id="rId4" Type="http://schemas.openxmlformats.org/officeDocument/2006/relationships/image" Target="../media/image8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jpeg"/><Relationship Id="rId5" Type="http://schemas.openxmlformats.org/officeDocument/2006/relationships/image" Target="../media/image87.jpeg"/><Relationship Id="rId4" Type="http://schemas.openxmlformats.org/officeDocument/2006/relationships/image" Target="../media/image86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40.png"/><Relationship Id="rId18" Type="http://schemas.openxmlformats.org/officeDocument/2006/relationships/slide" Target="slide700.xml"/><Relationship Id="rId3" Type="http://schemas.openxmlformats.org/officeDocument/2006/relationships/slide" Target="slide210.xml"/><Relationship Id="rId7" Type="http://schemas.openxmlformats.org/officeDocument/2006/relationships/image" Target="../media/image860.png"/><Relationship Id="rId12" Type="http://schemas.openxmlformats.org/officeDocument/2006/relationships/slide" Target="slide510.xml"/><Relationship Id="rId17" Type="http://schemas.openxmlformats.org/officeDocument/2006/relationships/image" Target="../media/image94.png"/><Relationship Id="rId2" Type="http://schemas.openxmlformats.org/officeDocument/2006/relationships/image" Target="../media/image89.png"/><Relationship Id="rId16" Type="http://schemas.openxmlformats.org/officeDocument/2006/relationships/image" Target="../media/image890.png"/><Relationship Id="rId1" Type="http://schemas.openxmlformats.org/officeDocument/2006/relationships/slideLayout" Target="../slideLayouts/slideLayout1.xml"/><Relationship Id="rId6" Type="http://schemas.openxmlformats.org/officeDocument/2006/relationships/slide" Target="slide310.xml"/><Relationship Id="rId11" Type="http://schemas.openxmlformats.org/officeDocument/2006/relationships/image" Target="../media/image92.png"/><Relationship Id="rId5" Type="http://schemas.openxmlformats.org/officeDocument/2006/relationships/image" Target="../media/image90.png"/><Relationship Id="rId15" Type="http://schemas.openxmlformats.org/officeDocument/2006/relationships/slide" Target="slide680.xml"/><Relationship Id="rId10" Type="http://schemas.openxmlformats.org/officeDocument/2006/relationships/image" Target="../media/image870.png"/><Relationship Id="rId19" Type="http://schemas.openxmlformats.org/officeDocument/2006/relationships/image" Target="../media/image60.png"/><Relationship Id="rId4" Type="http://schemas.openxmlformats.org/officeDocument/2006/relationships/image" Target="../media/image1.png"/><Relationship Id="rId9" Type="http://schemas.openxmlformats.org/officeDocument/2006/relationships/slide" Target="slide410.xml"/><Relationship Id="rId14" Type="http://schemas.openxmlformats.org/officeDocument/2006/relationships/image" Target="../media/image9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id/photo/844907" TargetMode="External"/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fslovenglish.blogspot.com/2020/01/animals-on-move.html" TargetMode="External"/><Relationship Id="rId4" Type="http://schemas.openxmlformats.org/officeDocument/2006/relationships/image" Target="../media/image96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bio.libretexts.org/Bookshelves/Introductory_and_General_Biology/Book:_General_Biology_(Boundless)/44:_Ecology_and_the_Biosphere/44.3:_Terrestrial_Biomes/44.3C:_Subtropical_Deserts_and_Chaparral" TargetMode="External"/><Relationship Id="rId2" Type="http://schemas.openxmlformats.org/officeDocument/2006/relationships/image" Target="../media/image98.jpe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es-es/foto/fotografia-de-enfoque-selectivo-de-colibri-marron-1133957/" TargetMode="External"/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wayne_g_world/32343264934/" TargetMode="External"/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ixnio.com/fr/nature-paysages/deserts-fr/aride-desert-sec-geologie-paysage-nature-sable-gres" TargetMode="External"/><Relationship Id="rId2" Type="http://schemas.openxmlformats.org/officeDocument/2006/relationships/image" Target="../media/image101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15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15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15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15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15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15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15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eg"/><Relationship Id="rId1" Type="http://schemas.openxmlformats.org/officeDocument/2006/relationships/slideLayout" Target="../slideLayouts/slideLayout15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eg"/><Relationship Id="rId1" Type="http://schemas.openxmlformats.org/officeDocument/2006/relationships/slideLayout" Target="../slideLayouts/slideLayout15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image" Target="../media/image111.jpeg"/><Relationship Id="rId1" Type="http://schemas.openxmlformats.org/officeDocument/2006/relationships/slideLayout" Target="../slideLayouts/slideLayout15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9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jpeg"/><Relationship Id="rId13" Type="http://schemas.openxmlformats.org/officeDocument/2006/relationships/image" Target="../media/image122.jpeg"/><Relationship Id="rId18" Type="http://schemas.openxmlformats.org/officeDocument/2006/relationships/image" Target="../media/image127.jpeg"/><Relationship Id="rId26" Type="http://schemas.openxmlformats.org/officeDocument/2006/relationships/image" Target="../media/image135.jpeg"/><Relationship Id="rId3" Type="http://schemas.openxmlformats.org/officeDocument/2006/relationships/hyperlink" Target="https://blogdosextocunicolegio.blogspot.com/2013/11/revisao-geografia.html" TargetMode="External"/><Relationship Id="rId21" Type="http://schemas.openxmlformats.org/officeDocument/2006/relationships/image" Target="../media/image130.jpeg"/><Relationship Id="rId7" Type="http://schemas.openxmlformats.org/officeDocument/2006/relationships/image" Target="../media/image116.jpeg"/><Relationship Id="rId12" Type="http://schemas.openxmlformats.org/officeDocument/2006/relationships/image" Target="../media/image121.jpeg"/><Relationship Id="rId17" Type="http://schemas.openxmlformats.org/officeDocument/2006/relationships/image" Target="../media/image126.jpeg"/><Relationship Id="rId25" Type="http://schemas.openxmlformats.org/officeDocument/2006/relationships/image" Target="../media/image134.jpeg"/><Relationship Id="rId2" Type="http://schemas.openxmlformats.org/officeDocument/2006/relationships/image" Target="../media/image112.jpeg"/><Relationship Id="rId16" Type="http://schemas.openxmlformats.org/officeDocument/2006/relationships/image" Target="../media/image125.jpeg"/><Relationship Id="rId20" Type="http://schemas.openxmlformats.org/officeDocument/2006/relationships/image" Target="../media/image129.jpeg"/><Relationship Id="rId1" Type="http://schemas.openxmlformats.org/officeDocument/2006/relationships/slideLayout" Target="../slideLayouts/slideLayout209.xml"/><Relationship Id="rId6" Type="http://schemas.openxmlformats.org/officeDocument/2006/relationships/image" Target="../media/image115.jpeg"/><Relationship Id="rId11" Type="http://schemas.openxmlformats.org/officeDocument/2006/relationships/image" Target="../media/image120.jpeg"/><Relationship Id="rId24" Type="http://schemas.openxmlformats.org/officeDocument/2006/relationships/image" Target="../media/image133.jpeg"/><Relationship Id="rId5" Type="http://schemas.openxmlformats.org/officeDocument/2006/relationships/image" Target="../media/image114.jpeg"/><Relationship Id="rId15" Type="http://schemas.openxmlformats.org/officeDocument/2006/relationships/image" Target="../media/image124.jpeg"/><Relationship Id="rId23" Type="http://schemas.openxmlformats.org/officeDocument/2006/relationships/image" Target="../media/image132.jpeg"/><Relationship Id="rId10" Type="http://schemas.openxmlformats.org/officeDocument/2006/relationships/image" Target="../media/image119.jpeg"/><Relationship Id="rId19" Type="http://schemas.openxmlformats.org/officeDocument/2006/relationships/image" Target="../media/image128.jpeg"/><Relationship Id="rId4" Type="http://schemas.openxmlformats.org/officeDocument/2006/relationships/image" Target="../media/image113.jpeg"/><Relationship Id="rId9" Type="http://schemas.openxmlformats.org/officeDocument/2006/relationships/image" Target="../media/image118.jpeg"/><Relationship Id="rId14" Type="http://schemas.openxmlformats.org/officeDocument/2006/relationships/image" Target="../media/image123.jpeg"/><Relationship Id="rId22" Type="http://schemas.openxmlformats.org/officeDocument/2006/relationships/image" Target="../media/image131.jpe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jpeg"/><Relationship Id="rId13" Type="http://schemas.openxmlformats.org/officeDocument/2006/relationships/image" Target="../media/image122.jpeg"/><Relationship Id="rId18" Type="http://schemas.openxmlformats.org/officeDocument/2006/relationships/image" Target="../media/image127.jpeg"/><Relationship Id="rId26" Type="http://schemas.openxmlformats.org/officeDocument/2006/relationships/image" Target="../media/image135.jpeg"/><Relationship Id="rId3" Type="http://schemas.openxmlformats.org/officeDocument/2006/relationships/hyperlink" Target="https://blogdosextocunicolegio.blogspot.com/2013/11/revisao-geografia.html" TargetMode="External"/><Relationship Id="rId21" Type="http://schemas.openxmlformats.org/officeDocument/2006/relationships/image" Target="../media/image130.jpeg"/><Relationship Id="rId7" Type="http://schemas.openxmlformats.org/officeDocument/2006/relationships/image" Target="../media/image116.jpeg"/><Relationship Id="rId12" Type="http://schemas.openxmlformats.org/officeDocument/2006/relationships/image" Target="../media/image121.jpeg"/><Relationship Id="rId17" Type="http://schemas.openxmlformats.org/officeDocument/2006/relationships/image" Target="../media/image126.jpeg"/><Relationship Id="rId25" Type="http://schemas.openxmlformats.org/officeDocument/2006/relationships/image" Target="../media/image134.jpeg"/><Relationship Id="rId2" Type="http://schemas.openxmlformats.org/officeDocument/2006/relationships/image" Target="../media/image112.jpeg"/><Relationship Id="rId16" Type="http://schemas.openxmlformats.org/officeDocument/2006/relationships/image" Target="../media/image125.jpeg"/><Relationship Id="rId20" Type="http://schemas.openxmlformats.org/officeDocument/2006/relationships/image" Target="../media/image129.jpeg"/><Relationship Id="rId1" Type="http://schemas.openxmlformats.org/officeDocument/2006/relationships/slideLayout" Target="../slideLayouts/slideLayout209.xml"/><Relationship Id="rId6" Type="http://schemas.openxmlformats.org/officeDocument/2006/relationships/image" Target="../media/image115.jpeg"/><Relationship Id="rId11" Type="http://schemas.openxmlformats.org/officeDocument/2006/relationships/image" Target="../media/image120.jpeg"/><Relationship Id="rId24" Type="http://schemas.openxmlformats.org/officeDocument/2006/relationships/image" Target="../media/image133.jpeg"/><Relationship Id="rId5" Type="http://schemas.openxmlformats.org/officeDocument/2006/relationships/image" Target="../media/image114.jpeg"/><Relationship Id="rId15" Type="http://schemas.openxmlformats.org/officeDocument/2006/relationships/image" Target="../media/image124.jpeg"/><Relationship Id="rId23" Type="http://schemas.openxmlformats.org/officeDocument/2006/relationships/image" Target="../media/image132.jpeg"/><Relationship Id="rId10" Type="http://schemas.openxmlformats.org/officeDocument/2006/relationships/image" Target="../media/image119.jpeg"/><Relationship Id="rId19" Type="http://schemas.openxmlformats.org/officeDocument/2006/relationships/image" Target="../media/image128.jpeg"/><Relationship Id="rId4" Type="http://schemas.openxmlformats.org/officeDocument/2006/relationships/image" Target="../media/image113.jpeg"/><Relationship Id="rId9" Type="http://schemas.openxmlformats.org/officeDocument/2006/relationships/image" Target="../media/image118.jpeg"/><Relationship Id="rId14" Type="http://schemas.openxmlformats.org/officeDocument/2006/relationships/image" Target="../media/image123.jpeg"/><Relationship Id="rId22" Type="http://schemas.openxmlformats.org/officeDocument/2006/relationships/image" Target="../media/image131.jpe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jpeg"/><Relationship Id="rId13" Type="http://schemas.openxmlformats.org/officeDocument/2006/relationships/image" Target="../media/image122.jpeg"/><Relationship Id="rId18" Type="http://schemas.openxmlformats.org/officeDocument/2006/relationships/image" Target="../media/image127.jpeg"/><Relationship Id="rId26" Type="http://schemas.openxmlformats.org/officeDocument/2006/relationships/image" Target="../media/image135.jpeg"/><Relationship Id="rId3" Type="http://schemas.openxmlformats.org/officeDocument/2006/relationships/hyperlink" Target="https://blogdosextocunicolegio.blogspot.com/2013/11/revisao-geografia.html" TargetMode="External"/><Relationship Id="rId21" Type="http://schemas.openxmlformats.org/officeDocument/2006/relationships/image" Target="../media/image130.jpeg"/><Relationship Id="rId7" Type="http://schemas.openxmlformats.org/officeDocument/2006/relationships/image" Target="../media/image116.jpeg"/><Relationship Id="rId12" Type="http://schemas.openxmlformats.org/officeDocument/2006/relationships/image" Target="../media/image121.jpeg"/><Relationship Id="rId17" Type="http://schemas.openxmlformats.org/officeDocument/2006/relationships/image" Target="../media/image126.jpeg"/><Relationship Id="rId25" Type="http://schemas.openxmlformats.org/officeDocument/2006/relationships/image" Target="../media/image134.jpeg"/><Relationship Id="rId2" Type="http://schemas.openxmlformats.org/officeDocument/2006/relationships/image" Target="../media/image112.jpeg"/><Relationship Id="rId16" Type="http://schemas.openxmlformats.org/officeDocument/2006/relationships/image" Target="../media/image125.jpeg"/><Relationship Id="rId20" Type="http://schemas.openxmlformats.org/officeDocument/2006/relationships/image" Target="../media/image129.jpeg"/><Relationship Id="rId1" Type="http://schemas.openxmlformats.org/officeDocument/2006/relationships/slideLayout" Target="../slideLayouts/slideLayout209.xml"/><Relationship Id="rId6" Type="http://schemas.openxmlformats.org/officeDocument/2006/relationships/image" Target="../media/image115.jpeg"/><Relationship Id="rId11" Type="http://schemas.openxmlformats.org/officeDocument/2006/relationships/image" Target="../media/image120.jpeg"/><Relationship Id="rId24" Type="http://schemas.openxmlformats.org/officeDocument/2006/relationships/image" Target="../media/image133.jpeg"/><Relationship Id="rId5" Type="http://schemas.openxmlformats.org/officeDocument/2006/relationships/image" Target="../media/image114.jpeg"/><Relationship Id="rId15" Type="http://schemas.openxmlformats.org/officeDocument/2006/relationships/image" Target="../media/image124.jpeg"/><Relationship Id="rId23" Type="http://schemas.openxmlformats.org/officeDocument/2006/relationships/image" Target="../media/image132.jpeg"/><Relationship Id="rId10" Type="http://schemas.openxmlformats.org/officeDocument/2006/relationships/image" Target="../media/image119.jpeg"/><Relationship Id="rId19" Type="http://schemas.openxmlformats.org/officeDocument/2006/relationships/image" Target="../media/image128.jpeg"/><Relationship Id="rId4" Type="http://schemas.openxmlformats.org/officeDocument/2006/relationships/image" Target="../media/image113.jpeg"/><Relationship Id="rId9" Type="http://schemas.openxmlformats.org/officeDocument/2006/relationships/image" Target="../media/image118.jpeg"/><Relationship Id="rId14" Type="http://schemas.openxmlformats.org/officeDocument/2006/relationships/image" Target="../media/image123.jpeg"/><Relationship Id="rId22" Type="http://schemas.openxmlformats.org/officeDocument/2006/relationships/image" Target="../media/image131.jpe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jpeg"/><Relationship Id="rId1" Type="http://schemas.openxmlformats.org/officeDocument/2006/relationships/slideLayout" Target="../slideLayouts/slideLayout209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slide" Target="slide72.xml"/><Relationship Id="rId13" Type="http://schemas.openxmlformats.org/officeDocument/2006/relationships/image" Target="../media/image142.svg"/><Relationship Id="rId18" Type="http://schemas.openxmlformats.org/officeDocument/2006/relationships/image" Target="../media/image147.png"/><Relationship Id="rId3" Type="http://schemas.openxmlformats.org/officeDocument/2006/relationships/hyperlink" Target="https://pixabay.com/en/the-door-wood-castle-flowers-1908710/" TargetMode="External"/><Relationship Id="rId7" Type="http://schemas.openxmlformats.org/officeDocument/2006/relationships/slide" Target="slide71.xml"/><Relationship Id="rId12" Type="http://schemas.openxmlformats.org/officeDocument/2006/relationships/image" Target="../media/image141.png"/><Relationship Id="rId17" Type="http://schemas.openxmlformats.org/officeDocument/2006/relationships/image" Target="../media/image146.svg"/><Relationship Id="rId2" Type="http://schemas.openxmlformats.org/officeDocument/2006/relationships/image" Target="../media/image137.png"/><Relationship Id="rId16" Type="http://schemas.openxmlformats.org/officeDocument/2006/relationships/image" Target="../media/image145.png"/><Relationship Id="rId1" Type="http://schemas.openxmlformats.org/officeDocument/2006/relationships/slideLayout" Target="../slideLayouts/slideLayout236.xml"/><Relationship Id="rId6" Type="http://schemas.openxmlformats.org/officeDocument/2006/relationships/slide" Target="slide70.xml"/><Relationship Id="rId11" Type="http://schemas.openxmlformats.org/officeDocument/2006/relationships/image" Target="../media/image140.svg"/><Relationship Id="rId5" Type="http://schemas.openxmlformats.org/officeDocument/2006/relationships/image" Target="../media/image138.png"/><Relationship Id="rId15" Type="http://schemas.openxmlformats.org/officeDocument/2006/relationships/image" Target="../media/image144.svg"/><Relationship Id="rId10" Type="http://schemas.openxmlformats.org/officeDocument/2006/relationships/image" Target="../media/image139.png"/><Relationship Id="rId19" Type="http://schemas.openxmlformats.org/officeDocument/2006/relationships/image" Target="../media/image148.svg"/><Relationship Id="rId4" Type="http://schemas.openxmlformats.org/officeDocument/2006/relationships/slide" Target="slide69.xml"/><Relationship Id="rId9" Type="http://schemas.openxmlformats.org/officeDocument/2006/relationships/slide" Target="slide73.xml"/><Relationship Id="rId14" Type="http://schemas.openxmlformats.org/officeDocument/2006/relationships/image" Target="../media/image143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slide" Target="slide71.xml"/><Relationship Id="rId3" Type="http://schemas.openxmlformats.org/officeDocument/2006/relationships/hyperlink" Target="https://pixabay.com/en/the-door-wood-castle-flowers-1908710/" TargetMode="External"/><Relationship Id="rId7" Type="http://schemas.openxmlformats.org/officeDocument/2006/relationships/image" Target="../media/image151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36.xml"/><Relationship Id="rId6" Type="http://schemas.openxmlformats.org/officeDocument/2006/relationships/slide" Target="slide70.xml"/><Relationship Id="rId5" Type="http://schemas.openxmlformats.org/officeDocument/2006/relationships/image" Target="../media/image150.png"/><Relationship Id="rId10" Type="http://schemas.openxmlformats.org/officeDocument/2006/relationships/slide" Target="slide73.xml"/><Relationship Id="rId4" Type="http://schemas.openxmlformats.org/officeDocument/2006/relationships/slide" Target="slide68.xml"/><Relationship Id="rId9" Type="http://schemas.openxmlformats.org/officeDocument/2006/relationships/slide" Target="slide7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slide" Target="slide71.xml"/><Relationship Id="rId3" Type="http://schemas.openxmlformats.org/officeDocument/2006/relationships/hyperlink" Target="https://pixabay.com/en/the-door-wood-castle-flowers-1908710/" TargetMode="External"/><Relationship Id="rId7" Type="http://schemas.openxmlformats.org/officeDocument/2006/relationships/image" Target="../media/image154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36.xml"/><Relationship Id="rId6" Type="http://schemas.openxmlformats.org/officeDocument/2006/relationships/slide" Target="slide68.xml"/><Relationship Id="rId5" Type="http://schemas.openxmlformats.org/officeDocument/2006/relationships/image" Target="../media/image153.png"/><Relationship Id="rId10" Type="http://schemas.openxmlformats.org/officeDocument/2006/relationships/slide" Target="slide73.xml"/><Relationship Id="rId4" Type="http://schemas.openxmlformats.org/officeDocument/2006/relationships/slide" Target="slide69.xml"/><Relationship Id="rId9" Type="http://schemas.openxmlformats.org/officeDocument/2006/relationships/slide" Target="slide72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hyperlink" Target="https://pixabay.com/en/the-door-wood-castle-flowers-1908710/" TargetMode="External"/><Relationship Id="rId7" Type="http://schemas.openxmlformats.org/officeDocument/2006/relationships/slide" Target="slide68.xml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36.xml"/><Relationship Id="rId6" Type="http://schemas.openxmlformats.org/officeDocument/2006/relationships/slide" Target="slide70.xml"/><Relationship Id="rId5" Type="http://schemas.openxmlformats.org/officeDocument/2006/relationships/image" Target="../media/image153.png"/><Relationship Id="rId10" Type="http://schemas.openxmlformats.org/officeDocument/2006/relationships/slide" Target="slide73.xml"/><Relationship Id="rId4" Type="http://schemas.openxmlformats.org/officeDocument/2006/relationships/slide" Target="slide69.xml"/><Relationship Id="rId9" Type="http://schemas.openxmlformats.org/officeDocument/2006/relationships/slide" Target="slide72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slide" Target="slide68.xml"/><Relationship Id="rId3" Type="http://schemas.openxmlformats.org/officeDocument/2006/relationships/hyperlink" Target="https://pixabay.com/en/the-door-wood-castle-flowers-1908710/" TargetMode="External"/><Relationship Id="rId7" Type="http://schemas.openxmlformats.org/officeDocument/2006/relationships/slide" Target="slide71.xml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36.xml"/><Relationship Id="rId6" Type="http://schemas.openxmlformats.org/officeDocument/2006/relationships/slide" Target="slide70.xml"/><Relationship Id="rId5" Type="http://schemas.openxmlformats.org/officeDocument/2006/relationships/image" Target="../media/image153.png"/><Relationship Id="rId10" Type="http://schemas.openxmlformats.org/officeDocument/2006/relationships/slide" Target="slide73.xml"/><Relationship Id="rId4" Type="http://schemas.openxmlformats.org/officeDocument/2006/relationships/slide" Target="slide69.xml"/><Relationship Id="rId9" Type="http://schemas.openxmlformats.org/officeDocument/2006/relationships/image" Target="../media/image155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slide" Target="slide72.xml"/><Relationship Id="rId3" Type="http://schemas.openxmlformats.org/officeDocument/2006/relationships/hyperlink" Target="https://pixabay.com/en/the-door-wood-castle-flowers-1908710/" TargetMode="External"/><Relationship Id="rId7" Type="http://schemas.openxmlformats.org/officeDocument/2006/relationships/slide" Target="slide71.xml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36.xml"/><Relationship Id="rId6" Type="http://schemas.openxmlformats.org/officeDocument/2006/relationships/slide" Target="slide70.xml"/><Relationship Id="rId5" Type="http://schemas.openxmlformats.org/officeDocument/2006/relationships/image" Target="../media/image153.png"/><Relationship Id="rId10" Type="http://schemas.openxmlformats.org/officeDocument/2006/relationships/image" Target="../media/image155.png"/><Relationship Id="rId4" Type="http://schemas.openxmlformats.org/officeDocument/2006/relationships/slide" Target="slide69.xml"/><Relationship Id="rId9" Type="http://schemas.openxmlformats.org/officeDocument/2006/relationships/slide" Target="slide68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slide" Target="slide74.xml"/><Relationship Id="rId3" Type="http://schemas.openxmlformats.org/officeDocument/2006/relationships/image" Target="../media/image156.emf"/><Relationship Id="rId7" Type="http://schemas.openxmlformats.org/officeDocument/2006/relationships/image" Target="../media/image158.emf"/><Relationship Id="rId2" Type="http://schemas.openxmlformats.org/officeDocument/2006/relationships/slide" Target="slide75.xml"/><Relationship Id="rId1" Type="http://schemas.openxmlformats.org/officeDocument/2006/relationships/slideLayout" Target="../slideLayouts/slideLayout273.xml"/><Relationship Id="rId6" Type="http://schemas.openxmlformats.org/officeDocument/2006/relationships/slide" Target="slide77.xml"/><Relationship Id="rId11" Type="http://schemas.openxmlformats.org/officeDocument/2006/relationships/slide" Target="slide86.xml"/><Relationship Id="rId5" Type="http://schemas.openxmlformats.org/officeDocument/2006/relationships/image" Target="../media/image157.emf"/><Relationship Id="rId10" Type="http://schemas.openxmlformats.org/officeDocument/2006/relationships/slide" Target="slide82.xml"/><Relationship Id="rId4" Type="http://schemas.openxmlformats.org/officeDocument/2006/relationships/slide" Target="slide76.xml"/><Relationship Id="rId9" Type="http://schemas.openxmlformats.org/officeDocument/2006/relationships/slide" Target="slide78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" Target="slide90.xml"/><Relationship Id="rId2" Type="http://schemas.openxmlformats.org/officeDocument/2006/relationships/image" Target="../media/image159.emf"/><Relationship Id="rId1" Type="http://schemas.openxmlformats.org/officeDocument/2006/relationships/slideLayout" Target="../slideLayouts/slideLayout269.xml"/><Relationship Id="rId4" Type="http://schemas.openxmlformats.org/officeDocument/2006/relationships/slide" Target="slide9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9.xml"/><Relationship Id="rId5" Type="http://schemas.openxmlformats.org/officeDocument/2006/relationships/slide" Target="slide90.xml"/><Relationship Id="rId4" Type="http://schemas.openxmlformats.org/officeDocument/2006/relationships/slide" Target="slide9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" Target="slide90.xml"/><Relationship Id="rId2" Type="http://schemas.openxmlformats.org/officeDocument/2006/relationships/image" Target="../media/image161.emf"/><Relationship Id="rId1" Type="http://schemas.openxmlformats.org/officeDocument/2006/relationships/slideLayout" Target="../slideLayouts/slideLayout269.xml"/><Relationship Id="rId4" Type="http://schemas.openxmlformats.org/officeDocument/2006/relationships/slide" Target="slide91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slide" Target="slide74.xml"/><Relationship Id="rId3" Type="http://schemas.openxmlformats.org/officeDocument/2006/relationships/image" Target="../media/image156.emf"/><Relationship Id="rId7" Type="http://schemas.openxmlformats.org/officeDocument/2006/relationships/image" Target="../media/image158.emf"/><Relationship Id="rId2" Type="http://schemas.openxmlformats.org/officeDocument/2006/relationships/slide" Target="slide79.xml"/><Relationship Id="rId1" Type="http://schemas.openxmlformats.org/officeDocument/2006/relationships/slideLayout" Target="../slideLayouts/slideLayout273.xml"/><Relationship Id="rId6" Type="http://schemas.openxmlformats.org/officeDocument/2006/relationships/slide" Target="slide81.xml"/><Relationship Id="rId11" Type="http://schemas.openxmlformats.org/officeDocument/2006/relationships/slide" Target="slide86.xml"/><Relationship Id="rId5" Type="http://schemas.openxmlformats.org/officeDocument/2006/relationships/image" Target="../media/image157.emf"/><Relationship Id="rId10" Type="http://schemas.openxmlformats.org/officeDocument/2006/relationships/slide" Target="slide82.xml"/><Relationship Id="rId4" Type="http://schemas.openxmlformats.org/officeDocument/2006/relationships/slide" Target="slide80.xml"/><Relationship Id="rId9" Type="http://schemas.openxmlformats.org/officeDocument/2006/relationships/slide" Target="slide78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" Target="slide78.xml"/><Relationship Id="rId2" Type="http://schemas.openxmlformats.org/officeDocument/2006/relationships/image" Target="../media/image159.emf"/><Relationship Id="rId1" Type="http://schemas.openxmlformats.org/officeDocument/2006/relationships/slideLayout" Target="../slideLayouts/slideLayout269.xml"/><Relationship Id="rId5" Type="http://schemas.openxmlformats.org/officeDocument/2006/relationships/slide" Target="slide90.xml"/><Relationship Id="rId4" Type="http://schemas.openxmlformats.org/officeDocument/2006/relationships/slide" Target="slide9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" Target="slide78.xml"/><Relationship Id="rId2" Type="http://schemas.openxmlformats.org/officeDocument/2006/relationships/image" Target="../media/image160.emf"/><Relationship Id="rId1" Type="http://schemas.openxmlformats.org/officeDocument/2006/relationships/slideLayout" Target="../slideLayouts/slideLayout269.xml"/><Relationship Id="rId5" Type="http://schemas.openxmlformats.org/officeDocument/2006/relationships/slide" Target="slide90.xml"/><Relationship Id="rId4" Type="http://schemas.openxmlformats.org/officeDocument/2006/relationships/slide" Target="slide9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" Target="slide78.xml"/><Relationship Id="rId2" Type="http://schemas.openxmlformats.org/officeDocument/2006/relationships/image" Target="../media/image161.emf"/><Relationship Id="rId1" Type="http://schemas.openxmlformats.org/officeDocument/2006/relationships/slideLayout" Target="../slideLayouts/slideLayout269.xml"/><Relationship Id="rId5" Type="http://schemas.openxmlformats.org/officeDocument/2006/relationships/slide" Target="slide91.xml"/><Relationship Id="rId4" Type="http://schemas.openxmlformats.org/officeDocument/2006/relationships/slide" Target="slide90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slide" Target="slide74.xml"/><Relationship Id="rId3" Type="http://schemas.openxmlformats.org/officeDocument/2006/relationships/image" Target="../media/image156.emf"/><Relationship Id="rId7" Type="http://schemas.openxmlformats.org/officeDocument/2006/relationships/image" Target="../media/image158.emf"/><Relationship Id="rId2" Type="http://schemas.openxmlformats.org/officeDocument/2006/relationships/slide" Target="slide83.xml"/><Relationship Id="rId1" Type="http://schemas.openxmlformats.org/officeDocument/2006/relationships/slideLayout" Target="../slideLayouts/slideLayout273.xml"/><Relationship Id="rId6" Type="http://schemas.openxmlformats.org/officeDocument/2006/relationships/slide" Target="slide85.xml"/><Relationship Id="rId11" Type="http://schemas.openxmlformats.org/officeDocument/2006/relationships/slide" Target="slide86.xml"/><Relationship Id="rId5" Type="http://schemas.openxmlformats.org/officeDocument/2006/relationships/image" Target="../media/image157.emf"/><Relationship Id="rId10" Type="http://schemas.openxmlformats.org/officeDocument/2006/relationships/slide" Target="slide82.xml"/><Relationship Id="rId4" Type="http://schemas.openxmlformats.org/officeDocument/2006/relationships/slide" Target="slide84.xml"/><Relationship Id="rId9" Type="http://schemas.openxmlformats.org/officeDocument/2006/relationships/slide" Target="slide78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" Target="slide82.xml"/><Relationship Id="rId2" Type="http://schemas.openxmlformats.org/officeDocument/2006/relationships/image" Target="../media/image159.emf"/><Relationship Id="rId1" Type="http://schemas.openxmlformats.org/officeDocument/2006/relationships/slideLayout" Target="../slideLayouts/slideLayout269.xml"/><Relationship Id="rId5" Type="http://schemas.openxmlformats.org/officeDocument/2006/relationships/slide" Target="slide91.xml"/><Relationship Id="rId4" Type="http://schemas.openxmlformats.org/officeDocument/2006/relationships/slide" Target="slide90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9.xml"/><Relationship Id="rId6" Type="http://schemas.openxmlformats.org/officeDocument/2006/relationships/slide" Target="slide82.xml"/><Relationship Id="rId5" Type="http://schemas.openxmlformats.org/officeDocument/2006/relationships/slide" Target="slide90.xml"/><Relationship Id="rId4" Type="http://schemas.openxmlformats.org/officeDocument/2006/relationships/slide" Target="slide9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" Target="slide91.xml"/><Relationship Id="rId2" Type="http://schemas.openxmlformats.org/officeDocument/2006/relationships/image" Target="../media/image161.emf"/><Relationship Id="rId1" Type="http://schemas.openxmlformats.org/officeDocument/2006/relationships/slideLayout" Target="../slideLayouts/slideLayout269.xml"/><Relationship Id="rId5" Type="http://schemas.openxmlformats.org/officeDocument/2006/relationships/slide" Target="slide82.xml"/><Relationship Id="rId4" Type="http://schemas.openxmlformats.org/officeDocument/2006/relationships/slide" Target="slide90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slide" Target="slide74.xml"/><Relationship Id="rId3" Type="http://schemas.openxmlformats.org/officeDocument/2006/relationships/image" Target="../media/image156.emf"/><Relationship Id="rId7" Type="http://schemas.openxmlformats.org/officeDocument/2006/relationships/image" Target="../media/image158.emf"/><Relationship Id="rId2" Type="http://schemas.openxmlformats.org/officeDocument/2006/relationships/slide" Target="slide87.xml"/><Relationship Id="rId1" Type="http://schemas.openxmlformats.org/officeDocument/2006/relationships/slideLayout" Target="../slideLayouts/slideLayout273.xml"/><Relationship Id="rId6" Type="http://schemas.openxmlformats.org/officeDocument/2006/relationships/slide" Target="slide89.xml"/><Relationship Id="rId11" Type="http://schemas.openxmlformats.org/officeDocument/2006/relationships/slide" Target="slide86.xml"/><Relationship Id="rId5" Type="http://schemas.openxmlformats.org/officeDocument/2006/relationships/image" Target="../media/image157.emf"/><Relationship Id="rId10" Type="http://schemas.openxmlformats.org/officeDocument/2006/relationships/slide" Target="slide82.xml"/><Relationship Id="rId4" Type="http://schemas.openxmlformats.org/officeDocument/2006/relationships/slide" Target="slide88.xml"/><Relationship Id="rId9" Type="http://schemas.openxmlformats.org/officeDocument/2006/relationships/slide" Target="slide78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" Target="slide86.xml"/><Relationship Id="rId2" Type="http://schemas.openxmlformats.org/officeDocument/2006/relationships/image" Target="../media/image159.emf"/><Relationship Id="rId1" Type="http://schemas.openxmlformats.org/officeDocument/2006/relationships/slideLayout" Target="../slideLayouts/slideLayout269.xml"/><Relationship Id="rId5" Type="http://schemas.openxmlformats.org/officeDocument/2006/relationships/slide" Target="slide90.xml"/><Relationship Id="rId4" Type="http://schemas.openxmlformats.org/officeDocument/2006/relationships/slide" Target="slide9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" Target="slide91.xml"/><Relationship Id="rId2" Type="http://schemas.openxmlformats.org/officeDocument/2006/relationships/image" Target="../media/image160.emf"/><Relationship Id="rId1" Type="http://schemas.openxmlformats.org/officeDocument/2006/relationships/slideLayout" Target="../slideLayouts/slideLayout269.xml"/><Relationship Id="rId5" Type="http://schemas.openxmlformats.org/officeDocument/2006/relationships/slide" Target="slide86.xml"/><Relationship Id="rId4" Type="http://schemas.openxmlformats.org/officeDocument/2006/relationships/slide" Target="slide90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" Target="slide90.xml"/><Relationship Id="rId2" Type="http://schemas.openxmlformats.org/officeDocument/2006/relationships/image" Target="../media/image161.emf"/><Relationship Id="rId1" Type="http://schemas.openxmlformats.org/officeDocument/2006/relationships/slideLayout" Target="../slideLayouts/slideLayout269.xml"/><Relationship Id="rId5" Type="http://schemas.openxmlformats.org/officeDocument/2006/relationships/slide" Target="slide86.xml"/><Relationship Id="rId4" Type="http://schemas.openxmlformats.org/officeDocument/2006/relationships/slide" Target="slide9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" Target="slide78.xml"/><Relationship Id="rId2" Type="http://schemas.openxmlformats.org/officeDocument/2006/relationships/slide" Target="slide74.xml"/><Relationship Id="rId1" Type="http://schemas.openxmlformats.org/officeDocument/2006/relationships/slideLayout" Target="../slideLayouts/slideLayout273.xml"/><Relationship Id="rId5" Type="http://schemas.openxmlformats.org/officeDocument/2006/relationships/slide" Target="slide86.xml"/><Relationship Id="rId4" Type="http://schemas.openxmlformats.org/officeDocument/2006/relationships/slide" Target="slide8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" Target="slide78.xml"/><Relationship Id="rId2" Type="http://schemas.openxmlformats.org/officeDocument/2006/relationships/slide" Target="slide74.xml"/><Relationship Id="rId1" Type="http://schemas.openxmlformats.org/officeDocument/2006/relationships/slideLayout" Target="../slideLayouts/slideLayout273.xml"/><Relationship Id="rId5" Type="http://schemas.openxmlformats.org/officeDocument/2006/relationships/slide" Target="slide86.xml"/><Relationship Id="rId4" Type="http://schemas.openxmlformats.org/officeDocument/2006/relationships/slide" Target="slide8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1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emf"/><Relationship Id="rId3" Type="http://schemas.openxmlformats.org/officeDocument/2006/relationships/image" Target="../media/image157.emf"/><Relationship Id="rId7" Type="http://schemas.openxmlformats.org/officeDocument/2006/relationships/image" Target="../media/image160.emf"/><Relationship Id="rId2" Type="http://schemas.openxmlformats.org/officeDocument/2006/relationships/image" Target="../media/image156.emf"/><Relationship Id="rId1" Type="http://schemas.openxmlformats.org/officeDocument/2006/relationships/slideLayout" Target="../slideLayouts/slideLayout258.xml"/><Relationship Id="rId6" Type="http://schemas.openxmlformats.org/officeDocument/2006/relationships/slide" Target="slide93.xml"/><Relationship Id="rId5" Type="http://schemas.openxmlformats.org/officeDocument/2006/relationships/image" Target="../media/image159.emf"/><Relationship Id="rId4" Type="http://schemas.openxmlformats.org/officeDocument/2006/relationships/image" Target="../media/image158.emf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8.xml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hyperlink" Target="https://fslovenglish.blogspot.com/2020/01/animals-on-move.html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100.xml"/></Relationships>
</file>

<file path=ppt/slides/_rels/slide3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0.jpeg"/><Relationship Id="rId1" Type="http://schemas.openxmlformats.org/officeDocument/2006/relationships/slideLayout" Target="../slideLayouts/slideLayout1100.xml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hyperlink" Target="https://bio.libretexts.org/Bookshelves/Introductory_and_General_Biology/Book:_General_Biology_(Boundless)/44:_Ecology_and_the_Biosphere/44.3:_Terrestrial_Biomes/44.3C:_Subtropical_Deserts_and_Chaparral" TargetMode="External"/><Relationship Id="rId2" Type="http://schemas.openxmlformats.org/officeDocument/2006/relationships/image" Target="../media/image98.jpe"/><Relationship Id="rId1" Type="http://schemas.openxmlformats.org/officeDocument/2006/relationships/slideLayout" Target="../slideLayouts/slideLayout710.xml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es-es/foto/fotografia-de-enfoque-selectivo-de-colibri-marron-1133957/" TargetMode="External"/><Relationship Id="rId2" Type="http://schemas.openxmlformats.org/officeDocument/2006/relationships/image" Target="../media/image950.jpeg"/><Relationship Id="rId1" Type="http://schemas.openxmlformats.org/officeDocument/2006/relationships/slideLayout" Target="../slideLayouts/slideLayout710.xml"/></Relationships>
</file>

<file path=ppt/slides/_rels/slide68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wayne_g_world/32343264934/" TargetMode="External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710.xml"/></Relationships>
</file>

<file path=ppt/slides/_rels/slide70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ixnio.com/fr/nature-paysages/deserts-fr/aride-desert-sec-geologie-paysage-nature-sable-gres" TargetMode="External"/><Relationship Id="rId2" Type="http://schemas.openxmlformats.org/officeDocument/2006/relationships/image" Target="../media/image970.jpeg"/><Relationship Id="rId1" Type="http://schemas.openxmlformats.org/officeDocument/2006/relationships/slideLayout" Target="../slideLayouts/slideLayout7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42F9CC-517B-4C2F-BB2B-079AEDB5790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62676" y="1574546"/>
            <a:ext cx="3708907" cy="3708907"/>
          </a:xfrm>
          <a:prstGeom prst="ellipse">
            <a:avLst/>
          </a:prstGeom>
        </p:spPr>
      </p:pic>
      <p:sp>
        <p:nvSpPr>
          <p:cNvPr id="6" name="Luaj Pauzo">
            <a:extLst>
              <a:ext uri="{FF2B5EF4-FFF2-40B4-BE49-F238E27FC236}">
                <a16:creationId xmlns:a16="http://schemas.microsoft.com/office/drawing/2014/main" id="{5BA0C515-9933-490B-8C63-62D9A41CFB34}"/>
              </a:ext>
            </a:extLst>
          </p:cNvPr>
          <p:cNvSpPr/>
          <p:nvPr/>
        </p:nvSpPr>
        <p:spPr>
          <a:xfrm>
            <a:off x="8809754" y="2772454"/>
            <a:ext cx="1116106" cy="111610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ym typeface="Webdings" panose="05030102010509060703" pitchFamily="18" charset="2"/>
            </a:endParaRPr>
          </a:p>
          <a:p>
            <a:pPr algn="ctr"/>
            <a:r>
              <a:rPr lang="sq-XK" sz="2400" dirty="0">
                <a:sym typeface="Webdings" panose="05030102010509060703" pitchFamily="18" charset="2"/>
              </a:rPr>
              <a:t></a:t>
            </a:r>
            <a:endParaRPr lang="sq-AL" sz="2400" dirty="0">
              <a:sym typeface="Webdings" panose="05030102010509060703" pitchFamily="18" charset="2"/>
            </a:endParaRPr>
          </a:p>
          <a:p>
            <a:pPr algn="ctr"/>
            <a:endParaRPr lang="sq-XK" sz="2400" dirty="0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487C2880-F5C0-487D-885C-F836CB799D5F}"/>
              </a:ext>
            </a:extLst>
          </p:cNvPr>
          <p:cNvSpPr/>
          <p:nvPr/>
        </p:nvSpPr>
        <p:spPr>
          <a:xfrm>
            <a:off x="4858870" y="3202131"/>
            <a:ext cx="2474259" cy="322730"/>
          </a:xfrm>
          <a:prstGeom prst="homePlate">
            <a:avLst>
              <a:gd name="adj" fmla="val 122581"/>
            </a:avLst>
          </a:prstGeom>
          <a:solidFill>
            <a:srgbClr val="FF0000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1350"/>
          </a:p>
        </p:txBody>
      </p:sp>
      <p:sp>
        <p:nvSpPr>
          <p:cNvPr id="3" name="Rounded Rectangle 8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F892D936-6C56-4F84-8695-56C05D5B9410}"/>
              </a:ext>
            </a:extLst>
          </p:cNvPr>
          <p:cNvSpPr/>
          <p:nvPr/>
        </p:nvSpPr>
        <p:spPr>
          <a:xfrm>
            <a:off x="5252094" y="5568351"/>
            <a:ext cx="1687810" cy="685798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q-X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Shko te sllajdi paraprak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D46C238-7E40-9051-31C7-8008B87A6705}"/>
              </a:ext>
            </a:extLst>
          </p:cNvPr>
          <p:cNvSpPr/>
          <p:nvPr/>
        </p:nvSpPr>
        <p:spPr>
          <a:xfrm>
            <a:off x="4408189" y="4844969"/>
            <a:ext cx="1687810" cy="685798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q-X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Shko te sllajdi i radhës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490DA403-6220-2AD3-E6E5-3F01CFE615D7}"/>
              </a:ext>
            </a:extLst>
          </p:cNvPr>
          <p:cNvGraphicFramePr/>
          <p:nvPr/>
        </p:nvGraphicFramePr>
        <p:xfrm>
          <a:off x="601824" y="1944583"/>
          <a:ext cx="5454828" cy="2755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Luaj">
            <a:extLst>
              <a:ext uri="{FF2B5EF4-FFF2-40B4-BE49-F238E27FC236}">
                <a16:creationId xmlns:a16="http://schemas.microsoft.com/office/drawing/2014/main" id="{A290821D-50CA-9FAD-BA63-A60AADBC119B}"/>
              </a:ext>
            </a:extLst>
          </p:cNvPr>
          <p:cNvSpPr/>
          <p:nvPr/>
        </p:nvSpPr>
        <p:spPr>
          <a:xfrm>
            <a:off x="2915478" y="2870343"/>
            <a:ext cx="827520" cy="82752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ym typeface="Webdings" panose="05030102010509060703" pitchFamily="18" charset="2"/>
            </a:endParaRPr>
          </a:p>
          <a:p>
            <a:pPr algn="ctr"/>
            <a:r>
              <a:rPr lang="sq-XK" sz="2400" dirty="0">
                <a:sym typeface="Webdings" panose="05030102010509060703" pitchFamily="18" charset="2"/>
              </a:rPr>
              <a:t></a:t>
            </a:r>
            <a:endParaRPr lang="sq-AL" sz="2400" dirty="0">
              <a:sym typeface="Webdings" panose="05030102010509060703" pitchFamily="18" charset="2"/>
            </a:endParaRPr>
          </a:p>
          <a:p>
            <a:pPr algn="ctr"/>
            <a:endParaRPr lang="sq-XK" sz="2400" dirty="0"/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518037CD-0766-7F64-DB1A-A61DC8C7368C}"/>
              </a:ext>
            </a:extLst>
          </p:cNvPr>
          <p:cNvSpPr/>
          <p:nvPr/>
        </p:nvSpPr>
        <p:spPr>
          <a:xfrm rot="5400000">
            <a:off x="2887032" y="1376432"/>
            <a:ext cx="884412" cy="322730"/>
          </a:xfrm>
          <a:prstGeom prst="homePlate">
            <a:avLst>
              <a:gd name="adj" fmla="val 122581"/>
            </a:avLst>
          </a:prstGeom>
          <a:solidFill>
            <a:schemeClr val="bg1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1350"/>
          </a:p>
        </p:txBody>
      </p:sp>
      <p:sp>
        <p:nvSpPr>
          <p:cNvPr id="2" name="Rounded Rectangle 8">
            <a:hlinkClick r:id="" action="ppaction://hlinkshowjump?jump=endshow"/>
            <a:extLst>
              <a:ext uri="{FF2B5EF4-FFF2-40B4-BE49-F238E27FC236}">
                <a16:creationId xmlns:a16="http://schemas.microsoft.com/office/drawing/2014/main" id="{CD1923FD-E8B6-12CF-AEE9-0C02EA6BE960}"/>
              </a:ext>
            </a:extLst>
          </p:cNvPr>
          <p:cNvSpPr/>
          <p:nvPr/>
        </p:nvSpPr>
        <p:spPr>
          <a:xfrm>
            <a:off x="6939904" y="5908111"/>
            <a:ext cx="1687810" cy="685798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q-X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PËRFUNDO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52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Graphic spid="9" grpId="1">
        <p:bldAsOne/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" name="Summary Zoom 4">
                <a:extLst>
                  <a:ext uri="{FF2B5EF4-FFF2-40B4-BE49-F238E27FC236}">
                    <a16:creationId xmlns:a16="http://schemas.microsoft.com/office/drawing/2014/main" id="{5F706ECB-E91D-2F6B-F36C-77C19152ABC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85688202"/>
                  </p:ext>
                </p:extLst>
              </p:nvPr>
            </p:nvGraphicFramePr>
            <p:xfrm>
              <a:off x="126999" y="1259680"/>
              <a:ext cx="11938002" cy="5598320"/>
            </p:xfrm>
            <a:graphic>
              <a:graphicData uri="http://schemas.microsoft.com/office/powerpoint/2016/summaryzoom">
                <psuz:summaryZm>
                  <psuz:summaryZmObj sectionId="{9A2DF8BC-9373-42D2-8E79-EEDB5A7EC8C1}">
                    <psuz:zmPr id="{B5AB7333-6DAF-4695-BEB3-3A963A230673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45810" y="432078"/>
                          <a:ext cx="2686050" cy="151090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0F731342-FDA4-496B-8413-E4779F20D761}">
                    <psuz:zmPr id="{97F31427-7C61-4C80-9E54-51479F9AC9F2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232587" y="432078"/>
                          <a:ext cx="2686050" cy="151090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E834FB7C-DC1D-496A-858F-95558D1E6FD7}">
                    <psuz:zmPr id="{FB0CB764-BDC2-48E9-9EA9-27F91C5DCB70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019364" y="432078"/>
                          <a:ext cx="2686050" cy="151090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06BFB7C2-2D04-4D15-92F4-9788DCB6610E}">
                    <psuz:zmPr id="{D914E974-EFBD-4A3F-83F4-B24DD8FBEC81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8806141" y="432078"/>
                          <a:ext cx="2686050" cy="151090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253ECCC3-B950-4216-8BE3-47DEC3076B46}">
                    <psuz:zmPr id="{A1FBCC55-DD27-4898-87DB-8254566E4897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45810" y="2043708"/>
                          <a:ext cx="2686050" cy="151090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F4243319-1DC9-412B-8B09-874D1A9B704C}">
                    <psuz:zmPr id="{EE236EA1-B04A-46FF-B77D-DBBE4B2B0705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232587" y="2043708"/>
                          <a:ext cx="2686050" cy="151090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4109842B-E79E-4D39-B818-98C2D383D121}">
                    <psuz:zmPr id="{45287755-4E60-4B17-9047-769A864AAC05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019364" y="2043708"/>
                          <a:ext cx="2686050" cy="151090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8183425D-98EA-4C90-BE33-4C12311E032A}">
                    <psuz:zmPr id="{E669B4DC-E0C6-403B-94BA-B8C142FF5D49}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8806141" y="2043708"/>
                          <a:ext cx="2686050" cy="151090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955E9C3D-ADF4-4683-B800-66EDA8D62A86}">
                    <psuz:zmPr id="{993C7614-2173-4248-995A-112B9E44C246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45810" y="3655338"/>
                          <a:ext cx="2686050" cy="151090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20BF54AF-325D-4AC7-8281-CCCF14CFF25A}">
                    <psuz:zmPr id="{249DAC18-AF83-4240-80AF-DA13869672B6}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232587" y="3655338"/>
                          <a:ext cx="2686050" cy="151090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" name="Summary Zoom 4">
                <a:extLst>
                  <a:ext uri="{FF2B5EF4-FFF2-40B4-BE49-F238E27FC236}">
                    <a16:creationId xmlns:a16="http://schemas.microsoft.com/office/drawing/2014/main" id="{5F706ECB-E91D-2F6B-F36C-77C19152ABCD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126999" y="1259680"/>
                <a:ext cx="11938002" cy="5598320"/>
                <a:chOff x="126999" y="1259680"/>
                <a:chExt cx="11938002" cy="5598320"/>
              </a:xfrm>
            </p:grpSpPr>
            <p:pic>
              <p:nvPicPr>
                <p:cNvPr id="10" name="Picture 10">
                  <a:hlinkClick r:id="rId12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572809" y="1691758"/>
                  <a:ext cx="2686050" cy="151090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1" name="Picture 11">
                  <a:hlinkClick r:id="rId13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59586" y="1691758"/>
                  <a:ext cx="2686050" cy="151090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2" name="Picture 12">
                  <a:hlinkClick r:id="rId14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146363" y="1691758"/>
                  <a:ext cx="2686050" cy="151090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3" name="Picture 13">
                  <a:hlinkClick r:id="rId15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933140" y="1691758"/>
                  <a:ext cx="2686050" cy="151090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4" name="Picture 14">
                  <a:hlinkClick r:id="rId1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72809" y="3303388"/>
                  <a:ext cx="2686050" cy="151090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5" name="Picture 15">
                  <a:hlinkClick r:id="rId1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59586" y="3303388"/>
                  <a:ext cx="2686050" cy="151090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6" name="Picture 16">
                  <a:hlinkClick r:id="rId1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46363" y="3303388"/>
                  <a:ext cx="2686050" cy="151090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7" name="Picture 17">
                  <a:hlinkClick r:id="rId1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33140" y="3303388"/>
                  <a:ext cx="2686050" cy="151090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8" name="Picture 18">
                  <a:hlinkClick r:id="rId20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72809" y="4915018"/>
                  <a:ext cx="2686050" cy="151090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9" name="Picture 19">
                  <a:hlinkClick r:id="rId21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59586" y="4915018"/>
                  <a:ext cx="2686050" cy="151090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934B2544-E622-1219-4988-8C80B7652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/>
          <a:lstStyle/>
          <a:p>
            <a:pPr algn="ctr"/>
            <a:r>
              <a:rPr lang="sq-AL" sz="6600" dirty="0">
                <a:latin typeface="Algerian" panose="04020705040A02060702" pitchFamily="82" charset="0"/>
              </a:rPr>
              <a:t>KATEGORITË E LOJËS</a:t>
            </a:r>
            <a:endParaRPr lang="en-US" sz="6600" dirty="0"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308885EF-7D4A-DAFA-D1B9-5FE3BD3097A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12877746"/>
                  </p:ext>
                </p:extLst>
              </p:nvPr>
            </p:nvGraphicFramePr>
            <p:xfrm>
              <a:off x="6202018" y="4856612"/>
              <a:ext cx="2637183" cy="1483415"/>
            </p:xfrm>
            <a:graphic>
              <a:graphicData uri="http://schemas.microsoft.com/office/powerpoint/2016/slidezoom">
                <pslz:sldZm>
                  <pslz:sldZmObj sldId="343" cId="3992018273">
                    <pslz:zmPr id="{B57D26CC-A7DA-4EB8-B710-DBA8D8A8A204}" returnToParent="0" transitionDur="1000">
                      <p166:blipFill xmlns:p166="http://schemas.microsoft.com/office/powerpoint/2016/6/main">
                        <a:blip r:embed="rId2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637183" cy="148341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" name="Slide Zoom 3">
                <a:hlinkClick r:id="rId23" action="ppaction://hlinksldjump"/>
                <a:extLst>
                  <a:ext uri="{FF2B5EF4-FFF2-40B4-BE49-F238E27FC236}">
                    <a16:creationId xmlns:a16="http://schemas.microsoft.com/office/drawing/2014/main" id="{308885EF-7D4A-DAFA-D1B9-5FE3BD3097A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202018" y="4856612"/>
                <a:ext cx="2637183" cy="148341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7" name="Rounded Rectangle 8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69192C7F-EF62-0AF0-E854-8DA06599E44D}"/>
              </a:ext>
            </a:extLst>
          </p:cNvPr>
          <p:cNvSpPr/>
          <p:nvPr/>
        </p:nvSpPr>
        <p:spPr>
          <a:xfrm>
            <a:off x="10050834" y="677563"/>
            <a:ext cx="1687810" cy="685798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q-X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PËRFUNDO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9" name="Slide Zoom 8">
                <a:extLst>
                  <a:ext uri="{FF2B5EF4-FFF2-40B4-BE49-F238E27FC236}">
                    <a16:creationId xmlns:a16="http://schemas.microsoft.com/office/drawing/2014/main" id="{C32FEC1A-551F-A062-09EF-4B3BDAB93DB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32266089"/>
                  </p:ext>
                </p:extLst>
              </p:nvPr>
            </p:nvGraphicFramePr>
            <p:xfrm>
              <a:off x="8928101" y="4921868"/>
              <a:ext cx="2637183" cy="1400530"/>
            </p:xfrm>
            <a:graphic>
              <a:graphicData uri="http://schemas.microsoft.com/office/powerpoint/2016/slidezoom">
                <pslz:sldZm>
                  <pslz:sldZmObj sldId="341" cId="1193080893">
                    <pslz:zmPr id="{B16F4CD0-B878-46B7-8980-4F235EFB84F4}" returnToParent="0" transitionDur="1000">
                      <p166:blipFill xmlns:p166="http://schemas.microsoft.com/office/powerpoint/2016/6/main">
                        <a:blip r:embed="rId2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637183" cy="140053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9" name="Slide Zoom 8">
                <a:hlinkClick r:id="rId25" action="ppaction://hlinksldjump"/>
                <a:extLst>
                  <a:ext uri="{FF2B5EF4-FFF2-40B4-BE49-F238E27FC236}">
                    <a16:creationId xmlns:a16="http://schemas.microsoft.com/office/drawing/2014/main" id="{C32FEC1A-551F-A062-09EF-4B3BDAB93DB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928101" y="4921868"/>
                <a:ext cx="2637183" cy="140053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178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60F33E7-8DA8-444A-8BE9-7BF70239E6D8}"/>
              </a:ext>
            </a:extLst>
          </p:cNvPr>
          <p:cNvSpPr txBox="1"/>
          <p:nvPr/>
        </p:nvSpPr>
        <p:spPr>
          <a:xfrm>
            <a:off x="1585581" y="1123078"/>
            <a:ext cx="7293375" cy="175432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Loja </a:t>
            </a:r>
            <a:endParaRPr lang="sq-AL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sq-AL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baj mend</a:t>
            </a:r>
            <a:endParaRPr lang="sq-XK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892D936-6C56-4F84-8695-56C05D5B9410}"/>
              </a:ext>
            </a:extLst>
          </p:cNvPr>
          <p:cNvSpPr/>
          <p:nvPr/>
        </p:nvSpPr>
        <p:spPr>
          <a:xfrm>
            <a:off x="1884604" y="3875739"/>
            <a:ext cx="1564784" cy="68579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A0073F9-6051-425D-AA09-D53F38B6A78D}"/>
              </a:ext>
            </a:extLst>
          </p:cNvPr>
          <p:cNvSpPr/>
          <p:nvPr/>
        </p:nvSpPr>
        <p:spPr>
          <a:xfrm>
            <a:off x="1970326" y="4870629"/>
            <a:ext cx="1564784" cy="68579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9FBA73-BFCB-428A-AA27-04CFA87BCB9B}"/>
              </a:ext>
            </a:extLst>
          </p:cNvPr>
          <p:cNvSpPr txBox="1"/>
          <p:nvPr/>
        </p:nvSpPr>
        <p:spPr>
          <a:xfrm>
            <a:off x="1585581" y="857250"/>
            <a:ext cx="86275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N. Guri</a:t>
            </a:r>
            <a:endParaRPr lang="sq-XK" sz="1350" dirty="0"/>
          </a:p>
        </p:txBody>
      </p:sp>
    </p:spTree>
    <p:extLst>
      <p:ext uri="{BB962C8B-B14F-4D97-AF65-F5344CB8AC3E}">
        <p14:creationId xmlns:p14="http://schemas.microsoft.com/office/powerpoint/2010/main" val="490186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">
            <a:extLst>
              <a:ext uri="{FF2B5EF4-FFF2-40B4-BE49-F238E27FC236}">
                <a16:creationId xmlns:a16="http://schemas.microsoft.com/office/drawing/2014/main" id="{E998BE69-181D-44A6-9579-ABF78F2D886E}"/>
              </a:ext>
            </a:extLst>
          </p:cNvPr>
          <p:cNvSpPr/>
          <p:nvPr/>
        </p:nvSpPr>
        <p:spPr>
          <a:xfrm>
            <a:off x="3668333" y="987651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Biomet</a:t>
            </a:r>
            <a:r>
              <a:rPr kumimoji="0" lang="sq-AL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sq-XK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p2">
            <a:extLst>
              <a:ext uri="{FF2B5EF4-FFF2-40B4-BE49-F238E27FC236}">
                <a16:creationId xmlns:a16="http://schemas.microsoft.com/office/drawing/2014/main" id="{D2E8A673-8AE6-4A3D-9C3C-3D6BE43376B2}"/>
              </a:ext>
            </a:extLst>
          </p:cNvPr>
          <p:cNvSpPr/>
          <p:nvPr/>
        </p:nvSpPr>
        <p:spPr>
          <a:xfrm>
            <a:off x="4981979" y="987651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Ujore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p3">
            <a:extLst>
              <a:ext uri="{FF2B5EF4-FFF2-40B4-BE49-F238E27FC236}">
                <a16:creationId xmlns:a16="http://schemas.microsoft.com/office/drawing/2014/main" id="{851A6938-5137-45AB-B5F3-935BE7310B57}"/>
              </a:ext>
            </a:extLst>
          </p:cNvPr>
          <p:cNvSpPr/>
          <p:nvPr/>
        </p:nvSpPr>
        <p:spPr>
          <a:xfrm>
            <a:off x="6372897" y="987651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Tok</a:t>
            </a: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ësore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p4">
            <a:extLst>
              <a:ext uri="{FF2B5EF4-FFF2-40B4-BE49-F238E27FC236}">
                <a16:creationId xmlns:a16="http://schemas.microsoft.com/office/drawing/2014/main" id="{CE764EF3-AD89-4B4A-9051-0326071E68CB}"/>
              </a:ext>
            </a:extLst>
          </p:cNvPr>
          <p:cNvSpPr/>
          <p:nvPr/>
        </p:nvSpPr>
        <p:spPr>
          <a:xfrm>
            <a:off x="7763816" y="987651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Taigat 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p5">
            <a:extLst>
              <a:ext uri="{FF2B5EF4-FFF2-40B4-BE49-F238E27FC236}">
                <a16:creationId xmlns:a16="http://schemas.microsoft.com/office/drawing/2014/main" id="{288B0FE4-DBEB-40CD-8D38-C4627878E601}"/>
              </a:ext>
            </a:extLst>
          </p:cNvPr>
          <p:cNvSpPr/>
          <p:nvPr/>
        </p:nvSpPr>
        <p:spPr>
          <a:xfrm>
            <a:off x="9154734" y="987651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Pyjet gjethërënës</a:t>
            </a:r>
            <a:endParaRPr kumimoji="0" lang="sq-XK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p6">
            <a:extLst>
              <a:ext uri="{FF2B5EF4-FFF2-40B4-BE49-F238E27FC236}">
                <a16:creationId xmlns:a16="http://schemas.microsoft.com/office/drawing/2014/main" id="{43ED4A44-741C-494C-8717-2969C7DD6233}"/>
              </a:ext>
            </a:extLst>
          </p:cNvPr>
          <p:cNvSpPr/>
          <p:nvPr/>
        </p:nvSpPr>
        <p:spPr>
          <a:xfrm>
            <a:off x="3668333" y="2233682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Pyjet tropikale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p7">
            <a:extLst>
              <a:ext uri="{FF2B5EF4-FFF2-40B4-BE49-F238E27FC236}">
                <a16:creationId xmlns:a16="http://schemas.microsoft.com/office/drawing/2014/main" id="{08295B50-A9AD-4E6A-984D-8AC13C0BF5B6}"/>
              </a:ext>
            </a:extLst>
          </p:cNvPr>
          <p:cNvSpPr/>
          <p:nvPr/>
        </p:nvSpPr>
        <p:spPr>
          <a:xfrm>
            <a:off x="4981978" y="2233682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Hormoçi  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p8">
            <a:extLst>
              <a:ext uri="{FF2B5EF4-FFF2-40B4-BE49-F238E27FC236}">
                <a16:creationId xmlns:a16="http://schemas.microsoft.com/office/drawing/2014/main" id="{CFA104D9-3D7E-4D85-B258-9563EC562A06}"/>
              </a:ext>
            </a:extLst>
          </p:cNvPr>
          <p:cNvSpPr/>
          <p:nvPr/>
        </p:nvSpPr>
        <p:spPr>
          <a:xfrm>
            <a:off x="6372896" y="2233682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Ahu  </a:t>
            </a:r>
            <a:endParaRPr kumimoji="0" lang="sq-XK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p9">
            <a:extLst>
              <a:ext uri="{FF2B5EF4-FFF2-40B4-BE49-F238E27FC236}">
                <a16:creationId xmlns:a16="http://schemas.microsoft.com/office/drawing/2014/main" id="{79C951AF-FD5D-4E69-B63B-21C91AD4CE87}"/>
              </a:ext>
            </a:extLst>
          </p:cNvPr>
          <p:cNvSpPr/>
          <p:nvPr/>
        </p:nvSpPr>
        <p:spPr>
          <a:xfrm>
            <a:off x="7767035" y="2233682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Stela </a:t>
            </a:r>
            <a:endParaRPr kumimoji="0" lang="sq-XK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p10">
            <a:extLst>
              <a:ext uri="{FF2B5EF4-FFF2-40B4-BE49-F238E27FC236}">
                <a16:creationId xmlns:a16="http://schemas.microsoft.com/office/drawing/2014/main" id="{7667FAE3-6B20-43C6-B338-68279CEB76E6}"/>
              </a:ext>
            </a:extLst>
          </p:cNvPr>
          <p:cNvSpPr/>
          <p:nvPr/>
        </p:nvSpPr>
        <p:spPr>
          <a:xfrm>
            <a:off x="9161173" y="2233682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Tokësore </a:t>
            </a:r>
            <a:endParaRPr kumimoji="0" lang="sq-XK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p11">
            <a:extLst>
              <a:ext uri="{FF2B5EF4-FFF2-40B4-BE49-F238E27FC236}">
                <a16:creationId xmlns:a16="http://schemas.microsoft.com/office/drawing/2014/main" id="{EE0B6145-D147-41B8-ABD2-FB53559325CD}"/>
              </a:ext>
            </a:extLst>
          </p:cNvPr>
          <p:cNvSpPr/>
          <p:nvPr/>
        </p:nvSpPr>
        <p:spPr>
          <a:xfrm>
            <a:off x="3665113" y="3479712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Stela  </a:t>
            </a:r>
            <a:endParaRPr kumimoji="0" lang="sq-XK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p12">
            <a:extLst>
              <a:ext uri="{FF2B5EF4-FFF2-40B4-BE49-F238E27FC236}">
                <a16:creationId xmlns:a16="http://schemas.microsoft.com/office/drawing/2014/main" id="{B7257143-87FF-4AD7-98D1-389B7C6C20F8}"/>
              </a:ext>
            </a:extLst>
          </p:cNvPr>
          <p:cNvSpPr/>
          <p:nvPr/>
        </p:nvSpPr>
        <p:spPr>
          <a:xfrm>
            <a:off x="4981978" y="3479712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Taigat  </a:t>
            </a:r>
            <a:endParaRPr kumimoji="0" lang="sq-XK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p13">
            <a:extLst>
              <a:ext uri="{FF2B5EF4-FFF2-40B4-BE49-F238E27FC236}">
                <a16:creationId xmlns:a16="http://schemas.microsoft.com/office/drawing/2014/main" id="{BE278341-2ABF-41C4-A29A-CB8251181EF8}"/>
              </a:ext>
            </a:extLst>
          </p:cNvPr>
          <p:cNvSpPr/>
          <p:nvPr/>
        </p:nvSpPr>
        <p:spPr>
          <a:xfrm>
            <a:off x="6372896" y="3479712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Epifitet 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p14">
            <a:extLst>
              <a:ext uri="{FF2B5EF4-FFF2-40B4-BE49-F238E27FC236}">
                <a16:creationId xmlns:a16="http://schemas.microsoft.com/office/drawing/2014/main" id="{6C256C78-6A6C-4C98-A208-C30C913BC470}"/>
              </a:ext>
            </a:extLst>
          </p:cNvPr>
          <p:cNvSpPr/>
          <p:nvPr/>
        </p:nvSpPr>
        <p:spPr>
          <a:xfrm>
            <a:off x="7763815" y="3479712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Hormoçi 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p15">
            <a:extLst>
              <a:ext uri="{FF2B5EF4-FFF2-40B4-BE49-F238E27FC236}">
                <a16:creationId xmlns:a16="http://schemas.microsoft.com/office/drawing/2014/main" id="{FA1DC1ED-8974-443A-AAD6-7354AB70F12D}"/>
              </a:ext>
            </a:extLst>
          </p:cNvPr>
          <p:cNvSpPr/>
          <p:nvPr/>
        </p:nvSpPr>
        <p:spPr>
          <a:xfrm>
            <a:off x="9154733" y="3479712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Pyjet tropikale 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p16">
            <a:extLst>
              <a:ext uri="{FF2B5EF4-FFF2-40B4-BE49-F238E27FC236}">
                <a16:creationId xmlns:a16="http://schemas.microsoft.com/office/drawing/2014/main" id="{B1012AE1-CE11-439E-B799-541D22263670}"/>
              </a:ext>
            </a:extLst>
          </p:cNvPr>
          <p:cNvSpPr/>
          <p:nvPr/>
        </p:nvSpPr>
        <p:spPr>
          <a:xfrm>
            <a:off x="3665113" y="4754720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Ujore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p17">
            <a:extLst>
              <a:ext uri="{FF2B5EF4-FFF2-40B4-BE49-F238E27FC236}">
                <a16:creationId xmlns:a16="http://schemas.microsoft.com/office/drawing/2014/main" id="{72B129B9-A7C8-4357-B8E0-5D0289C7D120}"/>
              </a:ext>
            </a:extLst>
          </p:cNvPr>
          <p:cNvSpPr/>
          <p:nvPr/>
        </p:nvSpPr>
        <p:spPr>
          <a:xfrm>
            <a:off x="4981979" y="4725743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Pyjet gjethërënëse </a:t>
            </a:r>
            <a:endParaRPr kumimoji="0" lang="sq-XK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" name="p18">
            <a:extLst>
              <a:ext uri="{FF2B5EF4-FFF2-40B4-BE49-F238E27FC236}">
                <a16:creationId xmlns:a16="http://schemas.microsoft.com/office/drawing/2014/main" id="{D2EAB5DF-89D8-4C3C-AF84-059548409E1D}"/>
              </a:ext>
            </a:extLst>
          </p:cNvPr>
          <p:cNvSpPr/>
          <p:nvPr/>
        </p:nvSpPr>
        <p:spPr>
          <a:xfrm>
            <a:off x="6372896" y="4735402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Ahu  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" name="p19">
            <a:extLst>
              <a:ext uri="{FF2B5EF4-FFF2-40B4-BE49-F238E27FC236}">
                <a16:creationId xmlns:a16="http://schemas.microsoft.com/office/drawing/2014/main" id="{24C33275-D5A6-42AD-9181-1B1BFFC8FEB3}"/>
              </a:ext>
            </a:extLst>
          </p:cNvPr>
          <p:cNvSpPr/>
          <p:nvPr/>
        </p:nvSpPr>
        <p:spPr>
          <a:xfrm>
            <a:off x="7763815" y="4725743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Biomet 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1" name="p20">
            <a:extLst>
              <a:ext uri="{FF2B5EF4-FFF2-40B4-BE49-F238E27FC236}">
                <a16:creationId xmlns:a16="http://schemas.microsoft.com/office/drawing/2014/main" id="{5D3C7ECA-4CF8-4679-A8AB-D3E95E39CA1F}"/>
              </a:ext>
            </a:extLst>
          </p:cNvPr>
          <p:cNvSpPr/>
          <p:nvPr/>
        </p:nvSpPr>
        <p:spPr>
          <a:xfrm>
            <a:off x="9161173" y="4735402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Epifitet 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" name="f1">
            <a:extLst>
              <a:ext uri="{FF2B5EF4-FFF2-40B4-BE49-F238E27FC236}">
                <a16:creationId xmlns:a16="http://schemas.microsoft.com/office/drawing/2014/main" id="{75277CEE-D7B3-4F3C-BEFE-49A136C2C607}"/>
              </a:ext>
            </a:extLst>
          </p:cNvPr>
          <p:cNvSpPr/>
          <p:nvPr/>
        </p:nvSpPr>
        <p:spPr>
          <a:xfrm>
            <a:off x="3573193" y="942397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endParaRPr kumimoji="0" lang="sq-XK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" name="f2">
            <a:extLst>
              <a:ext uri="{FF2B5EF4-FFF2-40B4-BE49-F238E27FC236}">
                <a16:creationId xmlns:a16="http://schemas.microsoft.com/office/drawing/2014/main" id="{67833E66-E6D3-4B64-9E65-D5361515F40D}"/>
              </a:ext>
            </a:extLst>
          </p:cNvPr>
          <p:cNvSpPr/>
          <p:nvPr/>
        </p:nvSpPr>
        <p:spPr>
          <a:xfrm>
            <a:off x="4880396" y="956885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endParaRPr kumimoji="0" lang="sq-XK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" name="f3">
            <a:extLst>
              <a:ext uri="{FF2B5EF4-FFF2-40B4-BE49-F238E27FC236}">
                <a16:creationId xmlns:a16="http://schemas.microsoft.com/office/drawing/2014/main" id="{BDD65915-7427-4C4C-9CA4-466623407CEC}"/>
              </a:ext>
            </a:extLst>
          </p:cNvPr>
          <p:cNvSpPr/>
          <p:nvPr/>
        </p:nvSpPr>
        <p:spPr>
          <a:xfrm>
            <a:off x="6284195" y="966544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kumimoji="0" lang="sq-XK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" name="f4">
            <a:extLst>
              <a:ext uri="{FF2B5EF4-FFF2-40B4-BE49-F238E27FC236}">
                <a16:creationId xmlns:a16="http://schemas.microsoft.com/office/drawing/2014/main" id="{9B963240-73E9-43B7-9D04-4407AF579AFF}"/>
              </a:ext>
            </a:extLst>
          </p:cNvPr>
          <p:cNvSpPr/>
          <p:nvPr/>
        </p:nvSpPr>
        <p:spPr>
          <a:xfrm>
            <a:off x="7687993" y="971374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endParaRPr kumimoji="0" lang="sq-XK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" name="f5">
            <a:extLst>
              <a:ext uri="{FF2B5EF4-FFF2-40B4-BE49-F238E27FC236}">
                <a16:creationId xmlns:a16="http://schemas.microsoft.com/office/drawing/2014/main" id="{556473A4-31E2-4823-96F6-9EE9A5EC8D40}"/>
              </a:ext>
            </a:extLst>
          </p:cNvPr>
          <p:cNvSpPr/>
          <p:nvPr/>
        </p:nvSpPr>
        <p:spPr>
          <a:xfrm>
            <a:off x="9072472" y="947226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endParaRPr kumimoji="0" lang="sq-XK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f6">
            <a:extLst>
              <a:ext uri="{FF2B5EF4-FFF2-40B4-BE49-F238E27FC236}">
                <a16:creationId xmlns:a16="http://schemas.microsoft.com/office/drawing/2014/main" id="{FD94C685-591B-4086-BB0F-3C8CB2B26715}"/>
              </a:ext>
            </a:extLst>
          </p:cNvPr>
          <p:cNvSpPr/>
          <p:nvPr/>
        </p:nvSpPr>
        <p:spPr>
          <a:xfrm>
            <a:off x="3572373" y="2212574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</a:t>
            </a:r>
            <a:endParaRPr kumimoji="0" lang="sq-XK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8" name="f7">
            <a:extLst>
              <a:ext uri="{FF2B5EF4-FFF2-40B4-BE49-F238E27FC236}">
                <a16:creationId xmlns:a16="http://schemas.microsoft.com/office/drawing/2014/main" id="{73BDD2F9-03CC-4A57-B64A-44F2AEBF4215}"/>
              </a:ext>
            </a:extLst>
          </p:cNvPr>
          <p:cNvSpPr/>
          <p:nvPr/>
        </p:nvSpPr>
        <p:spPr>
          <a:xfrm>
            <a:off x="4880399" y="2186677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</a:t>
            </a:r>
            <a:endParaRPr kumimoji="0" lang="sq-XK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9" name="f8">
            <a:extLst>
              <a:ext uri="{FF2B5EF4-FFF2-40B4-BE49-F238E27FC236}">
                <a16:creationId xmlns:a16="http://schemas.microsoft.com/office/drawing/2014/main" id="{C05DDA8A-6BC3-4D60-B6E8-C4C099B4E792}"/>
              </a:ext>
            </a:extLst>
          </p:cNvPr>
          <p:cNvSpPr/>
          <p:nvPr/>
        </p:nvSpPr>
        <p:spPr>
          <a:xfrm>
            <a:off x="6268099" y="2217791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</a:t>
            </a:r>
            <a:endParaRPr kumimoji="0" lang="sq-XK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0" name="f9">
            <a:extLst>
              <a:ext uri="{FF2B5EF4-FFF2-40B4-BE49-F238E27FC236}">
                <a16:creationId xmlns:a16="http://schemas.microsoft.com/office/drawing/2014/main" id="{FD4EE956-43FC-48BC-BD2D-1260CE520AAE}"/>
              </a:ext>
            </a:extLst>
          </p:cNvPr>
          <p:cNvSpPr/>
          <p:nvPr/>
        </p:nvSpPr>
        <p:spPr>
          <a:xfrm>
            <a:off x="7675116" y="2212574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9</a:t>
            </a:r>
            <a:endParaRPr kumimoji="0" lang="sq-XK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1" name="f10">
            <a:extLst>
              <a:ext uri="{FF2B5EF4-FFF2-40B4-BE49-F238E27FC236}">
                <a16:creationId xmlns:a16="http://schemas.microsoft.com/office/drawing/2014/main" id="{DDF5C57D-B30A-4DBD-A088-A202D8D0730C}"/>
              </a:ext>
            </a:extLst>
          </p:cNvPr>
          <p:cNvSpPr/>
          <p:nvPr/>
        </p:nvSpPr>
        <p:spPr>
          <a:xfrm>
            <a:off x="9046713" y="2177225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</a:t>
            </a:r>
            <a:endParaRPr kumimoji="0" lang="sq-XK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" name="f11">
            <a:extLst>
              <a:ext uri="{FF2B5EF4-FFF2-40B4-BE49-F238E27FC236}">
                <a16:creationId xmlns:a16="http://schemas.microsoft.com/office/drawing/2014/main" id="{D707958A-B2F1-43DB-8C61-6E7B41E5A89B}"/>
              </a:ext>
            </a:extLst>
          </p:cNvPr>
          <p:cNvSpPr/>
          <p:nvPr/>
        </p:nvSpPr>
        <p:spPr>
          <a:xfrm>
            <a:off x="3576412" y="3448945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11</a:t>
            </a:r>
            <a:endParaRPr kumimoji="0" lang="sq-XK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" name="f12">
            <a:extLst>
              <a:ext uri="{FF2B5EF4-FFF2-40B4-BE49-F238E27FC236}">
                <a16:creationId xmlns:a16="http://schemas.microsoft.com/office/drawing/2014/main" id="{C0F1D52A-F3E3-44D3-B26E-E6545D5DE20E}"/>
              </a:ext>
            </a:extLst>
          </p:cNvPr>
          <p:cNvSpPr/>
          <p:nvPr/>
        </p:nvSpPr>
        <p:spPr>
          <a:xfrm>
            <a:off x="4867519" y="3419968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12</a:t>
            </a:r>
            <a:endParaRPr kumimoji="0" lang="sq-XK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" name="f13">
            <a:extLst>
              <a:ext uri="{FF2B5EF4-FFF2-40B4-BE49-F238E27FC236}">
                <a16:creationId xmlns:a16="http://schemas.microsoft.com/office/drawing/2014/main" id="{0E28D991-A47D-48FD-999F-44163909D8D0}"/>
              </a:ext>
            </a:extLst>
          </p:cNvPr>
          <p:cNvSpPr/>
          <p:nvPr/>
        </p:nvSpPr>
        <p:spPr>
          <a:xfrm>
            <a:off x="6284196" y="3448945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13</a:t>
            </a:r>
            <a:endParaRPr kumimoji="0" lang="sq-XK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" name="f14">
            <a:extLst>
              <a:ext uri="{FF2B5EF4-FFF2-40B4-BE49-F238E27FC236}">
                <a16:creationId xmlns:a16="http://schemas.microsoft.com/office/drawing/2014/main" id="{C63CDAA4-FCBF-47FC-8A17-FFCF2B55632E}"/>
              </a:ext>
            </a:extLst>
          </p:cNvPr>
          <p:cNvSpPr/>
          <p:nvPr/>
        </p:nvSpPr>
        <p:spPr>
          <a:xfrm>
            <a:off x="7668676" y="3453774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14</a:t>
            </a:r>
            <a:endParaRPr kumimoji="0" lang="sq-XK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6" name="f15">
            <a:extLst>
              <a:ext uri="{FF2B5EF4-FFF2-40B4-BE49-F238E27FC236}">
                <a16:creationId xmlns:a16="http://schemas.microsoft.com/office/drawing/2014/main" id="{3C81652D-5D9C-47B3-9B3C-A8C08745CF1D}"/>
              </a:ext>
            </a:extLst>
          </p:cNvPr>
          <p:cNvSpPr/>
          <p:nvPr/>
        </p:nvSpPr>
        <p:spPr>
          <a:xfrm>
            <a:off x="9046714" y="3453774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15</a:t>
            </a:r>
            <a:endParaRPr kumimoji="0" lang="sq-XK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7" name="f17">
            <a:extLst>
              <a:ext uri="{FF2B5EF4-FFF2-40B4-BE49-F238E27FC236}">
                <a16:creationId xmlns:a16="http://schemas.microsoft.com/office/drawing/2014/main" id="{E37E639C-864E-4FB8-8079-CF2F60C5B80D}"/>
              </a:ext>
            </a:extLst>
          </p:cNvPr>
          <p:cNvSpPr/>
          <p:nvPr/>
        </p:nvSpPr>
        <p:spPr>
          <a:xfrm>
            <a:off x="4880398" y="4694976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17</a:t>
            </a:r>
            <a:endParaRPr kumimoji="0" lang="sq-XK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8" name="f18">
            <a:extLst>
              <a:ext uri="{FF2B5EF4-FFF2-40B4-BE49-F238E27FC236}">
                <a16:creationId xmlns:a16="http://schemas.microsoft.com/office/drawing/2014/main" id="{85A657EC-4FDA-4DB6-8D20-E0AC997E7580}"/>
              </a:ext>
            </a:extLst>
          </p:cNvPr>
          <p:cNvSpPr/>
          <p:nvPr/>
        </p:nvSpPr>
        <p:spPr>
          <a:xfrm>
            <a:off x="6284195" y="4680099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18</a:t>
            </a:r>
            <a:endParaRPr kumimoji="0" lang="sq-XK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9" name="f19">
            <a:extLst>
              <a:ext uri="{FF2B5EF4-FFF2-40B4-BE49-F238E27FC236}">
                <a16:creationId xmlns:a16="http://schemas.microsoft.com/office/drawing/2014/main" id="{CD1D8B86-9263-42F3-AA0C-093B6CB224A1}"/>
              </a:ext>
            </a:extLst>
          </p:cNvPr>
          <p:cNvSpPr/>
          <p:nvPr/>
        </p:nvSpPr>
        <p:spPr>
          <a:xfrm>
            <a:off x="7668676" y="4680099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19</a:t>
            </a:r>
            <a:endParaRPr kumimoji="0" lang="sq-XK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0" name="f20">
            <a:extLst>
              <a:ext uri="{FF2B5EF4-FFF2-40B4-BE49-F238E27FC236}">
                <a16:creationId xmlns:a16="http://schemas.microsoft.com/office/drawing/2014/main" id="{42A1D0E8-C195-42E1-9936-9BF9BE5A3BA9}"/>
              </a:ext>
            </a:extLst>
          </p:cNvPr>
          <p:cNvSpPr/>
          <p:nvPr/>
        </p:nvSpPr>
        <p:spPr>
          <a:xfrm>
            <a:off x="9072472" y="4723953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</a:t>
            </a:r>
            <a:endParaRPr kumimoji="0" lang="sq-XK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1" name="f16">
            <a:extLst>
              <a:ext uri="{FF2B5EF4-FFF2-40B4-BE49-F238E27FC236}">
                <a16:creationId xmlns:a16="http://schemas.microsoft.com/office/drawing/2014/main" id="{5A13922A-8408-4756-AB25-5D49507D999A}"/>
              </a:ext>
            </a:extLst>
          </p:cNvPr>
          <p:cNvSpPr/>
          <p:nvPr/>
        </p:nvSpPr>
        <p:spPr>
          <a:xfrm>
            <a:off x="3557095" y="4694976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16</a:t>
            </a:r>
            <a:endParaRPr kumimoji="0" lang="sq-XK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FE72DFF-4C10-4BA3-A439-9E83C22BD450}"/>
              </a:ext>
            </a:extLst>
          </p:cNvPr>
          <p:cNvSpPr/>
          <p:nvPr/>
        </p:nvSpPr>
        <p:spPr>
          <a:xfrm>
            <a:off x="2057649" y="2517084"/>
            <a:ext cx="1236376" cy="118807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Rifillo</a:t>
            </a:r>
            <a:endParaRPr kumimoji="0" lang="sq-XK" sz="2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60F33E7-8DA8-444A-8BE9-7BF70239E6D8}"/>
              </a:ext>
            </a:extLst>
          </p:cNvPr>
          <p:cNvSpPr txBox="1"/>
          <p:nvPr/>
        </p:nvSpPr>
        <p:spPr>
          <a:xfrm>
            <a:off x="1585582" y="1123079"/>
            <a:ext cx="2162831" cy="110799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Loja </a:t>
            </a:r>
            <a:endParaRPr kumimoji="0" lang="sq-AL" sz="3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kumimoji="0" lang="sq-AL" sz="3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baj mend</a:t>
            </a:r>
            <a:endParaRPr kumimoji="0" lang="sq-XK" sz="3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5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892D936-6C56-4F84-8695-56C05D5B9410}"/>
              </a:ext>
            </a:extLst>
          </p:cNvPr>
          <p:cNvSpPr/>
          <p:nvPr/>
        </p:nvSpPr>
        <p:spPr>
          <a:xfrm>
            <a:off x="1884604" y="3875739"/>
            <a:ext cx="1564784" cy="68579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Kthehu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në fillim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6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A0073F9-6051-425D-AA09-D53F38B6A78D}"/>
              </a:ext>
            </a:extLst>
          </p:cNvPr>
          <p:cNvSpPr/>
          <p:nvPr/>
        </p:nvSpPr>
        <p:spPr>
          <a:xfrm>
            <a:off x="1970326" y="4870629"/>
            <a:ext cx="1564784" cy="68579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Vazhdo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9FBA73-BFCB-428A-AA27-04CFA87BCB9B}"/>
              </a:ext>
            </a:extLst>
          </p:cNvPr>
          <p:cNvSpPr txBox="1"/>
          <p:nvPr/>
        </p:nvSpPr>
        <p:spPr>
          <a:xfrm>
            <a:off x="1585581" y="857250"/>
            <a:ext cx="86275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N. Guri</a:t>
            </a:r>
            <a:endParaRPr kumimoji="0" lang="sq-XK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014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2" grpId="2" animBg="1"/>
      <p:bldP spid="23" grpId="0" animBg="1"/>
      <p:bldP spid="23" grpId="1" animBg="1"/>
      <p:bldP spid="23" grpId="2" animBg="1"/>
      <p:bldP spid="24" grpId="0" animBg="1"/>
      <p:bldP spid="24" grpId="1" animBg="1"/>
      <p:bldP spid="24" grpId="2" animBg="1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">
            <a:extLst>
              <a:ext uri="{FF2B5EF4-FFF2-40B4-BE49-F238E27FC236}">
                <a16:creationId xmlns:a16="http://schemas.microsoft.com/office/drawing/2014/main" id="{E998BE69-181D-44A6-9579-ABF78F2D886E}"/>
              </a:ext>
            </a:extLst>
          </p:cNvPr>
          <p:cNvSpPr/>
          <p:nvPr/>
        </p:nvSpPr>
        <p:spPr>
          <a:xfrm>
            <a:off x="3601988" y="1025749"/>
            <a:ext cx="1168757" cy="1110803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 barishtore</a:t>
            </a:r>
            <a:endParaRPr lang="sq-XK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p2">
            <a:extLst>
              <a:ext uri="{FF2B5EF4-FFF2-40B4-BE49-F238E27FC236}">
                <a16:creationId xmlns:a16="http://schemas.microsoft.com/office/drawing/2014/main" id="{D2E8A673-8AE6-4A3D-9C3C-3D6BE43376B2}"/>
              </a:ext>
            </a:extLst>
          </p:cNvPr>
          <p:cNvSpPr/>
          <p:nvPr/>
        </p:nvSpPr>
        <p:spPr>
          <a:xfrm>
            <a:off x="4988418" y="1011797"/>
            <a:ext cx="1168757" cy="1110803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Stepat </a:t>
            </a:r>
            <a:endParaRPr lang="sq-XK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3">
            <a:extLst>
              <a:ext uri="{FF2B5EF4-FFF2-40B4-BE49-F238E27FC236}">
                <a16:creationId xmlns:a16="http://schemas.microsoft.com/office/drawing/2014/main" id="{851A6938-5137-45AB-B5F3-935BE7310B57}"/>
              </a:ext>
            </a:extLst>
          </p:cNvPr>
          <p:cNvSpPr/>
          <p:nvPr/>
        </p:nvSpPr>
        <p:spPr>
          <a:xfrm>
            <a:off x="6360014" y="1021457"/>
            <a:ext cx="1168757" cy="1110803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Savanat  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p4">
            <a:extLst>
              <a:ext uri="{FF2B5EF4-FFF2-40B4-BE49-F238E27FC236}">
                <a16:creationId xmlns:a16="http://schemas.microsoft.com/office/drawing/2014/main" id="{CE764EF3-AD89-4B4A-9051-0326071E68CB}"/>
              </a:ext>
            </a:extLst>
          </p:cNvPr>
          <p:cNvSpPr/>
          <p:nvPr/>
        </p:nvSpPr>
        <p:spPr>
          <a:xfrm>
            <a:off x="7763816" y="987651"/>
            <a:ext cx="1168757" cy="1110803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Livadhet 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p5">
            <a:extLst>
              <a:ext uri="{FF2B5EF4-FFF2-40B4-BE49-F238E27FC236}">
                <a16:creationId xmlns:a16="http://schemas.microsoft.com/office/drawing/2014/main" id="{288B0FE4-DBEB-40CD-8D38-C4627878E601}"/>
              </a:ext>
            </a:extLst>
          </p:cNvPr>
          <p:cNvSpPr/>
          <p:nvPr/>
        </p:nvSpPr>
        <p:spPr>
          <a:xfrm>
            <a:off x="9134548" y="1025749"/>
            <a:ext cx="1168757" cy="1110803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Kullotat </a:t>
            </a:r>
            <a:endParaRPr lang="sq-XK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p6">
            <a:extLst>
              <a:ext uri="{FF2B5EF4-FFF2-40B4-BE49-F238E27FC236}">
                <a16:creationId xmlns:a16="http://schemas.microsoft.com/office/drawing/2014/main" id="{43ED4A44-741C-494C-8717-2969C7DD6233}"/>
              </a:ext>
            </a:extLst>
          </p:cNvPr>
          <p:cNvSpPr/>
          <p:nvPr/>
        </p:nvSpPr>
        <p:spPr>
          <a:xfrm>
            <a:off x="3587840" y="2214004"/>
            <a:ext cx="1168757" cy="1110803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Bizoni  </a:t>
            </a:r>
            <a:endParaRPr lang="sq-XK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p7">
            <a:extLst>
              <a:ext uri="{FF2B5EF4-FFF2-40B4-BE49-F238E27FC236}">
                <a16:creationId xmlns:a16="http://schemas.microsoft.com/office/drawing/2014/main" id="{08295B50-A9AD-4E6A-984D-8AC13C0BF5B6}"/>
              </a:ext>
            </a:extLst>
          </p:cNvPr>
          <p:cNvSpPr/>
          <p:nvPr/>
        </p:nvSpPr>
        <p:spPr>
          <a:xfrm>
            <a:off x="4981978" y="2233682"/>
            <a:ext cx="1168757" cy="1110803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Bualli 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p8">
            <a:extLst>
              <a:ext uri="{FF2B5EF4-FFF2-40B4-BE49-F238E27FC236}">
                <a16:creationId xmlns:a16="http://schemas.microsoft.com/office/drawing/2014/main" id="{CFA104D9-3D7E-4D85-B258-9563EC562A06}"/>
              </a:ext>
            </a:extLst>
          </p:cNvPr>
          <p:cNvSpPr/>
          <p:nvPr/>
        </p:nvSpPr>
        <p:spPr>
          <a:xfrm>
            <a:off x="6372896" y="2233682"/>
            <a:ext cx="1168757" cy="1110803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Adansonia digitata</a:t>
            </a:r>
            <a:endParaRPr lang="sq-XK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p9">
            <a:extLst>
              <a:ext uri="{FF2B5EF4-FFF2-40B4-BE49-F238E27FC236}">
                <a16:creationId xmlns:a16="http://schemas.microsoft.com/office/drawing/2014/main" id="{79C951AF-FD5D-4E69-B63B-21C91AD4CE87}"/>
              </a:ext>
            </a:extLst>
          </p:cNvPr>
          <p:cNvSpPr/>
          <p:nvPr/>
        </p:nvSpPr>
        <p:spPr>
          <a:xfrm>
            <a:off x="7767035" y="2233682"/>
            <a:ext cx="1168757" cy="1110803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Akacia </a:t>
            </a:r>
            <a:endParaRPr lang="sq-XK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p10">
            <a:extLst>
              <a:ext uri="{FF2B5EF4-FFF2-40B4-BE49-F238E27FC236}">
                <a16:creationId xmlns:a16="http://schemas.microsoft.com/office/drawing/2014/main" id="{7667FAE3-6B20-43C6-B338-68279CEB76E6}"/>
              </a:ext>
            </a:extLst>
          </p:cNvPr>
          <p:cNvSpPr/>
          <p:nvPr/>
        </p:nvSpPr>
        <p:spPr>
          <a:xfrm>
            <a:off x="9125291" y="2253211"/>
            <a:ext cx="1168757" cy="1110803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Kolibri  </a:t>
            </a:r>
            <a:endParaRPr lang="sq-XK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p11">
            <a:extLst>
              <a:ext uri="{FF2B5EF4-FFF2-40B4-BE49-F238E27FC236}">
                <a16:creationId xmlns:a16="http://schemas.microsoft.com/office/drawing/2014/main" id="{EE0B6145-D147-41B8-ABD2-FB53559325CD}"/>
              </a:ext>
            </a:extLst>
          </p:cNvPr>
          <p:cNvSpPr/>
          <p:nvPr/>
        </p:nvSpPr>
        <p:spPr>
          <a:xfrm>
            <a:off x="3554414" y="3533634"/>
            <a:ext cx="1168757" cy="1110803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Kolibri </a:t>
            </a:r>
            <a:endParaRPr lang="sq-XK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p12">
            <a:extLst>
              <a:ext uri="{FF2B5EF4-FFF2-40B4-BE49-F238E27FC236}">
                <a16:creationId xmlns:a16="http://schemas.microsoft.com/office/drawing/2014/main" id="{B7257143-87FF-4AD7-98D1-389B7C6C20F8}"/>
              </a:ext>
            </a:extLst>
          </p:cNvPr>
          <p:cNvSpPr/>
          <p:nvPr/>
        </p:nvSpPr>
        <p:spPr>
          <a:xfrm>
            <a:off x="4981978" y="3479712"/>
            <a:ext cx="1168757" cy="1110803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Livadhet  </a:t>
            </a:r>
            <a:endParaRPr lang="sq-XK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p13">
            <a:extLst>
              <a:ext uri="{FF2B5EF4-FFF2-40B4-BE49-F238E27FC236}">
                <a16:creationId xmlns:a16="http://schemas.microsoft.com/office/drawing/2014/main" id="{BE278341-2ABF-41C4-A29A-CB8251181EF8}"/>
              </a:ext>
            </a:extLst>
          </p:cNvPr>
          <p:cNvSpPr/>
          <p:nvPr/>
        </p:nvSpPr>
        <p:spPr>
          <a:xfrm>
            <a:off x="6360014" y="3509857"/>
            <a:ext cx="1168757" cy="1110803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 barishtore</a:t>
            </a:r>
            <a:endParaRPr lang="sq-X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p14">
            <a:extLst>
              <a:ext uri="{FF2B5EF4-FFF2-40B4-BE49-F238E27FC236}">
                <a16:creationId xmlns:a16="http://schemas.microsoft.com/office/drawing/2014/main" id="{6C256C78-6A6C-4C98-A208-C30C913BC470}"/>
              </a:ext>
            </a:extLst>
          </p:cNvPr>
          <p:cNvSpPr/>
          <p:nvPr/>
        </p:nvSpPr>
        <p:spPr>
          <a:xfrm>
            <a:off x="7763815" y="3479712"/>
            <a:ext cx="1168757" cy="1110803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Bualli  </a:t>
            </a:r>
            <a:endParaRPr lang="sq-XK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p15">
            <a:extLst>
              <a:ext uri="{FF2B5EF4-FFF2-40B4-BE49-F238E27FC236}">
                <a16:creationId xmlns:a16="http://schemas.microsoft.com/office/drawing/2014/main" id="{FA1DC1ED-8974-443A-AAD6-7354AB70F12D}"/>
              </a:ext>
            </a:extLst>
          </p:cNvPr>
          <p:cNvSpPr/>
          <p:nvPr/>
        </p:nvSpPr>
        <p:spPr>
          <a:xfrm>
            <a:off x="9154733" y="3460707"/>
            <a:ext cx="1168757" cy="1110803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Stepat 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p16">
            <a:extLst>
              <a:ext uri="{FF2B5EF4-FFF2-40B4-BE49-F238E27FC236}">
                <a16:creationId xmlns:a16="http://schemas.microsoft.com/office/drawing/2014/main" id="{B1012AE1-CE11-439E-B799-541D22263670}"/>
              </a:ext>
            </a:extLst>
          </p:cNvPr>
          <p:cNvSpPr/>
          <p:nvPr/>
        </p:nvSpPr>
        <p:spPr>
          <a:xfrm>
            <a:off x="3632158" y="4759548"/>
            <a:ext cx="1168757" cy="1110803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Adansonia digidata </a:t>
            </a:r>
            <a:endParaRPr lang="sq-XK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p17">
            <a:extLst>
              <a:ext uri="{FF2B5EF4-FFF2-40B4-BE49-F238E27FC236}">
                <a16:creationId xmlns:a16="http://schemas.microsoft.com/office/drawing/2014/main" id="{72B129B9-A7C8-4357-B8E0-5D0289C7D120}"/>
              </a:ext>
            </a:extLst>
          </p:cNvPr>
          <p:cNvSpPr/>
          <p:nvPr/>
        </p:nvSpPr>
        <p:spPr>
          <a:xfrm>
            <a:off x="4981979" y="4725743"/>
            <a:ext cx="1168757" cy="1110803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Akacia </a:t>
            </a:r>
            <a:endParaRPr lang="sq-XK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p18">
            <a:extLst>
              <a:ext uri="{FF2B5EF4-FFF2-40B4-BE49-F238E27FC236}">
                <a16:creationId xmlns:a16="http://schemas.microsoft.com/office/drawing/2014/main" id="{D2EAB5DF-89D8-4C3C-AF84-059548409E1D}"/>
              </a:ext>
            </a:extLst>
          </p:cNvPr>
          <p:cNvSpPr/>
          <p:nvPr/>
        </p:nvSpPr>
        <p:spPr>
          <a:xfrm>
            <a:off x="6362819" y="4784189"/>
            <a:ext cx="1168757" cy="1110803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Savanat </a:t>
            </a:r>
            <a:endParaRPr lang="sq-XK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p19">
            <a:extLst>
              <a:ext uri="{FF2B5EF4-FFF2-40B4-BE49-F238E27FC236}">
                <a16:creationId xmlns:a16="http://schemas.microsoft.com/office/drawing/2014/main" id="{24C33275-D5A6-42AD-9181-1B1BFFC8FEB3}"/>
              </a:ext>
            </a:extLst>
          </p:cNvPr>
          <p:cNvSpPr/>
          <p:nvPr/>
        </p:nvSpPr>
        <p:spPr>
          <a:xfrm>
            <a:off x="7735595" y="4782145"/>
            <a:ext cx="1168757" cy="1110803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Kullotat  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p20">
            <a:extLst>
              <a:ext uri="{FF2B5EF4-FFF2-40B4-BE49-F238E27FC236}">
                <a16:creationId xmlns:a16="http://schemas.microsoft.com/office/drawing/2014/main" id="{5D3C7ECA-4CF8-4679-A8AB-D3E95E39CA1F}"/>
              </a:ext>
            </a:extLst>
          </p:cNvPr>
          <p:cNvSpPr/>
          <p:nvPr/>
        </p:nvSpPr>
        <p:spPr>
          <a:xfrm>
            <a:off x="9161173" y="4735402"/>
            <a:ext cx="1168757" cy="1110803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Bizoni 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f1">
            <a:extLst>
              <a:ext uri="{FF2B5EF4-FFF2-40B4-BE49-F238E27FC236}">
                <a16:creationId xmlns:a16="http://schemas.microsoft.com/office/drawing/2014/main" id="{75277CEE-D7B3-4F3C-BEFE-49A136C2C607}"/>
              </a:ext>
            </a:extLst>
          </p:cNvPr>
          <p:cNvSpPr/>
          <p:nvPr/>
        </p:nvSpPr>
        <p:spPr>
          <a:xfrm>
            <a:off x="3537267" y="1021457"/>
            <a:ext cx="1168757" cy="111080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f2">
            <a:extLst>
              <a:ext uri="{FF2B5EF4-FFF2-40B4-BE49-F238E27FC236}">
                <a16:creationId xmlns:a16="http://schemas.microsoft.com/office/drawing/2014/main" id="{67833E66-E6D3-4B64-9E65-D5361515F40D}"/>
              </a:ext>
            </a:extLst>
          </p:cNvPr>
          <p:cNvSpPr/>
          <p:nvPr/>
        </p:nvSpPr>
        <p:spPr>
          <a:xfrm>
            <a:off x="4909775" y="1053436"/>
            <a:ext cx="1168757" cy="106460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f3">
            <a:extLst>
              <a:ext uri="{FF2B5EF4-FFF2-40B4-BE49-F238E27FC236}">
                <a16:creationId xmlns:a16="http://schemas.microsoft.com/office/drawing/2014/main" id="{BDD65915-7427-4C4C-9CA4-466623407CEC}"/>
              </a:ext>
            </a:extLst>
          </p:cNvPr>
          <p:cNvSpPr/>
          <p:nvPr/>
        </p:nvSpPr>
        <p:spPr>
          <a:xfrm>
            <a:off x="6334746" y="1018957"/>
            <a:ext cx="1168757" cy="111080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f4">
            <a:extLst>
              <a:ext uri="{FF2B5EF4-FFF2-40B4-BE49-F238E27FC236}">
                <a16:creationId xmlns:a16="http://schemas.microsoft.com/office/drawing/2014/main" id="{9B963240-73E9-43B7-9D04-4407AF579AFF}"/>
              </a:ext>
            </a:extLst>
          </p:cNvPr>
          <p:cNvSpPr/>
          <p:nvPr/>
        </p:nvSpPr>
        <p:spPr>
          <a:xfrm>
            <a:off x="7701284" y="1015849"/>
            <a:ext cx="1168757" cy="111080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f5">
            <a:extLst>
              <a:ext uri="{FF2B5EF4-FFF2-40B4-BE49-F238E27FC236}">
                <a16:creationId xmlns:a16="http://schemas.microsoft.com/office/drawing/2014/main" id="{556473A4-31E2-4823-96F6-9EE9A5EC8D40}"/>
              </a:ext>
            </a:extLst>
          </p:cNvPr>
          <p:cNvSpPr/>
          <p:nvPr/>
        </p:nvSpPr>
        <p:spPr>
          <a:xfrm>
            <a:off x="9090936" y="1014289"/>
            <a:ext cx="1168757" cy="111080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f6">
            <a:extLst>
              <a:ext uri="{FF2B5EF4-FFF2-40B4-BE49-F238E27FC236}">
                <a16:creationId xmlns:a16="http://schemas.microsoft.com/office/drawing/2014/main" id="{FD94C685-591B-4086-BB0F-3C8CB2B26715}"/>
              </a:ext>
            </a:extLst>
          </p:cNvPr>
          <p:cNvSpPr/>
          <p:nvPr/>
        </p:nvSpPr>
        <p:spPr>
          <a:xfrm>
            <a:off x="3533589" y="2225479"/>
            <a:ext cx="1168757" cy="111080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f7">
            <a:extLst>
              <a:ext uri="{FF2B5EF4-FFF2-40B4-BE49-F238E27FC236}">
                <a16:creationId xmlns:a16="http://schemas.microsoft.com/office/drawing/2014/main" id="{73BDD2F9-03CC-4A57-B64A-44F2AEBF4215}"/>
              </a:ext>
            </a:extLst>
          </p:cNvPr>
          <p:cNvSpPr/>
          <p:nvPr/>
        </p:nvSpPr>
        <p:spPr>
          <a:xfrm>
            <a:off x="4940838" y="2247391"/>
            <a:ext cx="1168757" cy="111080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f8">
            <a:extLst>
              <a:ext uri="{FF2B5EF4-FFF2-40B4-BE49-F238E27FC236}">
                <a16:creationId xmlns:a16="http://schemas.microsoft.com/office/drawing/2014/main" id="{C05DDA8A-6BC3-4D60-B6E8-C4C099B4E792}"/>
              </a:ext>
            </a:extLst>
          </p:cNvPr>
          <p:cNvSpPr/>
          <p:nvPr/>
        </p:nvSpPr>
        <p:spPr>
          <a:xfrm>
            <a:off x="6312207" y="2227543"/>
            <a:ext cx="1168757" cy="111080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f9">
            <a:extLst>
              <a:ext uri="{FF2B5EF4-FFF2-40B4-BE49-F238E27FC236}">
                <a16:creationId xmlns:a16="http://schemas.microsoft.com/office/drawing/2014/main" id="{FD4EE956-43FC-48BC-BD2D-1260CE520AAE}"/>
              </a:ext>
            </a:extLst>
          </p:cNvPr>
          <p:cNvSpPr/>
          <p:nvPr/>
        </p:nvSpPr>
        <p:spPr>
          <a:xfrm>
            <a:off x="7706344" y="2239132"/>
            <a:ext cx="1168757" cy="111080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f10">
            <a:extLst>
              <a:ext uri="{FF2B5EF4-FFF2-40B4-BE49-F238E27FC236}">
                <a16:creationId xmlns:a16="http://schemas.microsoft.com/office/drawing/2014/main" id="{DDF5C57D-B30A-4DBD-A088-A202D8D0730C}"/>
              </a:ext>
            </a:extLst>
          </p:cNvPr>
          <p:cNvSpPr/>
          <p:nvPr/>
        </p:nvSpPr>
        <p:spPr>
          <a:xfrm>
            <a:off x="9064602" y="2286498"/>
            <a:ext cx="1168757" cy="111080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f11">
            <a:extLst>
              <a:ext uri="{FF2B5EF4-FFF2-40B4-BE49-F238E27FC236}">
                <a16:creationId xmlns:a16="http://schemas.microsoft.com/office/drawing/2014/main" id="{D707958A-B2F1-43DB-8C61-6E7B41E5A89B}"/>
              </a:ext>
            </a:extLst>
          </p:cNvPr>
          <p:cNvSpPr/>
          <p:nvPr/>
        </p:nvSpPr>
        <p:spPr>
          <a:xfrm>
            <a:off x="3638229" y="3512379"/>
            <a:ext cx="1168757" cy="111080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f12">
            <a:extLst>
              <a:ext uri="{FF2B5EF4-FFF2-40B4-BE49-F238E27FC236}">
                <a16:creationId xmlns:a16="http://schemas.microsoft.com/office/drawing/2014/main" id="{C0F1D52A-F3E3-44D3-B26E-E6545D5DE20E}"/>
              </a:ext>
            </a:extLst>
          </p:cNvPr>
          <p:cNvSpPr/>
          <p:nvPr/>
        </p:nvSpPr>
        <p:spPr>
          <a:xfrm>
            <a:off x="4924599" y="3489347"/>
            <a:ext cx="1168757" cy="111080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f13">
            <a:extLst>
              <a:ext uri="{FF2B5EF4-FFF2-40B4-BE49-F238E27FC236}">
                <a16:creationId xmlns:a16="http://schemas.microsoft.com/office/drawing/2014/main" id="{0E28D991-A47D-48FD-999F-44163909D8D0}"/>
              </a:ext>
            </a:extLst>
          </p:cNvPr>
          <p:cNvSpPr/>
          <p:nvPr/>
        </p:nvSpPr>
        <p:spPr>
          <a:xfrm>
            <a:off x="6321866" y="3507357"/>
            <a:ext cx="1168757" cy="111080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f14">
            <a:extLst>
              <a:ext uri="{FF2B5EF4-FFF2-40B4-BE49-F238E27FC236}">
                <a16:creationId xmlns:a16="http://schemas.microsoft.com/office/drawing/2014/main" id="{C63CDAA4-FCBF-47FC-8A17-FFCF2B55632E}"/>
              </a:ext>
            </a:extLst>
          </p:cNvPr>
          <p:cNvSpPr/>
          <p:nvPr/>
        </p:nvSpPr>
        <p:spPr>
          <a:xfrm>
            <a:off x="7719133" y="3493351"/>
            <a:ext cx="1168757" cy="111080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f15">
            <a:extLst>
              <a:ext uri="{FF2B5EF4-FFF2-40B4-BE49-F238E27FC236}">
                <a16:creationId xmlns:a16="http://schemas.microsoft.com/office/drawing/2014/main" id="{3C81652D-5D9C-47B3-9B3C-A8C08745CF1D}"/>
              </a:ext>
            </a:extLst>
          </p:cNvPr>
          <p:cNvSpPr/>
          <p:nvPr/>
        </p:nvSpPr>
        <p:spPr>
          <a:xfrm>
            <a:off x="9103703" y="3476398"/>
            <a:ext cx="1168757" cy="111080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f17">
            <a:extLst>
              <a:ext uri="{FF2B5EF4-FFF2-40B4-BE49-F238E27FC236}">
                <a16:creationId xmlns:a16="http://schemas.microsoft.com/office/drawing/2014/main" id="{E37E639C-864E-4FB8-8079-CF2F60C5B80D}"/>
              </a:ext>
            </a:extLst>
          </p:cNvPr>
          <p:cNvSpPr/>
          <p:nvPr/>
        </p:nvSpPr>
        <p:spPr>
          <a:xfrm>
            <a:off x="4948928" y="4749111"/>
            <a:ext cx="1168757" cy="111080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f18">
            <a:extLst>
              <a:ext uri="{FF2B5EF4-FFF2-40B4-BE49-F238E27FC236}">
                <a16:creationId xmlns:a16="http://schemas.microsoft.com/office/drawing/2014/main" id="{85A657EC-4FDA-4DB6-8D20-E0AC997E7580}"/>
              </a:ext>
            </a:extLst>
          </p:cNvPr>
          <p:cNvSpPr/>
          <p:nvPr/>
        </p:nvSpPr>
        <p:spPr>
          <a:xfrm>
            <a:off x="6345944" y="4800684"/>
            <a:ext cx="1132303" cy="111080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f19">
            <a:extLst>
              <a:ext uri="{FF2B5EF4-FFF2-40B4-BE49-F238E27FC236}">
                <a16:creationId xmlns:a16="http://schemas.microsoft.com/office/drawing/2014/main" id="{CD1D8B86-9263-42F3-AA0C-093B6CB224A1}"/>
              </a:ext>
            </a:extLst>
          </p:cNvPr>
          <p:cNvSpPr/>
          <p:nvPr/>
        </p:nvSpPr>
        <p:spPr>
          <a:xfrm>
            <a:off x="7682266" y="4800684"/>
            <a:ext cx="1168757" cy="111080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f20">
            <a:extLst>
              <a:ext uri="{FF2B5EF4-FFF2-40B4-BE49-F238E27FC236}">
                <a16:creationId xmlns:a16="http://schemas.microsoft.com/office/drawing/2014/main" id="{42A1D0E8-C195-42E1-9936-9BF9BE5A3BA9}"/>
              </a:ext>
            </a:extLst>
          </p:cNvPr>
          <p:cNvSpPr/>
          <p:nvPr/>
        </p:nvSpPr>
        <p:spPr>
          <a:xfrm>
            <a:off x="9103703" y="4753941"/>
            <a:ext cx="1168757" cy="111080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f16">
            <a:extLst>
              <a:ext uri="{FF2B5EF4-FFF2-40B4-BE49-F238E27FC236}">
                <a16:creationId xmlns:a16="http://schemas.microsoft.com/office/drawing/2014/main" id="{5A13922A-8408-4756-AB25-5D49507D999A}"/>
              </a:ext>
            </a:extLst>
          </p:cNvPr>
          <p:cNvSpPr/>
          <p:nvPr/>
        </p:nvSpPr>
        <p:spPr>
          <a:xfrm>
            <a:off x="3544797" y="4778087"/>
            <a:ext cx="1168757" cy="111080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FE72DFF-4C10-4BA3-A439-9E83C22BD450}"/>
              </a:ext>
            </a:extLst>
          </p:cNvPr>
          <p:cNvSpPr/>
          <p:nvPr/>
        </p:nvSpPr>
        <p:spPr>
          <a:xfrm>
            <a:off x="2070526" y="2525871"/>
            <a:ext cx="1206242" cy="1223644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Rifillo</a:t>
            </a:r>
            <a:endParaRPr lang="sq-XK" sz="2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60F33E7-8DA8-444A-8BE9-7BF70239E6D8}"/>
              </a:ext>
            </a:extLst>
          </p:cNvPr>
          <p:cNvSpPr txBox="1"/>
          <p:nvPr/>
        </p:nvSpPr>
        <p:spPr>
          <a:xfrm>
            <a:off x="1585581" y="1103201"/>
            <a:ext cx="2110116" cy="110799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Loja </a:t>
            </a:r>
            <a:endParaRPr lang="sq-AL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sq-AL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baj mend</a:t>
            </a:r>
            <a:endParaRPr lang="sq-XK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892D936-6C56-4F84-8695-56C05D5B9410}"/>
              </a:ext>
            </a:extLst>
          </p:cNvPr>
          <p:cNvSpPr/>
          <p:nvPr/>
        </p:nvSpPr>
        <p:spPr>
          <a:xfrm>
            <a:off x="1884606" y="3875740"/>
            <a:ext cx="1526645" cy="706329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A0073F9-6051-425D-AA09-D53F38B6A78D}"/>
              </a:ext>
            </a:extLst>
          </p:cNvPr>
          <p:cNvSpPr/>
          <p:nvPr/>
        </p:nvSpPr>
        <p:spPr>
          <a:xfrm>
            <a:off x="1970328" y="4870630"/>
            <a:ext cx="1526645" cy="706329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764425-A452-4248-8D93-DE26CD8598C5}"/>
              </a:ext>
            </a:extLst>
          </p:cNvPr>
          <p:cNvSpPr txBox="1"/>
          <p:nvPr/>
        </p:nvSpPr>
        <p:spPr>
          <a:xfrm>
            <a:off x="1702904" y="857251"/>
            <a:ext cx="6639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N. Guri</a:t>
            </a:r>
            <a:endParaRPr lang="sq-XK" sz="1350" dirty="0"/>
          </a:p>
        </p:txBody>
      </p:sp>
    </p:spTree>
    <p:extLst>
      <p:ext uri="{BB962C8B-B14F-4D97-AF65-F5344CB8AC3E}">
        <p14:creationId xmlns:p14="http://schemas.microsoft.com/office/powerpoint/2010/main" val="28781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2" grpId="2" animBg="1"/>
      <p:bldP spid="23" grpId="0" animBg="1"/>
      <p:bldP spid="23" grpId="1" animBg="1"/>
      <p:bldP spid="23" grpId="2" animBg="1"/>
      <p:bldP spid="24" grpId="0" animBg="1"/>
      <p:bldP spid="24" grpId="1" animBg="1"/>
      <p:bldP spid="24" grpId="2" animBg="1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">
            <a:extLst>
              <a:ext uri="{FF2B5EF4-FFF2-40B4-BE49-F238E27FC236}">
                <a16:creationId xmlns:a16="http://schemas.microsoft.com/office/drawing/2014/main" id="{E998BE69-181D-44A6-9579-ABF78F2D886E}"/>
              </a:ext>
            </a:extLst>
          </p:cNvPr>
          <p:cNvSpPr/>
          <p:nvPr/>
        </p:nvSpPr>
        <p:spPr>
          <a:xfrm>
            <a:off x="3668333" y="987651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Ariu polar</a:t>
            </a:r>
            <a:endParaRPr lang="sq-XK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p2">
            <a:extLst>
              <a:ext uri="{FF2B5EF4-FFF2-40B4-BE49-F238E27FC236}">
                <a16:creationId xmlns:a16="http://schemas.microsoft.com/office/drawing/2014/main" id="{D2E8A673-8AE6-4A3D-9C3C-3D6BE43376B2}"/>
              </a:ext>
            </a:extLst>
          </p:cNvPr>
          <p:cNvSpPr/>
          <p:nvPr/>
        </p:nvSpPr>
        <p:spPr>
          <a:xfrm>
            <a:off x="4981979" y="987651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Tundrat 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3">
            <a:extLst>
              <a:ext uri="{FF2B5EF4-FFF2-40B4-BE49-F238E27FC236}">
                <a16:creationId xmlns:a16="http://schemas.microsoft.com/office/drawing/2014/main" id="{851A6938-5137-45AB-B5F3-935BE7310B57}"/>
              </a:ext>
            </a:extLst>
          </p:cNvPr>
          <p:cNvSpPr/>
          <p:nvPr/>
        </p:nvSpPr>
        <p:spPr>
          <a:xfrm>
            <a:off x="6372897" y="987651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Stepat </a:t>
            </a:r>
            <a:endParaRPr lang="sq-XK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p4">
            <a:extLst>
              <a:ext uri="{FF2B5EF4-FFF2-40B4-BE49-F238E27FC236}">
                <a16:creationId xmlns:a16="http://schemas.microsoft.com/office/drawing/2014/main" id="{CE764EF3-AD89-4B4A-9051-0326071E68CB}"/>
              </a:ext>
            </a:extLst>
          </p:cNvPr>
          <p:cNvSpPr/>
          <p:nvPr/>
        </p:nvSpPr>
        <p:spPr>
          <a:xfrm>
            <a:off x="7763816" y="987651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Savanat </a:t>
            </a:r>
            <a:endParaRPr lang="sq-XK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p5">
            <a:extLst>
              <a:ext uri="{FF2B5EF4-FFF2-40B4-BE49-F238E27FC236}">
                <a16:creationId xmlns:a16="http://schemas.microsoft.com/office/drawing/2014/main" id="{288B0FE4-DBEB-40CD-8D38-C4627878E601}"/>
              </a:ext>
            </a:extLst>
          </p:cNvPr>
          <p:cNvSpPr/>
          <p:nvPr/>
        </p:nvSpPr>
        <p:spPr>
          <a:xfrm>
            <a:off x="9154734" y="987651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Livadhet  </a:t>
            </a:r>
            <a:endParaRPr lang="sq-XK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p6">
            <a:extLst>
              <a:ext uri="{FF2B5EF4-FFF2-40B4-BE49-F238E27FC236}">
                <a16:creationId xmlns:a16="http://schemas.microsoft.com/office/drawing/2014/main" id="{43ED4A44-741C-494C-8717-2969C7DD6233}"/>
              </a:ext>
            </a:extLst>
          </p:cNvPr>
          <p:cNvSpPr/>
          <p:nvPr/>
        </p:nvSpPr>
        <p:spPr>
          <a:xfrm>
            <a:off x="3668333" y="2233682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Kullotat  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p7">
            <a:extLst>
              <a:ext uri="{FF2B5EF4-FFF2-40B4-BE49-F238E27FC236}">
                <a16:creationId xmlns:a16="http://schemas.microsoft.com/office/drawing/2014/main" id="{08295B50-A9AD-4E6A-984D-8AC13C0BF5B6}"/>
              </a:ext>
            </a:extLst>
          </p:cNvPr>
          <p:cNvSpPr/>
          <p:nvPr/>
        </p:nvSpPr>
        <p:spPr>
          <a:xfrm>
            <a:off x="4981978" y="2233682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Rinorqeronti </a:t>
            </a:r>
            <a:endParaRPr lang="sq-XK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p8">
            <a:extLst>
              <a:ext uri="{FF2B5EF4-FFF2-40B4-BE49-F238E27FC236}">
                <a16:creationId xmlns:a16="http://schemas.microsoft.com/office/drawing/2014/main" id="{CFA104D9-3D7E-4D85-B258-9563EC562A06}"/>
              </a:ext>
            </a:extLst>
          </p:cNvPr>
          <p:cNvSpPr/>
          <p:nvPr/>
        </p:nvSpPr>
        <p:spPr>
          <a:xfrm>
            <a:off x="6372896" y="2233682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Livadhet  </a:t>
            </a:r>
            <a:endParaRPr lang="sq-XK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p9">
            <a:extLst>
              <a:ext uri="{FF2B5EF4-FFF2-40B4-BE49-F238E27FC236}">
                <a16:creationId xmlns:a16="http://schemas.microsoft.com/office/drawing/2014/main" id="{79C951AF-FD5D-4E69-B63B-21C91AD4CE87}"/>
              </a:ext>
            </a:extLst>
          </p:cNvPr>
          <p:cNvSpPr/>
          <p:nvPr/>
        </p:nvSpPr>
        <p:spPr>
          <a:xfrm>
            <a:off x="7767035" y="2233682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Elefanti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sq-XK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p10">
            <a:extLst>
              <a:ext uri="{FF2B5EF4-FFF2-40B4-BE49-F238E27FC236}">
                <a16:creationId xmlns:a16="http://schemas.microsoft.com/office/drawing/2014/main" id="{7667FAE3-6B20-43C6-B338-68279CEB76E6}"/>
              </a:ext>
            </a:extLst>
          </p:cNvPr>
          <p:cNvSpPr/>
          <p:nvPr/>
        </p:nvSpPr>
        <p:spPr>
          <a:xfrm>
            <a:off x="9161173" y="2233682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Zebrat  </a:t>
            </a:r>
            <a:endParaRPr lang="sq-XK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p11">
            <a:extLst>
              <a:ext uri="{FF2B5EF4-FFF2-40B4-BE49-F238E27FC236}">
                <a16:creationId xmlns:a16="http://schemas.microsoft.com/office/drawing/2014/main" id="{EE0B6145-D147-41B8-ABD2-FB53559325CD}"/>
              </a:ext>
            </a:extLst>
          </p:cNvPr>
          <p:cNvSpPr/>
          <p:nvPr/>
        </p:nvSpPr>
        <p:spPr>
          <a:xfrm>
            <a:off x="3665113" y="3479712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Savanat  </a:t>
            </a:r>
            <a:endParaRPr lang="sq-XK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p12">
            <a:extLst>
              <a:ext uri="{FF2B5EF4-FFF2-40B4-BE49-F238E27FC236}">
                <a16:creationId xmlns:a16="http://schemas.microsoft.com/office/drawing/2014/main" id="{B7257143-87FF-4AD7-98D1-389B7C6C20F8}"/>
              </a:ext>
            </a:extLst>
          </p:cNvPr>
          <p:cNvSpPr/>
          <p:nvPr/>
        </p:nvSpPr>
        <p:spPr>
          <a:xfrm>
            <a:off x="4981978" y="3479712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Bizoni  </a:t>
            </a:r>
            <a:endParaRPr lang="sq-XK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p13">
            <a:extLst>
              <a:ext uri="{FF2B5EF4-FFF2-40B4-BE49-F238E27FC236}">
                <a16:creationId xmlns:a16="http://schemas.microsoft.com/office/drawing/2014/main" id="{BE278341-2ABF-41C4-A29A-CB8251181EF8}"/>
              </a:ext>
            </a:extLst>
          </p:cNvPr>
          <p:cNvSpPr/>
          <p:nvPr/>
        </p:nvSpPr>
        <p:spPr>
          <a:xfrm>
            <a:off x="6372896" y="3479712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Tundrat </a:t>
            </a:r>
            <a:endParaRPr lang="sq-XK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p14">
            <a:extLst>
              <a:ext uri="{FF2B5EF4-FFF2-40B4-BE49-F238E27FC236}">
                <a16:creationId xmlns:a16="http://schemas.microsoft.com/office/drawing/2014/main" id="{6C256C78-6A6C-4C98-A208-C30C913BC470}"/>
              </a:ext>
            </a:extLst>
          </p:cNvPr>
          <p:cNvSpPr/>
          <p:nvPr/>
        </p:nvSpPr>
        <p:spPr>
          <a:xfrm>
            <a:off x="7763815" y="3479712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Ariu polar </a:t>
            </a:r>
            <a:endParaRPr lang="sq-XK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p15">
            <a:extLst>
              <a:ext uri="{FF2B5EF4-FFF2-40B4-BE49-F238E27FC236}">
                <a16:creationId xmlns:a16="http://schemas.microsoft.com/office/drawing/2014/main" id="{FA1DC1ED-8974-443A-AAD6-7354AB70F12D}"/>
              </a:ext>
            </a:extLst>
          </p:cNvPr>
          <p:cNvSpPr/>
          <p:nvPr/>
        </p:nvSpPr>
        <p:spPr>
          <a:xfrm>
            <a:off x="9154733" y="3479712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Kullotat  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p16">
            <a:extLst>
              <a:ext uri="{FF2B5EF4-FFF2-40B4-BE49-F238E27FC236}">
                <a16:creationId xmlns:a16="http://schemas.microsoft.com/office/drawing/2014/main" id="{B1012AE1-CE11-439E-B799-541D22263670}"/>
              </a:ext>
            </a:extLst>
          </p:cNvPr>
          <p:cNvSpPr/>
          <p:nvPr/>
        </p:nvSpPr>
        <p:spPr>
          <a:xfrm>
            <a:off x="3665113" y="4754720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Elefanti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sq-XK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p17">
            <a:extLst>
              <a:ext uri="{FF2B5EF4-FFF2-40B4-BE49-F238E27FC236}">
                <a16:creationId xmlns:a16="http://schemas.microsoft.com/office/drawing/2014/main" id="{72B129B9-A7C8-4357-B8E0-5D0289C7D120}"/>
              </a:ext>
            </a:extLst>
          </p:cNvPr>
          <p:cNvSpPr/>
          <p:nvPr/>
        </p:nvSpPr>
        <p:spPr>
          <a:xfrm>
            <a:off x="4981979" y="4725743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Stepat  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p18">
            <a:extLst>
              <a:ext uri="{FF2B5EF4-FFF2-40B4-BE49-F238E27FC236}">
                <a16:creationId xmlns:a16="http://schemas.microsoft.com/office/drawing/2014/main" id="{D2EAB5DF-89D8-4C3C-AF84-059548409E1D}"/>
              </a:ext>
            </a:extLst>
          </p:cNvPr>
          <p:cNvSpPr/>
          <p:nvPr/>
        </p:nvSpPr>
        <p:spPr>
          <a:xfrm>
            <a:off x="6372896" y="4735402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Zebrat 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p19">
            <a:extLst>
              <a:ext uri="{FF2B5EF4-FFF2-40B4-BE49-F238E27FC236}">
                <a16:creationId xmlns:a16="http://schemas.microsoft.com/office/drawing/2014/main" id="{24C33275-D5A6-42AD-9181-1B1BFFC8FEB3}"/>
              </a:ext>
            </a:extLst>
          </p:cNvPr>
          <p:cNvSpPr/>
          <p:nvPr/>
        </p:nvSpPr>
        <p:spPr>
          <a:xfrm>
            <a:off x="7763815" y="4725743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Rinorqeronti </a:t>
            </a:r>
            <a:endParaRPr lang="sq-XK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p20">
            <a:extLst>
              <a:ext uri="{FF2B5EF4-FFF2-40B4-BE49-F238E27FC236}">
                <a16:creationId xmlns:a16="http://schemas.microsoft.com/office/drawing/2014/main" id="{5D3C7ECA-4CF8-4679-A8AB-D3E95E39CA1F}"/>
              </a:ext>
            </a:extLst>
          </p:cNvPr>
          <p:cNvSpPr/>
          <p:nvPr/>
        </p:nvSpPr>
        <p:spPr>
          <a:xfrm>
            <a:off x="9161173" y="4735402"/>
            <a:ext cx="1168757" cy="111080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Bizoni  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f1">
            <a:extLst>
              <a:ext uri="{FF2B5EF4-FFF2-40B4-BE49-F238E27FC236}">
                <a16:creationId xmlns:a16="http://schemas.microsoft.com/office/drawing/2014/main" id="{75277CEE-D7B3-4F3C-BEFE-49A136C2C607}"/>
              </a:ext>
            </a:extLst>
          </p:cNvPr>
          <p:cNvSpPr/>
          <p:nvPr/>
        </p:nvSpPr>
        <p:spPr>
          <a:xfrm>
            <a:off x="3507259" y="974846"/>
            <a:ext cx="1210348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f2">
            <a:extLst>
              <a:ext uri="{FF2B5EF4-FFF2-40B4-BE49-F238E27FC236}">
                <a16:creationId xmlns:a16="http://schemas.microsoft.com/office/drawing/2014/main" id="{67833E66-E6D3-4B64-9E65-D5361515F40D}"/>
              </a:ext>
            </a:extLst>
          </p:cNvPr>
          <p:cNvSpPr/>
          <p:nvPr/>
        </p:nvSpPr>
        <p:spPr>
          <a:xfrm>
            <a:off x="4904298" y="974847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f3">
            <a:extLst>
              <a:ext uri="{FF2B5EF4-FFF2-40B4-BE49-F238E27FC236}">
                <a16:creationId xmlns:a16="http://schemas.microsoft.com/office/drawing/2014/main" id="{BDD65915-7427-4C4C-9CA4-466623407CEC}"/>
              </a:ext>
            </a:extLst>
          </p:cNvPr>
          <p:cNvSpPr/>
          <p:nvPr/>
        </p:nvSpPr>
        <p:spPr>
          <a:xfrm>
            <a:off x="6240066" y="963369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f4">
            <a:extLst>
              <a:ext uri="{FF2B5EF4-FFF2-40B4-BE49-F238E27FC236}">
                <a16:creationId xmlns:a16="http://schemas.microsoft.com/office/drawing/2014/main" id="{9B963240-73E9-43B7-9D04-4407AF579AFF}"/>
              </a:ext>
            </a:extLst>
          </p:cNvPr>
          <p:cNvSpPr/>
          <p:nvPr/>
        </p:nvSpPr>
        <p:spPr>
          <a:xfrm>
            <a:off x="7655469" y="974847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f5">
            <a:extLst>
              <a:ext uri="{FF2B5EF4-FFF2-40B4-BE49-F238E27FC236}">
                <a16:creationId xmlns:a16="http://schemas.microsoft.com/office/drawing/2014/main" id="{556473A4-31E2-4823-96F6-9EE9A5EC8D40}"/>
              </a:ext>
            </a:extLst>
          </p:cNvPr>
          <p:cNvSpPr/>
          <p:nvPr/>
        </p:nvSpPr>
        <p:spPr>
          <a:xfrm>
            <a:off x="9070872" y="979676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f6">
            <a:extLst>
              <a:ext uri="{FF2B5EF4-FFF2-40B4-BE49-F238E27FC236}">
                <a16:creationId xmlns:a16="http://schemas.microsoft.com/office/drawing/2014/main" id="{FD94C685-591B-4086-BB0F-3C8CB2B26715}"/>
              </a:ext>
            </a:extLst>
          </p:cNvPr>
          <p:cNvSpPr/>
          <p:nvPr/>
        </p:nvSpPr>
        <p:spPr>
          <a:xfrm>
            <a:off x="3535502" y="2196730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f7">
            <a:extLst>
              <a:ext uri="{FF2B5EF4-FFF2-40B4-BE49-F238E27FC236}">
                <a16:creationId xmlns:a16="http://schemas.microsoft.com/office/drawing/2014/main" id="{73BDD2F9-03CC-4A57-B64A-44F2AEBF4215}"/>
              </a:ext>
            </a:extLst>
          </p:cNvPr>
          <p:cNvSpPr/>
          <p:nvPr/>
        </p:nvSpPr>
        <p:spPr>
          <a:xfrm>
            <a:off x="4914219" y="2224273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f8">
            <a:extLst>
              <a:ext uri="{FF2B5EF4-FFF2-40B4-BE49-F238E27FC236}">
                <a16:creationId xmlns:a16="http://schemas.microsoft.com/office/drawing/2014/main" id="{C05DDA8A-6BC3-4D60-B6E8-C4C099B4E792}"/>
              </a:ext>
            </a:extLst>
          </p:cNvPr>
          <p:cNvSpPr/>
          <p:nvPr/>
        </p:nvSpPr>
        <p:spPr>
          <a:xfrm>
            <a:off x="6240066" y="2209399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f9">
            <a:extLst>
              <a:ext uri="{FF2B5EF4-FFF2-40B4-BE49-F238E27FC236}">
                <a16:creationId xmlns:a16="http://schemas.microsoft.com/office/drawing/2014/main" id="{FD4EE956-43FC-48BC-BD2D-1260CE520AAE}"/>
              </a:ext>
            </a:extLst>
          </p:cNvPr>
          <p:cNvSpPr/>
          <p:nvPr/>
        </p:nvSpPr>
        <p:spPr>
          <a:xfrm>
            <a:off x="7684398" y="2199251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f10">
            <a:extLst>
              <a:ext uri="{FF2B5EF4-FFF2-40B4-BE49-F238E27FC236}">
                <a16:creationId xmlns:a16="http://schemas.microsoft.com/office/drawing/2014/main" id="{DDF5C57D-B30A-4DBD-A088-A202D8D0730C}"/>
              </a:ext>
            </a:extLst>
          </p:cNvPr>
          <p:cNvSpPr/>
          <p:nvPr/>
        </p:nvSpPr>
        <p:spPr>
          <a:xfrm>
            <a:off x="9070872" y="2196730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f11">
            <a:extLst>
              <a:ext uri="{FF2B5EF4-FFF2-40B4-BE49-F238E27FC236}">
                <a16:creationId xmlns:a16="http://schemas.microsoft.com/office/drawing/2014/main" id="{D707958A-B2F1-43DB-8C61-6E7B41E5A89B}"/>
              </a:ext>
            </a:extLst>
          </p:cNvPr>
          <p:cNvSpPr/>
          <p:nvPr/>
        </p:nvSpPr>
        <p:spPr>
          <a:xfrm>
            <a:off x="3579792" y="3471737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f12">
            <a:extLst>
              <a:ext uri="{FF2B5EF4-FFF2-40B4-BE49-F238E27FC236}">
                <a16:creationId xmlns:a16="http://schemas.microsoft.com/office/drawing/2014/main" id="{C0F1D52A-F3E3-44D3-B26E-E6545D5DE20E}"/>
              </a:ext>
            </a:extLst>
          </p:cNvPr>
          <p:cNvSpPr/>
          <p:nvPr/>
        </p:nvSpPr>
        <p:spPr>
          <a:xfrm>
            <a:off x="4893092" y="3455430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f13">
            <a:extLst>
              <a:ext uri="{FF2B5EF4-FFF2-40B4-BE49-F238E27FC236}">
                <a16:creationId xmlns:a16="http://schemas.microsoft.com/office/drawing/2014/main" id="{0E28D991-A47D-48FD-999F-44163909D8D0}"/>
              </a:ext>
            </a:extLst>
          </p:cNvPr>
          <p:cNvSpPr/>
          <p:nvPr/>
        </p:nvSpPr>
        <p:spPr>
          <a:xfrm>
            <a:off x="6270990" y="3455430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f14">
            <a:extLst>
              <a:ext uri="{FF2B5EF4-FFF2-40B4-BE49-F238E27FC236}">
                <a16:creationId xmlns:a16="http://schemas.microsoft.com/office/drawing/2014/main" id="{C63CDAA4-FCBF-47FC-8A17-FFCF2B55632E}"/>
              </a:ext>
            </a:extLst>
          </p:cNvPr>
          <p:cNvSpPr/>
          <p:nvPr/>
        </p:nvSpPr>
        <p:spPr>
          <a:xfrm>
            <a:off x="7655470" y="3476566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f15">
            <a:extLst>
              <a:ext uri="{FF2B5EF4-FFF2-40B4-BE49-F238E27FC236}">
                <a16:creationId xmlns:a16="http://schemas.microsoft.com/office/drawing/2014/main" id="{3C81652D-5D9C-47B3-9B3C-A8C08745CF1D}"/>
              </a:ext>
            </a:extLst>
          </p:cNvPr>
          <p:cNvSpPr/>
          <p:nvPr/>
        </p:nvSpPr>
        <p:spPr>
          <a:xfrm>
            <a:off x="9059268" y="3442760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f16">
            <a:extLst>
              <a:ext uri="{FF2B5EF4-FFF2-40B4-BE49-F238E27FC236}">
                <a16:creationId xmlns:a16="http://schemas.microsoft.com/office/drawing/2014/main" id="{5A13922A-8408-4756-AB25-5D49507D999A}"/>
              </a:ext>
            </a:extLst>
          </p:cNvPr>
          <p:cNvSpPr/>
          <p:nvPr/>
        </p:nvSpPr>
        <p:spPr>
          <a:xfrm>
            <a:off x="3520140" y="4724555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f17">
            <a:extLst>
              <a:ext uri="{FF2B5EF4-FFF2-40B4-BE49-F238E27FC236}">
                <a16:creationId xmlns:a16="http://schemas.microsoft.com/office/drawing/2014/main" id="{E37E639C-864E-4FB8-8079-CF2F60C5B80D}"/>
              </a:ext>
            </a:extLst>
          </p:cNvPr>
          <p:cNvSpPr/>
          <p:nvPr/>
        </p:nvSpPr>
        <p:spPr>
          <a:xfrm>
            <a:off x="4904298" y="4664929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f18">
            <a:extLst>
              <a:ext uri="{FF2B5EF4-FFF2-40B4-BE49-F238E27FC236}">
                <a16:creationId xmlns:a16="http://schemas.microsoft.com/office/drawing/2014/main" id="{85A657EC-4FDA-4DB6-8D20-E0AC997E7580}"/>
              </a:ext>
            </a:extLst>
          </p:cNvPr>
          <p:cNvSpPr/>
          <p:nvPr/>
        </p:nvSpPr>
        <p:spPr>
          <a:xfrm>
            <a:off x="6288455" y="4724555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f19">
            <a:extLst>
              <a:ext uri="{FF2B5EF4-FFF2-40B4-BE49-F238E27FC236}">
                <a16:creationId xmlns:a16="http://schemas.microsoft.com/office/drawing/2014/main" id="{CD1D8B86-9263-42F3-AA0C-093B6CB224A1}"/>
              </a:ext>
            </a:extLst>
          </p:cNvPr>
          <p:cNvSpPr/>
          <p:nvPr/>
        </p:nvSpPr>
        <p:spPr>
          <a:xfrm>
            <a:off x="7699090" y="4664929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f20">
            <a:extLst>
              <a:ext uri="{FF2B5EF4-FFF2-40B4-BE49-F238E27FC236}">
                <a16:creationId xmlns:a16="http://schemas.microsoft.com/office/drawing/2014/main" id="{42A1D0E8-C195-42E1-9936-9BF9BE5A3BA9}"/>
              </a:ext>
            </a:extLst>
          </p:cNvPr>
          <p:cNvSpPr/>
          <p:nvPr/>
        </p:nvSpPr>
        <p:spPr>
          <a:xfrm>
            <a:off x="9076731" y="4711607"/>
            <a:ext cx="1168757" cy="111080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FE72DFF-4C10-4BA3-A439-9E83C22BD450}"/>
              </a:ext>
            </a:extLst>
          </p:cNvPr>
          <p:cNvSpPr/>
          <p:nvPr/>
        </p:nvSpPr>
        <p:spPr>
          <a:xfrm>
            <a:off x="2070525" y="2525871"/>
            <a:ext cx="1236376" cy="118807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Rifillo</a:t>
            </a:r>
            <a:endParaRPr lang="sq-XK" sz="2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60F33E7-8DA8-444A-8BE9-7BF70239E6D8}"/>
              </a:ext>
            </a:extLst>
          </p:cNvPr>
          <p:cNvSpPr txBox="1"/>
          <p:nvPr/>
        </p:nvSpPr>
        <p:spPr>
          <a:xfrm>
            <a:off x="1585582" y="1123079"/>
            <a:ext cx="2162831" cy="110799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Loja </a:t>
            </a:r>
            <a:endParaRPr lang="sq-AL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sq-AL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baj mend</a:t>
            </a:r>
            <a:endParaRPr lang="sq-XK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892D936-6C56-4F84-8695-56C05D5B9410}"/>
              </a:ext>
            </a:extLst>
          </p:cNvPr>
          <p:cNvSpPr/>
          <p:nvPr/>
        </p:nvSpPr>
        <p:spPr>
          <a:xfrm>
            <a:off x="1884604" y="3875739"/>
            <a:ext cx="1564784" cy="68579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A0073F9-6051-425D-AA09-D53F38B6A78D}"/>
              </a:ext>
            </a:extLst>
          </p:cNvPr>
          <p:cNvSpPr/>
          <p:nvPr/>
        </p:nvSpPr>
        <p:spPr>
          <a:xfrm>
            <a:off x="1970326" y="4870629"/>
            <a:ext cx="1564784" cy="68579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C924A6-FE57-4241-828E-997BBA9B8DAD}"/>
              </a:ext>
            </a:extLst>
          </p:cNvPr>
          <p:cNvSpPr txBox="1"/>
          <p:nvPr/>
        </p:nvSpPr>
        <p:spPr>
          <a:xfrm>
            <a:off x="1585581" y="857250"/>
            <a:ext cx="8428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N. Guri</a:t>
            </a:r>
            <a:endParaRPr lang="sq-XK" sz="1350" dirty="0"/>
          </a:p>
        </p:txBody>
      </p:sp>
    </p:spTree>
    <p:extLst>
      <p:ext uri="{BB962C8B-B14F-4D97-AF65-F5344CB8AC3E}">
        <p14:creationId xmlns:p14="http://schemas.microsoft.com/office/powerpoint/2010/main" val="3016412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2" grpId="2" animBg="1"/>
      <p:bldP spid="23" grpId="0" animBg="1"/>
      <p:bldP spid="23" grpId="1" animBg="1"/>
      <p:bldP spid="23" grpId="2" animBg="1"/>
      <p:bldP spid="24" grpId="0" animBg="1"/>
      <p:bldP spid="24" grpId="1" animBg="1"/>
      <p:bldP spid="24" grpId="2" animBg="1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41" grpId="0" animBg="1"/>
      <p:bldP spid="41" grpId="1" animBg="1"/>
      <p:bldP spid="41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CA761870-D06A-62F9-C96E-A175A19EDA3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40710" y="1272029"/>
            <a:ext cx="6206823" cy="4121062"/>
          </a:xfrm>
          <a:prstGeom prst="rect">
            <a:avLst/>
          </a:prstGeom>
        </p:spPr>
      </p:pic>
      <p:sp>
        <p:nvSpPr>
          <p:cNvPr id="22" name="f1">
            <a:extLst>
              <a:ext uri="{FF2B5EF4-FFF2-40B4-BE49-F238E27FC236}">
                <a16:creationId xmlns:a16="http://schemas.microsoft.com/office/drawing/2014/main" id="{75277CEE-D7B3-4F3C-BEFE-49A136C2C607}"/>
              </a:ext>
            </a:extLst>
          </p:cNvPr>
          <p:cNvSpPr/>
          <p:nvPr/>
        </p:nvSpPr>
        <p:spPr>
          <a:xfrm>
            <a:off x="3894775" y="572573"/>
            <a:ext cx="1580893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f2">
            <a:extLst>
              <a:ext uri="{FF2B5EF4-FFF2-40B4-BE49-F238E27FC236}">
                <a16:creationId xmlns:a16="http://schemas.microsoft.com/office/drawing/2014/main" id="{67833E66-E6D3-4B64-9E65-D5361515F40D}"/>
              </a:ext>
            </a:extLst>
          </p:cNvPr>
          <p:cNvSpPr/>
          <p:nvPr/>
        </p:nvSpPr>
        <p:spPr>
          <a:xfrm>
            <a:off x="5291815" y="572574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f3">
            <a:extLst>
              <a:ext uri="{FF2B5EF4-FFF2-40B4-BE49-F238E27FC236}">
                <a16:creationId xmlns:a16="http://schemas.microsoft.com/office/drawing/2014/main" id="{BDD65915-7427-4C4C-9CA4-466623407CEC}"/>
              </a:ext>
            </a:extLst>
          </p:cNvPr>
          <p:cNvSpPr/>
          <p:nvPr/>
        </p:nvSpPr>
        <p:spPr>
          <a:xfrm>
            <a:off x="6627583" y="561096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f4">
            <a:extLst>
              <a:ext uri="{FF2B5EF4-FFF2-40B4-BE49-F238E27FC236}">
                <a16:creationId xmlns:a16="http://schemas.microsoft.com/office/drawing/2014/main" id="{9B963240-73E9-43B7-9D04-4407AF579AFF}"/>
              </a:ext>
            </a:extLst>
          </p:cNvPr>
          <p:cNvSpPr/>
          <p:nvPr/>
        </p:nvSpPr>
        <p:spPr>
          <a:xfrm>
            <a:off x="8042986" y="572574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f5">
            <a:extLst>
              <a:ext uri="{FF2B5EF4-FFF2-40B4-BE49-F238E27FC236}">
                <a16:creationId xmlns:a16="http://schemas.microsoft.com/office/drawing/2014/main" id="{556473A4-31E2-4823-96F6-9EE9A5EC8D40}"/>
              </a:ext>
            </a:extLst>
          </p:cNvPr>
          <p:cNvSpPr/>
          <p:nvPr/>
        </p:nvSpPr>
        <p:spPr>
          <a:xfrm>
            <a:off x="9458389" y="577403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f6">
            <a:extLst>
              <a:ext uri="{FF2B5EF4-FFF2-40B4-BE49-F238E27FC236}">
                <a16:creationId xmlns:a16="http://schemas.microsoft.com/office/drawing/2014/main" id="{FD94C685-591B-4086-BB0F-3C8CB2B26715}"/>
              </a:ext>
            </a:extLst>
          </p:cNvPr>
          <p:cNvSpPr/>
          <p:nvPr/>
        </p:nvSpPr>
        <p:spPr>
          <a:xfrm>
            <a:off x="3867927" y="1851813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f7">
            <a:extLst>
              <a:ext uri="{FF2B5EF4-FFF2-40B4-BE49-F238E27FC236}">
                <a16:creationId xmlns:a16="http://schemas.microsoft.com/office/drawing/2014/main" id="{73BDD2F9-03CC-4A57-B64A-44F2AEBF4215}"/>
              </a:ext>
            </a:extLst>
          </p:cNvPr>
          <p:cNvSpPr/>
          <p:nvPr/>
        </p:nvSpPr>
        <p:spPr>
          <a:xfrm>
            <a:off x="5301736" y="1822000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f8">
            <a:extLst>
              <a:ext uri="{FF2B5EF4-FFF2-40B4-BE49-F238E27FC236}">
                <a16:creationId xmlns:a16="http://schemas.microsoft.com/office/drawing/2014/main" id="{C05DDA8A-6BC3-4D60-B6E8-C4C099B4E792}"/>
              </a:ext>
            </a:extLst>
          </p:cNvPr>
          <p:cNvSpPr/>
          <p:nvPr/>
        </p:nvSpPr>
        <p:spPr>
          <a:xfrm>
            <a:off x="6627583" y="1807126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f9">
            <a:extLst>
              <a:ext uri="{FF2B5EF4-FFF2-40B4-BE49-F238E27FC236}">
                <a16:creationId xmlns:a16="http://schemas.microsoft.com/office/drawing/2014/main" id="{FD4EE956-43FC-48BC-BD2D-1260CE520AAE}"/>
              </a:ext>
            </a:extLst>
          </p:cNvPr>
          <p:cNvSpPr/>
          <p:nvPr/>
        </p:nvSpPr>
        <p:spPr>
          <a:xfrm>
            <a:off x="8071915" y="1796978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f10">
            <a:extLst>
              <a:ext uri="{FF2B5EF4-FFF2-40B4-BE49-F238E27FC236}">
                <a16:creationId xmlns:a16="http://schemas.microsoft.com/office/drawing/2014/main" id="{DDF5C57D-B30A-4DBD-A088-A202D8D0730C}"/>
              </a:ext>
            </a:extLst>
          </p:cNvPr>
          <p:cNvSpPr/>
          <p:nvPr/>
        </p:nvSpPr>
        <p:spPr>
          <a:xfrm>
            <a:off x="9458389" y="1794457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f11">
            <a:extLst>
              <a:ext uri="{FF2B5EF4-FFF2-40B4-BE49-F238E27FC236}">
                <a16:creationId xmlns:a16="http://schemas.microsoft.com/office/drawing/2014/main" id="{D707958A-B2F1-43DB-8C61-6E7B41E5A89B}"/>
              </a:ext>
            </a:extLst>
          </p:cNvPr>
          <p:cNvSpPr/>
          <p:nvPr/>
        </p:nvSpPr>
        <p:spPr>
          <a:xfrm>
            <a:off x="3967309" y="3069464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f12">
            <a:extLst>
              <a:ext uri="{FF2B5EF4-FFF2-40B4-BE49-F238E27FC236}">
                <a16:creationId xmlns:a16="http://schemas.microsoft.com/office/drawing/2014/main" id="{C0F1D52A-F3E3-44D3-B26E-E6545D5DE20E}"/>
              </a:ext>
            </a:extLst>
          </p:cNvPr>
          <p:cNvSpPr/>
          <p:nvPr/>
        </p:nvSpPr>
        <p:spPr>
          <a:xfrm>
            <a:off x="5280609" y="3053157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f13">
            <a:extLst>
              <a:ext uri="{FF2B5EF4-FFF2-40B4-BE49-F238E27FC236}">
                <a16:creationId xmlns:a16="http://schemas.microsoft.com/office/drawing/2014/main" id="{0E28D991-A47D-48FD-999F-44163909D8D0}"/>
              </a:ext>
            </a:extLst>
          </p:cNvPr>
          <p:cNvSpPr/>
          <p:nvPr/>
        </p:nvSpPr>
        <p:spPr>
          <a:xfrm>
            <a:off x="6658507" y="3053157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f14">
            <a:extLst>
              <a:ext uri="{FF2B5EF4-FFF2-40B4-BE49-F238E27FC236}">
                <a16:creationId xmlns:a16="http://schemas.microsoft.com/office/drawing/2014/main" id="{C63CDAA4-FCBF-47FC-8A17-FFCF2B55632E}"/>
              </a:ext>
            </a:extLst>
          </p:cNvPr>
          <p:cNvSpPr/>
          <p:nvPr/>
        </p:nvSpPr>
        <p:spPr>
          <a:xfrm>
            <a:off x="8042987" y="3074293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f15">
            <a:extLst>
              <a:ext uri="{FF2B5EF4-FFF2-40B4-BE49-F238E27FC236}">
                <a16:creationId xmlns:a16="http://schemas.microsoft.com/office/drawing/2014/main" id="{3C81652D-5D9C-47B3-9B3C-A8C08745CF1D}"/>
              </a:ext>
            </a:extLst>
          </p:cNvPr>
          <p:cNvSpPr/>
          <p:nvPr/>
        </p:nvSpPr>
        <p:spPr>
          <a:xfrm>
            <a:off x="9446785" y="3040487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f16">
            <a:extLst>
              <a:ext uri="{FF2B5EF4-FFF2-40B4-BE49-F238E27FC236}">
                <a16:creationId xmlns:a16="http://schemas.microsoft.com/office/drawing/2014/main" id="{5A13922A-8408-4756-AB25-5D49507D999A}"/>
              </a:ext>
            </a:extLst>
          </p:cNvPr>
          <p:cNvSpPr/>
          <p:nvPr/>
        </p:nvSpPr>
        <p:spPr>
          <a:xfrm>
            <a:off x="3907657" y="4322282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f17">
            <a:extLst>
              <a:ext uri="{FF2B5EF4-FFF2-40B4-BE49-F238E27FC236}">
                <a16:creationId xmlns:a16="http://schemas.microsoft.com/office/drawing/2014/main" id="{E37E639C-864E-4FB8-8079-CF2F60C5B80D}"/>
              </a:ext>
            </a:extLst>
          </p:cNvPr>
          <p:cNvSpPr/>
          <p:nvPr/>
        </p:nvSpPr>
        <p:spPr>
          <a:xfrm>
            <a:off x="5291815" y="4262656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f18">
            <a:extLst>
              <a:ext uri="{FF2B5EF4-FFF2-40B4-BE49-F238E27FC236}">
                <a16:creationId xmlns:a16="http://schemas.microsoft.com/office/drawing/2014/main" id="{85A657EC-4FDA-4DB6-8D20-E0AC997E7580}"/>
              </a:ext>
            </a:extLst>
          </p:cNvPr>
          <p:cNvSpPr/>
          <p:nvPr/>
        </p:nvSpPr>
        <p:spPr>
          <a:xfrm>
            <a:off x="6675972" y="4322282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f19">
            <a:extLst>
              <a:ext uri="{FF2B5EF4-FFF2-40B4-BE49-F238E27FC236}">
                <a16:creationId xmlns:a16="http://schemas.microsoft.com/office/drawing/2014/main" id="{CD1D8B86-9263-42F3-AA0C-093B6CB224A1}"/>
              </a:ext>
            </a:extLst>
          </p:cNvPr>
          <p:cNvSpPr/>
          <p:nvPr/>
        </p:nvSpPr>
        <p:spPr>
          <a:xfrm>
            <a:off x="8086607" y="4262656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f20">
            <a:extLst>
              <a:ext uri="{FF2B5EF4-FFF2-40B4-BE49-F238E27FC236}">
                <a16:creationId xmlns:a16="http://schemas.microsoft.com/office/drawing/2014/main" id="{42A1D0E8-C195-42E1-9936-9BF9BE5A3BA9}"/>
              </a:ext>
            </a:extLst>
          </p:cNvPr>
          <p:cNvSpPr/>
          <p:nvPr/>
        </p:nvSpPr>
        <p:spPr>
          <a:xfrm>
            <a:off x="9464248" y="4309334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FE72DFF-4C10-4BA3-A439-9E83C22BD450}"/>
              </a:ext>
            </a:extLst>
          </p:cNvPr>
          <p:cNvSpPr/>
          <p:nvPr/>
        </p:nvSpPr>
        <p:spPr>
          <a:xfrm>
            <a:off x="2070525" y="2525871"/>
            <a:ext cx="1236376" cy="118807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Rifillo</a:t>
            </a:r>
            <a:endParaRPr lang="sq-XK" sz="2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60F33E7-8DA8-444A-8BE9-7BF70239E6D8}"/>
              </a:ext>
            </a:extLst>
          </p:cNvPr>
          <p:cNvSpPr txBox="1"/>
          <p:nvPr/>
        </p:nvSpPr>
        <p:spPr>
          <a:xfrm>
            <a:off x="970672" y="1123079"/>
            <a:ext cx="2777742" cy="110799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sq-AL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Çka fshihet prapa kutive</a:t>
            </a:r>
          </a:p>
        </p:txBody>
      </p:sp>
      <p:sp>
        <p:nvSpPr>
          <p:cNvPr id="45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892D936-6C56-4F84-8695-56C05D5B9410}"/>
              </a:ext>
            </a:extLst>
          </p:cNvPr>
          <p:cNvSpPr/>
          <p:nvPr/>
        </p:nvSpPr>
        <p:spPr>
          <a:xfrm>
            <a:off x="1884604" y="3875739"/>
            <a:ext cx="1564784" cy="68579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A0073F9-6051-425D-AA09-D53F38B6A78D}"/>
              </a:ext>
            </a:extLst>
          </p:cNvPr>
          <p:cNvSpPr/>
          <p:nvPr/>
        </p:nvSpPr>
        <p:spPr>
          <a:xfrm>
            <a:off x="1970326" y="4870629"/>
            <a:ext cx="1564784" cy="68579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C924A6-FE57-4241-828E-997BBA9B8DAD}"/>
              </a:ext>
            </a:extLst>
          </p:cNvPr>
          <p:cNvSpPr txBox="1"/>
          <p:nvPr/>
        </p:nvSpPr>
        <p:spPr>
          <a:xfrm>
            <a:off x="1585581" y="857250"/>
            <a:ext cx="8428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N. Guri</a:t>
            </a:r>
            <a:endParaRPr lang="sq-XK" sz="1350" dirty="0"/>
          </a:p>
        </p:txBody>
      </p:sp>
    </p:spTree>
    <p:extLst>
      <p:ext uri="{BB962C8B-B14F-4D97-AF65-F5344CB8AC3E}">
        <p14:creationId xmlns:p14="http://schemas.microsoft.com/office/powerpoint/2010/main" val="2193536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41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CA761870-D06A-62F9-C96E-A175A19EDA3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40710" y="1586488"/>
            <a:ext cx="6206823" cy="3492143"/>
          </a:xfrm>
          <a:prstGeom prst="rect">
            <a:avLst/>
          </a:prstGeom>
        </p:spPr>
      </p:pic>
      <p:sp>
        <p:nvSpPr>
          <p:cNvPr id="22" name="f1">
            <a:extLst>
              <a:ext uri="{FF2B5EF4-FFF2-40B4-BE49-F238E27FC236}">
                <a16:creationId xmlns:a16="http://schemas.microsoft.com/office/drawing/2014/main" id="{75277CEE-D7B3-4F3C-BEFE-49A136C2C607}"/>
              </a:ext>
            </a:extLst>
          </p:cNvPr>
          <p:cNvSpPr/>
          <p:nvPr/>
        </p:nvSpPr>
        <p:spPr>
          <a:xfrm>
            <a:off x="3894775" y="572573"/>
            <a:ext cx="1580893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f2">
            <a:extLst>
              <a:ext uri="{FF2B5EF4-FFF2-40B4-BE49-F238E27FC236}">
                <a16:creationId xmlns:a16="http://schemas.microsoft.com/office/drawing/2014/main" id="{67833E66-E6D3-4B64-9E65-D5361515F40D}"/>
              </a:ext>
            </a:extLst>
          </p:cNvPr>
          <p:cNvSpPr/>
          <p:nvPr/>
        </p:nvSpPr>
        <p:spPr>
          <a:xfrm>
            <a:off x="5291815" y="572574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f3">
            <a:extLst>
              <a:ext uri="{FF2B5EF4-FFF2-40B4-BE49-F238E27FC236}">
                <a16:creationId xmlns:a16="http://schemas.microsoft.com/office/drawing/2014/main" id="{BDD65915-7427-4C4C-9CA4-466623407CEC}"/>
              </a:ext>
            </a:extLst>
          </p:cNvPr>
          <p:cNvSpPr/>
          <p:nvPr/>
        </p:nvSpPr>
        <p:spPr>
          <a:xfrm>
            <a:off x="6627583" y="561096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f4">
            <a:extLst>
              <a:ext uri="{FF2B5EF4-FFF2-40B4-BE49-F238E27FC236}">
                <a16:creationId xmlns:a16="http://schemas.microsoft.com/office/drawing/2014/main" id="{9B963240-73E9-43B7-9D04-4407AF579AFF}"/>
              </a:ext>
            </a:extLst>
          </p:cNvPr>
          <p:cNvSpPr/>
          <p:nvPr/>
        </p:nvSpPr>
        <p:spPr>
          <a:xfrm>
            <a:off x="8042986" y="572574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f5">
            <a:extLst>
              <a:ext uri="{FF2B5EF4-FFF2-40B4-BE49-F238E27FC236}">
                <a16:creationId xmlns:a16="http://schemas.microsoft.com/office/drawing/2014/main" id="{556473A4-31E2-4823-96F6-9EE9A5EC8D40}"/>
              </a:ext>
            </a:extLst>
          </p:cNvPr>
          <p:cNvSpPr/>
          <p:nvPr/>
        </p:nvSpPr>
        <p:spPr>
          <a:xfrm>
            <a:off x="9458389" y="577403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f6">
            <a:extLst>
              <a:ext uri="{FF2B5EF4-FFF2-40B4-BE49-F238E27FC236}">
                <a16:creationId xmlns:a16="http://schemas.microsoft.com/office/drawing/2014/main" id="{FD94C685-591B-4086-BB0F-3C8CB2B26715}"/>
              </a:ext>
            </a:extLst>
          </p:cNvPr>
          <p:cNvSpPr/>
          <p:nvPr/>
        </p:nvSpPr>
        <p:spPr>
          <a:xfrm>
            <a:off x="3892135" y="1822000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f7">
            <a:extLst>
              <a:ext uri="{FF2B5EF4-FFF2-40B4-BE49-F238E27FC236}">
                <a16:creationId xmlns:a16="http://schemas.microsoft.com/office/drawing/2014/main" id="{73BDD2F9-03CC-4A57-B64A-44F2AEBF4215}"/>
              </a:ext>
            </a:extLst>
          </p:cNvPr>
          <p:cNvSpPr/>
          <p:nvPr/>
        </p:nvSpPr>
        <p:spPr>
          <a:xfrm>
            <a:off x="5301736" y="1822000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f8">
            <a:extLst>
              <a:ext uri="{FF2B5EF4-FFF2-40B4-BE49-F238E27FC236}">
                <a16:creationId xmlns:a16="http://schemas.microsoft.com/office/drawing/2014/main" id="{C05DDA8A-6BC3-4D60-B6E8-C4C099B4E792}"/>
              </a:ext>
            </a:extLst>
          </p:cNvPr>
          <p:cNvSpPr/>
          <p:nvPr/>
        </p:nvSpPr>
        <p:spPr>
          <a:xfrm>
            <a:off x="6627583" y="1807126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f9">
            <a:extLst>
              <a:ext uri="{FF2B5EF4-FFF2-40B4-BE49-F238E27FC236}">
                <a16:creationId xmlns:a16="http://schemas.microsoft.com/office/drawing/2014/main" id="{FD4EE956-43FC-48BC-BD2D-1260CE520AAE}"/>
              </a:ext>
            </a:extLst>
          </p:cNvPr>
          <p:cNvSpPr/>
          <p:nvPr/>
        </p:nvSpPr>
        <p:spPr>
          <a:xfrm>
            <a:off x="8071915" y="1796978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f10">
            <a:extLst>
              <a:ext uri="{FF2B5EF4-FFF2-40B4-BE49-F238E27FC236}">
                <a16:creationId xmlns:a16="http://schemas.microsoft.com/office/drawing/2014/main" id="{DDF5C57D-B30A-4DBD-A088-A202D8D0730C}"/>
              </a:ext>
            </a:extLst>
          </p:cNvPr>
          <p:cNvSpPr/>
          <p:nvPr/>
        </p:nvSpPr>
        <p:spPr>
          <a:xfrm>
            <a:off x="9458389" y="1794457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f11">
            <a:extLst>
              <a:ext uri="{FF2B5EF4-FFF2-40B4-BE49-F238E27FC236}">
                <a16:creationId xmlns:a16="http://schemas.microsoft.com/office/drawing/2014/main" id="{D707958A-B2F1-43DB-8C61-6E7B41E5A89B}"/>
              </a:ext>
            </a:extLst>
          </p:cNvPr>
          <p:cNvSpPr/>
          <p:nvPr/>
        </p:nvSpPr>
        <p:spPr>
          <a:xfrm>
            <a:off x="3967309" y="3069464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f12">
            <a:extLst>
              <a:ext uri="{FF2B5EF4-FFF2-40B4-BE49-F238E27FC236}">
                <a16:creationId xmlns:a16="http://schemas.microsoft.com/office/drawing/2014/main" id="{C0F1D52A-F3E3-44D3-B26E-E6545D5DE20E}"/>
              </a:ext>
            </a:extLst>
          </p:cNvPr>
          <p:cNvSpPr/>
          <p:nvPr/>
        </p:nvSpPr>
        <p:spPr>
          <a:xfrm>
            <a:off x="5280609" y="3053157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f13">
            <a:extLst>
              <a:ext uri="{FF2B5EF4-FFF2-40B4-BE49-F238E27FC236}">
                <a16:creationId xmlns:a16="http://schemas.microsoft.com/office/drawing/2014/main" id="{0E28D991-A47D-48FD-999F-44163909D8D0}"/>
              </a:ext>
            </a:extLst>
          </p:cNvPr>
          <p:cNvSpPr/>
          <p:nvPr/>
        </p:nvSpPr>
        <p:spPr>
          <a:xfrm>
            <a:off x="6658507" y="3053157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f14">
            <a:extLst>
              <a:ext uri="{FF2B5EF4-FFF2-40B4-BE49-F238E27FC236}">
                <a16:creationId xmlns:a16="http://schemas.microsoft.com/office/drawing/2014/main" id="{C63CDAA4-FCBF-47FC-8A17-FFCF2B55632E}"/>
              </a:ext>
            </a:extLst>
          </p:cNvPr>
          <p:cNvSpPr/>
          <p:nvPr/>
        </p:nvSpPr>
        <p:spPr>
          <a:xfrm>
            <a:off x="8042987" y="3074293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f15">
            <a:extLst>
              <a:ext uri="{FF2B5EF4-FFF2-40B4-BE49-F238E27FC236}">
                <a16:creationId xmlns:a16="http://schemas.microsoft.com/office/drawing/2014/main" id="{3C81652D-5D9C-47B3-9B3C-A8C08745CF1D}"/>
              </a:ext>
            </a:extLst>
          </p:cNvPr>
          <p:cNvSpPr/>
          <p:nvPr/>
        </p:nvSpPr>
        <p:spPr>
          <a:xfrm>
            <a:off x="9446785" y="3040487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f16">
            <a:extLst>
              <a:ext uri="{FF2B5EF4-FFF2-40B4-BE49-F238E27FC236}">
                <a16:creationId xmlns:a16="http://schemas.microsoft.com/office/drawing/2014/main" id="{5A13922A-8408-4756-AB25-5D49507D999A}"/>
              </a:ext>
            </a:extLst>
          </p:cNvPr>
          <p:cNvSpPr/>
          <p:nvPr/>
        </p:nvSpPr>
        <p:spPr>
          <a:xfrm>
            <a:off x="3907657" y="4322282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f17">
            <a:extLst>
              <a:ext uri="{FF2B5EF4-FFF2-40B4-BE49-F238E27FC236}">
                <a16:creationId xmlns:a16="http://schemas.microsoft.com/office/drawing/2014/main" id="{E37E639C-864E-4FB8-8079-CF2F60C5B80D}"/>
              </a:ext>
            </a:extLst>
          </p:cNvPr>
          <p:cNvSpPr/>
          <p:nvPr/>
        </p:nvSpPr>
        <p:spPr>
          <a:xfrm>
            <a:off x="5291815" y="4262656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f18">
            <a:extLst>
              <a:ext uri="{FF2B5EF4-FFF2-40B4-BE49-F238E27FC236}">
                <a16:creationId xmlns:a16="http://schemas.microsoft.com/office/drawing/2014/main" id="{85A657EC-4FDA-4DB6-8D20-E0AC997E7580}"/>
              </a:ext>
            </a:extLst>
          </p:cNvPr>
          <p:cNvSpPr/>
          <p:nvPr/>
        </p:nvSpPr>
        <p:spPr>
          <a:xfrm>
            <a:off x="6675972" y="4322282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f19">
            <a:extLst>
              <a:ext uri="{FF2B5EF4-FFF2-40B4-BE49-F238E27FC236}">
                <a16:creationId xmlns:a16="http://schemas.microsoft.com/office/drawing/2014/main" id="{CD1D8B86-9263-42F3-AA0C-093B6CB224A1}"/>
              </a:ext>
            </a:extLst>
          </p:cNvPr>
          <p:cNvSpPr/>
          <p:nvPr/>
        </p:nvSpPr>
        <p:spPr>
          <a:xfrm>
            <a:off x="8086607" y="4262656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f20">
            <a:extLst>
              <a:ext uri="{FF2B5EF4-FFF2-40B4-BE49-F238E27FC236}">
                <a16:creationId xmlns:a16="http://schemas.microsoft.com/office/drawing/2014/main" id="{42A1D0E8-C195-42E1-9936-9BF9BE5A3BA9}"/>
              </a:ext>
            </a:extLst>
          </p:cNvPr>
          <p:cNvSpPr/>
          <p:nvPr/>
        </p:nvSpPr>
        <p:spPr>
          <a:xfrm>
            <a:off x="9464248" y="4309334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FE72DFF-4C10-4BA3-A439-9E83C22BD450}"/>
              </a:ext>
            </a:extLst>
          </p:cNvPr>
          <p:cNvSpPr/>
          <p:nvPr/>
        </p:nvSpPr>
        <p:spPr>
          <a:xfrm>
            <a:off x="2070525" y="2525871"/>
            <a:ext cx="1236376" cy="118807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Rifillo</a:t>
            </a:r>
            <a:endParaRPr lang="sq-XK" sz="2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60F33E7-8DA8-444A-8BE9-7BF70239E6D8}"/>
              </a:ext>
            </a:extLst>
          </p:cNvPr>
          <p:cNvSpPr txBox="1"/>
          <p:nvPr/>
        </p:nvSpPr>
        <p:spPr>
          <a:xfrm>
            <a:off x="970672" y="1123079"/>
            <a:ext cx="2777742" cy="110799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sq-AL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Çka fshihet prapa kutive</a:t>
            </a:r>
          </a:p>
        </p:txBody>
      </p:sp>
      <p:sp>
        <p:nvSpPr>
          <p:cNvPr id="45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892D936-6C56-4F84-8695-56C05D5B9410}"/>
              </a:ext>
            </a:extLst>
          </p:cNvPr>
          <p:cNvSpPr/>
          <p:nvPr/>
        </p:nvSpPr>
        <p:spPr>
          <a:xfrm>
            <a:off x="1884604" y="3875739"/>
            <a:ext cx="1564784" cy="68579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A0073F9-6051-425D-AA09-D53F38B6A78D}"/>
              </a:ext>
            </a:extLst>
          </p:cNvPr>
          <p:cNvSpPr/>
          <p:nvPr/>
        </p:nvSpPr>
        <p:spPr>
          <a:xfrm>
            <a:off x="1970326" y="4870629"/>
            <a:ext cx="1564784" cy="68579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C924A6-FE57-4241-828E-997BBA9B8DAD}"/>
              </a:ext>
            </a:extLst>
          </p:cNvPr>
          <p:cNvSpPr txBox="1"/>
          <p:nvPr/>
        </p:nvSpPr>
        <p:spPr>
          <a:xfrm>
            <a:off x="1585581" y="857250"/>
            <a:ext cx="8428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N. Guri</a:t>
            </a:r>
            <a:endParaRPr lang="sq-XK" sz="1350" dirty="0"/>
          </a:p>
        </p:txBody>
      </p:sp>
    </p:spTree>
    <p:extLst>
      <p:ext uri="{BB962C8B-B14F-4D97-AF65-F5344CB8AC3E}">
        <p14:creationId xmlns:p14="http://schemas.microsoft.com/office/powerpoint/2010/main" val="1333407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41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CA761870-D06A-62F9-C96E-A175A19EDA3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18450" y="1586488"/>
            <a:ext cx="5251342" cy="3492143"/>
          </a:xfrm>
          <a:prstGeom prst="rect">
            <a:avLst/>
          </a:prstGeom>
        </p:spPr>
      </p:pic>
      <p:sp>
        <p:nvSpPr>
          <p:cNvPr id="22" name="f1">
            <a:extLst>
              <a:ext uri="{FF2B5EF4-FFF2-40B4-BE49-F238E27FC236}">
                <a16:creationId xmlns:a16="http://schemas.microsoft.com/office/drawing/2014/main" id="{75277CEE-D7B3-4F3C-BEFE-49A136C2C607}"/>
              </a:ext>
            </a:extLst>
          </p:cNvPr>
          <p:cNvSpPr/>
          <p:nvPr/>
        </p:nvSpPr>
        <p:spPr>
          <a:xfrm>
            <a:off x="3894775" y="572573"/>
            <a:ext cx="1580893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f2">
            <a:extLst>
              <a:ext uri="{FF2B5EF4-FFF2-40B4-BE49-F238E27FC236}">
                <a16:creationId xmlns:a16="http://schemas.microsoft.com/office/drawing/2014/main" id="{67833E66-E6D3-4B64-9E65-D5361515F40D}"/>
              </a:ext>
            </a:extLst>
          </p:cNvPr>
          <p:cNvSpPr/>
          <p:nvPr/>
        </p:nvSpPr>
        <p:spPr>
          <a:xfrm>
            <a:off x="5291815" y="572574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f3">
            <a:extLst>
              <a:ext uri="{FF2B5EF4-FFF2-40B4-BE49-F238E27FC236}">
                <a16:creationId xmlns:a16="http://schemas.microsoft.com/office/drawing/2014/main" id="{BDD65915-7427-4C4C-9CA4-466623407CEC}"/>
              </a:ext>
            </a:extLst>
          </p:cNvPr>
          <p:cNvSpPr/>
          <p:nvPr/>
        </p:nvSpPr>
        <p:spPr>
          <a:xfrm>
            <a:off x="6627583" y="561096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f4">
            <a:extLst>
              <a:ext uri="{FF2B5EF4-FFF2-40B4-BE49-F238E27FC236}">
                <a16:creationId xmlns:a16="http://schemas.microsoft.com/office/drawing/2014/main" id="{9B963240-73E9-43B7-9D04-4407AF579AFF}"/>
              </a:ext>
            </a:extLst>
          </p:cNvPr>
          <p:cNvSpPr/>
          <p:nvPr/>
        </p:nvSpPr>
        <p:spPr>
          <a:xfrm>
            <a:off x="8042986" y="572574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f5">
            <a:extLst>
              <a:ext uri="{FF2B5EF4-FFF2-40B4-BE49-F238E27FC236}">
                <a16:creationId xmlns:a16="http://schemas.microsoft.com/office/drawing/2014/main" id="{556473A4-31E2-4823-96F6-9EE9A5EC8D40}"/>
              </a:ext>
            </a:extLst>
          </p:cNvPr>
          <p:cNvSpPr/>
          <p:nvPr/>
        </p:nvSpPr>
        <p:spPr>
          <a:xfrm>
            <a:off x="9458389" y="577403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f6">
            <a:extLst>
              <a:ext uri="{FF2B5EF4-FFF2-40B4-BE49-F238E27FC236}">
                <a16:creationId xmlns:a16="http://schemas.microsoft.com/office/drawing/2014/main" id="{FD94C685-591B-4086-BB0F-3C8CB2B26715}"/>
              </a:ext>
            </a:extLst>
          </p:cNvPr>
          <p:cNvSpPr/>
          <p:nvPr/>
        </p:nvSpPr>
        <p:spPr>
          <a:xfrm>
            <a:off x="3905417" y="1807126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f7">
            <a:extLst>
              <a:ext uri="{FF2B5EF4-FFF2-40B4-BE49-F238E27FC236}">
                <a16:creationId xmlns:a16="http://schemas.microsoft.com/office/drawing/2014/main" id="{73BDD2F9-03CC-4A57-B64A-44F2AEBF4215}"/>
              </a:ext>
            </a:extLst>
          </p:cNvPr>
          <p:cNvSpPr/>
          <p:nvPr/>
        </p:nvSpPr>
        <p:spPr>
          <a:xfrm>
            <a:off x="5301736" y="1822000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f8">
            <a:extLst>
              <a:ext uri="{FF2B5EF4-FFF2-40B4-BE49-F238E27FC236}">
                <a16:creationId xmlns:a16="http://schemas.microsoft.com/office/drawing/2014/main" id="{C05DDA8A-6BC3-4D60-B6E8-C4C099B4E792}"/>
              </a:ext>
            </a:extLst>
          </p:cNvPr>
          <p:cNvSpPr/>
          <p:nvPr/>
        </p:nvSpPr>
        <p:spPr>
          <a:xfrm>
            <a:off x="6627583" y="1807126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f9">
            <a:extLst>
              <a:ext uri="{FF2B5EF4-FFF2-40B4-BE49-F238E27FC236}">
                <a16:creationId xmlns:a16="http://schemas.microsoft.com/office/drawing/2014/main" id="{FD4EE956-43FC-48BC-BD2D-1260CE520AAE}"/>
              </a:ext>
            </a:extLst>
          </p:cNvPr>
          <p:cNvSpPr/>
          <p:nvPr/>
        </p:nvSpPr>
        <p:spPr>
          <a:xfrm>
            <a:off x="8071915" y="1796978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f10">
            <a:extLst>
              <a:ext uri="{FF2B5EF4-FFF2-40B4-BE49-F238E27FC236}">
                <a16:creationId xmlns:a16="http://schemas.microsoft.com/office/drawing/2014/main" id="{DDF5C57D-B30A-4DBD-A088-A202D8D0730C}"/>
              </a:ext>
            </a:extLst>
          </p:cNvPr>
          <p:cNvSpPr/>
          <p:nvPr/>
        </p:nvSpPr>
        <p:spPr>
          <a:xfrm>
            <a:off x="9458389" y="1794457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f11">
            <a:extLst>
              <a:ext uri="{FF2B5EF4-FFF2-40B4-BE49-F238E27FC236}">
                <a16:creationId xmlns:a16="http://schemas.microsoft.com/office/drawing/2014/main" id="{D707958A-B2F1-43DB-8C61-6E7B41E5A89B}"/>
              </a:ext>
            </a:extLst>
          </p:cNvPr>
          <p:cNvSpPr/>
          <p:nvPr/>
        </p:nvSpPr>
        <p:spPr>
          <a:xfrm>
            <a:off x="3967309" y="3069464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f12">
            <a:extLst>
              <a:ext uri="{FF2B5EF4-FFF2-40B4-BE49-F238E27FC236}">
                <a16:creationId xmlns:a16="http://schemas.microsoft.com/office/drawing/2014/main" id="{C0F1D52A-F3E3-44D3-B26E-E6545D5DE20E}"/>
              </a:ext>
            </a:extLst>
          </p:cNvPr>
          <p:cNvSpPr/>
          <p:nvPr/>
        </p:nvSpPr>
        <p:spPr>
          <a:xfrm>
            <a:off x="5280609" y="3053157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f13">
            <a:extLst>
              <a:ext uri="{FF2B5EF4-FFF2-40B4-BE49-F238E27FC236}">
                <a16:creationId xmlns:a16="http://schemas.microsoft.com/office/drawing/2014/main" id="{0E28D991-A47D-48FD-999F-44163909D8D0}"/>
              </a:ext>
            </a:extLst>
          </p:cNvPr>
          <p:cNvSpPr/>
          <p:nvPr/>
        </p:nvSpPr>
        <p:spPr>
          <a:xfrm>
            <a:off x="6658507" y="3053157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f14">
            <a:extLst>
              <a:ext uri="{FF2B5EF4-FFF2-40B4-BE49-F238E27FC236}">
                <a16:creationId xmlns:a16="http://schemas.microsoft.com/office/drawing/2014/main" id="{C63CDAA4-FCBF-47FC-8A17-FFCF2B55632E}"/>
              </a:ext>
            </a:extLst>
          </p:cNvPr>
          <p:cNvSpPr/>
          <p:nvPr/>
        </p:nvSpPr>
        <p:spPr>
          <a:xfrm>
            <a:off x="8042987" y="3074293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f15">
            <a:extLst>
              <a:ext uri="{FF2B5EF4-FFF2-40B4-BE49-F238E27FC236}">
                <a16:creationId xmlns:a16="http://schemas.microsoft.com/office/drawing/2014/main" id="{3C81652D-5D9C-47B3-9B3C-A8C08745CF1D}"/>
              </a:ext>
            </a:extLst>
          </p:cNvPr>
          <p:cNvSpPr/>
          <p:nvPr/>
        </p:nvSpPr>
        <p:spPr>
          <a:xfrm>
            <a:off x="9446785" y="3040487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f16">
            <a:extLst>
              <a:ext uri="{FF2B5EF4-FFF2-40B4-BE49-F238E27FC236}">
                <a16:creationId xmlns:a16="http://schemas.microsoft.com/office/drawing/2014/main" id="{5A13922A-8408-4756-AB25-5D49507D999A}"/>
              </a:ext>
            </a:extLst>
          </p:cNvPr>
          <p:cNvSpPr/>
          <p:nvPr/>
        </p:nvSpPr>
        <p:spPr>
          <a:xfrm>
            <a:off x="3907657" y="4322282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f17">
            <a:extLst>
              <a:ext uri="{FF2B5EF4-FFF2-40B4-BE49-F238E27FC236}">
                <a16:creationId xmlns:a16="http://schemas.microsoft.com/office/drawing/2014/main" id="{E37E639C-864E-4FB8-8079-CF2F60C5B80D}"/>
              </a:ext>
            </a:extLst>
          </p:cNvPr>
          <p:cNvSpPr/>
          <p:nvPr/>
        </p:nvSpPr>
        <p:spPr>
          <a:xfrm>
            <a:off x="5291815" y="4262656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f18">
            <a:extLst>
              <a:ext uri="{FF2B5EF4-FFF2-40B4-BE49-F238E27FC236}">
                <a16:creationId xmlns:a16="http://schemas.microsoft.com/office/drawing/2014/main" id="{85A657EC-4FDA-4DB6-8D20-E0AC997E7580}"/>
              </a:ext>
            </a:extLst>
          </p:cNvPr>
          <p:cNvSpPr/>
          <p:nvPr/>
        </p:nvSpPr>
        <p:spPr>
          <a:xfrm>
            <a:off x="6675972" y="4322282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f19">
            <a:extLst>
              <a:ext uri="{FF2B5EF4-FFF2-40B4-BE49-F238E27FC236}">
                <a16:creationId xmlns:a16="http://schemas.microsoft.com/office/drawing/2014/main" id="{CD1D8B86-9263-42F3-AA0C-093B6CB224A1}"/>
              </a:ext>
            </a:extLst>
          </p:cNvPr>
          <p:cNvSpPr/>
          <p:nvPr/>
        </p:nvSpPr>
        <p:spPr>
          <a:xfrm>
            <a:off x="8086607" y="4262656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f20">
            <a:extLst>
              <a:ext uri="{FF2B5EF4-FFF2-40B4-BE49-F238E27FC236}">
                <a16:creationId xmlns:a16="http://schemas.microsoft.com/office/drawing/2014/main" id="{42A1D0E8-C195-42E1-9936-9BF9BE5A3BA9}"/>
              </a:ext>
            </a:extLst>
          </p:cNvPr>
          <p:cNvSpPr/>
          <p:nvPr/>
        </p:nvSpPr>
        <p:spPr>
          <a:xfrm>
            <a:off x="9464248" y="4309334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FE72DFF-4C10-4BA3-A439-9E83C22BD450}"/>
              </a:ext>
            </a:extLst>
          </p:cNvPr>
          <p:cNvSpPr/>
          <p:nvPr/>
        </p:nvSpPr>
        <p:spPr>
          <a:xfrm>
            <a:off x="2070525" y="2525871"/>
            <a:ext cx="1236376" cy="118807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Rifillo</a:t>
            </a:r>
            <a:endParaRPr lang="sq-XK" sz="2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60F33E7-8DA8-444A-8BE9-7BF70239E6D8}"/>
              </a:ext>
            </a:extLst>
          </p:cNvPr>
          <p:cNvSpPr txBox="1"/>
          <p:nvPr/>
        </p:nvSpPr>
        <p:spPr>
          <a:xfrm>
            <a:off x="970672" y="1123079"/>
            <a:ext cx="2777742" cy="110799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sq-AL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Çka fshihet prapa kutive</a:t>
            </a:r>
          </a:p>
        </p:txBody>
      </p:sp>
      <p:sp>
        <p:nvSpPr>
          <p:cNvPr id="45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892D936-6C56-4F84-8695-56C05D5B9410}"/>
              </a:ext>
            </a:extLst>
          </p:cNvPr>
          <p:cNvSpPr/>
          <p:nvPr/>
        </p:nvSpPr>
        <p:spPr>
          <a:xfrm>
            <a:off x="1884604" y="3875739"/>
            <a:ext cx="1564784" cy="68579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A0073F9-6051-425D-AA09-D53F38B6A78D}"/>
              </a:ext>
            </a:extLst>
          </p:cNvPr>
          <p:cNvSpPr/>
          <p:nvPr/>
        </p:nvSpPr>
        <p:spPr>
          <a:xfrm>
            <a:off x="1970326" y="4870629"/>
            <a:ext cx="1564784" cy="68579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C924A6-FE57-4241-828E-997BBA9B8DAD}"/>
              </a:ext>
            </a:extLst>
          </p:cNvPr>
          <p:cNvSpPr txBox="1"/>
          <p:nvPr/>
        </p:nvSpPr>
        <p:spPr>
          <a:xfrm>
            <a:off x="1585581" y="857250"/>
            <a:ext cx="8428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N. Guri</a:t>
            </a:r>
            <a:endParaRPr lang="sq-XK" sz="1350" dirty="0"/>
          </a:p>
        </p:txBody>
      </p:sp>
    </p:spTree>
    <p:extLst>
      <p:ext uri="{BB962C8B-B14F-4D97-AF65-F5344CB8AC3E}">
        <p14:creationId xmlns:p14="http://schemas.microsoft.com/office/powerpoint/2010/main" val="326538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41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CA761870-D06A-62F9-C96E-A175A19EDA3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18610" y="1586488"/>
            <a:ext cx="4651022" cy="3492143"/>
          </a:xfrm>
          <a:prstGeom prst="rect">
            <a:avLst/>
          </a:prstGeom>
        </p:spPr>
      </p:pic>
      <p:sp>
        <p:nvSpPr>
          <p:cNvPr id="22" name="f1">
            <a:extLst>
              <a:ext uri="{FF2B5EF4-FFF2-40B4-BE49-F238E27FC236}">
                <a16:creationId xmlns:a16="http://schemas.microsoft.com/office/drawing/2014/main" id="{75277CEE-D7B3-4F3C-BEFE-49A136C2C607}"/>
              </a:ext>
            </a:extLst>
          </p:cNvPr>
          <p:cNvSpPr/>
          <p:nvPr/>
        </p:nvSpPr>
        <p:spPr>
          <a:xfrm>
            <a:off x="3894775" y="572573"/>
            <a:ext cx="1580893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f2">
            <a:extLst>
              <a:ext uri="{FF2B5EF4-FFF2-40B4-BE49-F238E27FC236}">
                <a16:creationId xmlns:a16="http://schemas.microsoft.com/office/drawing/2014/main" id="{67833E66-E6D3-4B64-9E65-D5361515F40D}"/>
              </a:ext>
            </a:extLst>
          </p:cNvPr>
          <p:cNvSpPr/>
          <p:nvPr/>
        </p:nvSpPr>
        <p:spPr>
          <a:xfrm>
            <a:off x="5291815" y="572574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f3">
            <a:extLst>
              <a:ext uri="{FF2B5EF4-FFF2-40B4-BE49-F238E27FC236}">
                <a16:creationId xmlns:a16="http://schemas.microsoft.com/office/drawing/2014/main" id="{BDD65915-7427-4C4C-9CA4-466623407CEC}"/>
              </a:ext>
            </a:extLst>
          </p:cNvPr>
          <p:cNvSpPr/>
          <p:nvPr/>
        </p:nvSpPr>
        <p:spPr>
          <a:xfrm>
            <a:off x="6627583" y="561096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f4">
            <a:extLst>
              <a:ext uri="{FF2B5EF4-FFF2-40B4-BE49-F238E27FC236}">
                <a16:creationId xmlns:a16="http://schemas.microsoft.com/office/drawing/2014/main" id="{9B963240-73E9-43B7-9D04-4407AF579AFF}"/>
              </a:ext>
            </a:extLst>
          </p:cNvPr>
          <p:cNvSpPr/>
          <p:nvPr/>
        </p:nvSpPr>
        <p:spPr>
          <a:xfrm>
            <a:off x="8042986" y="572574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f5">
            <a:extLst>
              <a:ext uri="{FF2B5EF4-FFF2-40B4-BE49-F238E27FC236}">
                <a16:creationId xmlns:a16="http://schemas.microsoft.com/office/drawing/2014/main" id="{556473A4-31E2-4823-96F6-9EE9A5EC8D40}"/>
              </a:ext>
            </a:extLst>
          </p:cNvPr>
          <p:cNvSpPr/>
          <p:nvPr/>
        </p:nvSpPr>
        <p:spPr>
          <a:xfrm>
            <a:off x="9458389" y="577403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f6">
            <a:extLst>
              <a:ext uri="{FF2B5EF4-FFF2-40B4-BE49-F238E27FC236}">
                <a16:creationId xmlns:a16="http://schemas.microsoft.com/office/drawing/2014/main" id="{FD94C685-591B-4086-BB0F-3C8CB2B26715}"/>
              </a:ext>
            </a:extLst>
          </p:cNvPr>
          <p:cNvSpPr/>
          <p:nvPr/>
        </p:nvSpPr>
        <p:spPr>
          <a:xfrm>
            <a:off x="3882214" y="1853989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f7">
            <a:extLst>
              <a:ext uri="{FF2B5EF4-FFF2-40B4-BE49-F238E27FC236}">
                <a16:creationId xmlns:a16="http://schemas.microsoft.com/office/drawing/2014/main" id="{73BDD2F9-03CC-4A57-B64A-44F2AEBF4215}"/>
              </a:ext>
            </a:extLst>
          </p:cNvPr>
          <p:cNvSpPr/>
          <p:nvPr/>
        </p:nvSpPr>
        <p:spPr>
          <a:xfrm>
            <a:off x="5301736" y="1822000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f8">
            <a:extLst>
              <a:ext uri="{FF2B5EF4-FFF2-40B4-BE49-F238E27FC236}">
                <a16:creationId xmlns:a16="http://schemas.microsoft.com/office/drawing/2014/main" id="{C05DDA8A-6BC3-4D60-B6E8-C4C099B4E792}"/>
              </a:ext>
            </a:extLst>
          </p:cNvPr>
          <p:cNvSpPr/>
          <p:nvPr/>
        </p:nvSpPr>
        <p:spPr>
          <a:xfrm>
            <a:off x="6627583" y="1807126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f9">
            <a:extLst>
              <a:ext uri="{FF2B5EF4-FFF2-40B4-BE49-F238E27FC236}">
                <a16:creationId xmlns:a16="http://schemas.microsoft.com/office/drawing/2014/main" id="{FD4EE956-43FC-48BC-BD2D-1260CE520AAE}"/>
              </a:ext>
            </a:extLst>
          </p:cNvPr>
          <p:cNvSpPr/>
          <p:nvPr/>
        </p:nvSpPr>
        <p:spPr>
          <a:xfrm>
            <a:off x="8071915" y="1796978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f10">
            <a:extLst>
              <a:ext uri="{FF2B5EF4-FFF2-40B4-BE49-F238E27FC236}">
                <a16:creationId xmlns:a16="http://schemas.microsoft.com/office/drawing/2014/main" id="{DDF5C57D-B30A-4DBD-A088-A202D8D0730C}"/>
              </a:ext>
            </a:extLst>
          </p:cNvPr>
          <p:cNvSpPr/>
          <p:nvPr/>
        </p:nvSpPr>
        <p:spPr>
          <a:xfrm>
            <a:off x="9458389" y="1794457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f11">
            <a:extLst>
              <a:ext uri="{FF2B5EF4-FFF2-40B4-BE49-F238E27FC236}">
                <a16:creationId xmlns:a16="http://schemas.microsoft.com/office/drawing/2014/main" id="{D707958A-B2F1-43DB-8C61-6E7B41E5A89B}"/>
              </a:ext>
            </a:extLst>
          </p:cNvPr>
          <p:cNvSpPr/>
          <p:nvPr/>
        </p:nvSpPr>
        <p:spPr>
          <a:xfrm>
            <a:off x="3967309" y="3069464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f12">
            <a:extLst>
              <a:ext uri="{FF2B5EF4-FFF2-40B4-BE49-F238E27FC236}">
                <a16:creationId xmlns:a16="http://schemas.microsoft.com/office/drawing/2014/main" id="{C0F1D52A-F3E3-44D3-B26E-E6545D5DE20E}"/>
              </a:ext>
            </a:extLst>
          </p:cNvPr>
          <p:cNvSpPr/>
          <p:nvPr/>
        </p:nvSpPr>
        <p:spPr>
          <a:xfrm>
            <a:off x="5280609" y="3053157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f13">
            <a:extLst>
              <a:ext uri="{FF2B5EF4-FFF2-40B4-BE49-F238E27FC236}">
                <a16:creationId xmlns:a16="http://schemas.microsoft.com/office/drawing/2014/main" id="{0E28D991-A47D-48FD-999F-44163909D8D0}"/>
              </a:ext>
            </a:extLst>
          </p:cNvPr>
          <p:cNvSpPr/>
          <p:nvPr/>
        </p:nvSpPr>
        <p:spPr>
          <a:xfrm>
            <a:off x="6658507" y="3053157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f14">
            <a:extLst>
              <a:ext uri="{FF2B5EF4-FFF2-40B4-BE49-F238E27FC236}">
                <a16:creationId xmlns:a16="http://schemas.microsoft.com/office/drawing/2014/main" id="{C63CDAA4-FCBF-47FC-8A17-FFCF2B55632E}"/>
              </a:ext>
            </a:extLst>
          </p:cNvPr>
          <p:cNvSpPr/>
          <p:nvPr/>
        </p:nvSpPr>
        <p:spPr>
          <a:xfrm>
            <a:off x="8042987" y="3074293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f15">
            <a:extLst>
              <a:ext uri="{FF2B5EF4-FFF2-40B4-BE49-F238E27FC236}">
                <a16:creationId xmlns:a16="http://schemas.microsoft.com/office/drawing/2014/main" id="{3C81652D-5D9C-47B3-9B3C-A8C08745CF1D}"/>
              </a:ext>
            </a:extLst>
          </p:cNvPr>
          <p:cNvSpPr/>
          <p:nvPr/>
        </p:nvSpPr>
        <p:spPr>
          <a:xfrm>
            <a:off x="9446785" y="3040487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f16">
            <a:extLst>
              <a:ext uri="{FF2B5EF4-FFF2-40B4-BE49-F238E27FC236}">
                <a16:creationId xmlns:a16="http://schemas.microsoft.com/office/drawing/2014/main" id="{5A13922A-8408-4756-AB25-5D49507D999A}"/>
              </a:ext>
            </a:extLst>
          </p:cNvPr>
          <p:cNvSpPr/>
          <p:nvPr/>
        </p:nvSpPr>
        <p:spPr>
          <a:xfrm>
            <a:off x="3907657" y="4322282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f17">
            <a:extLst>
              <a:ext uri="{FF2B5EF4-FFF2-40B4-BE49-F238E27FC236}">
                <a16:creationId xmlns:a16="http://schemas.microsoft.com/office/drawing/2014/main" id="{E37E639C-864E-4FB8-8079-CF2F60C5B80D}"/>
              </a:ext>
            </a:extLst>
          </p:cNvPr>
          <p:cNvSpPr/>
          <p:nvPr/>
        </p:nvSpPr>
        <p:spPr>
          <a:xfrm>
            <a:off x="5291815" y="4262656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f18">
            <a:extLst>
              <a:ext uri="{FF2B5EF4-FFF2-40B4-BE49-F238E27FC236}">
                <a16:creationId xmlns:a16="http://schemas.microsoft.com/office/drawing/2014/main" id="{85A657EC-4FDA-4DB6-8D20-E0AC997E7580}"/>
              </a:ext>
            </a:extLst>
          </p:cNvPr>
          <p:cNvSpPr/>
          <p:nvPr/>
        </p:nvSpPr>
        <p:spPr>
          <a:xfrm>
            <a:off x="6675972" y="4322282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f19">
            <a:extLst>
              <a:ext uri="{FF2B5EF4-FFF2-40B4-BE49-F238E27FC236}">
                <a16:creationId xmlns:a16="http://schemas.microsoft.com/office/drawing/2014/main" id="{CD1D8B86-9263-42F3-AA0C-093B6CB224A1}"/>
              </a:ext>
            </a:extLst>
          </p:cNvPr>
          <p:cNvSpPr/>
          <p:nvPr/>
        </p:nvSpPr>
        <p:spPr>
          <a:xfrm>
            <a:off x="8086607" y="4262656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f20">
            <a:extLst>
              <a:ext uri="{FF2B5EF4-FFF2-40B4-BE49-F238E27FC236}">
                <a16:creationId xmlns:a16="http://schemas.microsoft.com/office/drawing/2014/main" id="{42A1D0E8-C195-42E1-9936-9BF9BE5A3BA9}"/>
              </a:ext>
            </a:extLst>
          </p:cNvPr>
          <p:cNvSpPr/>
          <p:nvPr/>
        </p:nvSpPr>
        <p:spPr>
          <a:xfrm>
            <a:off x="9464248" y="4309334"/>
            <a:ext cx="1526570" cy="138925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sq-XK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FE72DFF-4C10-4BA3-A439-9E83C22BD450}"/>
              </a:ext>
            </a:extLst>
          </p:cNvPr>
          <p:cNvSpPr/>
          <p:nvPr/>
        </p:nvSpPr>
        <p:spPr>
          <a:xfrm>
            <a:off x="2070525" y="2525871"/>
            <a:ext cx="1236376" cy="118807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Rifillo</a:t>
            </a:r>
            <a:endParaRPr lang="sq-XK" sz="2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60F33E7-8DA8-444A-8BE9-7BF70239E6D8}"/>
              </a:ext>
            </a:extLst>
          </p:cNvPr>
          <p:cNvSpPr txBox="1"/>
          <p:nvPr/>
        </p:nvSpPr>
        <p:spPr>
          <a:xfrm>
            <a:off x="970672" y="1123079"/>
            <a:ext cx="2777742" cy="110799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sq-AL" sz="3300">
                <a:latin typeface="Times New Roman" panose="02020603050405020304" pitchFamily="18" charset="0"/>
                <a:cs typeface="Times New Roman" panose="02020603050405020304" pitchFamily="18" charset="0"/>
              </a:rPr>
              <a:t>Çka fshihet prapa kutive</a:t>
            </a:r>
            <a:endParaRPr lang="sq-AL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892D936-6C56-4F84-8695-56C05D5B9410}"/>
              </a:ext>
            </a:extLst>
          </p:cNvPr>
          <p:cNvSpPr/>
          <p:nvPr/>
        </p:nvSpPr>
        <p:spPr>
          <a:xfrm>
            <a:off x="1884604" y="3875739"/>
            <a:ext cx="1564784" cy="68579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 </a:t>
            </a:r>
            <a:r>
              <a:rPr lang="sq-AL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A0073F9-6051-425D-AA09-D53F38B6A78D}"/>
              </a:ext>
            </a:extLst>
          </p:cNvPr>
          <p:cNvSpPr/>
          <p:nvPr/>
        </p:nvSpPr>
        <p:spPr>
          <a:xfrm>
            <a:off x="1970326" y="4870629"/>
            <a:ext cx="1564784" cy="68579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C924A6-FE57-4241-828E-997BBA9B8DAD}"/>
              </a:ext>
            </a:extLst>
          </p:cNvPr>
          <p:cNvSpPr txBox="1"/>
          <p:nvPr/>
        </p:nvSpPr>
        <p:spPr>
          <a:xfrm>
            <a:off x="1585581" y="857250"/>
            <a:ext cx="8428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/>
              <a:t>N. Guri</a:t>
            </a:r>
            <a:endParaRPr lang="sq-XK" sz="1350" dirty="0"/>
          </a:p>
        </p:txBody>
      </p:sp>
    </p:spTree>
    <p:extLst>
      <p:ext uri="{BB962C8B-B14F-4D97-AF65-F5344CB8AC3E}">
        <p14:creationId xmlns:p14="http://schemas.microsoft.com/office/powerpoint/2010/main" val="1230415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41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571EE78-2500-26B4-AB94-1BDDBA6DFB6F}"/>
              </a:ext>
            </a:extLst>
          </p:cNvPr>
          <p:cNvSpPr/>
          <p:nvPr/>
        </p:nvSpPr>
        <p:spPr>
          <a:xfrm>
            <a:off x="1735775" y="3612879"/>
            <a:ext cx="1564784" cy="68579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972B3F8-DB69-841D-29A7-DE6DE21AA699}"/>
              </a:ext>
            </a:extLst>
          </p:cNvPr>
          <p:cNvSpPr txBox="1"/>
          <p:nvPr/>
        </p:nvSpPr>
        <p:spPr>
          <a:xfrm>
            <a:off x="1585581" y="1123079"/>
            <a:ext cx="6856053" cy="110799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sq-A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Zbulo figurën</a:t>
            </a:r>
          </a:p>
        </p:txBody>
      </p:sp>
      <p:sp>
        <p:nvSpPr>
          <p:cNvPr id="50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B90BD34-87CF-E1A5-A8D4-EA6C22EF00E5}"/>
              </a:ext>
            </a:extLst>
          </p:cNvPr>
          <p:cNvSpPr/>
          <p:nvPr/>
        </p:nvSpPr>
        <p:spPr>
          <a:xfrm>
            <a:off x="1970326" y="4870629"/>
            <a:ext cx="1564784" cy="68579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67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9A1AF2-B278-CC0D-F354-EDDE1866E4B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16077" y="1593779"/>
            <a:ext cx="5897716" cy="3962648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9F6776D7-43CE-D9FE-784C-C68782B5A94F}"/>
              </a:ext>
            </a:extLst>
          </p:cNvPr>
          <p:cNvGrpSpPr/>
          <p:nvPr/>
        </p:nvGrpSpPr>
        <p:grpSpPr>
          <a:xfrm>
            <a:off x="3616077" y="1123079"/>
            <a:ext cx="1228643" cy="1673855"/>
            <a:chOff x="0" y="251677"/>
            <a:chExt cx="2438400" cy="2345132"/>
          </a:xfrm>
          <a:solidFill>
            <a:schemeClr val="accent1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2CC660F-6376-D51A-6818-44C583F2657D}"/>
                </a:ext>
              </a:extLst>
            </p:cNvPr>
            <p:cNvSpPr/>
            <p:nvPr/>
          </p:nvSpPr>
          <p:spPr>
            <a:xfrm>
              <a:off x="0" y="251677"/>
              <a:ext cx="2438400" cy="234513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350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E56833B-8357-6435-037C-3080A500A901}"/>
                </a:ext>
              </a:extLst>
            </p:cNvPr>
            <p:cNvSpPr/>
            <p:nvPr/>
          </p:nvSpPr>
          <p:spPr>
            <a:xfrm>
              <a:off x="715617" y="808383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1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42C6372-9F74-4A84-3F2D-F045A2C4C910}"/>
              </a:ext>
            </a:extLst>
          </p:cNvPr>
          <p:cNvGrpSpPr/>
          <p:nvPr/>
        </p:nvGrpSpPr>
        <p:grpSpPr>
          <a:xfrm>
            <a:off x="4787488" y="1133018"/>
            <a:ext cx="1228643" cy="1673855"/>
            <a:chOff x="2438400" y="251677"/>
            <a:chExt cx="2438400" cy="2345132"/>
          </a:xfrm>
          <a:solidFill>
            <a:schemeClr val="accent1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EA61037-D0CC-BF85-9C51-B3DFC3F7D833}"/>
                </a:ext>
              </a:extLst>
            </p:cNvPr>
            <p:cNvSpPr/>
            <p:nvPr/>
          </p:nvSpPr>
          <p:spPr>
            <a:xfrm>
              <a:off x="2438400" y="251677"/>
              <a:ext cx="2438400" cy="234513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35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0AF0A72-948A-81D6-ACB8-D81544DC78CD}"/>
                </a:ext>
              </a:extLst>
            </p:cNvPr>
            <p:cNvSpPr/>
            <p:nvPr/>
          </p:nvSpPr>
          <p:spPr>
            <a:xfrm>
              <a:off x="3154017" y="828261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2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EF63935-9336-F939-805D-A5BE9121DA5C}"/>
              </a:ext>
            </a:extLst>
          </p:cNvPr>
          <p:cNvGrpSpPr/>
          <p:nvPr/>
        </p:nvGrpSpPr>
        <p:grpSpPr>
          <a:xfrm>
            <a:off x="5964166" y="1129141"/>
            <a:ext cx="1228643" cy="1673855"/>
            <a:chOff x="4876800" y="273012"/>
            <a:chExt cx="2438400" cy="2345132"/>
          </a:xfrm>
          <a:solidFill>
            <a:schemeClr val="accent1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5CA80D-147B-4142-A9AE-5CB400A4BD7B}"/>
                </a:ext>
              </a:extLst>
            </p:cNvPr>
            <p:cNvSpPr/>
            <p:nvPr/>
          </p:nvSpPr>
          <p:spPr>
            <a:xfrm>
              <a:off x="4876800" y="273012"/>
              <a:ext cx="2438400" cy="234513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35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B5EEA11-A8EB-A30F-CED3-C50A839BD0F4}"/>
                </a:ext>
              </a:extLst>
            </p:cNvPr>
            <p:cNvSpPr/>
            <p:nvPr/>
          </p:nvSpPr>
          <p:spPr>
            <a:xfrm>
              <a:off x="5592417" y="848139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3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73E9425-19AA-5DF8-CD7F-A3A86FFAB1E3}"/>
              </a:ext>
            </a:extLst>
          </p:cNvPr>
          <p:cNvGrpSpPr/>
          <p:nvPr/>
        </p:nvGrpSpPr>
        <p:grpSpPr>
          <a:xfrm>
            <a:off x="7123978" y="1129142"/>
            <a:ext cx="1228643" cy="1716423"/>
            <a:chOff x="7134542" y="262344"/>
            <a:chExt cx="2438400" cy="2345132"/>
          </a:xfrm>
          <a:solidFill>
            <a:schemeClr val="accent1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0BFBB0D-1BC5-A09A-8AF1-E8488A8F8767}"/>
                </a:ext>
              </a:extLst>
            </p:cNvPr>
            <p:cNvSpPr/>
            <p:nvPr/>
          </p:nvSpPr>
          <p:spPr>
            <a:xfrm>
              <a:off x="7134542" y="262344"/>
              <a:ext cx="2438400" cy="234513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35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9ECD50F-9D68-34C2-7624-49832FA8DFF3}"/>
                </a:ext>
              </a:extLst>
            </p:cNvPr>
            <p:cNvSpPr/>
            <p:nvPr/>
          </p:nvSpPr>
          <p:spPr>
            <a:xfrm>
              <a:off x="8030817" y="868017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4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9F6BE49-A4C1-0965-4D2D-3AB8152CCA84}"/>
              </a:ext>
            </a:extLst>
          </p:cNvPr>
          <p:cNvGrpSpPr/>
          <p:nvPr/>
        </p:nvGrpSpPr>
        <p:grpSpPr>
          <a:xfrm>
            <a:off x="8286856" y="1129142"/>
            <a:ext cx="1228643" cy="1716423"/>
            <a:chOff x="9753600" y="289014"/>
            <a:chExt cx="2438400" cy="2345132"/>
          </a:xfrm>
          <a:solidFill>
            <a:schemeClr val="accent1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70CC83A-2BE8-72DC-1DEF-0CDE40937262}"/>
                </a:ext>
              </a:extLst>
            </p:cNvPr>
            <p:cNvSpPr/>
            <p:nvPr/>
          </p:nvSpPr>
          <p:spPr>
            <a:xfrm>
              <a:off x="9753600" y="289014"/>
              <a:ext cx="2438400" cy="234513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35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9EC69A3-9524-069F-1962-04FD392F4FE5}"/>
                </a:ext>
              </a:extLst>
            </p:cNvPr>
            <p:cNvSpPr/>
            <p:nvPr/>
          </p:nvSpPr>
          <p:spPr>
            <a:xfrm>
              <a:off x="10469217" y="887895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5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4B28D55-BBE2-18E9-3779-397C4CEBBB0A}"/>
              </a:ext>
            </a:extLst>
          </p:cNvPr>
          <p:cNvGrpSpPr/>
          <p:nvPr/>
        </p:nvGrpSpPr>
        <p:grpSpPr>
          <a:xfrm>
            <a:off x="3616077" y="2770506"/>
            <a:ext cx="1228643" cy="1774457"/>
            <a:chOff x="0" y="2045253"/>
            <a:chExt cx="2438400" cy="2721622"/>
          </a:xfrm>
          <a:solidFill>
            <a:schemeClr val="accent1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B91A78B-7AEA-B9D5-A21E-91F101072A51}"/>
                </a:ext>
              </a:extLst>
            </p:cNvPr>
            <p:cNvSpPr/>
            <p:nvPr/>
          </p:nvSpPr>
          <p:spPr>
            <a:xfrm>
              <a:off x="0" y="2045253"/>
              <a:ext cx="2438400" cy="272162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35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228FD54-0401-1FA8-32BA-E6FD3DC1A8F0}"/>
                </a:ext>
              </a:extLst>
            </p:cNvPr>
            <p:cNvSpPr/>
            <p:nvPr/>
          </p:nvSpPr>
          <p:spPr>
            <a:xfrm>
              <a:off x="762000" y="2855483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6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A828F0D-4320-E563-9C7F-B0BC38FF3D0B}"/>
              </a:ext>
            </a:extLst>
          </p:cNvPr>
          <p:cNvGrpSpPr/>
          <p:nvPr/>
        </p:nvGrpSpPr>
        <p:grpSpPr>
          <a:xfrm>
            <a:off x="4787488" y="2760566"/>
            <a:ext cx="1228643" cy="1774457"/>
            <a:chOff x="2438400" y="2045253"/>
            <a:chExt cx="2438400" cy="2721622"/>
          </a:xfrm>
          <a:solidFill>
            <a:schemeClr val="accent1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06A424F-7977-1C7E-5D48-FE3186262D70}"/>
                </a:ext>
              </a:extLst>
            </p:cNvPr>
            <p:cNvSpPr/>
            <p:nvPr/>
          </p:nvSpPr>
          <p:spPr>
            <a:xfrm>
              <a:off x="2438400" y="2045253"/>
              <a:ext cx="2438400" cy="272162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35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FB2E160-51F8-BD7F-00DC-E7102C1AE4EB}"/>
                </a:ext>
              </a:extLst>
            </p:cNvPr>
            <p:cNvSpPr/>
            <p:nvPr/>
          </p:nvSpPr>
          <p:spPr>
            <a:xfrm>
              <a:off x="3200400" y="2875361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300" dirty="0"/>
                <a:t>7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C0D2A03-0004-A950-248F-EC2ED88FACC4}"/>
              </a:ext>
            </a:extLst>
          </p:cNvPr>
          <p:cNvGrpSpPr/>
          <p:nvPr/>
        </p:nvGrpSpPr>
        <p:grpSpPr>
          <a:xfrm>
            <a:off x="5964166" y="2740688"/>
            <a:ext cx="1228643" cy="1774457"/>
            <a:chOff x="4876800" y="2045253"/>
            <a:chExt cx="2438400" cy="2721622"/>
          </a:xfrm>
          <a:solidFill>
            <a:schemeClr val="accent1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C1B011C-E71C-E1B2-CE45-F1F411226B83}"/>
                </a:ext>
              </a:extLst>
            </p:cNvPr>
            <p:cNvSpPr/>
            <p:nvPr/>
          </p:nvSpPr>
          <p:spPr>
            <a:xfrm>
              <a:off x="4876800" y="2045253"/>
              <a:ext cx="2438400" cy="272162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35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4542BAB-864C-EEC9-968E-756AEA46A9C3}"/>
                </a:ext>
              </a:extLst>
            </p:cNvPr>
            <p:cNvSpPr/>
            <p:nvPr/>
          </p:nvSpPr>
          <p:spPr>
            <a:xfrm>
              <a:off x="5638800" y="2895239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8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E3AC623-E99A-CB15-C775-69F155D0B5AA}"/>
              </a:ext>
            </a:extLst>
          </p:cNvPr>
          <p:cNvGrpSpPr/>
          <p:nvPr/>
        </p:nvGrpSpPr>
        <p:grpSpPr>
          <a:xfrm>
            <a:off x="7140844" y="2750767"/>
            <a:ext cx="1228643" cy="1766470"/>
            <a:chOff x="7315200" y="2025375"/>
            <a:chExt cx="2438400" cy="2800978"/>
          </a:xfrm>
          <a:solidFill>
            <a:schemeClr val="accent1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5B1DD0F-D182-308D-8F99-E6EBF65C783D}"/>
                </a:ext>
              </a:extLst>
            </p:cNvPr>
            <p:cNvSpPr/>
            <p:nvPr/>
          </p:nvSpPr>
          <p:spPr>
            <a:xfrm>
              <a:off x="7315200" y="2025375"/>
              <a:ext cx="2438400" cy="2800978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35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BC9ED6F-FCBD-62CC-F8CE-2B510777B06F}"/>
                </a:ext>
              </a:extLst>
            </p:cNvPr>
            <p:cNvSpPr/>
            <p:nvPr/>
          </p:nvSpPr>
          <p:spPr>
            <a:xfrm>
              <a:off x="8077200" y="2915117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9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946FBFF-7944-A8F2-C9D3-651F3140B18D}"/>
              </a:ext>
            </a:extLst>
          </p:cNvPr>
          <p:cNvGrpSpPr/>
          <p:nvPr/>
        </p:nvGrpSpPr>
        <p:grpSpPr>
          <a:xfrm>
            <a:off x="8286856" y="2748689"/>
            <a:ext cx="1228643" cy="1716424"/>
            <a:chOff x="9753600" y="2045253"/>
            <a:chExt cx="2438400" cy="2721622"/>
          </a:xfrm>
          <a:solidFill>
            <a:schemeClr val="accent1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78863B6-7E56-A718-00CC-9EC6034ECD38}"/>
                </a:ext>
              </a:extLst>
            </p:cNvPr>
            <p:cNvSpPr/>
            <p:nvPr/>
          </p:nvSpPr>
          <p:spPr>
            <a:xfrm>
              <a:off x="9753600" y="2045253"/>
              <a:ext cx="2438400" cy="272162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35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10C25D6-92F7-2787-6BEB-151974548AB8}"/>
                </a:ext>
              </a:extLst>
            </p:cNvPr>
            <p:cNvSpPr/>
            <p:nvPr/>
          </p:nvSpPr>
          <p:spPr>
            <a:xfrm>
              <a:off x="10147473" y="2934995"/>
              <a:ext cx="1282528" cy="1223663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10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DF990E6-9ABC-42B5-E819-E0C9CA48361E}"/>
              </a:ext>
            </a:extLst>
          </p:cNvPr>
          <p:cNvGrpSpPr/>
          <p:nvPr/>
        </p:nvGrpSpPr>
        <p:grpSpPr>
          <a:xfrm>
            <a:off x="3616077" y="4475205"/>
            <a:ext cx="1228643" cy="1442576"/>
            <a:chOff x="0" y="4731388"/>
            <a:chExt cx="2438400" cy="2021103"/>
          </a:xfrm>
          <a:solidFill>
            <a:schemeClr val="accent1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B84362-AD50-26CF-CFD1-F6970FC0D35C}"/>
                </a:ext>
              </a:extLst>
            </p:cNvPr>
            <p:cNvSpPr/>
            <p:nvPr/>
          </p:nvSpPr>
          <p:spPr>
            <a:xfrm>
              <a:off x="0" y="4731388"/>
              <a:ext cx="2438400" cy="2021103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35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9AC5BD8-FED6-6F4B-CFF2-BA1D4935A797}"/>
                </a:ext>
              </a:extLst>
            </p:cNvPr>
            <p:cNvSpPr/>
            <p:nvPr/>
          </p:nvSpPr>
          <p:spPr>
            <a:xfrm>
              <a:off x="808383" y="4902583"/>
              <a:ext cx="1135665" cy="1251131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11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31FD267-FA1B-AF36-4BB4-4069733C2844}"/>
              </a:ext>
            </a:extLst>
          </p:cNvPr>
          <p:cNvGrpSpPr/>
          <p:nvPr/>
        </p:nvGrpSpPr>
        <p:grpSpPr>
          <a:xfrm>
            <a:off x="4770637" y="4490113"/>
            <a:ext cx="1228643" cy="1442576"/>
            <a:chOff x="2438400" y="4751266"/>
            <a:chExt cx="2438400" cy="2021103"/>
          </a:xfrm>
          <a:solidFill>
            <a:schemeClr val="accent1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5FB871B-A864-81A1-5118-E95CB985F5B3}"/>
                </a:ext>
              </a:extLst>
            </p:cNvPr>
            <p:cNvSpPr/>
            <p:nvPr/>
          </p:nvSpPr>
          <p:spPr>
            <a:xfrm>
              <a:off x="2438400" y="4751266"/>
              <a:ext cx="2438400" cy="2021103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35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CFDF5E3-82A7-C2B3-1279-47C65F8B8CFA}"/>
                </a:ext>
              </a:extLst>
            </p:cNvPr>
            <p:cNvSpPr/>
            <p:nvPr/>
          </p:nvSpPr>
          <p:spPr>
            <a:xfrm>
              <a:off x="2932753" y="4922461"/>
              <a:ext cx="1228431" cy="1230243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12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F623470-9FD3-E4FB-5663-4923F027F53A}"/>
              </a:ext>
            </a:extLst>
          </p:cNvPr>
          <p:cNvGrpSpPr/>
          <p:nvPr/>
        </p:nvGrpSpPr>
        <p:grpSpPr>
          <a:xfrm>
            <a:off x="5964166" y="4490113"/>
            <a:ext cx="1228643" cy="1442576"/>
            <a:chOff x="4876800" y="4777770"/>
            <a:chExt cx="2438400" cy="2021103"/>
          </a:xfrm>
          <a:solidFill>
            <a:schemeClr val="accent1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6761ECE-5981-6086-5E4D-2C52C059F6EB}"/>
                </a:ext>
              </a:extLst>
            </p:cNvPr>
            <p:cNvSpPr/>
            <p:nvPr/>
          </p:nvSpPr>
          <p:spPr>
            <a:xfrm>
              <a:off x="4876800" y="4777770"/>
              <a:ext cx="2438400" cy="2021103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2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50F8BD6-2259-5D15-7B00-6B91DBB2E601}"/>
                </a:ext>
              </a:extLst>
            </p:cNvPr>
            <p:cNvSpPr/>
            <p:nvPr/>
          </p:nvSpPr>
          <p:spPr>
            <a:xfrm>
              <a:off x="5498113" y="4942339"/>
              <a:ext cx="110147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13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2C83621-0D65-C8B9-4452-6EF1CE7FAC0E}"/>
              </a:ext>
            </a:extLst>
          </p:cNvPr>
          <p:cNvGrpSpPr/>
          <p:nvPr/>
        </p:nvGrpSpPr>
        <p:grpSpPr>
          <a:xfrm>
            <a:off x="7140844" y="4454355"/>
            <a:ext cx="1228643" cy="1479263"/>
            <a:chOff x="7315200" y="4751266"/>
            <a:chExt cx="2438400" cy="2021103"/>
          </a:xfrm>
          <a:solidFill>
            <a:schemeClr val="accent1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1506B94-25D4-2FB0-DC50-BE24A49F4BD6}"/>
                </a:ext>
              </a:extLst>
            </p:cNvPr>
            <p:cNvSpPr/>
            <p:nvPr/>
          </p:nvSpPr>
          <p:spPr>
            <a:xfrm>
              <a:off x="7315200" y="4751266"/>
              <a:ext cx="2438400" cy="2021103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35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F9BCE4C-0410-9A9B-088E-F2A10D99FE6B}"/>
                </a:ext>
              </a:extLst>
            </p:cNvPr>
            <p:cNvSpPr/>
            <p:nvPr/>
          </p:nvSpPr>
          <p:spPr>
            <a:xfrm>
              <a:off x="7969956" y="4962217"/>
              <a:ext cx="1068027" cy="1204587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14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F8A9DE7-F50F-6CE1-6CF7-37FE3517BB64}"/>
              </a:ext>
            </a:extLst>
          </p:cNvPr>
          <p:cNvGrpSpPr/>
          <p:nvPr/>
        </p:nvGrpSpPr>
        <p:grpSpPr>
          <a:xfrm>
            <a:off x="8273389" y="4481886"/>
            <a:ext cx="1228643" cy="1479263"/>
            <a:chOff x="9753600" y="4751266"/>
            <a:chExt cx="2438400" cy="2021103"/>
          </a:xfrm>
          <a:solidFill>
            <a:schemeClr val="accent1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265E9F2-DF46-8486-67C6-F913D830D8CB}"/>
                </a:ext>
              </a:extLst>
            </p:cNvPr>
            <p:cNvSpPr/>
            <p:nvPr/>
          </p:nvSpPr>
          <p:spPr>
            <a:xfrm>
              <a:off x="9753600" y="4751266"/>
              <a:ext cx="2438400" cy="2021103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XK" sz="135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9685FEC-A7FF-F62A-9A8E-3AC816D4245C}"/>
                </a:ext>
              </a:extLst>
            </p:cNvPr>
            <p:cNvSpPr/>
            <p:nvPr/>
          </p:nvSpPr>
          <p:spPr>
            <a:xfrm>
              <a:off x="10221226" y="4982095"/>
              <a:ext cx="1255158" cy="118471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dirty="0"/>
                <a:t>15</a:t>
              </a:r>
            </a:p>
          </p:txBody>
        </p:sp>
      </p:grpSp>
      <p:sp>
        <p:nvSpPr>
          <p:cNvPr id="4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571EE78-2500-26B4-AB94-1BDDBA6DFB6F}"/>
              </a:ext>
            </a:extLst>
          </p:cNvPr>
          <p:cNvSpPr/>
          <p:nvPr/>
        </p:nvSpPr>
        <p:spPr>
          <a:xfrm>
            <a:off x="1735775" y="3612879"/>
            <a:ext cx="1564784" cy="68579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972B3F8-DB69-841D-29A7-DE6DE21AA699}"/>
              </a:ext>
            </a:extLst>
          </p:cNvPr>
          <p:cNvSpPr txBox="1"/>
          <p:nvPr/>
        </p:nvSpPr>
        <p:spPr>
          <a:xfrm>
            <a:off x="1585582" y="1123079"/>
            <a:ext cx="1991022" cy="110799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sq-AL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Zbulo figurën</a:t>
            </a:r>
          </a:p>
        </p:txBody>
      </p:sp>
      <p:sp>
        <p:nvSpPr>
          <p:cNvPr id="50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B90BD34-87CF-E1A5-A8D4-EA6C22EF00E5}"/>
              </a:ext>
            </a:extLst>
          </p:cNvPr>
          <p:cNvSpPr/>
          <p:nvPr/>
        </p:nvSpPr>
        <p:spPr>
          <a:xfrm>
            <a:off x="1970326" y="4870629"/>
            <a:ext cx="1564784" cy="68579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10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BD86C2AF-FE78-96D1-B79B-A6997E141F9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4848" y="1682234"/>
            <a:ext cx="5724689" cy="3737077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61B82646-376A-17F5-A67F-BB1C223211BE}"/>
              </a:ext>
            </a:extLst>
          </p:cNvPr>
          <p:cNvSpPr/>
          <p:nvPr/>
        </p:nvSpPr>
        <p:spPr>
          <a:xfrm>
            <a:off x="3592656" y="1423980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F8464FC-0846-401A-581A-27BA4ED11446}"/>
              </a:ext>
            </a:extLst>
          </p:cNvPr>
          <p:cNvSpPr/>
          <p:nvPr/>
        </p:nvSpPr>
        <p:spPr>
          <a:xfrm>
            <a:off x="4750565" y="1423980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0C701E5-1DC6-4EED-0279-E816C948CA00}"/>
              </a:ext>
            </a:extLst>
          </p:cNvPr>
          <p:cNvSpPr/>
          <p:nvPr/>
        </p:nvSpPr>
        <p:spPr>
          <a:xfrm>
            <a:off x="5908473" y="1394162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43B6688-019B-56CC-EAAA-C50F10967F75}"/>
              </a:ext>
            </a:extLst>
          </p:cNvPr>
          <p:cNvSpPr/>
          <p:nvPr/>
        </p:nvSpPr>
        <p:spPr>
          <a:xfrm>
            <a:off x="7071351" y="1394162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7101929-074A-4B0E-1A33-4EC5FA8E4B39}"/>
              </a:ext>
            </a:extLst>
          </p:cNvPr>
          <p:cNvSpPr/>
          <p:nvPr/>
        </p:nvSpPr>
        <p:spPr>
          <a:xfrm>
            <a:off x="8229259" y="1394162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5928681-978B-0FD2-5F92-1D59156A7571}"/>
              </a:ext>
            </a:extLst>
          </p:cNvPr>
          <p:cNvSpPr/>
          <p:nvPr/>
        </p:nvSpPr>
        <p:spPr>
          <a:xfrm>
            <a:off x="9387168" y="1394162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322B539-07D7-E3CC-36C9-32527FCC75FD}"/>
              </a:ext>
            </a:extLst>
          </p:cNvPr>
          <p:cNvSpPr/>
          <p:nvPr/>
        </p:nvSpPr>
        <p:spPr>
          <a:xfrm>
            <a:off x="2390511" y="2439471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CAC6B05-20FD-719A-DEF6-488D16EDD278}"/>
              </a:ext>
            </a:extLst>
          </p:cNvPr>
          <p:cNvSpPr/>
          <p:nvPr/>
        </p:nvSpPr>
        <p:spPr>
          <a:xfrm>
            <a:off x="3592656" y="2437771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9699977-8678-676E-81CB-24A4FEC4DBAC}"/>
              </a:ext>
            </a:extLst>
          </p:cNvPr>
          <p:cNvSpPr/>
          <p:nvPr/>
        </p:nvSpPr>
        <p:spPr>
          <a:xfrm>
            <a:off x="4750565" y="2437771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9DE7CCD-28BD-BD6C-5E6E-F26AE82938D5}"/>
              </a:ext>
            </a:extLst>
          </p:cNvPr>
          <p:cNvSpPr/>
          <p:nvPr/>
        </p:nvSpPr>
        <p:spPr>
          <a:xfrm>
            <a:off x="5908473" y="2407953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6516861-90B7-D42D-AC15-B8408AC1DAE9}"/>
              </a:ext>
            </a:extLst>
          </p:cNvPr>
          <p:cNvSpPr/>
          <p:nvPr/>
        </p:nvSpPr>
        <p:spPr>
          <a:xfrm>
            <a:off x="7066382" y="2414150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ED72C1D-6A28-82F6-4F6B-6B8DA806425E}"/>
              </a:ext>
            </a:extLst>
          </p:cNvPr>
          <p:cNvSpPr/>
          <p:nvPr/>
        </p:nvSpPr>
        <p:spPr>
          <a:xfrm>
            <a:off x="8229259" y="2407953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44283A9-237C-8065-9035-DCEE3E722372}"/>
              </a:ext>
            </a:extLst>
          </p:cNvPr>
          <p:cNvSpPr/>
          <p:nvPr/>
        </p:nvSpPr>
        <p:spPr>
          <a:xfrm>
            <a:off x="9387168" y="2407953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14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7A3767F-BC77-8101-AFA5-9115F34372AF}"/>
              </a:ext>
            </a:extLst>
          </p:cNvPr>
          <p:cNvSpPr/>
          <p:nvPr/>
        </p:nvSpPr>
        <p:spPr>
          <a:xfrm>
            <a:off x="2434748" y="3451563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1F5653F-B7F6-D0AA-CDE7-03AD942F9B2A}"/>
              </a:ext>
            </a:extLst>
          </p:cNvPr>
          <p:cNvSpPr/>
          <p:nvPr/>
        </p:nvSpPr>
        <p:spPr>
          <a:xfrm>
            <a:off x="3592656" y="3451563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16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FA91C68-0E75-F0D3-04CF-83BE2772BF99}"/>
              </a:ext>
            </a:extLst>
          </p:cNvPr>
          <p:cNvSpPr/>
          <p:nvPr/>
        </p:nvSpPr>
        <p:spPr>
          <a:xfrm>
            <a:off x="4750565" y="3451563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17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0ECBC0F-EFBF-E304-0630-3370CED78C1B}"/>
              </a:ext>
            </a:extLst>
          </p:cNvPr>
          <p:cNvSpPr/>
          <p:nvPr/>
        </p:nvSpPr>
        <p:spPr>
          <a:xfrm>
            <a:off x="5908473" y="3421745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ECABB13-B3EE-EAFD-15F2-017CC8BED48B}"/>
              </a:ext>
            </a:extLst>
          </p:cNvPr>
          <p:cNvSpPr/>
          <p:nvPr/>
        </p:nvSpPr>
        <p:spPr>
          <a:xfrm>
            <a:off x="7071351" y="3421745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4CB0424-4A1C-C05B-32AF-47D90D5171E8}"/>
              </a:ext>
            </a:extLst>
          </p:cNvPr>
          <p:cNvSpPr/>
          <p:nvPr/>
        </p:nvSpPr>
        <p:spPr>
          <a:xfrm>
            <a:off x="8229259" y="3421745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0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C6326A8-1666-3F28-FBCE-B1F07F02FC8A}"/>
              </a:ext>
            </a:extLst>
          </p:cNvPr>
          <p:cNvSpPr/>
          <p:nvPr/>
        </p:nvSpPr>
        <p:spPr>
          <a:xfrm>
            <a:off x="9387168" y="3421745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C7E2A45-8307-C928-27B1-8CCF2B83C5E8}"/>
              </a:ext>
            </a:extLst>
          </p:cNvPr>
          <p:cNvSpPr/>
          <p:nvPr/>
        </p:nvSpPr>
        <p:spPr>
          <a:xfrm>
            <a:off x="2434748" y="4465354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6E1B1E4-77A1-8298-76F6-CF0560D8E261}"/>
              </a:ext>
            </a:extLst>
          </p:cNvPr>
          <p:cNvSpPr/>
          <p:nvPr/>
        </p:nvSpPr>
        <p:spPr>
          <a:xfrm>
            <a:off x="3592656" y="4465354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D9145D4-3B67-C71F-11DF-D6A34A6F829D}"/>
              </a:ext>
            </a:extLst>
          </p:cNvPr>
          <p:cNvSpPr/>
          <p:nvPr/>
        </p:nvSpPr>
        <p:spPr>
          <a:xfrm>
            <a:off x="4750565" y="4465354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A6E52E0-3E3A-4375-9102-1324A7BF6F7B}"/>
              </a:ext>
            </a:extLst>
          </p:cNvPr>
          <p:cNvSpPr/>
          <p:nvPr/>
        </p:nvSpPr>
        <p:spPr>
          <a:xfrm>
            <a:off x="5908473" y="4435536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348861E-3B47-9F26-6E24-6288FEB7DC3F}"/>
              </a:ext>
            </a:extLst>
          </p:cNvPr>
          <p:cNvSpPr/>
          <p:nvPr/>
        </p:nvSpPr>
        <p:spPr>
          <a:xfrm>
            <a:off x="7071351" y="4435536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2D1B6CD-E87D-CF19-B192-21D0B171475A}"/>
              </a:ext>
            </a:extLst>
          </p:cNvPr>
          <p:cNvSpPr/>
          <p:nvPr/>
        </p:nvSpPr>
        <p:spPr>
          <a:xfrm>
            <a:off x="8229259" y="4435536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0FD6C07-130E-4A9F-2E0E-3F02C37A75BD}"/>
              </a:ext>
            </a:extLst>
          </p:cNvPr>
          <p:cNvSpPr/>
          <p:nvPr/>
        </p:nvSpPr>
        <p:spPr>
          <a:xfrm>
            <a:off x="9387168" y="4435536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F108792A-2B3E-D8D4-C784-B33158967FF8}"/>
              </a:ext>
            </a:extLst>
          </p:cNvPr>
          <p:cNvSpPr/>
          <p:nvPr/>
        </p:nvSpPr>
        <p:spPr>
          <a:xfrm>
            <a:off x="2434748" y="1414041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11C16CB-CE12-5E78-66FD-F13D5259D371}"/>
              </a:ext>
            </a:extLst>
          </p:cNvPr>
          <p:cNvSpPr/>
          <p:nvPr/>
        </p:nvSpPr>
        <p:spPr>
          <a:xfrm>
            <a:off x="1535255" y="4767383"/>
            <a:ext cx="1012476" cy="37971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0B8DE06-DB78-1AEA-06F9-7C535E6A927C}"/>
              </a:ext>
            </a:extLst>
          </p:cNvPr>
          <p:cNvSpPr/>
          <p:nvPr/>
        </p:nvSpPr>
        <p:spPr>
          <a:xfrm>
            <a:off x="1636385" y="3612879"/>
            <a:ext cx="811956" cy="79264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B26CD16-5131-33F9-08F0-638814951867}"/>
              </a:ext>
            </a:extLst>
          </p:cNvPr>
          <p:cNvSpPr txBox="1"/>
          <p:nvPr/>
        </p:nvSpPr>
        <p:spPr>
          <a:xfrm>
            <a:off x="1585583" y="1113140"/>
            <a:ext cx="1091357" cy="83099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Zbulo figurën</a:t>
            </a:r>
          </a:p>
        </p:txBody>
      </p:sp>
    </p:spTree>
    <p:extLst>
      <p:ext uri="{BB962C8B-B14F-4D97-AF65-F5344CB8AC3E}">
        <p14:creationId xmlns:p14="http://schemas.microsoft.com/office/powerpoint/2010/main" val="1567753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2C487EAA-245E-AD98-E767-53692793DE3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14564" y="1341398"/>
            <a:ext cx="4784551" cy="3588411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BD0EB40A-EB89-0AF2-50C9-F6141CD9E889}"/>
              </a:ext>
            </a:extLst>
          </p:cNvPr>
          <p:cNvSpPr/>
          <p:nvPr/>
        </p:nvSpPr>
        <p:spPr>
          <a:xfrm>
            <a:off x="2269436" y="1056033"/>
            <a:ext cx="1341783" cy="1113182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E7E1701-A2E0-4517-CB9E-C22D4CD5425A}"/>
              </a:ext>
            </a:extLst>
          </p:cNvPr>
          <p:cNvSpPr/>
          <p:nvPr/>
        </p:nvSpPr>
        <p:spPr>
          <a:xfrm>
            <a:off x="3427344" y="1085851"/>
            <a:ext cx="1341783" cy="1113182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BA82D3-2F97-5EEA-9169-ECE582010E2A}"/>
              </a:ext>
            </a:extLst>
          </p:cNvPr>
          <p:cNvSpPr/>
          <p:nvPr/>
        </p:nvSpPr>
        <p:spPr>
          <a:xfrm>
            <a:off x="4585253" y="1085851"/>
            <a:ext cx="1341783" cy="1113182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673CA0F-99D6-0DF7-48E9-8E0A7EB7822A}"/>
              </a:ext>
            </a:extLst>
          </p:cNvPr>
          <p:cNvSpPr/>
          <p:nvPr/>
        </p:nvSpPr>
        <p:spPr>
          <a:xfrm>
            <a:off x="5743161" y="1056033"/>
            <a:ext cx="1341783" cy="1113182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6A8D352-5C80-8DE1-B775-4946980845C4}"/>
              </a:ext>
            </a:extLst>
          </p:cNvPr>
          <p:cNvSpPr/>
          <p:nvPr/>
        </p:nvSpPr>
        <p:spPr>
          <a:xfrm>
            <a:off x="6906039" y="1056033"/>
            <a:ext cx="1341783" cy="1113182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A28AEE5-C586-7244-305A-833B4F8E3BAA}"/>
              </a:ext>
            </a:extLst>
          </p:cNvPr>
          <p:cNvSpPr/>
          <p:nvPr/>
        </p:nvSpPr>
        <p:spPr>
          <a:xfrm>
            <a:off x="8063947" y="1056033"/>
            <a:ext cx="1341783" cy="1113182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259263C-3D03-D920-1BEA-611D86C1CA42}"/>
              </a:ext>
            </a:extLst>
          </p:cNvPr>
          <p:cNvSpPr/>
          <p:nvPr/>
        </p:nvSpPr>
        <p:spPr>
          <a:xfrm>
            <a:off x="9221856" y="1056033"/>
            <a:ext cx="1341783" cy="1113182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2C9D1EC-AD28-7B24-5BE7-AA41FBDA9B4E}"/>
              </a:ext>
            </a:extLst>
          </p:cNvPr>
          <p:cNvSpPr/>
          <p:nvPr/>
        </p:nvSpPr>
        <p:spPr>
          <a:xfrm>
            <a:off x="2269436" y="2099642"/>
            <a:ext cx="1341783" cy="1113182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FAFFDE5-5690-A6C8-9079-C5DA171D59E4}"/>
              </a:ext>
            </a:extLst>
          </p:cNvPr>
          <p:cNvSpPr/>
          <p:nvPr/>
        </p:nvSpPr>
        <p:spPr>
          <a:xfrm>
            <a:off x="3427344" y="2099642"/>
            <a:ext cx="1341783" cy="1113182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63A9C9D-D9AF-1669-4E39-10FE3022625C}"/>
              </a:ext>
            </a:extLst>
          </p:cNvPr>
          <p:cNvSpPr/>
          <p:nvPr/>
        </p:nvSpPr>
        <p:spPr>
          <a:xfrm>
            <a:off x="4585253" y="2099642"/>
            <a:ext cx="1341783" cy="1113182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823492B-F837-3CE4-FF36-FE0F794BC550}"/>
              </a:ext>
            </a:extLst>
          </p:cNvPr>
          <p:cNvSpPr/>
          <p:nvPr/>
        </p:nvSpPr>
        <p:spPr>
          <a:xfrm>
            <a:off x="5743161" y="2069824"/>
            <a:ext cx="1341783" cy="1113182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356270F-5EE2-E980-596E-23CD4DA6E11B}"/>
              </a:ext>
            </a:extLst>
          </p:cNvPr>
          <p:cNvSpPr/>
          <p:nvPr/>
        </p:nvSpPr>
        <p:spPr>
          <a:xfrm>
            <a:off x="6906039" y="2069824"/>
            <a:ext cx="1341783" cy="1113182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F9BDAF8-35AD-3202-2129-2F920DC17B7F}"/>
              </a:ext>
            </a:extLst>
          </p:cNvPr>
          <p:cNvSpPr/>
          <p:nvPr/>
        </p:nvSpPr>
        <p:spPr>
          <a:xfrm>
            <a:off x="8014255" y="2069824"/>
            <a:ext cx="1341783" cy="1113182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0D7E3DB-13A5-FF75-6D3B-C14E0DAD4654}"/>
              </a:ext>
            </a:extLst>
          </p:cNvPr>
          <p:cNvSpPr/>
          <p:nvPr/>
        </p:nvSpPr>
        <p:spPr>
          <a:xfrm>
            <a:off x="9221856" y="2069824"/>
            <a:ext cx="1341783" cy="1113182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14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77CC86E-6CF2-377B-D1F8-E2231469138B}"/>
              </a:ext>
            </a:extLst>
          </p:cNvPr>
          <p:cNvSpPr/>
          <p:nvPr/>
        </p:nvSpPr>
        <p:spPr>
          <a:xfrm>
            <a:off x="2269436" y="3113434"/>
            <a:ext cx="1341783" cy="1113182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EBEFB3B-1228-2AFF-5582-A910F92D4740}"/>
              </a:ext>
            </a:extLst>
          </p:cNvPr>
          <p:cNvSpPr/>
          <p:nvPr/>
        </p:nvSpPr>
        <p:spPr>
          <a:xfrm>
            <a:off x="3427344" y="3113434"/>
            <a:ext cx="1341783" cy="1113182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16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F1F15E5-B5BC-94E9-06F4-816B5FC91A2C}"/>
              </a:ext>
            </a:extLst>
          </p:cNvPr>
          <p:cNvSpPr/>
          <p:nvPr/>
        </p:nvSpPr>
        <p:spPr>
          <a:xfrm>
            <a:off x="4585253" y="3113434"/>
            <a:ext cx="1341783" cy="1113182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17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A509AC8-6A21-1050-651A-8C62A2E5B466}"/>
              </a:ext>
            </a:extLst>
          </p:cNvPr>
          <p:cNvSpPr/>
          <p:nvPr/>
        </p:nvSpPr>
        <p:spPr>
          <a:xfrm>
            <a:off x="5743161" y="3083616"/>
            <a:ext cx="1341783" cy="1113182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2C6B163-66AE-5D2D-3376-3128A3039DAC}"/>
              </a:ext>
            </a:extLst>
          </p:cNvPr>
          <p:cNvSpPr/>
          <p:nvPr/>
        </p:nvSpPr>
        <p:spPr>
          <a:xfrm>
            <a:off x="6906039" y="3083616"/>
            <a:ext cx="1341783" cy="1113182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E919034-B43A-2D5F-66EF-1B40D0CDC81F}"/>
              </a:ext>
            </a:extLst>
          </p:cNvPr>
          <p:cNvSpPr/>
          <p:nvPr/>
        </p:nvSpPr>
        <p:spPr>
          <a:xfrm>
            <a:off x="1535255" y="4767383"/>
            <a:ext cx="1012476" cy="37971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4D565E2-F92F-5E1D-DEBE-503976A15CB2}"/>
              </a:ext>
            </a:extLst>
          </p:cNvPr>
          <p:cNvSpPr/>
          <p:nvPr/>
        </p:nvSpPr>
        <p:spPr>
          <a:xfrm>
            <a:off x="1636385" y="3612879"/>
            <a:ext cx="811956" cy="79264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9944420-65BF-8A40-419D-C5BA0A57AB22}"/>
              </a:ext>
            </a:extLst>
          </p:cNvPr>
          <p:cNvSpPr txBox="1"/>
          <p:nvPr/>
        </p:nvSpPr>
        <p:spPr>
          <a:xfrm>
            <a:off x="1585583" y="1113140"/>
            <a:ext cx="1091357" cy="83099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Zbulo figurën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14A8B7-3526-5A05-6F7E-E5EDD565DF2A}"/>
              </a:ext>
            </a:extLst>
          </p:cNvPr>
          <p:cNvSpPr/>
          <p:nvPr/>
        </p:nvSpPr>
        <p:spPr>
          <a:xfrm>
            <a:off x="8044073" y="3183007"/>
            <a:ext cx="1356689" cy="1222513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0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8B98C4-EE03-727C-AAEA-8173F62E8DC7}"/>
              </a:ext>
            </a:extLst>
          </p:cNvPr>
          <p:cNvSpPr/>
          <p:nvPr/>
        </p:nvSpPr>
        <p:spPr>
          <a:xfrm>
            <a:off x="9201982" y="3183007"/>
            <a:ext cx="1356689" cy="1222513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3F4572-DE5A-1638-3EF9-9939D623FD21}"/>
              </a:ext>
            </a:extLst>
          </p:cNvPr>
          <p:cNvSpPr/>
          <p:nvPr/>
        </p:nvSpPr>
        <p:spPr>
          <a:xfrm>
            <a:off x="2249562" y="4226617"/>
            <a:ext cx="1356689" cy="1222513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D295CC-F517-B110-E1FD-2241F6D99770}"/>
              </a:ext>
            </a:extLst>
          </p:cNvPr>
          <p:cNvSpPr/>
          <p:nvPr/>
        </p:nvSpPr>
        <p:spPr>
          <a:xfrm>
            <a:off x="3407471" y="4226617"/>
            <a:ext cx="1356689" cy="1222513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827089-DB6A-6743-AFBC-1C2A58B80C25}"/>
              </a:ext>
            </a:extLst>
          </p:cNvPr>
          <p:cNvSpPr/>
          <p:nvPr/>
        </p:nvSpPr>
        <p:spPr>
          <a:xfrm>
            <a:off x="4565379" y="4226617"/>
            <a:ext cx="1356689" cy="1222513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C21319-1B2A-31D3-B782-0B3B1FF1334D}"/>
              </a:ext>
            </a:extLst>
          </p:cNvPr>
          <p:cNvSpPr/>
          <p:nvPr/>
        </p:nvSpPr>
        <p:spPr>
          <a:xfrm>
            <a:off x="5723288" y="4196799"/>
            <a:ext cx="1356689" cy="1222513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E6725-5F28-D173-5585-B8B04F2805D8}"/>
              </a:ext>
            </a:extLst>
          </p:cNvPr>
          <p:cNvSpPr/>
          <p:nvPr/>
        </p:nvSpPr>
        <p:spPr>
          <a:xfrm>
            <a:off x="6886165" y="4196799"/>
            <a:ext cx="1356689" cy="1222513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9919C0-E01C-1C16-48DC-FE6A0A63AB63}"/>
              </a:ext>
            </a:extLst>
          </p:cNvPr>
          <p:cNvSpPr/>
          <p:nvPr/>
        </p:nvSpPr>
        <p:spPr>
          <a:xfrm>
            <a:off x="8044073" y="4196799"/>
            <a:ext cx="1356689" cy="1222513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E10E0C-16CA-6BA0-EDEC-3B9B8CDB5D39}"/>
              </a:ext>
            </a:extLst>
          </p:cNvPr>
          <p:cNvSpPr/>
          <p:nvPr/>
        </p:nvSpPr>
        <p:spPr>
          <a:xfrm>
            <a:off x="9201982" y="4196799"/>
            <a:ext cx="1356689" cy="1222513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93314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>
            <a:extLst>
              <a:ext uri="{FF2B5EF4-FFF2-40B4-BE49-F238E27FC236}">
                <a16:creationId xmlns:a16="http://schemas.microsoft.com/office/drawing/2014/main" id="{C44A86B0-A422-982B-0CCC-457FE0EC25C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2053" y="1478279"/>
            <a:ext cx="6266826" cy="3905916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201652DC-322E-7831-F504-5CA2195F835B}"/>
              </a:ext>
            </a:extLst>
          </p:cNvPr>
          <p:cNvSpPr/>
          <p:nvPr/>
        </p:nvSpPr>
        <p:spPr>
          <a:xfrm>
            <a:off x="2498035" y="1217296"/>
            <a:ext cx="1217546" cy="135445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F83B4FF-32C0-2348-E7B8-AC1834C69D4E}"/>
              </a:ext>
            </a:extLst>
          </p:cNvPr>
          <p:cNvSpPr/>
          <p:nvPr/>
        </p:nvSpPr>
        <p:spPr>
          <a:xfrm>
            <a:off x="3655943" y="1247113"/>
            <a:ext cx="1217546" cy="135445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2445ECC-139F-5981-D55F-BE6DE648D2D4}"/>
              </a:ext>
            </a:extLst>
          </p:cNvPr>
          <p:cNvSpPr/>
          <p:nvPr/>
        </p:nvSpPr>
        <p:spPr>
          <a:xfrm>
            <a:off x="4813852" y="1247113"/>
            <a:ext cx="1217546" cy="135445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C8974C1-78A3-C243-F390-2DCE7E6A191A}"/>
              </a:ext>
            </a:extLst>
          </p:cNvPr>
          <p:cNvSpPr/>
          <p:nvPr/>
        </p:nvSpPr>
        <p:spPr>
          <a:xfrm>
            <a:off x="5971760" y="1217296"/>
            <a:ext cx="1217546" cy="135445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025E19E-7978-AE5A-F6BB-6EBEEC201719}"/>
              </a:ext>
            </a:extLst>
          </p:cNvPr>
          <p:cNvSpPr/>
          <p:nvPr/>
        </p:nvSpPr>
        <p:spPr>
          <a:xfrm>
            <a:off x="7134637" y="1217296"/>
            <a:ext cx="1217546" cy="135445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3304A52-9608-63EA-976C-2C0AEEC339A4}"/>
              </a:ext>
            </a:extLst>
          </p:cNvPr>
          <p:cNvSpPr/>
          <p:nvPr/>
        </p:nvSpPr>
        <p:spPr>
          <a:xfrm>
            <a:off x="8292546" y="1217296"/>
            <a:ext cx="1217546" cy="135445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248B785-4062-76A0-71FC-A4D49967C975}"/>
              </a:ext>
            </a:extLst>
          </p:cNvPr>
          <p:cNvSpPr/>
          <p:nvPr/>
        </p:nvSpPr>
        <p:spPr>
          <a:xfrm>
            <a:off x="9450454" y="1217296"/>
            <a:ext cx="1217546" cy="135445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0322537-0FAE-71A0-E7AE-B0395AD3CC2D}"/>
              </a:ext>
            </a:extLst>
          </p:cNvPr>
          <p:cNvSpPr/>
          <p:nvPr/>
        </p:nvSpPr>
        <p:spPr>
          <a:xfrm>
            <a:off x="2498035" y="2260905"/>
            <a:ext cx="1217546" cy="135445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59760EC-9D19-FF4D-B0C8-945477D17B22}"/>
              </a:ext>
            </a:extLst>
          </p:cNvPr>
          <p:cNvSpPr/>
          <p:nvPr/>
        </p:nvSpPr>
        <p:spPr>
          <a:xfrm>
            <a:off x="3655943" y="2260905"/>
            <a:ext cx="1217546" cy="135445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B1DD303-4253-8BC4-8267-78924A31307A}"/>
              </a:ext>
            </a:extLst>
          </p:cNvPr>
          <p:cNvSpPr/>
          <p:nvPr/>
        </p:nvSpPr>
        <p:spPr>
          <a:xfrm>
            <a:off x="4774200" y="2218391"/>
            <a:ext cx="1217546" cy="135445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2F94258-171C-5DF4-98C9-7D86D5E80E4B}"/>
              </a:ext>
            </a:extLst>
          </p:cNvPr>
          <p:cNvSpPr/>
          <p:nvPr/>
        </p:nvSpPr>
        <p:spPr>
          <a:xfrm>
            <a:off x="5971760" y="2231087"/>
            <a:ext cx="1217546" cy="135445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DC13A17-E86D-5724-570E-4868D66E7642}"/>
              </a:ext>
            </a:extLst>
          </p:cNvPr>
          <p:cNvSpPr/>
          <p:nvPr/>
        </p:nvSpPr>
        <p:spPr>
          <a:xfrm>
            <a:off x="7134637" y="2231087"/>
            <a:ext cx="1217546" cy="135445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4764663-6AD5-2966-3AE8-76307AE97018}"/>
              </a:ext>
            </a:extLst>
          </p:cNvPr>
          <p:cNvSpPr/>
          <p:nvPr/>
        </p:nvSpPr>
        <p:spPr>
          <a:xfrm>
            <a:off x="8292546" y="2231087"/>
            <a:ext cx="1217546" cy="135445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047AB41-B093-B98A-3138-4673F6DB9276}"/>
              </a:ext>
            </a:extLst>
          </p:cNvPr>
          <p:cNvSpPr/>
          <p:nvPr/>
        </p:nvSpPr>
        <p:spPr>
          <a:xfrm>
            <a:off x="9450454" y="2231087"/>
            <a:ext cx="1217546" cy="135445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14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64C82F7-8DF7-9D4B-F0A6-46BD82D26390}"/>
              </a:ext>
            </a:extLst>
          </p:cNvPr>
          <p:cNvSpPr/>
          <p:nvPr/>
        </p:nvSpPr>
        <p:spPr>
          <a:xfrm>
            <a:off x="2498035" y="3274696"/>
            <a:ext cx="1217546" cy="135445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E9B317D-40C5-4042-9CF9-3971A895620B}"/>
              </a:ext>
            </a:extLst>
          </p:cNvPr>
          <p:cNvSpPr/>
          <p:nvPr/>
        </p:nvSpPr>
        <p:spPr>
          <a:xfrm>
            <a:off x="3655943" y="3274696"/>
            <a:ext cx="1217546" cy="135445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16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000347A-83D1-94E3-3FC1-328E7591D7CA}"/>
              </a:ext>
            </a:extLst>
          </p:cNvPr>
          <p:cNvSpPr/>
          <p:nvPr/>
        </p:nvSpPr>
        <p:spPr>
          <a:xfrm>
            <a:off x="4813852" y="3274696"/>
            <a:ext cx="1217546" cy="135445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17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D715A3E-70E6-17F7-9DE7-D56F361C81BD}"/>
              </a:ext>
            </a:extLst>
          </p:cNvPr>
          <p:cNvSpPr/>
          <p:nvPr/>
        </p:nvSpPr>
        <p:spPr>
          <a:xfrm>
            <a:off x="5971760" y="3244879"/>
            <a:ext cx="1217546" cy="135445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D24A751-65E6-62DD-76DB-DC0791D21241}"/>
              </a:ext>
            </a:extLst>
          </p:cNvPr>
          <p:cNvSpPr/>
          <p:nvPr/>
        </p:nvSpPr>
        <p:spPr>
          <a:xfrm>
            <a:off x="7134637" y="3244879"/>
            <a:ext cx="1217546" cy="135445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D020C67-8824-8ADB-89B8-2779ACEB50E7}"/>
              </a:ext>
            </a:extLst>
          </p:cNvPr>
          <p:cNvSpPr/>
          <p:nvPr/>
        </p:nvSpPr>
        <p:spPr>
          <a:xfrm>
            <a:off x="1535255" y="4767383"/>
            <a:ext cx="1012476" cy="37971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AC0956F-DE8E-82DA-73F6-BCECB5FF9B88}"/>
              </a:ext>
            </a:extLst>
          </p:cNvPr>
          <p:cNvSpPr/>
          <p:nvPr/>
        </p:nvSpPr>
        <p:spPr>
          <a:xfrm>
            <a:off x="1636385" y="3612879"/>
            <a:ext cx="811956" cy="79264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1F0FBDC-62F9-F76B-807B-C839F0ADC088}"/>
              </a:ext>
            </a:extLst>
          </p:cNvPr>
          <p:cNvSpPr txBox="1"/>
          <p:nvPr/>
        </p:nvSpPr>
        <p:spPr>
          <a:xfrm>
            <a:off x="1585583" y="1113140"/>
            <a:ext cx="1091357" cy="83099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Zbulo figurën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9C2C39-82F0-BF54-8C73-755379DF752B}"/>
              </a:ext>
            </a:extLst>
          </p:cNvPr>
          <p:cNvSpPr/>
          <p:nvPr/>
        </p:nvSpPr>
        <p:spPr>
          <a:xfrm>
            <a:off x="8229257" y="3274697"/>
            <a:ext cx="1292090" cy="122742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0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427D09-651D-69E9-D48F-1D887C9BF837}"/>
              </a:ext>
            </a:extLst>
          </p:cNvPr>
          <p:cNvSpPr/>
          <p:nvPr/>
        </p:nvSpPr>
        <p:spPr>
          <a:xfrm>
            <a:off x="9387166" y="3274697"/>
            <a:ext cx="1292090" cy="122742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632D56-E32E-5A14-4FA1-773D81530003}"/>
              </a:ext>
            </a:extLst>
          </p:cNvPr>
          <p:cNvSpPr/>
          <p:nvPr/>
        </p:nvSpPr>
        <p:spPr>
          <a:xfrm>
            <a:off x="2468218" y="4318307"/>
            <a:ext cx="1258618" cy="122742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E3B118-29B1-DBBB-B4CC-6A4D5CCB8E8E}"/>
              </a:ext>
            </a:extLst>
          </p:cNvPr>
          <p:cNvSpPr/>
          <p:nvPr/>
        </p:nvSpPr>
        <p:spPr>
          <a:xfrm>
            <a:off x="3592654" y="4318307"/>
            <a:ext cx="1292090" cy="122742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9FA3A9-2342-BA38-6B8E-5D7188D953A7}"/>
              </a:ext>
            </a:extLst>
          </p:cNvPr>
          <p:cNvSpPr/>
          <p:nvPr/>
        </p:nvSpPr>
        <p:spPr>
          <a:xfrm>
            <a:off x="4750563" y="4318307"/>
            <a:ext cx="1292090" cy="122742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2D4B82-FD5C-2C61-91EB-D08DFEF0A0EA}"/>
              </a:ext>
            </a:extLst>
          </p:cNvPr>
          <p:cNvSpPr/>
          <p:nvPr/>
        </p:nvSpPr>
        <p:spPr>
          <a:xfrm>
            <a:off x="5908471" y="4288489"/>
            <a:ext cx="1292090" cy="122742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623F0F-3767-3635-AEAA-13B592202B9E}"/>
              </a:ext>
            </a:extLst>
          </p:cNvPr>
          <p:cNvSpPr/>
          <p:nvPr/>
        </p:nvSpPr>
        <p:spPr>
          <a:xfrm>
            <a:off x="7071349" y="4288489"/>
            <a:ext cx="1292090" cy="122742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3636A6-57F6-F992-64C0-AA03A92CD2B8}"/>
              </a:ext>
            </a:extLst>
          </p:cNvPr>
          <p:cNvSpPr/>
          <p:nvPr/>
        </p:nvSpPr>
        <p:spPr>
          <a:xfrm>
            <a:off x="8229257" y="4288489"/>
            <a:ext cx="1292090" cy="122742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8DCCD5-2C05-34DF-F4BC-47D5F1870E75}"/>
              </a:ext>
            </a:extLst>
          </p:cNvPr>
          <p:cNvSpPr/>
          <p:nvPr/>
        </p:nvSpPr>
        <p:spPr>
          <a:xfrm>
            <a:off x="9387166" y="4288489"/>
            <a:ext cx="1292090" cy="122742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8435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67" grpId="0" animBg="1"/>
      <p:bldP spid="69" grpId="0" animBg="1"/>
      <p:bldP spid="71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32A5B84-66E9-F953-8154-A55B9DC10C58}"/>
              </a:ext>
            </a:extLst>
          </p:cNvPr>
          <p:cNvSpPr/>
          <p:nvPr/>
        </p:nvSpPr>
        <p:spPr>
          <a:xfrm>
            <a:off x="1535255" y="4767383"/>
            <a:ext cx="1012476" cy="37971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Vazhdo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0884BC5-ACB6-5ABD-8540-939ECF833641}"/>
              </a:ext>
            </a:extLst>
          </p:cNvPr>
          <p:cNvSpPr/>
          <p:nvPr/>
        </p:nvSpPr>
        <p:spPr>
          <a:xfrm>
            <a:off x="1636385" y="3612879"/>
            <a:ext cx="1012476" cy="79264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Kthehu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sq-AL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në fillim</a:t>
            </a:r>
            <a:endParaRPr kumimoji="0" lang="sq-XK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D9D4B81-A569-DF8A-96E2-9DFDCB238B79}"/>
              </a:ext>
            </a:extLst>
          </p:cNvPr>
          <p:cNvSpPr txBox="1"/>
          <p:nvPr/>
        </p:nvSpPr>
        <p:spPr>
          <a:xfrm>
            <a:off x="1585583" y="1113140"/>
            <a:ext cx="4960991" cy="110799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Qëlloja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0BADF9-8877-A995-4405-1F393E69EAED}"/>
              </a:ext>
            </a:extLst>
          </p:cNvPr>
          <p:cNvSpPr txBox="1"/>
          <p:nvPr/>
        </p:nvSpPr>
        <p:spPr>
          <a:xfrm>
            <a:off x="2305878" y="5306693"/>
            <a:ext cx="82080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Duhet të gjeni se si quhet dhe ku jeton gjallesa e fshehur</a:t>
            </a:r>
            <a:endParaRPr kumimoji="0" lang="sq-XK" sz="2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9246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oup of buffalo grazing in a field&#10;&#10;Description automatically generated with low confidence">
            <a:extLst>
              <a:ext uri="{FF2B5EF4-FFF2-40B4-BE49-F238E27FC236}">
                <a16:creationId xmlns:a16="http://schemas.microsoft.com/office/drawing/2014/main" id="{457CE15A-7A3F-A69F-30F7-001AE04283C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461196" y="1212167"/>
            <a:ext cx="6164127" cy="3470711"/>
          </a:xfrm>
          <a:prstGeom prst="rect">
            <a:avLst/>
          </a:prstGeom>
        </p:spPr>
      </p:pic>
      <p:sp>
        <p:nvSpPr>
          <p:cNvPr id="97" name="Rectangle 96">
            <a:extLst>
              <a:ext uri="{FF2B5EF4-FFF2-40B4-BE49-F238E27FC236}">
                <a16:creationId xmlns:a16="http://schemas.microsoft.com/office/drawing/2014/main" id="{1603DD3E-2C1F-2B76-CC85-4412AE2D1EDF}"/>
              </a:ext>
            </a:extLst>
          </p:cNvPr>
          <p:cNvSpPr/>
          <p:nvPr/>
        </p:nvSpPr>
        <p:spPr>
          <a:xfrm>
            <a:off x="9440515" y="1195180"/>
            <a:ext cx="1073426" cy="101379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52230E3-6B5B-EB22-B945-2FB5131D3590}"/>
              </a:ext>
            </a:extLst>
          </p:cNvPr>
          <p:cNvSpPr/>
          <p:nvPr/>
        </p:nvSpPr>
        <p:spPr>
          <a:xfrm>
            <a:off x="9440515" y="2208972"/>
            <a:ext cx="1073426" cy="101379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14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C7710FE-890B-5761-DE7B-250E310957D8}"/>
              </a:ext>
            </a:extLst>
          </p:cNvPr>
          <p:cNvSpPr/>
          <p:nvPr/>
        </p:nvSpPr>
        <p:spPr>
          <a:xfrm>
            <a:off x="9440515" y="3222763"/>
            <a:ext cx="1073426" cy="101379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E285807-E858-145A-E929-6091BC264932}"/>
              </a:ext>
            </a:extLst>
          </p:cNvPr>
          <p:cNvSpPr/>
          <p:nvPr/>
        </p:nvSpPr>
        <p:spPr>
          <a:xfrm>
            <a:off x="2488095" y="1175303"/>
            <a:ext cx="1157909" cy="1023731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D6E1400-82F3-3113-0905-68789DA60AC8}"/>
              </a:ext>
            </a:extLst>
          </p:cNvPr>
          <p:cNvSpPr/>
          <p:nvPr/>
        </p:nvSpPr>
        <p:spPr>
          <a:xfrm>
            <a:off x="2488094" y="2199034"/>
            <a:ext cx="1157910" cy="1033669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4C831A7-B841-D90A-A8DE-DA171F686276}"/>
              </a:ext>
            </a:extLst>
          </p:cNvPr>
          <p:cNvSpPr/>
          <p:nvPr/>
        </p:nvSpPr>
        <p:spPr>
          <a:xfrm>
            <a:off x="2488096" y="3252581"/>
            <a:ext cx="1157909" cy="101379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4B2EED1-136C-75F4-030D-545EB5EB1CCF}"/>
              </a:ext>
            </a:extLst>
          </p:cNvPr>
          <p:cNvSpPr/>
          <p:nvPr/>
        </p:nvSpPr>
        <p:spPr>
          <a:xfrm>
            <a:off x="2502500" y="4206736"/>
            <a:ext cx="1157909" cy="101379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815B38B-C3E5-C859-6C3D-A88353CB2AAE}"/>
              </a:ext>
            </a:extLst>
          </p:cNvPr>
          <p:cNvSpPr/>
          <p:nvPr/>
        </p:nvSpPr>
        <p:spPr>
          <a:xfrm>
            <a:off x="3646004" y="1195182"/>
            <a:ext cx="1157909" cy="1043609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A03D945-319D-142B-7EB4-FBA24369EB77}"/>
              </a:ext>
            </a:extLst>
          </p:cNvPr>
          <p:cNvSpPr/>
          <p:nvPr/>
        </p:nvSpPr>
        <p:spPr>
          <a:xfrm>
            <a:off x="3646004" y="2208972"/>
            <a:ext cx="1157909" cy="101379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274ED46-0E86-C7AA-4471-21E879F625E0}"/>
              </a:ext>
            </a:extLst>
          </p:cNvPr>
          <p:cNvSpPr/>
          <p:nvPr/>
        </p:nvSpPr>
        <p:spPr>
          <a:xfrm>
            <a:off x="3646002" y="3242643"/>
            <a:ext cx="1148968" cy="1023731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16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FF87E26-5047-6C69-D580-318F14152DA8}"/>
              </a:ext>
            </a:extLst>
          </p:cNvPr>
          <p:cNvSpPr/>
          <p:nvPr/>
        </p:nvSpPr>
        <p:spPr>
          <a:xfrm>
            <a:off x="3646004" y="4206735"/>
            <a:ext cx="1157909" cy="101379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EA4618C0-BF46-4F48-A704-84EE2A30340E}"/>
              </a:ext>
            </a:extLst>
          </p:cNvPr>
          <p:cNvSpPr/>
          <p:nvPr/>
        </p:nvSpPr>
        <p:spPr>
          <a:xfrm>
            <a:off x="4812856" y="1195182"/>
            <a:ext cx="1162879" cy="1023729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07CA285-1F21-44B6-B95B-C169D99471B4}"/>
              </a:ext>
            </a:extLst>
          </p:cNvPr>
          <p:cNvSpPr/>
          <p:nvPr/>
        </p:nvSpPr>
        <p:spPr>
          <a:xfrm>
            <a:off x="4812856" y="2218909"/>
            <a:ext cx="1162879" cy="101379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FEC573F-702D-CB89-BA9A-89A10DBA3A14}"/>
              </a:ext>
            </a:extLst>
          </p:cNvPr>
          <p:cNvSpPr/>
          <p:nvPr/>
        </p:nvSpPr>
        <p:spPr>
          <a:xfrm>
            <a:off x="4812856" y="3232701"/>
            <a:ext cx="1162879" cy="101379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17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E4132E4-A1DE-7725-7E84-118104264DED}"/>
              </a:ext>
            </a:extLst>
          </p:cNvPr>
          <p:cNvSpPr/>
          <p:nvPr/>
        </p:nvSpPr>
        <p:spPr>
          <a:xfrm>
            <a:off x="4812856" y="4216675"/>
            <a:ext cx="1162879" cy="101379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3B1A68CA-2655-BBF2-320A-5B52046EDA99}"/>
              </a:ext>
            </a:extLst>
          </p:cNvPr>
          <p:cNvSpPr/>
          <p:nvPr/>
        </p:nvSpPr>
        <p:spPr>
          <a:xfrm>
            <a:off x="5930516" y="1205118"/>
            <a:ext cx="1197666" cy="101379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9BDF4C2-53C2-CDE0-87C6-FBB33A19329C}"/>
              </a:ext>
            </a:extLst>
          </p:cNvPr>
          <p:cNvSpPr/>
          <p:nvPr/>
        </p:nvSpPr>
        <p:spPr>
          <a:xfrm>
            <a:off x="5949889" y="2218909"/>
            <a:ext cx="1197666" cy="101379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E740F507-6740-8BAE-1891-E6D72F7398C0}"/>
              </a:ext>
            </a:extLst>
          </p:cNvPr>
          <p:cNvSpPr/>
          <p:nvPr/>
        </p:nvSpPr>
        <p:spPr>
          <a:xfrm>
            <a:off x="5961821" y="3202883"/>
            <a:ext cx="1197666" cy="100385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50C6C31-7D83-EC4D-AE12-3EE9DE3380D1}"/>
              </a:ext>
            </a:extLst>
          </p:cNvPr>
          <p:cNvSpPr/>
          <p:nvPr/>
        </p:nvSpPr>
        <p:spPr>
          <a:xfrm>
            <a:off x="5970765" y="4234909"/>
            <a:ext cx="1197666" cy="104361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23B14817-CC10-1C03-FE06-35653D0BE178}"/>
              </a:ext>
            </a:extLst>
          </p:cNvPr>
          <p:cNvSpPr/>
          <p:nvPr/>
        </p:nvSpPr>
        <p:spPr>
          <a:xfrm>
            <a:off x="7133644" y="1195180"/>
            <a:ext cx="1148967" cy="101379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DC37634-7F20-9250-0051-BDF806803D89}"/>
              </a:ext>
            </a:extLst>
          </p:cNvPr>
          <p:cNvSpPr/>
          <p:nvPr/>
        </p:nvSpPr>
        <p:spPr>
          <a:xfrm>
            <a:off x="7146026" y="2234642"/>
            <a:ext cx="1148967" cy="101379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4F4E1E1-B3F8-1058-0CEC-B1DB93105564}"/>
              </a:ext>
            </a:extLst>
          </p:cNvPr>
          <p:cNvSpPr/>
          <p:nvPr/>
        </p:nvSpPr>
        <p:spPr>
          <a:xfrm>
            <a:off x="7133644" y="3222763"/>
            <a:ext cx="1148967" cy="101379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2EDB69E-BA6A-9CDA-6306-FE9F188C525B}"/>
              </a:ext>
            </a:extLst>
          </p:cNvPr>
          <p:cNvSpPr/>
          <p:nvPr/>
        </p:nvSpPr>
        <p:spPr>
          <a:xfrm>
            <a:off x="7133644" y="4236555"/>
            <a:ext cx="1148967" cy="101379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E205D7EE-1BF0-FE27-9082-AC01B1BC37FF}"/>
              </a:ext>
            </a:extLst>
          </p:cNvPr>
          <p:cNvSpPr/>
          <p:nvPr/>
        </p:nvSpPr>
        <p:spPr>
          <a:xfrm>
            <a:off x="8293534" y="1195180"/>
            <a:ext cx="1146983" cy="101379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338B2FAF-EABF-C563-F749-F7BC9166EF0F}"/>
              </a:ext>
            </a:extLst>
          </p:cNvPr>
          <p:cNvSpPr/>
          <p:nvPr/>
        </p:nvSpPr>
        <p:spPr>
          <a:xfrm>
            <a:off x="8293534" y="2208972"/>
            <a:ext cx="1146983" cy="101379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A3EC0F96-DF66-CCBB-5CE6-74959CF1BEE0}"/>
              </a:ext>
            </a:extLst>
          </p:cNvPr>
          <p:cNvSpPr/>
          <p:nvPr/>
        </p:nvSpPr>
        <p:spPr>
          <a:xfrm>
            <a:off x="8293534" y="3222763"/>
            <a:ext cx="1146983" cy="101379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0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93F875DB-3E40-A30F-77FC-31E618EC7CC6}"/>
              </a:ext>
            </a:extLst>
          </p:cNvPr>
          <p:cNvSpPr/>
          <p:nvPr/>
        </p:nvSpPr>
        <p:spPr>
          <a:xfrm>
            <a:off x="8293534" y="4236555"/>
            <a:ext cx="1146983" cy="101379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64BB1E20-27FD-AF0C-F220-AE2F4D279E65}"/>
              </a:ext>
            </a:extLst>
          </p:cNvPr>
          <p:cNvSpPr/>
          <p:nvPr/>
        </p:nvSpPr>
        <p:spPr>
          <a:xfrm>
            <a:off x="9451439" y="4236555"/>
            <a:ext cx="1062503" cy="101379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32A5B84-66E9-F953-8154-A55B9DC10C58}"/>
              </a:ext>
            </a:extLst>
          </p:cNvPr>
          <p:cNvSpPr/>
          <p:nvPr/>
        </p:nvSpPr>
        <p:spPr>
          <a:xfrm>
            <a:off x="1535255" y="4767383"/>
            <a:ext cx="1012476" cy="37971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0884BC5-ACB6-5ABD-8540-939ECF833641}"/>
              </a:ext>
            </a:extLst>
          </p:cNvPr>
          <p:cNvSpPr/>
          <p:nvPr/>
        </p:nvSpPr>
        <p:spPr>
          <a:xfrm>
            <a:off x="1636385" y="3612879"/>
            <a:ext cx="811956" cy="79264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D9D4B81-A569-DF8A-96E2-9DFDCB238B79}"/>
              </a:ext>
            </a:extLst>
          </p:cNvPr>
          <p:cNvSpPr txBox="1"/>
          <p:nvPr/>
        </p:nvSpPr>
        <p:spPr>
          <a:xfrm>
            <a:off x="1585583" y="1113140"/>
            <a:ext cx="1091357" cy="4616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Qëlloja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0BADF9-8877-A995-4405-1F393E69EAED}"/>
              </a:ext>
            </a:extLst>
          </p:cNvPr>
          <p:cNvSpPr txBox="1"/>
          <p:nvPr/>
        </p:nvSpPr>
        <p:spPr>
          <a:xfrm>
            <a:off x="2305878" y="5306693"/>
            <a:ext cx="82080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q-AL" sz="2700" dirty="0"/>
              <a:t>Duhet të gjeni se si quhet dhe ku jeton gjallesa e fshehur</a:t>
            </a:r>
            <a:endParaRPr lang="sq-XK" sz="2700" dirty="0"/>
          </a:p>
        </p:txBody>
      </p:sp>
    </p:spTree>
    <p:extLst>
      <p:ext uri="{BB962C8B-B14F-4D97-AF65-F5344CB8AC3E}">
        <p14:creationId xmlns:p14="http://schemas.microsoft.com/office/powerpoint/2010/main" val="364694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9" dur="2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0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45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2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7"/>
                  </p:tgtEl>
                </p:cond>
              </p:nextCondLst>
            </p:seq>
            <p:seq concurrent="1" nextAc="seek">
              <p:cTn id="99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03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5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1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1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29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2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2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2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39" restart="whenNotActive" fill="hold" evtFilter="cancelBubble" nodeType="interactiveSeq">
                <p:stCondLst>
                  <p:cond evt="onClick" delay="0">
                    <p:tgtEl>
                      <p:spTgt spid="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43" dur="2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8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"/>
                  </p:tgtEl>
                </p:cond>
              </p:nextCondLst>
            </p:seq>
            <p:seq concurrent="1" nextAc="seek">
              <p:cTn id="151" restart="whenNotActive" fill="hold" evtFilter="cancelBubble" nodeType="interactiveSeq">
                <p:stCondLst>
                  <p:cond evt="onClick" delay="0">
                    <p:tgtEl>
                      <p:spTgt spid="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55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1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"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69" dur="2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5" dur="10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8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1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8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9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  <p:seq concurrent="1" nextAc="seek">
              <p:cTn id="207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11" dur="2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17" dur="2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</p:childTnLst>
        </p:cTn>
      </p:par>
    </p:tnLst>
    <p:bldLst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A cactus in the desert&#10;&#10;Description automatically generated with low confidence">
            <a:extLst>
              <a:ext uri="{FF2B5EF4-FFF2-40B4-BE49-F238E27FC236}">
                <a16:creationId xmlns:a16="http://schemas.microsoft.com/office/drawing/2014/main" id="{FBD0A02E-F660-25C2-C3D1-A5D6B3F91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572474" y="1210315"/>
            <a:ext cx="1825815" cy="39255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45D91D5-9E3D-6209-8830-CD3B317EE692}"/>
              </a:ext>
            </a:extLst>
          </p:cNvPr>
          <p:cNvSpPr/>
          <p:nvPr/>
        </p:nvSpPr>
        <p:spPr>
          <a:xfrm>
            <a:off x="9400759" y="1195180"/>
            <a:ext cx="1073426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6579DD-175D-B95B-529C-93A48B12EB12}"/>
              </a:ext>
            </a:extLst>
          </p:cNvPr>
          <p:cNvSpPr/>
          <p:nvPr/>
        </p:nvSpPr>
        <p:spPr>
          <a:xfrm>
            <a:off x="9400759" y="2208972"/>
            <a:ext cx="1073426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14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4867D9-05E6-200B-DE44-5EEEB1F91DAD}"/>
              </a:ext>
            </a:extLst>
          </p:cNvPr>
          <p:cNvSpPr/>
          <p:nvPr/>
        </p:nvSpPr>
        <p:spPr>
          <a:xfrm>
            <a:off x="9400759" y="3222763"/>
            <a:ext cx="1073426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74F3F2-7F53-6356-FE88-53D94510673C}"/>
              </a:ext>
            </a:extLst>
          </p:cNvPr>
          <p:cNvSpPr/>
          <p:nvPr/>
        </p:nvSpPr>
        <p:spPr>
          <a:xfrm>
            <a:off x="2448339" y="1165364"/>
            <a:ext cx="1157909" cy="1023731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14067D-A152-8A62-1E56-756C2A41624B}"/>
              </a:ext>
            </a:extLst>
          </p:cNvPr>
          <p:cNvSpPr/>
          <p:nvPr/>
        </p:nvSpPr>
        <p:spPr>
          <a:xfrm>
            <a:off x="2455540" y="2221718"/>
            <a:ext cx="1157910" cy="1033669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413151-6409-40C1-DE75-0E74106A4D8C}"/>
              </a:ext>
            </a:extLst>
          </p:cNvPr>
          <p:cNvSpPr/>
          <p:nvPr/>
        </p:nvSpPr>
        <p:spPr>
          <a:xfrm>
            <a:off x="2448340" y="3252581"/>
            <a:ext cx="1157909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381937-2AC2-7D89-8542-189373A9635D}"/>
              </a:ext>
            </a:extLst>
          </p:cNvPr>
          <p:cNvSpPr/>
          <p:nvPr/>
        </p:nvSpPr>
        <p:spPr>
          <a:xfrm>
            <a:off x="2462744" y="4206736"/>
            <a:ext cx="1157909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61DF4D-0EF5-8D93-97BF-3FB08882EB90}"/>
              </a:ext>
            </a:extLst>
          </p:cNvPr>
          <p:cNvSpPr/>
          <p:nvPr/>
        </p:nvSpPr>
        <p:spPr>
          <a:xfrm>
            <a:off x="3606248" y="1195182"/>
            <a:ext cx="1157909" cy="1043609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5F97A3-D14C-8990-7606-00B0920AA996}"/>
              </a:ext>
            </a:extLst>
          </p:cNvPr>
          <p:cNvSpPr/>
          <p:nvPr/>
        </p:nvSpPr>
        <p:spPr>
          <a:xfrm>
            <a:off x="3606248" y="2208972"/>
            <a:ext cx="1157909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C09E0B-F266-9926-9A2D-3ED6DB1EE24F}"/>
              </a:ext>
            </a:extLst>
          </p:cNvPr>
          <p:cNvSpPr/>
          <p:nvPr/>
        </p:nvSpPr>
        <p:spPr>
          <a:xfrm>
            <a:off x="3606246" y="3242643"/>
            <a:ext cx="1148968" cy="1023731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16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B12BD9-AE31-8F72-1977-EE8BC1F31C3B}"/>
              </a:ext>
            </a:extLst>
          </p:cNvPr>
          <p:cNvSpPr/>
          <p:nvPr/>
        </p:nvSpPr>
        <p:spPr>
          <a:xfrm>
            <a:off x="3606248" y="4206735"/>
            <a:ext cx="1157909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0EC617-76A6-FAF4-5919-21D210F2F3FB}"/>
              </a:ext>
            </a:extLst>
          </p:cNvPr>
          <p:cNvSpPr/>
          <p:nvPr/>
        </p:nvSpPr>
        <p:spPr>
          <a:xfrm>
            <a:off x="4773100" y="1195182"/>
            <a:ext cx="1162879" cy="1023729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B63087-82C0-D5F2-C406-AA629CAECF25}"/>
              </a:ext>
            </a:extLst>
          </p:cNvPr>
          <p:cNvSpPr/>
          <p:nvPr/>
        </p:nvSpPr>
        <p:spPr>
          <a:xfrm>
            <a:off x="4773100" y="2218909"/>
            <a:ext cx="1162879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273899-0EBA-864E-27A7-79028E2A4715}"/>
              </a:ext>
            </a:extLst>
          </p:cNvPr>
          <p:cNvSpPr/>
          <p:nvPr/>
        </p:nvSpPr>
        <p:spPr>
          <a:xfrm>
            <a:off x="4773100" y="3232701"/>
            <a:ext cx="1162879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17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962591-8D08-AC60-4EE5-995ECFB56FF6}"/>
              </a:ext>
            </a:extLst>
          </p:cNvPr>
          <p:cNvSpPr/>
          <p:nvPr/>
        </p:nvSpPr>
        <p:spPr>
          <a:xfrm>
            <a:off x="4773100" y="4216675"/>
            <a:ext cx="1162879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EFF65D-9648-94A9-4287-D2D9C8D04D48}"/>
              </a:ext>
            </a:extLst>
          </p:cNvPr>
          <p:cNvSpPr/>
          <p:nvPr/>
        </p:nvSpPr>
        <p:spPr>
          <a:xfrm>
            <a:off x="5890760" y="1205118"/>
            <a:ext cx="1197666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AEE9E0-D0F9-0BA9-BEBB-9E9E06CBDD63}"/>
              </a:ext>
            </a:extLst>
          </p:cNvPr>
          <p:cNvSpPr/>
          <p:nvPr/>
        </p:nvSpPr>
        <p:spPr>
          <a:xfrm>
            <a:off x="5910133" y="2218909"/>
            <a:ext cx="1197666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8A45A6-5DD3-C056-565B-CE7B482B6173}"/>
              </a:ext>
            </a:extLst>
          </p:cNvPr>
          <p:cNvSpPr/>
          <p:nvPr/>
        </p:nvSpPr>
        <p:spPr>
          <a:xfrm>
            <a:off x="5922065" y="3202883"/>
            <a:ext cx="1197666" cy="1003854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E7ED93-49BE-8F7C-3F34-13A4065444F8}"/>
              </a:ext>
            </a:extLst>
          </p:cNvPr>
          <p:cNvSpPr/>
          <p:nvPr/>
        </p:nvSpPr>
        <p:spPr>
          <a:xfrm>
            <a:off x="5922065" y="4206735"/>
            <a:ext cx="1197666" cy="104361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3EEFBC-0C01-201B-B6DD-1D1EF97496B8}"/>
              </a:ext>
            </a:extLst>
          </p:cNvPr>
          <p:cNvSpPr/>
          <p:nvPr/>
        </p:nvSpPr>
        <p:spPr>
          <a:xfrm>
            <a:off x="7093888" y="1195180"/>
            <a:ext cx="1148967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B0CFE3-3195-D893-20BB-1DB06D90CF90}"/>
              </a:ext>
            </a:extLst>
          </p:cNvPr>
          <p:cNvSpPr/>
          <p:nvPr/>
        </p:nvSpPr>
        <p:spPr>
          <a:xfrm>
            <a:off x="7093888" y="2208972"/>
            <a:ext cx="1148967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5189DC-1DC4-1E72-E8D9-5F8CBF33145F}"/>
              </a:ext>
            </a:extLst>
          </p:cNvPr>
          <p:cNvSpPr/>
          <p:nvPr/>
        </p:nvSpPr>
        <p:spPr>
          <a:xfrm>
            <a:off x="7093888" y="3222763"/>
            <a:ext cx="1148967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377343-4768-20B0-467E-0D9A076C5135}"/>
              </a:ext>
            </a:extLst>
          </p:cNvPr>
          <p:cNvSpPr/>
          <p:nvPr/>
        </p:nvSpPr>
        <p:spPr>
          <a:xfrm>
            <a:off x="7093888" y="4236555"/>
            <a:ext cx="1148967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1FCDB3D-E76A-DD31-BF74-C2B5329D08A3}"/>
              </a:ext>
            </a:extLst>
          </p:cNvPr>
          <p:cNvSpPr/>
          <p:nvPr/>
        </p:nvSpPr>
        <p:spPr>
          <a:xfrm>
            <a:off x="8253778" y="1195180"/>
            <a:ext cx="1146983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85BB1D-6DB7-4A75-8733-A36CFFA7B4FA}"/>
              </a:ext>
            </a:extLst>
          </p:cNvPr>
          <p:cNvSpPr/>
          <p:nvPr/>
        </p:nvSpPr>
        <p:spPr>
          <a:xfrm>
            <a:off x="8253778" y="2208972"/>
            <a:ext cx="1146983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3EB8CA-A253-47BC-991F-8223745EC7C9}"/>
              </a:ext>
            </a:extLst>
          </p:cNvPr>
          <p:cNvSpPr/>
          <p:nvPr/>
        </p:nvSpPr>
        <p:spPr>
          <a:xfrm>
            <a:off x="8253778" y="3222763"/>
            <a:ext cx="1146983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0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9A0D88-383A-4A9D-50BA-1979B69EA090}"/>
              </a:ext>
            </a:extLst>
          </p:cNvPr>
          <p:cNvSpPr/>
          <p:nvPr/>
        </p:nvSpPr>
        <p:spPr>
          <a:xfrm>
            <a:off x="8253778" y="4236555"/>
            <a:ext cx="1146983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466E4C-2CF7-C8B6-F98F-93DCE27CA280}"/>
              </a:ext>
            </a:extLst>
          </p:cNvPr>
          <p:cNvSpPr/>
          <p:nvPr/>
        </p:nvSpPr>
        <p:spPr>
          <a:xfrm>
            <a:off x="9411683" y="4236555"/>
            <a:ext cx="1062503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0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7B11267-BEB5-3660-B9B3-E05E3064C443}"/>
              </a:ext>
            </a:extLst>
          </p:cNvPr>
          <p:cNvSpPr/>
          <p:nvPr/>
        </p:nvSpPr>
        <p:spPr>
          <a:xfrm>
            <a:off x="1585582" y="3564649"/>
            <a:ext cx="1012476" cy="37971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1FDB5DE-D384-0330-0A18-6DFD208ADC03}"/>
              </a:ext>
            </a:extLst>
          </p:cNvPr>
          <p:cNvSpPr/>
          <p:nvPr/>
        </p:nvSpPr>
        <p:spPr>
          <a:xfrm>
            <a:off x="1670701" y="2159252"/>
            <a:ext cx="811956" cy="79264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9FB5BF2-E776-86D2-73E4-43E17BA3F69A}"/>
              </a:ext>
            </a:extLst>
          </p:cNvPr>
          <p:cNvSpPr txBox="1"/>
          <p:nvPr/>
        </p:nvSpPr>
        <p:spPr>
          <a:xfrm>
            <a:off x="1585583" y="1113140"/>
            <a:ext cx="1091357" cy="4616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Qëlloja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F8FCFC-148A-4BB0-B265-06083DF8D7E7}"/>
              </a:ext>
            </a:extLst>
          </p:cNvPr>
          <p:cNvSpPr txBox="1"/>
          <p:nvPr/>
        </p:nvSpPr>
        <p:spPr>
          <a:xfrm>
            <a:off x="2314328" y="5369798"/>
            <a:ext cx="768294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q-AL" sz="2700" dirty="0"/>
              <a:t>Banorë i cilit biom është fshehur prapa kutive </a:t>
            </a:r>
            <a:endParaRPr lang="sq-XK" sz="2700" dirty="0"/>
          </a:p>
        </p:txBody>
      </p:sp>
    </p:spTree>
    <p:extLst>
      <p:ext uri="{BB962C8B-B14F-4D97-AF65-F5344CB8AC3E}">
        <p14:creationId xmlns:p14="http://schemas.microsoft.com/office/powerpoint/2010/main" val="2028676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4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2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99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03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2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2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2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39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4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51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5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6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5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8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9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0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11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1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picture containing outdoor, fall, deciduous, autumn&#10;&#10;Description automatically generated">
            <a:extLst>
              <a:ext uri="{FF2B5EF4-FFF2-40B4-BE49-F238E27FC236}">
                <a16:creationId xmlns:a16="http://schemas.microsoft.com/office/drawing/2014/main" id="{FFE7D3BF-2271-D9EF-624A-3B1203981CD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56666" y="1198251"/>
            <a:ext cx="5804194" cy="386795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58F8FCFC-148A-4BB0-B265-06083DF8D7E7}"/>
              </a:ext>
            </a:extLst>
          </p:cNvPr>
          <p:cNvSpPr txBox="1"/>
          <p:nvPr/>
        </p:nvSpPr>
        <p:spPr>
          <a:xfrm>
            <a:off x="2630246" y="5456110"/>
            <a:ext cx="768294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q-AL" sz="2700" dirty="0"/>
              <a:t>Cili biom është fshehur prapa numrave </a:t>
            </a:r>
            <a:endParaRPr lang="sq-XK" sz="270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954136D-B871-3045-96A8-7BAADF5401B0}"/>
              </a:ext>
            </a:extLst>
          </p:cNvPr>
          <p:cNvSpPr/>
          <p:nvPr/>
        </p:nvSpPr>
        <p:spPr>
          <a:xfrm>
            <a:off x="2527850" y="2139400"/>
            <a:ext cx="1157910" cy="1033669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0218868-8064-DB7C-F8CF-9882679274E1}"/>
              </a:ext>
            </a:extLst>
          </p:cNvPr>
          <p:cNvSpPr/>
          <p:nvPr/>
        </p:nvSpPr>
        <p:spPr>
          <a:xfrm>
            <a:off x="2527853" y="3192947"/>
            <a:ext cx="1157909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2FA8072-1AF8-F237-7437-495092C14EE2}"/>
              </a:ext>
            </a:extLst>
          </p:cNvPr>
          <p:cNvSpPr/>
          <p:nvPr/>
        </p:nvSpPr>
        <p:spPr>
          <a:xfrm>
            <a:off x="3685759" y="3183009"/>
            <a:ext cx="1148968" cy="1023731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16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3344F11-065D-9791-F333-DEEB57DA6C52}"/>
              </a:ext>
            </a:extLst>
          </p:cNvPr>
          <p:cNvSpPr/>
          <p:nvPr/>
        </p:nvSpPr>
        <p:spPr>
          <a:xfrm>
            <a:off x="4838699" y="3187978"/>
            <a:ext cx="1162879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17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FFD5721-0AB3-818A-3CB0-2DCA51A650C5}"/>
              </a:ext>
            </a:extLst>
          </p:cNvPr>
          <p:cNvSpPr/>
          <p:nvPr/>
        </p:nvSpPr>
        <p:spPr>
          <a:xfrm>
            <a:off x="6001578" y="3143249"/>
            <a:ext cx="1197666" cy="1003854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926E99B-FBEA-7A2F-52A0-6C71C683BDE8}"/>
              </a:ext>
            </a:extLst>
          </p:cNvPr>
          <p:cNvSpPr/>
          <p:nvPr/>
        </p:nvSpPr>
        <p:spPr>
          <a:xfrm>
            <a:off x="7173401" y="3163129"/>
            <a:ext cx="1148967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7C147C0-43C0-742F-78B4-F9C47BF5F0E1}"/>
              </a:ext>
            </a:extLst>
          </p:cNvPr>
          <p:cNvSpPr/>
          <p:nvPr/>
        </p:nvSpPr>
        <p:spPr>
          <a:xfrm>
            <a:off x="9471331" y="1115668"/>
            <a:ext cx="1073426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D05BAECF-0E24-BD35-F368-AC81424A8054}"/>
              </a:ext>
            </a:extLst>
          </p:cNvPr>
          <p:cNvSpPr/>
          <p:nvPr/>
        </p:nvSpPr>
        <p:spPr>
          <a:xfrm>
            <a:off x="9471331" y="2129459"/>
            <a:ext cx="1073426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14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14006107-5EDA-4B51-A238-AC9B543A1395}"/>
              </a:ext>
            </a:extLst>
          </p:cNvPr>
          <p:cNvSpPr/>
          <p:nvPr/>
        </p:nvSpPr>
        <p:spPr>
          <a:xfrm>
            <a:off x="3676819" y="1115669"/>
            <a:ext cx="1157909" cy="1043609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D2BB141-6259-1BBB-F6D9-51889E4567D4}"/>
              </a:ext>
            </a:extLst>
          </p:cNvPr>
          <p:cNvSpPr/>
          <p:nvPr/>
        </p:nvSpPr>
        <p:spPr>
          <a:xfrm>
            <a:off x="3675322" y="2139486"/>
            <a:ext cx="1157909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2249AF8E-DB60-BC17-0F0F-DD18481D93AC}"/>
              </a:ext>
            </a:extLst>
          </p:cNvPr>
          <p:cNvSpPr/>
          <p:nvPr/>
        </p:nvSpPr>
        <p:spPr>
          <a:xfrm>
            <a:off x="4843671" y="1115669"/>
            <a:ext cx="1162879" cy="1023729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61A392D-BCD3-F57E-54AE-93C3D31F48F3}"/>
              </a:ext>
            </a:extLst>
          </p:cNvPr>
          <p:cNvSpPr/>
          <p:nvPr/>
        </p:nvSpPr>
        <p:spPr>
          <a:xfrm>
            <a:off x="4843671" y="2139397"/>
            <a:ext cx="1162879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979CAAC2-CBD7-D9F0-4B16-40FB7C21FD4C}"/>
              </a:ext>
            </a:extLst>
          </p:cNvPr>
          <p:cNvSpPr/>
          <p:nvPr/>
        </p:nvSpPr>
        <p:spPr>
          <a:xfrm>
            <a:off x="5961332" y="1125605"/>
            <a:ext cx="1197666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84AEC797-D5FE-89B5-ECE4-C47B48240E98}"/>
              </a:ext>
            </a:extLst>
          </p:cNvPr>
          <p:cNvSpPr/>
          <p:nvPr/>
        </p:nvSpPr>
        <p:spPr>
          <a:xfrm>
            <a:off x="5980704" y="2139397"/>
            <a:ext cx="1197666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88E5A75-EEF5-C210-85B6-A42767C7A478}"/>
              </a:ext>
            </a:extLst>
          </p:cNvPr>
          <p:cNvSpPr/>
          <p:nvPr/>
        </p:nvSpPr>
        <p:spPr>
          <a:xfrm>
            <a:off x="7164459" y="1115668"/>
            <a:ext cx="1148967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3C290EF-DB26-1546-D350-C70860D130CE}"/>
              </a:ext>
            </a:extLst>
          </p:cNvPr>
          <p:cNvSpPr/>
          <p:nvPr/>
        </p:nvSpPr>
        <p:spPr>
          <a:xfrm>
            <a:off x="7164459" y="2129459"/>
            <a:ext cx="1148967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D4A21BDD-C8A5-2D03-E462-4DA98BFDEAD5}"/>
              </a:ext>
            </a:extLst>
          </p:cNvPr>
          <p:cNvSpPr/>
          <p:nvPr/>
        </p:nvSpPr>
        <p:spPr>
          <a:xfrm>
            <a:off x="8324349" y="1115668"/>
            <a:ext cx="1146983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A408EC6-4C6F-B8C5-ED60-1CED0A27343B}"/>
              </a:ext>
            </a:extLst>
          </p:cNvPr>
          <p:cNvSpPr/>
          <p:nvPr/>
        </p:nvSpPr>
        <p:spPr>
          <a:xfrm>
            <a:off x="8324349" y="2129459"/>
            <a:ext cx="1146983" cy="101379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ECEAD9E-E49D-75EB-7D96-3A3C5FCB47CD}"/>
              </a:ext>
            </a:extLst>
          </p:cNvPr>
          <p:cNvSpPr/>
          <p:nvPr/>
        </p:nvSpPr>
        <p:spPr>
          <a:xfrm>
            <a:off x="2518910" y="1085852"/>
            <a:ext cx="1157909" cy="1023731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708F2B0-05A3-3C53-1526-AF4B8DD54EAA}"/>
              </a:ext>
            </a:extLst>
          </p:cNvPr>
          <p:cNvSpPr/>
          <p:nvPr/>
        </p:nvSpPr>
        <p:spPr>
          <a:xfrm>
            <a:off x="1638302" y="3747506"/>
            <a:ext cx="1012476" cy="37971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60B5CB9-28EB-2C78-53BA-9C792304CBE9}"/>
              </a:ext>
            </a:extLst>
          </p:cNvPr>
          <p:cNvSpPr/>
          <p:nvPr/>
        </p:nvSpPr>
        <p:spPr>
          <a:xfrm>
            <a:off x="1715894" y="2518660"/>
            <a:ext cx="811956" cy="79264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E45AEF0-90A6-C61C-0870-0BB0E80E44D3}"/>
              </a:ext>
            </a:extLst>
          </p:cNvPr>
          <p:cNvSpPr txBox="1"/>
          <p:nvPr/>
        </p:nvSpPr>
        <p:spPr>
          <a:xfrm>
            <a:off x="1585583" y="1113140"/>
            <a:ext cx="1091357" cy="4616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Qëlloja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0F5984-8903-1F54-0668-E4E7437C59A1}"/>
              </a:ext>
            </a:extLst>
          </p:cNvPr>
          <p:cNvSpPr/>
          <p:nvPr/>
        </p:nvSpPr>
        <p:spPr>
          <a:xfrm>
            <a:off x="8215346" y="3143249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0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E90A0A-B086-6264-4076-4F614096FFBE}"/>
              </a:ext>
            </a:extLst>
          </p:cNvPr>
          <p:cNvSpPr/>
          <p:nvPr/>
        </p:nvSpPr>
        <p:spPr>
          <a:xfrm>
            <a:off x="9373254" y="3143249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8327DE-7C6F-36B3-E9CC-878311EAB766}"/>
              </a:ext>
            </a:extLst>
          </p:cNvPr>
          <p:cNvSpPr/>
          <p:nvPr/>
        </p:nvSpPr>
        <p:spPr>
          <a:xfrm>
            <a:off x="2518908" y="4186858"/>
            <a:ext cx="1073428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EA2012-03D4-3569-E4D0-E9B37FCA5582}"/>
              </a:ext>
            </a:extLst>
          </p:cNvPr>
          <p:cNvSpPr/>
          <p:nvPr/>
        </p:nvSpPr>
        <p:spPr>
          <a:xfrm>
            <a:off x="3578743" y="4186858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F3B3A1-6986-D109-D378-4A2378C20AA2}"/>
              </a:ext>
            </a:extLst>
          </p:cNvPr>
          <p:cNvSpPr/>
          <p:nvPr/>
        </p:nvSpPr>
        <p:spPr>
          <a:xfrm>
            <a:off x="4736652" y="4186858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FBBEB4-D45A-A2D4-A015-2A1C17E416DC}"/>
              </a:ext>
            </a:extLst>
          </p:cNvPr>
          <p:cNvSpPr/>
          <p:nvPr/>
        </p:nvSpPr>
        <p:spPr>
          <a:xfrm>
            <a:off x="5894560" y="4157040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EBE56D-C255-6C0B-1095-71C9B11B750D}"/>
              </a:ext>
            </a:extLst>
          </p:cNvPr>
          <p:cNvSpPr/>
          <p:nvPr/>
        </p:nvSpPr>
        <p:spPr>
          <a:xfrm>
            <a:off x="7057437" y="4157040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5A6F17-C7C8-A0C1-F26E-81C1F5689177}"/>
              </a:ext>
            </a:extLst>
          </p:cNvPr>
          <p:cNvSpPr/>
          <p:nvPr/>
        </p:nvSpPr>
        <p:spPr>
          <a:xfrm>
            <a:off x="8215346" y="4157040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895B58-8C16-D37B-DD7F-84877A80A31E}"/>
              </a:ext>
            </a:extLst>
          </p:cNvPr>
          <p:cNvSpPr/>
          <p:nvPr/>
        </p:nvSpPr>
        <p:spPr>
          <a:xfrm>
            <a:off x="9373254" y="4157040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8825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2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6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2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0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8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0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1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71" dur="2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77" dur="2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2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2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9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3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1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29" dur="2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7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7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6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75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" fill="hold">
                      <p:stCondLst>
                        <p:cond delay="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85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" fill="hold">
                      <p:stCondLst>
                        <p:cond delay="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02" grpId="0" animBg="1"/>
      <p:bldP spid="103" grpId="0" animBg="1"/>
      <p:bldP spid="105" grpId="0" animBg="1"/>
      <p:bldP spid="107" grpId="0" animBg="1"/>
      <p:bldP spid="109" grpId="0" animBg="1"/>
      <p:bldP spid="111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2" grpId="0" animBg="1"/>
      <p:bldP spid="3" grpId="0" animBg="1"/>
      <p:bldP spid="4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2790E3FE-4770-5B8A-2C8A-4A8158BFE72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62566" y="1893899"/>
            <a:ext cx="3731762" cy="2487841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AC86A452-D7DC-B7B0-D5F2-858287F0F96E}"/>
              </a:ext>
            </a:extLst>
          </p:cNvPr>
          <p:cNvSpPr/>
          <p:nvPr/>
        </p:nvSpPr>
        <p:spPr>
          <a:xfrm>
            <a:off x="5881871" y="3117940"/>
            <a:ext cx="1350491" cy="120561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676E618-03D2-B89C-A063-C8F70E7044E4}"/>
              </a:ext>
            </a:extLst>
          </p:cNvPr>
          <p:cNvSpPr/>
          <p:nvPr/>
        </p:nvSpPr>
        <p:spPr>
          <a:xfrm>
            <a:off x="7059906" y="3137820"/>
            <a:ext cx="1295579" cy="1217546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AD27556-6B8D-DBAF-4C6D-0DD8A1917669}"/>
              </a:ext>
            </a:extLst>
          </p:cNvPr>
          <p:cNvSpPr/>
          <p:nvPr/>
        </p:nvSpPr>
        <p:spPr>
          <a:xfrm>
            <a:off x="4746285" y="3147757"/>
            <a:ext cx="1311265" cy="1217546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17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A352AF0-18E9-0897-BE68-91F1EAD9BE12}"/>
              </a:ext>
            </a:extLst>
          </p:cNvPr>
          <p:cNvSpPr/>
          <p:nvPr/>
        </p:nvSpPr>
        <p:spPr>
          <a:xfrm>
            <a:off x="2397308" y="2114090"/>
            <a:ext cx="1305662" cy="1241419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5C06FA1-B5B2-E4FC-AB7A-1606CF5A213D}"/>
              </a:ext>
            </a:extLst>
          </p:cNvPr>
          <p:cNvSpPr/>
          <p:nvPr/>
        </p:nvSpPr>
        <p:spPr>
          <a:xfrm>
            <a:off x="2397309" y="3167638"/>
            <a:ext cx="1305662" cy="1217546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BE4C1664-F187-0BEB-FB9A-BF38CEADDE09}"/>
              </a:ext>
            </a:extLst>
          </p:cNvPr>
          <p:cNvSpPr/>
          <p:nvPr/>
        </p:nvSpPr>
        <p:spPr>
          <a:xfrm>
            <a:off x="3556358" y="3157698"/>
            <a:ext cx="1295579" cy="1229484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16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21D1B45-C7B1-4075-6878-BE59A3EAEAFE}"/>
              </a:ext>
            </a:extLst>
          </p:cNvPr>
          <p:cNvSpPr/>
          <p:nvPr/>
        </p:nvSpPr>
        <p:spPr>
          <a:xfrm>
            <a:off x="9416992" y="1051145"/>
            <a:ext cx="1210397" cy="1217546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61417E2-96B7-1B98-0D9C-B6A80544591B}"/>
              </a:ext>
            </a:extLst>
          </p:cNvPr>
          <p:cNvSpPr/>
          <p:nvPr/>
        </p:nvSpPr>
        <p:spPr>
          <a:xfrm>
            <a:off x="9416992" y="2064937"/>
            <a:ext cx="1210397" cy="1217546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14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D5E4D11-A93E-44D5-03FD-50ED9A4CD0B3}"/>
              </a:ext>
            </a:extLst>
          </p:cNvPr>
          <p:cNvSpPr/>
          <p:nvPr/>
        </p:nvSpPr>
        <p:spPr>
          <a:xfrm>
            <a:off x="3546275" y="1090359"/>
            <a:ext cx="1305662" cy="1253357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54F3EBA-B938-6A63-62A2-722F24A225C5}"/>
              </a:ext>
            </a:extLst>
          </p:cNvPr>
          <p:cNvSpPr/>
          <p:nvPr/>
        </p:nvSpPr>
        <p:spPr>
          <a:xfrm>
            <a:off x="3546275" y="2104150"/>
            <a:ext cx="1305662" cy="1217546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D98DAAFB-FE37-2781-CBC0-5C0686424857}"/>
              </a:ext>
            </a:extLst>
          </p:cNvPr>
          <p:cNvSpPr/>
          <p:nvPr/>
        </p:nvSpPr>
        <p:spPr>
          <a:xfrm>
            <a:off x="4712494" y="1090359"/>
            <a:ext cx="1311265" cy="1229481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DB4753C-492D-CD0D-6A58-04BCF8842475}"/>
              </a:ext>
            </a:extLst>
          </p:cNvPr>
          <p:cNvSpPr/>
          <p:nvPr/>
        </p:nvSpPr>
        <p:spPr>
          <a:xfrm>
            <a:off x="4655118" y="2091131"/>
            <a:ext cx="1311265" cy="1217546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897E570-8FCC-4F54-4ECA-27297B20D684}"/>
              </a:ext>
            </a:extLst>
          </p:cNvPr>
          <p:cNvSpPr/>
          <p:nvPr/>
        </p:nvSpPr>
        <p:spPr>
          <a:xfrm>
            <a:off x="5891139" y="1061083"/>
            <a:ext cx="1350491" cy="1217546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2681F85C-BF05-99CF-37B3-0C822E461BDA}"/>
              </a:ext>
            </a:extLst>
          </p:cNvPr>
          <p:cNvSpPr/>
          <p:nvPr/>
        </p:nvSpPr>
        <p:spPr>
          <a:xfrm>
            <a:off x="5910512" y="2074874"/>
            <a:ext cx="1350491" cy="1217546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6C585EFB-EB44-434B-B619-F6CCB82E1C43}"/>
              </a:ext>
            </a:extLst>
          </p:cNvPr>
          <p:cNvSpPr/>
          <p:nvPr/>
        </p:nvSpPr>
        <p:spPr>
          <a:xfrm>
            <a:off x="7100479" y="1051145"/>
            <a:ext cx="1295579" cy="1217546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59B7F4C-6D36-67B7-8D5C-32AE4C1B6A3C}"/>
              </a:ext>
            </a:extLst>
          </p:cNvPr>
          <p:cNvSpPr/>
          <p:nvPr/>
        </p:nvSpPr>
        <p:spPr>
          <a:xfrm>
            <a:off x="7100479" y="2064937"/>
            <a:ext cx="1295579" cy="1217546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058F0FD-AEBB-3494-6D01-870E8DF66A14}"/>
              </a:ext>
            </a:extLst>
          </p:cNvPr>
          <p:cNvSpPr/>
          <p:nvPr/>
        </p:nvSpPr>
        <p:spPr>
          <a:xfrm>
            <a:off x="8260623" y="1051145"/>
            <a:ext cx="1293341" cy="1217546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54EABFF-421E-6B6D-1FFE-669E058894B0}"/>
              </a:ext>
            </a:extLst>
          </p:cNvPr>
          <p:cNvSpPr/>
          <p:nvPr/>
        </p:nvSpPr>
        <p:spPr>
          <a:xfrm>
            <a:off x="8260623" y="2064937"/>
            <a:ext cx="1293341" cy="1217546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3C6780DF-6A97-1D5A-3CAE-F9055000E772}"/>
              </a:ext>
            </a:extLst>
          </p:cNvPr>
          <p:cNvSpPr/>
          <p:nvPr/>
        </p:nvSpPr>
        <p:spPr>
          <a:xfrm>
            <a:off x="2388366" y="1080419"/>
            <a:ext cx="1305662" cy="1229483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54F0B40-1C47-0248-E42B-D7F60745724B}"/>
              </a:ext>
            </a:extLst>
          </p:cNvPr>
          <p:cNvSpPr/>
          <p:nvPr/>
        </p:nvSpPr>
        <p:spPr>
          <a:xfrm>
            <a:off x="1563176" y="3844631"/>
            <a:ext cx="1012476" cy="37971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0DF2B19-B06B-9EDE-7334-B9CABDFCF15D}"/>
              </a:ext>
            </a:extLst>
          </p:cNvPr>
          <p:cNvSpPr/>
          <p:nvPr/>
        </p:nvSpPr>
        <p:spPr>
          <a:xfrm>
            <a:off x="1661143" y="2270171"/>
            <a:ext cx="811956" cy="79264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80E109E-7CA9-62A7-31CD-CAF790E6B975}"/>
              </a:ext>
            </a:extLst>
          </p:cNvPr>
          <p:cNvSpPr txBox="1"/>
          <p:nvPr/>
        </p:nvSpPr>
        <p:spPr>
          <a:xfrm>
            <a:off x="1585583" y="1113140"/>
            <a:ext cx="1091357" cy="4616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Qëlloja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4527CE-D869-6242-475D-ED4F7FFA9092}"/>
              </a:ext>
            </a:extLst>
          </p:cNvPr>
          <p:cNvSpPr/>
          <p:nvPr/>
        </p:nvSpPr>
        <p:spPr>
          <a:xfrm>
            <a:off x="8198331" y="3302898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0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DC092C-DF17-4550-129B-C4AA60A9A6D7}"/>
              </a:ext>
            </a:extLst>
          </p:cNvPr>
          <p:cNvSpPr/>
          <p:nvPr/>
        </p:nvSpPr>
        <p:spPr>
          <a:xfrm>
            <a:off x="9356239" y="3302898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1C2B2F-5941-3B30-18B6-80BE9B929DD9}"/>
              </a:ext>
            </a:extLst>
          </p:cNvPr>
          <p:cNvSpPr/>
          <p:nvPr/>
        </p:nvSpPr>
        <p:spPr>
          <a:xfrm>
            <a:off x="2403819" y="4346508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B0AF80-C397-358A-3798-3AB1CD83C0A8}"/>
              </a:ext>
            </a:extLst>
          </p:cNvPr>
          <p:cNvSpPr/>
          <p:nvPr/>
        </p:nvSpPr>
        <p:spPr>
          <a:xfrm>
            <a:off x="3561728" y="4346508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F9D212-EB2C-C84E-65DB-B42389E76347}"/>
              </a:ext>
            </a:extLst>
          </p:cNvPr>
          <p:cNvSpPr/>
          <p:nvPr/>
        </p:nvSpPr>
        <p:spPr>
          <a:xfrm>
            <a:off x="4719636" y="4346508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72F3FA-7201-CCC6-85F3-D50545F0F92C}"/>
              </a:ext>
            </a:extLst>
          </p:cNvPr>
          <p:cNvSpPr/>
          <p:nvPr/>
        </p:nvSpPr>
        <p:spPr>
          <a:xfrm>
            <a:off x="5877545" y="4316690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3A8416-481D-5F54-773D-41FE24ACF626}"/>
              </a:ext>
            </a:extLst>
          </p:cNvPr>
          <p:cNvSpPr/>
          <p:nvPr/>
        </p:nvSpPr>
        <p:spPr>
          <a:xfrm>
            <a:off x="7040422" y="4316690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F88116-B0A5-94DE-177F-C7FE3A4A1A3A}"/>
              </a:ext>
            </a:extLst>
          </p:cNvPr>
          <p:cNvSpPr/>
          <p:nvPr/>
        </p:nvSpPr>
        <p:spPr>
          <a:xfrm>
            <a:off x="8198331" y="4316690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5276C5-0408-45EF-09C7-8AF331037E57}"/>
              </a:ext>
            </a:extLst>
          </p:cNvPr>
          <p:cNvSpPr/>
          <p:nvPr/>
        </p:nvSpPr>
        <p:spPr>
          <a:xfrm>
            <a:off x="9356239" y="4316690"/>
            <a:ext cx="1171503" cy="98377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88ECE4-2F7E-36CB-41DD-33F5A76D662D}"/>
              </a:ext>
            </a:extLst>
          </p:cNvPr>
          <p:cNvSpPr/>
          <p:nvPr/>
        </p:nvSpPr>
        <p:spPr>
          <a:xfrm>
            <a:off x="1585583" y="5592416"/>
            <a:ext cx="8976384" cy="7756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/>
              <a:t>Çka paraqet fotoja e fshehur?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69358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2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2" dur="2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1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7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71"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77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2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2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1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9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3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8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1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29" dur="2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0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6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75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" fill="hold">
                      <p:stCondLst>
                        <p:cond delay="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85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" fill="hold">
                      <p:stCondLst>
                        <p:cond delay="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62" grpId="0" animBg="1"/>
      <p:bldP spid="66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nature, outdoor, snow, glacial landform&#10;&#10;Description automatically generated">
            <a:extLst>
              <a:ext uri="{FF2B5EF4-FFF2-40B4-BE49-F238E27FC236}">
                <a16:creationId xmlns:a16="http://schemas.microsoft.com/office/drawing/2014/main" id="{2EE5CBC3-FC7D-2A32-03A7-B598D1D991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157605" y="1729983"/>
            <a:ext cx="5490698" cy="3655832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9E85B1E6-BC74-887A-07B1-BF7E0EF7F3E9}"/>
              </a:ext>
            </a:extLst>
          </p:cNvPr>
          <p:cNvSpPr/>
          <p:nvPr/>
        </p:nvSpPr>
        <p:spPr>
          <a:xfrm>
            <a:off x="5835622" y="3327746"/>
            <a:ext cx="1545450" cy="106829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EA1A53E-92FB-1457-7717-1EC09B490026}"/>
              </a:ext>
            </a:extLst>
          </p:cNvPr>
          <p:cNvSpPr/>
          <p:nvPr/>
        </p:nvSpPr>
        <p:spPr>
          <a:xfrm>
            <a:off x="6860428" y="3345953"/>
            <a:ext cx="1482611" cy="107887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8017D13-44B0-7ED0-6A54-6E4179A9830B}"/>
              </a:ext>
            </a:extLst>
          </p:cNvPr>
          <p:cNvSpPr/>
          <p:nvPr/>
        </p:nvSpPr>
        <p:spPr>
          <a:xfrm>
            <a:off x="4859205" y="3354540"/>
            <a:ext cx="1500562" cy="107887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17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AD8AD50-92F0-0E11-D8EC-CE8D2EC2A350}"/>
              </a:ext>
            </a:extLst>
          </p:cNvPr>
          <p:cNvSpPr/>
          <p:nvPr/>
        </p:nvSpPr>
        <p:spPr>
          <a:xfrm>
            <a:off x="2830077" y="2463371"/>
            <a:ext cx="1494151" cy="1100024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32D5BEA-6E64-2C88-3A97-4588B5EE56C6}"/>
              </a:ext>
            </a:extLst>
          </p:cNvPr>
          <p:cNvSpPr/>
          <p:nvPr/>
        </p:nvSpPr>
        <p:spPr>
          <a:xfrm>
            <a:off x="2663456" y="3410480"/>
            <a:ext cx="1494149" cy="107887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EA6E1EC-8399-08A4-5A55-D3751C52E67B}"/>
              </a:ext>
            </a:extLst>
          </p:cNvPr>
          <p:cNvSpPr/>
          <p:nvPr/>
        </p:nvSpPr>
        <p:spPr>
          <a:xfrm>
            <a:off x="3832900" y="3364160"/>
            <a:ext cx="1482612" cy="108944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16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1CC2352-76B5-A007-743B-F8CC7B442CAF}"/>
              </a:ext>
            </a:extLst>
          </p:cNvPr>
          <p:cNvSpPr/>
          <p:nvPr/>
        </p:nvSpPr>
        <p:spPr>
          <a:xfrm>
            <a:off x="8851315" y="1576677"/>
            <a:ext cx="1385133" cy="107887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420197E-284C-6A52-EFE5-8A85EE2D5301}"/>
              </a:ext>
            </a:extLst>
          </p:cNvPr>
          <p:cNvSpPr/>
          <p:nvPr/>
        </p:nvSpPr>
        <p:spPr>
          <a:xfrm>
            <a:off x="8851315" y="2452726"/>
            <a:ext cx="1385133" cy="107887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14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A168E83-BF29-7398-3D0E-D1335E136305}"/>
              </a:ext>
            </a:extLst>
          </p:cNvPr>
          <p:cNvSpPr/>
          <p:nvPr/>
        </p:nvSpPr>
        <p:spPr>
          <a:xfrm>
            <a:off x="3822937" y="1579764"/>
            <a:ext cx="1494149" cy="1110601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9CA0B34-6D3B-7259-A4B1-F676428EF36E}"/>
              </a:ext>
            </a:extLst>
          </p:cNvPr>
          <p:cNvSpPr/>
          <p:nvPr/>
        </p:nvSpPr>
        <p:spPr>
          <a:xfrm>
            <a:off x="3785370" y="2436588"/>
            <a:ext cx="1494149" cy="107887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5C0564A-D8B1-F0AC-1F5C-8A96D370B83F}"/>
              </a:ext>
            </a:extLst>
          </p:cNvPr>
          <p:cNvSpPr/>
          <p:nvPr/>
        </p:nvSpPr>
        <p:spPr>
          <a:xfrm>
            <a:off x="4830005" y="1577707"/>
            <a:ext cx="1500562" cy="108944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8C7488F-CCA4-BE95-EA31-A27FDE227E3F}"/>
              </a:ext>
            </a:extLst>
          </p:cNvPr>
          <p:cNvSpPr/>
          <p:nvPr/>
        </p:nvSpPr>
        <p:spPr>
          <a:xfrm>
            <a:off x="4724339" y="2437983"/>
            <a:ext cx="1500562" cy="107887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317C773-1D73-E955-D545-B1308EDA7BE1}"/>
              </a:ext>
            </a:extLst>
          </p:cNvPr>
          <p:cNvSpPr/>
          <p:nvPr/>
        </p:nvSpPr>
        <p:spPr>
          <a:xfrm>
            <a:off x="5787098" y="1585264"/>
            <a:ext cx="1545450" cy="107887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19610C4-3DBD-CAFC-F7E6-4B666FED9A3A}"/>
              </a:ext>
            </a:extLst>
          </p:cNvPr>
          <p:cNvSpPr/>
          <p:nvPr/>
        </p:nvSpPr>
        <p:spPr>
          <a:xfrm>
            <a:off x="5803838" y="2461313"/>
            <a:ext cx="1545450" cy="107887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1A2F76A-B231-C444-2507-B7D07A67A501}"/>
              </a:ext>
            </a:extLst>
          </p:cNvPr>
          <p:cNvSpPr/>
          <p:nvPr/>
        </p:nvSpPr>
        <p:spPr>
          <a:xfrm>
            <a:off x="6838955" y="1576677"/>
            <a:ext cx="1482611" cy="107887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7C97D64-A498-CC04-1002-DEC6A953BEBF}"/>
              </a:ext>
            </a:extLst>
          </p:cNvPr>
          <p:cNvSpPr/>
          <p:nvPr/>
        </p:nvSpPr>
        <p:spPr>
          <a:xfrm>
            <a:off x="6838955" y="2452726"/>
            <a:ext cx="1482611" cy="107887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12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AA56192-A42B-1B20-DE64-2C73ACD07583}"/>
              </a:ext>
            </a:extLst>
          </p:cNvPr>
          <p:cNvSpPr/>
          <p:nvPr/>
        </p:nvSpPr>
        <p:spPr>
          <a:xfrm>
            <a:off x="7841747" y="1576677"/>
            <a:ext cx="1480052" cy="107887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301E8F6-3C7A-6FF7-C2BE-C190BFA82472}"/>
              </a:ext>
            </a:extLst>
          </p:cNvPr>
          <p:cNvSpPr/>
          <p:nvPr/>
        </p:nvSpPr>
        <p:spPr>
          <a:xfrm>
            <a:off x="7865779" y="2435549"/>
            <a:ext cx="1480052" cy="107887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588827C-9B47-CF77-45D5-A67189040E30}"/>
              </a:ext>
            </a:extLst>
          </p:cNvPr>
          <p:cNvSpPr/>
          <p:nvPr/>
        </p:nvSpPr>
        <p:spPr>
          <a:xfrm>
            <a:off x="2822351" y="1569117"/>
            <a:ext cx="1494149" cy="1089446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34CC1178-8D61-5981-73D1-51DC2CD45333}"/>
              </a:ext>
            </a:extLst>
          </p:cNvPr>
          <p:cNvSpPr/>
          <p:nvPr/>
        </p:nvSpPr>
        <p:spPr>
          <a:xfrm>
            <a:off x="1792417" y="1647912"/>
            <a:ext cx="937351" cy="1042453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Rifillo</a:t>
            </a:r>
            <a:endParaRPr lang="sq-XK" sz="13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CCE2DD0-FBEB-825A-E2F2-2357FF98DE9A}"/>
              </a:ext>
            </a:extLst>
          </p:cNvPr>
          <p:cNvSpPr/>
          <p:nvPr/>
        </p:nvSpPr>
        <p:spPr>
          <a:xfrm>
            <a:off x="1683872" y="3045084"/>
            <a:ext cx="1186331" cy="6017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ë fillim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5D338BB-C43C-78DE-EF7F-2591972D39BE}"/>
              </a:ext>
            </a:extLst>
          </p:cNvPr>
          <p:cNvSpPr/>
          <p:nvPr/>
        </p:nvSpPr>
        <p:spPr>
          <a:xfrm>
            <a:off x="1675314" y="3810221"/>
            <a:ext cx="1186331" cy="6017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C3CADFE-A437-9B9A-8AE4-7629DA83E1B6}"/>
              </a:ext>
            </a:extLst>
          </p:cNvPr>
          <p:cNvSpPr txBox="1"/>
          <p:nvPr/>
        </p:nvSpPr>
        <p:spPr>
          <a:xfrm>
            <a:off x="1510987" y="983054"/>
            <a:ext cx="2159867" cy="4616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</a:t>
            </a:r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ja: Qëlloja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D6BE04-583E-C755-5DD7-C3BE2DB9B2DA}"/>
              </a:ext>
            </a:extLst>
          </p:cNvPr>
          <p:cNvSpPr/>
          <p:nvPr/>
        </p:nvSpPr>
        <p:spPr>
          <a:xfrm>
            <a:off x="8019223" y="3424077"/>
            <a:ext cx="1148101" cy="983569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0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4E5AC4-2DBE-5398-648A-3BD81957F5F5}"/>
              </a:ext>
            </a:extLst>
          </p:cNvPr>
          <p:cNvSpPr/>
          <p:nvPr/>
        </p:nvSpPr>
        <p:spPr>
          <a:xfrm>
            <a:off x="9177132" y="3424077"/>
            <a:ext cx="1148101" cy="983569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3E9DFA-DCAD-FAE5-FA6F-C6FF6E0EC0D1}"/>
              </a:ext>
            </a:extLst>
          </p:cNvPr>
          <p:cNvSpPr/>
          <p:nvPr/>
        </p:nvSpPr>
        <p:spPr>
          <a:xfrm>
            <a:off x="2408584" y="4467686"/>
            <a:ext cx="964229" cy="983569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C42747-B464-30CF-CCEB-330CC7894789}"/>
              </a:ext>
            </a:extLst>
          </p:cNvPr>
          <p:cNvSpPr/>
          <p:nvPr/>
        </p:nvSpPr>
        <p:spPr>
          <a:xfrm>
            <a:off x="3382621" y="4467686"/>
            <a:ext cx="1148101" cy="983569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B31D8C-C7D9-7517-EA71-F689FBE24D92}"/>
              </a:ext>
            </a:extLst>
          </p:cNvPr>
          <p:cNvSpPr/>
          <p:nvPr/>
        </p:nvSpPr>
        <p:spPr>
          <a:xfrm>
            <a:off x="4540529" y="4467686"/>
            <a:ext cx="1148101" cy="983569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541A4A-0885-5623-A5BC-4E3165C92AEE}"/>
              </a:ext>
            </a:extLst>
          </p:cNvPr>
          <p:cNvSpPr/>
          <p:nvPr/>
        </p:nvSpPr>
        <p:spPr>
          <a:xfrm>
            <a:off x="5698438" y="4437868"/>
            <a:ext cx="1148101" cy="983569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AAFB1F-01FA-3DBE-80F9-A1A63A616114}"/>
              </a:ext>
            </a:extLst>
          </p:cNvPr>
          <p:cNvSpPr/>
          <p:nvPr/>
        </p:nvSpPr>
        <p:spPr>
          <a:xfrm>
            <a:off x="6861315" y="4437868"/>
            <a:ext cx="1148101" cy="983569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F4855E-E954-C5D0-6B15-84AE8DEF56B8}"/>
              </a:ext>
            </a:extLst>
          </p:cNvPr>
          <p:cNvSpPr/>
          <p:nvPr/>
        </p:nvSpPr>
        <p:spPr>
          <a:xfrm>
            <a:off x="8019223" y="4437868"/>
            <a:ext cx="1148101" cy="983569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70B677-A245-22A3-C586-ECD1F39DDC06}"/>
              </a:ext>
            </a:extLst>
          </p:cNvPr>
          <p:cNvSpPr/>
          <p:nvPr/>
        </p:nvSpPr>
        <p:spPr>
          <a:xfrm>
            <a:off x="9177132" y="4437868"/>
            <a:ext cx="1148101" cy="983569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49320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2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2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71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77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2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2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6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9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3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29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9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11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2" fill="hold">
                      <p:stCondLst>
                        <p:cond delay="0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21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2" fill="hold">
                      <p:stCondLst>
                        <p:cond delay="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2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7" fill="hold">
                      <p:stCondLst>
                        <p:cond delay="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38" grpId="0" animBg="1"/>
      <p:bldP spid="38" grpId="1" animBg="1"/>
      <p:bldP spid="40" grpId="0" animBg="1"/>
      <p:bldP spid="40" grpId="1" animBg="1"/>
      <p:bldP spid="49" grpId="0" animBg="1"/>
      <p:bldP spid="49" grpId="1" animBg="1"/>
      <p:bldP spid="50" grpId="0" animBg="1"/>
      <p:bldP spid="50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85" grpId="0" animBg="1"/>
      <p:bldP spid="85" grpId="1" animBg="1"/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>
            <a:extLst>
              <a:ext uri="{FF2B5EF4-FFF2-40B4-BE49-F238E27FC236}">
                <a16:creationId xmlns:a16="http://schemas.microsoft.com/office/drawing/2014/main" id="{B757F5D1-3D68-6F0F-4A60-38DE1E01698C}"/>
              </a:ext>
            </a:extLst>
          </p:cNvPr>
          <p:cNvSpPr/>
          <p:nvPr/>
        </p:nvSpPr>
        <p:spPr>
          <a:xfrm>
            <a:off x="1792417" y="1647912"/>
            <a:ext cx="937351" cy="1042453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Rifillo</a:t>
            </a:r>
            <a:endParaRPr lang="sq-XK" sz="13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41363C2-B422-6234-6928-8CA85BE3CE10}"/>
              </a:ext>
            </a:extLst>
          </p:cNvPr>
          <p:cNvSpPr/>
          <p:nvPr/>
        </p:nvSpPr>
        <p:spPr>
          <a:xfrm>
            <a:off x="1683872" y="3045084"/>
            <a:ext cx="1186331" cy="6017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E817515-519C-A5F5-C742-B9EA8B3BED91}"/>
              </a:ext>
            </a:extLst>
          </p:cNvPr>
          <p:cNvSpPr/>
          <p:nvPr/>
        </p:nvSpPr>
        <p:spPr>
          <a:xfrm>
            <a:off x="1675314" y="3810221"/>
            <a:ext cx="1186331" cy="6017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91AC67-BB38-7814-2F77-4D15F384E102}"/>
              </a:ext>
            </a:extLst>
          </p:cNvPr>
          <p:cNvSpPr txBox="1"/>
          <p:nvPr/>
        </p:nvSpPr>
        <p:spPr>
          <a:xfrm>
            <a:off x="1510987" y="983054"/>
            <a:ext cx="2159867" cy="4616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</a:t>
            </a:r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ja: Qëlloja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E6305DCF-A60C-D1F5-2EB2-F26474DBF13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26431" y="1647910"/>
            <a:ext cx="4539337" cy="292409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E0B97D0F-2FA9-A9A6-040F-7B06F66D9EAF}"/>
              </a:ext>
            </a:extLst>
          </p:cNvPr>
          <p:cNvSpPr/>
          <p:nvPr/>
        </p:nvSpPr>
        <p:spPr>
          <a:xfrm>
            <a:off x="9375068" y="3388590"/>
            <a:ext cx="994758" cy="97121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27B6EE8-8E5A-9FB5-650B-D075DC8CEB8F}"/>
              </a:ext>
            </a:extLst>
          </p:cNvPr>
          <p:cNvSpPr/>
          <p:nvPr/>
        </p:nvSpPr>
        <p:spPr>
          <a:xfrm>
            <a:off x="3399179" y="4238871"/>
            <a:ext cx="1073051" cy="97121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941A26C-AC9A-3ED5-5C93-C68EFAB52D0C}"/>
              </a:ext>
            </a:extLst>
          </p:cNvPr>
          <p:cNvSpPr/>
          <p:nvPr/>
        </p:nvSpPr>
        <p:spPr>
          <a:xfrm>
            <a:off x="4387316" y="4238871"/>
            <a:ext cx="1073051" cy="97121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4E687FB-EC37-DF33-CC89-7F67757B4E8A}"/>
              </a:ext>
            </a:extLst>
          </p:cNvPr>
          <p:cNvSpPr/>
          <p:nvPr/>
        </p:nvSpPr>
        <p:spPr>
          <a:xfrm>
            <a:off x="5396774" y="4247460"/>
            <a:ext cx="1077656" cy="97121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02293E7-A1FE-582E-0628-30627930C66F}"/>
              </a:ext>
            </a:extLst>
          </p:cNvPr>
          <p:cNvSpPr/>
          <p:nvPr/>
        </p:nvSpPr>
        <p:spPr>
          <a:xfrm>
            <a:off x="6397648" y="4253917"/>
            <a:ext cx="1109893" cy="999787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230BBAA-39FC-4DBC-D631-4F59D36CD505}"/>
              </a:ext>
            </a:extLst>
          </p:cNvPr>
          <p:cNvSpPr/>
          <p:nvPr/>
        </p:nvSpPr>
        <p:spPr>
          <a:xfrm>
            <a:off x="7399033" y="4264639"/>
            <a:ext cx="1064764" cy="97121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F721E31-7354-7CA7-3379-9DE58AB63D44}"/>
              </a:ext>
            </a:extLst>
          </p:cNvPr>
          <p:cNvSpPr/>
          <p:nvPr/>
        </p:nvSpPr>
        <p:spPr>
          <a:xfrm>
            <a:off x="8400872" y="4264639"/>
            <a:ext cx="1062926" cy="97121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A1DAEFF-CD4C-65BC-DAAB-F29DBE1AC809}"/>
              </a:ext>
            </a:extLst>
          </p:cNvPr>
          <p:cNvSpPr/>
          <p:nvPr/>
        </p:nvSpPr>
        <p:spPr>
          <a:xfrm>
            <a:off x="9381991" y="4264639"/>
            <a:ext cx="984637" cy="97121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E9CDC74-383A-0B31-5F6D-49843B60CE35}"/>
              </a:ext>
            </a:extLst>
          </p:cNvPr>
          <p:cNvSpPr/>
          <p:nvPr/>
        </p:nvSpPr>
        <p:spPr>
          <a:xfrm>
            <a:off x="6376009" y="3377045"/>
            <a:ext cx="1109893" cy="961699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C8FD965-9B9B-1E22-8EBE-D5276624A2A0}"/>
              </a:ext>
            </a:extLst>
          </p:cNvPr>
          <p:cNvSpPr/>
          <p:nvPr/>
        </p:nvSpPr>
        <p:spPr>
          <a:xfrm>
            <a:off x="7377394" y="3399237"/>
            <a:ext cx="1064764" cy="97121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CCC0CAA-11BE-1054-25C5-ED59DC067AD4}"/>
              </a:ext>
            </a:extLst>
          </p:cNvPr>
          <p:cNvSpPr/>
          <p:nvPr/>
        </p:nvSpPr>
        <p:spPr>
          <a:xfrm>
            <a:off x="8379233" y="3399237"/>
            <a:ext cx="1062926" cy="97121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0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89B5359-8FC5-7D02-846C-A80DD6B99601}"/>
              </a:ext>
            </a:extLst>
          </p:cNvPr>
          <p:cNvSpPr/>
          <p:nvPr/>
        </p:nvSpPr>
        <p:spPr>
          <a:xfrm>
            <a:off x="5382862" y="3407824"/>
            <a:ext cx="1077656" cy="97121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17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B7EF9F9-F24F-1976-F46C-EAE055F332D2}"/>
              </a:ext>
            </a:extLst>
          </p:cNvPr>
          <p:cNvSpPr/>
          <p:nvPr/>
        </p:nvSpPr>
        <p:spPr>
          <a:xfrm>
            <a:off x="3351345" y="2524628"/>
            <a:ext cx="1073051" cy="990261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63CF104-DCEE-773E-D2AC-8F0FFC64B923}"/>
              </a:ext>
            </a:extLst>
          </p:cNvPr>
          <p:cNvSpPr/>
          <p:nvPr/>
        </p:nvSpPr>
        <p:spPr>
          <a:xfrm>
            <a:off x="3351347" y="3425003"/>
            <a:ext cx="1073051" cy="97121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2BB362A-8633-6A83-03DD-A1AB467D7FE0}"/>
              </a:ext>
            </a:extLst>
          </p:cNvPr>
          <p:cNvSpPr/>
          <p:nvPr/>
        </p:nvSpPr>
        <p:spPr>
          <a:xfrm>
            <a:off x="4349868" y="3421430"/>
            <a:ext cx="1064764" cy="980741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16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8C377CB-E3FF-D3D8-09AA-34ABBBD0B920}"/>
              </a:ext>
            </a:extLst>
          </p:cNvPr>
          <p:cNvSpPr/>
          <p:nvPr/>
        </p:nvSpPr>
        <p:spPr>
          <a:xfrm>
            <a:off x="9331957" y="1629960"/>
            <a:ext cx="994758" cy="97121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26B96F1-9193-5605-EAE0-7D1561EF69DD}"/>
              </a:ext>
            </a:extLst>
          </p:cNvPr>
          <p:cNvSpPr/>
          <p:nvPr/>
        </p:nvSpPr>
        <p:spPr>
          <a:xfrm>
            <a:off x="9331957" y="2506010"/>
            <a:ext cx="994758" cy="97121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14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4049627-754C-4FF3-B973-589B150BA683}"/>
              </a:ext>
            </a:extLst>
          </p:cNvPr>
          <p:cNvSpPr/>
          <p:nvPr/>
        </p:nvSpPr>
        <p:spPr>
          <a:xfrm>
            <a:off x="4344204" y="1645005"/>
            <a:ext cx="1073051" cy="999783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8374E39-60B5-212D-82D2-6E48363F6534}"/>
              </a:ext>
            </a:extLst>
          </p:cNvPr>
          <p:cNvSpPr/>
          <p:nvPr/>
        </p:nvSpPr>
        <p:spPr>
          <a:xfrm>
            <a:off x="4344204" y="2506010"/>
            <a:ext cx="1073051" cy="97121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0882AFA-E18D-586E-E43E-7C57755A3982}"/>
              </a:ext>
            </a:extLst>
          </p:cNvPr>
          <p:cNvSpPr/>
          <p:nvPr/>
        </p:nvSpPr>
        <p:spPr>
          <a:xfrm>
            <a:off x="5353662" y="1634975"/>
            <a:ext cx="1077656" cy="98073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FDD3F6C-BA8B-D43D-5CF0-06A973EB5C4B}"/>
              </a:ext>
            </a:extLst>
          </p:cNvPr>
          <p:cNvSpPr/>
          <p:nvPr/>
        </p:nvSpPr>
        <p:spPr>
          <a:xfrm>
            <a:off x="5262593" y="2513206"/>
            <a:ext cx="1077656" cy="97121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5F5BCD4-0864-D1B3-0BD7-52028D75C30D}"/>
              </a:ext>
            </a:extLst>
          </p:cNvPr>
          <p:cNvSpPr/>
          <p:nvPr/>
        </p:nvSpPr>
        <p:spPr>
          <a:xfrm>
            <a:off x="6327484" y="1638548"/>
            <a:ext cx="1109893" cy="97121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6AE2C9E-FC27-5E6B-CC94-650FC708D421}"/>
              </a:ext>
            </a:extLst>
          </p:cNvPr>
          <p:cNvSpPr/>
          <p:nvPr/>
        </p:nvSpPr>
        <p:spPr>
          <a:xfrm>
            <a:off x="6344225" y="2514597"/>
            <a:ext cx="1109893" cy="97121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C0C5F54-B18B-4075-B9CC-C47ADACFC3A5}"/>
              </a:ext>
            </a:extLst>
          </p:cNvPr>
          <p:cNvSpPr/>
          <p:nvPr/>
        </p:nvSpPr>
        <p:spPr>
          <a:xfrm>
            <a:off x="7355921" y="1629960"/>
            <a:ext cx="1064764" cy="97121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104FFC-511C-CC5E-65FC-AEA25C31070A}"/>
              </a:ext>
            </a:extLst>
          </p:cNvPr>
          <p:cNvSpPr/>
          <p:nvPr/>
        </p:nvSpPr>
        <p:spPr>
          <a:xfrm>
            <a:off x="7355921" y="2506010"/>
            <a:ext cx="1064764" cy="97121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12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062E9A7-2706-103B-540D-FF948B61AC65}"/>
              </a:ext>
            </a:extLst>
          </p:cNvPr>
          <p:cNvSpPr/>
          <p:nvPr/>
        </p:nvSpPr>
        <p:spPr>
          <a:xfrm>
            <a:off x="8357761" y="1629960"/>
            <a:ext cx="1062926" cy="97121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B31A5C3-DEAE-2D98-9BBE-7542EC02839B}"/>
              </a:ext>
            </a:extLst>
          </p:cNvPr>
          <p:cNvSpPr/>
          <p:nvPr/>
        </p:nvSpPr>
        <p:spPr>
          <a:xfrm>
            <a:off x="8357761" y="2506010"/>
            <a:ext cx="1062926" cy="97121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13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AF7643C-8FB0-583B-0514-C984147E4F61}"/>
              </a:ext>
            </a:extLst>
          </p:cNvPr>
          <p:cNvSpPr/>
          <p:nvPr/>
        </p:nvSpPr>
        <p:spPr>
          <a:xfrm>
            <a:off x="3343619" y="1634976"/>
            <a:ext cx="1073051" cy="980739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2098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0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2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8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74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80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2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06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2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2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3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45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51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7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2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2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169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0" fill="hold">
                      <p:stCondLst>
                        <p:cond delay="0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6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190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1" fill="hold">
                      <p:stCondLst>
                        <p:cond delay="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4"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7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199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0" fill="hold">
                      <p:stCondLst>
                        <p:cond delay="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03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205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6" fill="hold">
                      <p:stCondLst>
                        <p:cond delay="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211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2" fill="hold">
                      <p:stCondLst>
                        <p:cond delay="0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219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85" grpId="0" animBg="1"/>
      <p:bldP spid="85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1E1729-21D5-2EF0-55E7-AE081336C02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83608" y="1760783"/>
            <a:ext cx="4350564" cy="3262923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B757F5D1-3D68-6F0F-4A60-38DE1E01698C}"/>
              </a:ext>
            </a:extLst>
          </p:cNvPr>
          <p:cNvSpPr/>
          <p:nvPr/>
        </p:nvSpPr>
        <p:spPr>
          <a:xfrm>
            <a:off x="1792417" y="1647912"/>
            <a:ext cx="937351" cy="1042453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Rifillo</a:t>
            </a:r>
            <a:endParaRPr lang="sq-XK" sz="13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41363C2-B422-6234-6928-8CA85BE3CE10}"/>
              </a:ext>
            </a:extLst>
          </p:cNvPr>
          <p:cNvSpPr/>
          <p:nvPr/>
        </p:nvSpPr>
        <p:spPr>
          <a:xfrm>
            <a:off x="1683872" y="3045084"/>
            <a:ext cx="1186331" cy="6017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E817515-519C-A5F5-C742-B9EA8B3BED91}"/>
              </a:ext>
            </a:extLst>
          </p:cNvPr>
          <p:cNvSpPr/>
          <p:nvPr/>
        </p:nvSpPr>
        <p:spPr>
          <a:xfrm>
            <a:off x="1675314" y="3810221"/>
            <a:ext cx="1186331" cy="6017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91AC67-BB38-7814-2F77-4D15F384E102}"/>
              </a:ext>
            </a:extLst>
          </p:cNvPr>
          <p:cNvSpPr txBox="1"/>
          <p:nvPr/>
        </p:nvSpPr>
        <p:spPr>
          <a:xfrm>
            <a:off x="1510987" y="983054"/>
            <a:ext cx="2159867" cy="4616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</a:t>
            </a:r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ja: Qëlloja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0B97D0F-2FA9-A9A6-040F-7B06F66D9EAF}"/>
              </a:ext>
            </a:extLst>
          </p:cNvPr>
          <p:cNvSpPr/>
          <p:nvPr/>
        </p:nvSpPr>
        <p:spPr>
          <a:xfrm>
            <a:off x="9375069" y="3388591"/>
            <a:ext cx="945063" cy="94595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27B6EE8-8E5A-9FB5-650B-D075DC8CEB8F}"/>
              </a:ext>
            </a:extLst>
          </p:cNvPr>
          <p:cNvSpPr/>
          <p:nvPr/>
        </p:nvSpPr>
        <p:spPr>
          <a:xfrm>
            <a:off x="3367831" y="4278535"/>
            <a:ext cx="1019444" cy="94595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941A26C-AC9A-3ED5-5C93-C68EFAB52D0C}"/>
              </a:ext>
            </a:extLst>
          </p:cNvPr>
          <p:cNvSpPr/>
          <p:nvPr/>
        </p:nvSpPr>
        <p:spPr>
          <a:xfrm>
            <a:off x="4387315" y="4238871"/>
            <a:ext cx="1019444" cy="94595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4E687FB-EC37-DF33-CC89-7F67757B4E8A}"/>
              </a:ext>
            </a:extLst>
          </p:cNvPr>
          <p:cNvSpPr/>
          <p:nvPr/>
        </p:nvSpPr>
        <p:spPr>
          <a:xfrm>
            <a:off x="5396775" y="4247461"/>
            <a:ext cx="1023819" cy="94595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02293E7-A1FE-582E-0628-30627930C66F}"/>
              </a:ext>
            </a:extLst>
          </p:cNvPr>
          <p:cNvSpPr/>
          <p:nvPr/>
        </p:nvSpPr>
        <p:spPr>
          <a:xfrm>
            <a:off x="6397647" y="4253918"/>
            <a:ext cx="1054445" cy="97377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230BBAA-39FC-4DBC-D631-4F59D36CD505}"/>
              </a:ext>
            </a:extLst>
          </p:cNvPr>
          <p:cNvSpPr/>
          <p:nvPr/>
        </p:nvSpPr>
        <p:spPr>
          <a:xfrm>
            <a:off x="7399033" y="4264639"/>
            <a:ext cx="1011572" cy="94595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F721E31-7354-7CA7-3379-9DE58AB63D44}"/>
              </a:ext>
            </a:extLst>
          </p:cNvPr>
          <p:cNvSpPr/>
          <p:nvPr/>
        </p:nvSpPr>
        <p:spPr>
          <a:xfrm>
            <a:off x="8400874" y="4264639"/>
            <a:ext cx="1009825" cy="94595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A1DAEFF-CD4C-65BC-DAAB-F29DBE1AC809}"/>
              </a:ext>
            </a:extLst>
          </p:cNvPr>
          <p:cNvSpPr/>
          <p:nvPr/>
        </p:nvSpPr>
        <p:spPr>
          <a:xfrm>
            <a:off x="9381991" y="4264639"/>
            <a:ext cx="935447" cy="94595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E9CDC74-383A-0B31-5F6D-49843B60CE35}"/>
              </a:ext>
            </a:extLst>
          </p:cNvPr>
          <p:cNvSpPr/>
          <p:nvPr/>
        </p:nvSpPr>
        <p:spPr>
          <a:xfrm>
            <a:off x="6356839" y="3377867"/>
            <a:ext cx="1054445" cy="93667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18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C8FD965-9B9B-1E22-8EBE-D5276624A2A0}"/>
              </a:ext>
            </a:extLst>
          </p:cNvPr>
          <p:cNvSpPr/>
          <p:nvPr/>
        </p:nvSpPr>
        <p:spPr>
          <a:xfrm>
            <a:off x="7377394" y="3399237"/>
            <a:ext cx="1011572" cy="94595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CCC0CAA-11BE-1054-25C5-ED59DC067AD4}"/>
              </a:ext>
            </a:extLst>
          </p:cNvPr>
          <p:cNvSpPr/>
          <p:nvPr/>
        </p:nvSpPr>
        <p:spPr>
          <a:xfrm>
            <a:off x="8379235" y="3399237"/>
            <a:ext cx="1009825" cy="94595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r>
              <a:rPr lang="sq-AL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0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89B5359-8FC5-7D02-846C-A80DD6B99601}"/>
              </a:ext>
            </a:extLst>
          </p:cNvPr>
          <p:cNvSpPr/>
          <p:nvPr/>
        </p:nvSpPr>
        <p:spPr>
          <a:xfrm>
            <a:off x="5341153" y="3388591"/>
            <a:ext cx="1023819" cy="94595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17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B7EF9F9-F24F-1976-F46C-EAE055F332D2}"/>
              </a:ext>
            </a:extLst>
          </p:cNvPr>
          <p:cNvSpPr/>
          <p:nvPr/>
        </p:nvSpPr>
        <p:spPr>
          <a:xfrm>
            <a:off x="3351344" y="2524628"/>
            <a:ext cx="1019444" cy="964497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63CF104-DCEE-773E-D2AC-8F0FFC64B923}"/>
              </a:ext>
            </a:extLst>
          </p:cNvPr>
          <p:cNvSpPr/>
          <p:nvPr/>
        </p:nvSpPr>
        <p:spPr>
          <a:xfrm>
            <a:off x="3351346" y="3425003"/>
            <a:ext cx="1019444" cy="94595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2BB362A-8633-6A83-03DD-A1AB467D7FE0}"/>
              </a:ext>
            </a:extLst>
          </p:cNvPr>
          <p:cNvSpPr/>
          <p:nvPr/>
        </p:nvSpPr>
        <p:spPr>
          <a:xfrm>
            <a:off x="4349868" y="3421430"/>
            <a:ext cx="1011572" cy="955224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16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8C377CB-E3FF-D3D8-09AA-34ABBBD0B920}"/>
              </a:ext>
            </a:extLst>
          </p:cNvPr>
          <p:cNvSpPr/>
          <p:nvPr/>
        </p:nvSpPr>
        <p:spPr>
          <a:xfrm>
            <a:off x="9331957" y="1629961"/>
            <a:ext cx="945063" cy="94595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26B96F1-9193-5605-EAE0-7D1561EF69DD}"/>
              </a:ext>
            </a:extLst>
          </p:cNvPr>
          <p:cNvSpPr/>
          <p:nvPr/>
        </p:nvSpPr>
        <p:spPr>
          <a:xfrm>
            <a:off x="9331957" y="2506010"/>
            <a:ext cx="945063" cy="94595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14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4049627-754C-4FF3-B973-589B150BA683}"/>
              </a:ext>
            </a:extLst>
          </p:cNvPr>
          <p:cNvSpPr/>
          <p:nvPr/>
        </p:nvSpPr>
        <p:spPr>
          <a:xfrm>
            <a:off x="4344203" y="1645003"/>
            <a:ext cx="1019444" cy="97377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8374E39-60B5-212D-82D2-6E48363F6534}"/>
              </a:ext>
            </a:extLst>
          </p:cNvPr>
          <p:cNvSpPr/>
          <p:nvPr/>
        </p:nvSpPr>
        <p:spPr>
          <a:xfrm>
            <a:off x="4344161" y="2532832"/>
            <a:ext cx="1019444" cy="94595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0882AFA-E18D-586E-E43E-7C57755A3982}"/>
              </a:ext>
            </a:extLst>
          </p:cNvPr>
          <p:cNvSpPr/>
          <p:nvPr/>
        </p:nvSpPr>
        <p:spPr>
          <a:xfrm>
            <a:off x="5353663" y="1634975"/>
            <a:ext cx="1023819" cy="955223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FDD3F6C-BA8B-D43D-5CF0-06A973EB5C4B}"/>
              </a:ext>
            </a:extLst>
          </p:cNvPr>
          <p:cNvSpPr/>
          <p:nvPr/>
        </p:nvSpPr>
        <p:spPr>
          <a:xfrm>
            <a:off x="5338396" y="2513145"/>
            <a:ext cx="1023819" cy="94595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5F5BCD4-0864-D1B3-0BD7-52028D75C30D}"/>
              </a:ext>
            </a:extLst>
          </p:cNvPr>
          <p:cNvSpPr/>
          <p:nvPr/>
        </p:nvSpPr>
        <p:spPr>
          <a:xfrm>
            <a:off x="6327484" y="1638548"/>
            <a:ext cx="1054445" cy="94595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6AE2C9E-FC27-5E6B-CC94-650FC708D421}"/>
              </a:ext>
            </a:extLst>
          </p:cNvPr>
          <p:cNvSpPr/>
          <p:nvPr/>
        </p:nvSpPr>
        <p:spPr>
          <a:xfrm>
            <a:off x="6344723" y="2499621"/>
            <a:ext cx="1054445" cy="94595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C0C5F54-B18B-4075-B9CC-C47ADACFC3A5}"/>
              </a:ext>
            </a:extLst>
          </p:cNvPr>
          <p:cNvSpPr/>
          <p:nvPr/>
        </p:nvSpPr>
        <p:spPr>
          <a:xfrm>
            <a:off x="7355921" y="1629961"/>
            <a:ext cx="1011572" cy="94595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104FFC-511C-CC5E-65FC-AEA25C31070A}"/>
              </a:ext>
            </a:extLst>
          </p:cNvPr>
          <p:cNvSpPr/>
          <p:nvPr/>
        </p:nvSpPr>
        <p:spPr>
          <a:xfrm>
            <a:off x="7355921" y="2506010"/>
            <a:ext cx="1011572" cy="94595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12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062E9A7-2706-103B-540D-FF948B61AC65}"/>
              </a:ext>
            </a:extLst>
          </p:cNvPr>
          <p:cNvSpPr/>
          <p:nvPr/>
        </p:nvSpPr>
        <p:spPr>
          <a:xfrm>
            <a:off x="8357762" y="1629961"/>
            <a:ext cx="1009825" cy="94595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B31A5C3-DEAE-2D98-9BBE-7542EC02839B}"/>
              </a:ext>
            </a:extLst>
          </p:cNvPr>
          <p:cNvSpPr/>
          <p:nvPr/>
        </p:nvSpPr>
        <p:spPr>
          <a:xfrm>
            <a:off x="8357762" y="2506010"/>
            <a:ext cx="1009825" cy="94595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13</a:t>
            </a:r>
            <a:endParaRPr lang="sq-XK" sz="405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AF7643C-8FB0-583B-0514-C984147E4F61}"/>
              </a:ext>
            </a:extLst>
          </p:cNvPr>
          <p:cNvSpPr/>
          <p:nvPr/>
        </p:nvSpPr>
        <p:spPr>
          <a:xfrm>
            <a:off x="3351344" y="1645004"/>
            <a:ext cx="1019444" cy="955223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9788">
              <a:spcAft>
                <a:spcPts val="450"/>
              </a:spcAft>
            </a:pPr>
            <a:r>
              <a:rPr lang="en-US" sz="3483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40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7317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0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2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8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74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80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2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06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2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2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3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45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51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7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2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2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169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0" fill="hold">
                      <p:stCondLst>
                        <p:cond delay="0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6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190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1" fill="hold">
                      <p:stCondLst>
                        <p:cond delay="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4"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7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199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0" fill="hold">
                      <p:stCondLst>
                        <p:cond delay="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03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205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6" fill="hold">
                      <p:stCondLst>
                        <p:cond delay="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211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2" fill="hold">
                      <p:stCondLst>
                        <p:cond delay="0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219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85" grpId="0" animBg="1"/>
      <p:bldP spid="85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72F830-12A9-0027-D761-AEA1764446B2}"/>
              </a:ext>
            </a:extLst>
          </p:cNvPr>
          <p:cNvSpPr/>
          <p:nvPr/>
        </p:nvSpPr>
        <p:spPr>
          <a:xfrm>
            <a:off x="2380144" y="2014330"/>
            <a:ext cx="5401561" cy="2120348"/>
          </a:xfrm>
          <a:prstGeom prst="round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 e dini qështë ........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E66FA8F-2755-65BD-1ACA-F3D2CD90862D}"/>
              </a:ext>
            </a:extLst>
          </p:cNvPr>
          <p:cNvSpPr/>
          <p:nvPr/>
        </p:nvSpPr>
        <p:spPr>
          <a:xfrm>
            <a:off x="1451899" y="159026"/>
            <a:ext cx="1456689" cy="8363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Kthehu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sq-AL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në fillim</a:t>
            </a:r>
            <a:endParaRPr kumimoji="0" lang="sq-XK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A9C4ACB-0690-691B-DFFB-4A4DD35076C4}"/>
              </a:ext>
            </a:extLst>
          </p:cNvPr>
          <p:cNvSpPr/>
          <p:nvPr/>
        </p:nvSpPr>
        <p:spPr>
          <a:xfrm>
            <a:off x="7781705" y="192154"/>
            <a:ext cx="1542499" cy="642708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Vazhdo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637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74590FB-5BA4-9C41-097F-105641A4432C}"/>
              </a:ext>
            </a:extLst>
          </p:cNvPr>
          <p:cNvSpPr/>
          <p:nvPr/>
        </p:nvSpPr>
        <p:spPr>
          <a:xfrm>
            <a:off x="191306" y="1316005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Bredhi 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278C9AE-2959-ADCA-3159-6244B6F194AC}"/>
              </a:ext>
            </a:extLst>
          </p:cNvPr>
          <p:cNvGrpSpPr/>
          <p:nvPr/>
        </p:nvGrpSpPr>
        <p:grpSpPr>
          <a:xfrm>
            <a:off x="166679" y="1279730"/>
            <a:ext cx="1357351" cy="1575810"/>
            <a:chOff x="1772530" y="1195753"/>
            <a:chExt cx="1505243" cy="170219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49C0391-A705-891C-103E-4FF9D95C3507}"/>
                </a:ext>
              </a:extLst>
            </p:cNvPr>
            <p:cNvSpPr/>
            <p:nvPr/>
          </p:nvSpPr>
          <p:spPr>
            <a:xfrm>
              <a:off x="1772530" y="1195753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40FFAA3-6318-8664-17C1-C71014D904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07045" y="1683842"/>
              <a:ext cx="1448552" cy="926966"/>
            </a:xfrm>
            <a:prstGeom prst="rect">
              <a:avLst/>
            </a:prstGeom>
          </p:spPr>
        </p:pic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E4C5BBA-73B8-8FDE-9E87-5CCAF0A34F1D}"/>
              </a:ext>
            </a:extLst>
          </p:cNvPr>
          <p:cNvSpPr/>
          <p:nvPr/>
        </p:nvSpPr>
        <p:spPr>
          <a:xfrm>
            <a:off x="1427053" y="1319317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tarantula 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68DDB9F-6141-A7BF-1D34-2504AF91EC35}"/>
              </a:ext>
            </a:extLst>
          </p:cNvPr>
          <p:cNvGrpSpPr/>
          <p:nvPr/>
        </p:nvGrpSpPr>
        <p:grpSpPr>
          <a:xfrm>
            <a:off x="1451899" y="1343293"/>
            <a:ext cx="1357351" cy="1575810"/>
            <a:chOff x="1772529" y="1195754"/>
            <a:chExt cx="1505243" cy="1702191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D0671AC-17D0-4F3A-DAC8-EFE0FB782C54}"/>
                </a:ext>
              </a:extLst>
            </p:cNvPr>
            <p:cNvSpPr/>
            <p:nvPr/>
          </p:nvSpPr>
          <p:spPr>
            <a:xfrm>
              <a:off x="1772529" y="1195754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E147B07-96D7-7076-B2EA-74CCF7297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00665" y="1599615"/>
              <a:ext cx="1292405" cy="825818"/>
            </a:xfrm>
            <a:prstGeom prst="rect">
              <a:avLst/>
            </a:prstGeom>
          </p:spPr>
        </p:pic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9D23AB4-3CEC-1C49-42CA-388394925CEF}"/>
              </a:ext>
            </a:extLst>
          </p:cNvPr>
          <p:cNvSpPr/>
          <p:nvPr/>
        </p:nvSpPr>
        <p:spPr>
          <a:xfrm>
            <a:off x="2724720" y="1276433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/>
              <a:t>Stela </a:t>
            </a:r>
            <a:endParaRPr lang="en-US" sz="20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93D48DD-B8E0-FCE8-F328-6B66FD7D69BC}"/>
              </a:ext>
            </a:extLst>
          </p:cNvPr>
          <p:cNvGrpSpPr/>
          <p:nvPr/>
        </p:nvGrpSpPr>
        <p:grpSpPr>
          <a:xfrm>
            <a:off x="2721372" y="1317489"/>
            <a:ext cx="1364048" cy="1575810"/>
            <a:chOff x="1823686" y="1149938"/>
            <a:chExt cx="1512670" cy="1702191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E452BB71-C34E-51C8-2B0F-8D926EE24F44}"/>
                </a:ext>
              </a:extLst>
            </p:cNvPr>
            <p:cNvSpPr/>
            <p:nvPr/>
          </p:nvSpPr>
          <p:spPr>
            <a:xfrm>
              <a:off x="1823686" y="1149938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23AA99E-A814-F18D-F3FC-4D4AAE21E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00666" y="1646726"/>
              <a:ext cx="1435690" cy="919882"/>
            </a:xfrm>
            <a:prstGeom prst="rect">
              <a:avLst/>
            </a:prstGeom>
          </p:spPr>
        </p:pic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96297EB-D8B9-23BE-1BBC-B9CE369BC06B}"/>
              </a:ext>
            </a:extLst>
          </p:cNvPr>
          <p:cNvSpPr/>
          <p:nvPr/>
        </p:nvSpPr>
        <p:spPr>
          <a:xfrm>
            <a:off x="4181944" y="1430762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Dhia e egër 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C9D15E3-CFD5-0DAF-C2BD-952166ACB3AC}"/>
              </a:ext>
            </a:extLst>
          </p:cNvPr>
          <p:cNvGrpSpPr/>
          <p:nvPr/>
        </p:nvGrpSpPr>
        <p:grpSpPr>
          <a:xfrm>
            <a:off x="4099954" y="1393550"/>
            <a:ext cx="1357351" cy="1575810"/>
            <a:chOff x="1772529" y="1195754"/>
            <a:chExt cx="1505243" cy="1702191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1E70E6C-8472-CFC6-4165-D6FB54BE5A6C}"/>
                </a:ext>
              </a:extLst>
            </p:cNvPr>
            <p:cNvSpPr/>
            <p:nvPr/>
          </p:nvSpPr>
          <p:spPr>
            <a:xfrm>
              <a:off x="1772529" y="1195754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B6FB0C2-90FE-4CBA-3CC7-C8A0C3AF3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861826" y="1514553"/>
              <a:ext cx="1400932" cy="1101126"/>
            </a:xfrm>
            <a:prstGeom prst="rect">
              <a:avLst/>
            </a:prstGeom>
          </p:spPr>
        </p:pic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B7151E5-7AF2-FEDA-2DDB-3E614E129C92}"/>
              </a:ext>
            </a:extLst>
          </p:cNvPr>
          <p:cNvSpPr/>
          <p:nvPr/>
        </p:nvSpPr>
        <p:spPr>
          <a:xfrm>
            <a:off x="5471061" y="1406931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/>
              <a:t>Pyjet halore </a:t>
            </a:r>
            <a:endParaRPr lang="en-US" sz="20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18F7DAD-8089-272C-B59E-4C2C0851B34E}"/>
              </a:ext>
            </a:extLst>
          </p:cNvPr>
          <p:cNvGrpSpPr/>
          <p:nvPr/>
        </p:nvGrpSpPr>
        <p:grpSpPr>
          <a:xfrm>
            <a:off x="5443550" y="1435698"/>
            <a:ext cx="1357351" cy="1575810"/>
            <a:chOff x="1772529" y="1195754"/>
            <a:chExt cx="1505243" cy="1702191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E82956E1-AD95-F4EB-57C4-138736F0203C}"/>
                </a:ext>
              </a:extLst>
            </p:cNvPr>
            <p:cNvSpPr/>
            <p:nvPr/>
          </p:nvSpPr>
          <p:spPr>
            <a:xfrm>
              <a:off x="1772529" y="1195754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CDBCD6B-DD81-2E89-EBD8-CC895404D6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53786" y="1637985"/>
              <a:ext cx="1375972" cy="881526"/>
            </a:xfrm>
            <a:prstGeom prst="rect">
              <a:avLst/>
            </a:prstGeom>
          </p:spPr>
        </p:pic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92099A2-D573-3A4D-02E9-EFF5E1FBE233}"/>
              </a:ext>
            </a:extLst>
          </p:cNvPr>
          <p:cNvSpPr/>
          <p:nvPr/>
        </p:nvSpPr>
        <p:spPr>
          <a:xfrm>
            <a:off x="191306" y="2884646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/>
              <a:t>Bualli </a:t>
            </a:r>
            <a:endParaRPr lang="en-US" sz="28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326F8D1-6554-4319-F0D2-4557E0118456}"/>
              </a:ext>
            </a:extLst>
          </p:cNvPr>
          <p:cNvSpPr/>
          <p:nvPr/>
        </p:nvSpPr>
        <p:spPr>
          <a:xfrm>
            <a:off x="1469957" y="2896314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Mramosi  </a:t>
            </a:r>
            <a:endParaRPr lang="en-US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FC91848-D2B4-785E-6877-0594A99D1596}"/>
              </a:ext>
            </a:extLst>
          </p:cNvPr>
          <p:cNvSpPr/>
          <p:nvPr/>
        </p:nvSpPr>
        <p:spPr>
          <a:xfrm>
            <a:off x="2752490" y="2937867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600" dirty="0"/>
              <a:t>Dhelpëra fluturuese</a:t>
            </a:r>
            <a:endParaRPr lang="en-US" sz="16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0794162-DF83-21C5-8A03-2772B5B22AE4}"/>
              </a:ext>
            </a:extLst>
          </p:cNvPr>
          <p:cNvGrpSpPr/>
          <p:nvPr/>
        </p:nvGrpSpPr>
        <p:grpSpPr>
          <a:xfrm>
            <a:off x="2807712" y="2974518"/>
            <a:ext cx="1357351" cy="1575810"/>
            <a:chOff x="1772529" y="1195754"/>
            <a:chExt cx="1505243" cy="1702191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7E02792B-BBFB-0E8A-0E61-1A911BDE5006}"/>
                </a:ext>
              </a:extLst>
            </p:cNvPr>
            <p:cNvSpPr/>
            <p:nvPr/>
          </p:nvSpPr>
          <p:spPr>
            <a:xfrm>
              <a:off x="1772529" y="1195754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EEE9BDB8-6E8D-843A-4AE3-A5AC738E5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53926" y="1692265"/>
              <a:ext cx="1342451" cy="859740"/>
            </a:xfrm>
            <a:prstGeom prst="rect">
              <a:avLst/>
            </a:prstGeom>
          </p:spPr>
        </p:pic>
      </p:grp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20390FB-613C-93AA-4AA8-B55AF4C4CC6D}"/>
              </a:ext>
            </a:extLst>
          </p:cNvPr>
          <p:cNvSpPr/>
          <p:nvPr/>
        </p:nvSpPr>
        <p:spPr>
          <a:xfrm>
            <a:off x="6779984" y="3034562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600" dirty="0"/>
              <a:t>Kullotat alpine </a:t>
            </a:r>
            <a:endParaRPr lang="en-US" sz="16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201FBE8-9F86-EF6C-B0C3-33881070BAEF}"/>
              </a:ext>
            </a:extLst>
          </p:cNvPr>
          <p:cNvGrpSpPr/>
          <p:nvPr/>
        </p:nvGrpSpPr>
        <p:grpSpPr>
          <a:xfrm>
            <a:off x="6798184" y="3000048"/>
            <a:ext cx="1357351" cy="1575810"/>
            <a:chOff x="1772529" y="1195754"/>
            <a:chExt cx="1505243" cy="1702191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A62F3C0C-F419-3D9B-431B-DE4774F91387}"/>
                </a:ext>
              </a:extLst>
            </p:cNvPr>
            <p:cNvSpPr/>
            <p:nvPr/>
          </p:nvSpPr>
          <p:spPr>
            <a:xfrm>
              <a:off x="1772529" y="1195754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783F4E96-D8E0-B7DD-A9A4-3658DB6D8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1876477" y="1636622"/>
              <a:ext cx="1282436" cy="871532"/>
            </a:xfrm>
            <a:prstGeom prst="rect">
              <a:avLst/>
            </a:prstGeom>
          </p:spPr>
        </p:pic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E8F9401-3BEA-F459-0F7F-3AB185D233A1}"/>
              </a:ext>
            </a:extLst>
          </p:cNvPr>
          <p:cNvSpPr/>
          <p:nvPr/>
        </p:nvSpPr>
        <p:spPr>
          <a:xfrm>
            <a:off x="5580281" y="3005247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/>
              <a:t>Akacia  </a:t>
            </a:r>
            <a:endParaRPr lang="en-US" sz="20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2856B3B-028B-11A4-770B-3BDE76730C98}"/>
              </a:ext>
            </a:extLst>
          </p:cNvPr>
          <p:cNvGrpSpPr/>
          <p:nvPr/>
        </p:nvGrpSpPr>
        <p:grpSpPr>
          <a:xfrm>
            <a:off x="5566831" y="2990030"/>
            <a:ext cx="1357351" cy="1575810"/>
            <a:chOff x="1772529" y="1195754"/>
            <a:chExt cx="1505243" cy="1702191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80E6F750-8099-665A-342B-F47878A49E8D}"/>
                </a:ext>
              </a:extLst>
            </p:cNvPr>
            <p:cNvSpPr/>
            <p:nvPr/>
          </p:nvSpPr>
          <p:spPr>
            <a:xfrm>
              <a:off x="1772529" y="1195754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E678DCEF-BE6E-3A10-76AB-33B053C83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08692" y="1633751"/>
              <a:ext cx="1433153" cy="918256"/>
            </a:xfrm>
            <a:prstGeom prst="rect">
              <a:avLst/>
            </a:prstGeom>
          </p:spPr>
        </p:pic>
      </p:grp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11C77A3-BC75-4B24-92BD-631627F20857}"/>
              </a:ext>
            </a:extLst>
          </p:cNvPr>
          <p:cNvSpPr/>
          <p:nvPr/>
        </p:nvSpPr>
        <p:spPr>
          <a:xfrm>
            <a:off x="10604753" y="2987907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/>
              <a:t>Kojota </a:t>
            </a:r>
            <a:endParaRPr lang="en-US" sz="2000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8E0374F6-3113-FF70-A010-D9239BAD68F7}"/>
              </a:ext>
            </a:extLst>
          </p:cNvPr>
          <p:cNvSpPr/>
          <p:nvPr/>
        </p:nvSpPr>
        <p:spPr>
          <a:xfrm>
            <a:off x="183799" y="4559138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Fazani    </a:t>
            </a:r>
            <a:endParaRPr lang="en-US" dirty="0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30122A99-EC04-1212-F45C-4443155F6903}"/>
              </a:ext>
            </a:extLst>
          </p:cNvPr>
          <p:cNvSpPr/>
          <p:nvPr/>
        </p:nvSpPr>
        <p:spPr>
          <a:xfrm>
            <a:off x="1392975" y="4563543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/>
              <a:t>Ujku polar  </a:t>
            </a:r>
            <a:endParaRPr lang="en-US" sz="2000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2B89B65-574F-338F-FD5F-12A5F8BA5EF7}"/>
              </a:ext>
            </a:extLst>
          </p:cNvPr>
          <p:cNvSpPr/>
          <p:nvPr/>
        </p:nvSpPr>
        <p:spPr>
          <a:xfrm>
            <a:off x="2740401" y="4597029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400" dirty="0"/>
              <a:t>Shkretëtirë shkëmbore</a:t>
            </a:r>
            <a:endParaRPr lang="en-US" sz="1400" dirty="0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D30C5C2-62C5-A054-5C2D-EF19C323FCCF}"/>
              </a:ext>
            </a:extLst>
          </p:cNvPr>
          <p:cNvSpPr/>
          <p:nvPr/>
        </p:nvSpPr>
        <p:spPr>
          <a:xfrm>
            <a:off x="4222142" y="4659473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600" dirty="0"/>
              <a:t>Shkretëtirë e ftoftë</a:t>
            </a:r>
            <a:endParaRPr lang="en-US" sz="1600" dirty="0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DC0869E6-09C4-56BB-EFDC-51F7D7E70C5C}"/>
              </a:ext>
            </a:extLst>
          </p:cNvPr>
          <p:cNvSpPr/>
          <p:nvPr/>
        </p:nvSpPr>
        <p:spPr>
          <a:xfrm>
            <a:off x="5560881" y="4664409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/>
              <a:t>Aloe vera  </a:t>
            </a:r>
            <a:endParaRPr lang="en-US" sz="2000" dirty="0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B9BE5EB4-F67E-24D5-E7F8-607BA82DA027}"/>
              </a:ext>
            </a:extLst>
          </p:cNvPr>
          <p:cNvSpPr/>
          <p:nvPr/>
        </p:nvSpPr>
        <p:spPr>
          <a:xfrm>
            <a:off x="6737080" y="4693252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Palma  </a:t>
            </a:r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17298B7-E433-DE10-CDEE-EA8736198B5D}"/>
              </a:ext>
            </a:extLst>
          </p:cNvPr>
          <p:cNvSpPr/>
          <p:nvPr/>
        </p:nvSpPr>
        <p:spPr>
          <a:xfrm>
            <a:off x="7984073" y="1416316"/>
            <a:ext cx="1341404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Gjeldeti i egër</a:t>
            </a:r>
            <a:endParaRPr lang="en-US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341F0DA6-D691-2C83-B563-D2F17BCDFC1F}"/>
              </a:ext>
            </a:extLst>
          </p:cNvPr>
          <p:cNvSpPr/>
          <p:nvPr/>
        </p:nvSpPr>
        <p:spPr>
          <a:xfrm>
            <a:off x="7985370" y="3014000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Antilopa   </a:t>
            </a:r>
            <a:endParaRPr lang="en-US" dirty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98A5F5C2-8858-AEFD-F0CD-E28A7E919DD7}"/>
              </a:ext>
            </a:extLst>
          </p:cNvPr>
          <p:cNvSpPr/>
          <p:nvPr/>
        </p:nvSpPr>
        <p:spPr>
          <a:xfrm>
            <a:off x="7968547" y="4673163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Oaza  </a:t>
            </a:r>
            <a:endParaRPr lang="en-US" dirty="0"/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DBAB4D55-AB78-6D22-6528-A5AC2F8049F0}"/>
              </a:ext>
            </a:extLst>
          </p:cNvPr>
          <p:cNvSpPr/>
          <p:nvPr/>
        </p:nvSpPr>
        <p:spPr>
          <a:xfrm>
            <a:off x="9223941" y="1425852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Kolibri </a:t>
            </a:r>
            <a:endParaRPr lang="en-US" sz="2400" dirty="0"/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2D796D56-6EA3-494F-9446-F1DE64EC2FFE}"/>
              </a:ext>
            </a:extLst>
          </p:cNvPr>
          <p:cNvSpPr/>
          <p:nvPr/>
        </p:nvSpPr>
        <p:spPr>
          <a:xfrm>
            <a:off x="9201931" y="3024168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2000" dirty="0"/>
              <a:t>Zebra </a:t>
            </a:r>
            <a:endParaRPr lang="en-US" sz="2000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A666D1DB-1D2C-051A-F7D2-76E5AD054AD6}"/>
              </a:ext>
            </a:extLst>
          </p:cNvPr>
          <p:cNvSpPr/>
          <p:nvPr/>
        </p:nvSpPr>
        <p:spPr>
          <a:xfrm>
            <a:off x="9185109" y="4683330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600" dirty="0"/>
              <a:t>Deveja dy gungore</a:t>
            </a:r>
            <a:endParaRPr lang="en-US" sz="1600" dirty="0"/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1C905424-5015-703A-769E-3A6BC5D5CF5F}"/>
              </a:ext>
            </a:extLst>
          </p:cNvPr>
          <p:cNvSpPr/>
          <p:nvPr/>
        </p:nvSpPr>
        <p:spPr>
          <a:xfrm>
            <a:off x="10473286" y="1378978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/>
              <a:t>Ariu i murëm </a:t>
            </a:r>
            <a:endParaRPr lang="en-US" sz="2000" dirty="0"/>
          </a:p>
        </p:txBody>
      </p: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FFBD8CFD-600C-F6B1-8FF4-01CE5C919BB1}"/>
              </a:ext>
            </a:extLst>
          </p:cNvPr>
          <p:cNvSpPr/>
          <p:nvPr/>
        </p:nvSpPr>
        <p:spPr>
          <a:xfrm>
            <a:off x="6678299" y="1425852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Pema e bananës </a:t>
            </a:r>
            <a:endParaRPr lang="en-US" dirty="0"/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9497CCA-DA65-1DE0-46A5-45CCF6DD1968}"/>
              </a:ext>
            </a:extLst>
          </p:cNvPr>
          <p:cNvGrpSpPr/>
          <p:nvPr/>
        </p:nvGrpSpPr>
        <p:grpSpPr>
          <a:xfrm>
            <a:off x="6655702" y="1409062"/>
            <a:ext cx="1357351" cy="1575810"/>
            <a:chOff x="1830775" y="1263173"/>
            <a:chExt cx="1505243" cy="1702191"/>
          </a:xfrm>
        </p:grpSpPr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FFEC46AA-E73E-6CCC-FD25-9668C0E3C6E1}"/>
                </a:ext>
              </a:extLst>
            </p:cNvPr>
            <p:cNvSpPr/>
            <p:nvPr/>
          </p:nvSpPr>
          <p:spPr>
            <a:xfrm>
              <a:off x="1830775" y="1263173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pic>
          <p:nvPicPr>
            <p:cNvPr id="162" name="Picture 161">
              <a:extLst>
                <a:ext uri="{FF2B5EF4-FFF2-40B4-BE49-F238E27FC236}">
                  <a16:creationId xmlns:a16="http://schemas.microsoft.com/office/drawing/2014/main" id="{26F4E366-CD88-FCFF-5419-B71877FB26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073205" y="1365447"/>
              <a:ext cx="1162480" cy="1488408"/>
            </a:xfrm>
            <a:prstGeom prst="rect">
              <a:avLst/>
            </a:prstGeom>
          </p:spPr>
        </p:pic>
      </p:grp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E5ED0DB7-444F-D192-0E3E-F10F35AF852E}"/>
              </a:ext>
            </a:extLst>
          </p:cNvPr>
          <p:cNvSpPr/>
          <p:nvPr/>
        </p:nvSpPr>
        <p:spPr>
          <a:xfrm>
            <a:off x="10648039" y="4675320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Tundra </a:t>
            </a:r>
            <a:endParaRPr lang="en-US" dirty="0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4B5F3FED-6DED-2F9B-2D47-5A0F3111F42E}"/>
              </a:ext>
            </a:extLst>
          </p:cNvPr>
          <p:cNvSpPr/>
          <p:nvPr/>
        </p:nvSpPr>
        <p:spPr>
          <a:xfrm>
            <a:off x="4225359" y="2991644"/>
            <a:ext cx="1357351" cy="157581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/>
              <a:t>bizoni</a:t>
            </a:r>
            <a:endParaRPr lang="en-US" sz="2000" dirty="0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8187E4C0-B23E-9D7B-B596-94A4A02AA3C6}"/>
              </a:ext>
            </a:extLst>
          </p:cNvPr>
          <p:cNvGrpSpPr/>
          <p:nvPr/>
        </p:nvGrpSpPr>
        <p:grpSpPr>
          <a:xfrm>
            <a:off x="7910830" y="1390697"/>
            <a:ext cx="1542500" cy="1575810"/>
            <a:chOff x="1772529" y="1195754"/>
            <a:chExt cx="1505243" cy="1702191"/>
          </a:xfrm>
        </p:grpSpPr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193B5DC2-3B63-7804-A7DB-299BC4186D85}"/>
                </a:ext>
              </a:extLst>
            </p:cNvPr>
            <p:cNvSpPr/>
            <p:nvPr/>
          </p:nvSpPr>
          <p:spPr>
            <a:xfrm>
              <a:off x="1772529" y="1195754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dirty="0"/>
            </a:p>
          </p:txBody>
        </p:sp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F3B5A1C3-1864-A022-12D9-748AFDAA6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31550" y="1510208"/>
              <a:ext cx="1391084" cy="1132405"/>
            </a:xfrm>
            <a:prstGeom prst="rect">
              <a:avLst/>
            </a:prstGeom>
          </p:spPr>
        </p:pic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2363A5C-26EF-5636-8157-EF18798F6016}"/>
              </a:ext>
            </a:extLst>
          </p:cNvPr>
          <p:cNvGrpSpPr/>
          <p:nvPr/>
        </p:nvGrpSpPr>
        <p:grpSpPr>
          <a:xfrm>
            <a:off x="9298053" y="1375304"/>
            <a:ext cx="1357351" cy="1575810"/>
            <a:chOff x="1772529" y="1195754"/>
            <a:chExt cx="1505243" cy="1702191"/>
          </a:xfrm>
        </p:grpSpPr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22B898B2-CA96-2E6E-DB36-D81AEFC2BFBD}"/>
                </a:ext>
              </a:extLst>
            </p:cNvPr>
            <p:cNvSpPr/>
            <p:nvPr/>
          </p:nvSpPr>
          <p:spPr>
            <a:xfrm>
              <a:off x="1772529" y="1195754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64C890D1-48E0-763F-8192-D15ACCE6F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29271" y="1511345"/>
              <a:ext cx="1196509" cy="1241639"/>
            </a:xfrm>
            <a:prstGeom prst="rect">
              <a:avLst/>
            </a:prstGeom>
          </p:spPr>
        </p:pic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AF7A226-42F0-7403-1429-030202FDB914}"/>
              </a:ext>
            </a:extLst>
          </p:cNvPr>
          <p:cNvGrpSpPr/>
          <p:nvPr/>
        </p:nvGrpSpPr>
        <p:grpSpPr>
          <a:xfrm>
            <a:off x="10578570" y="1347954"/>
            <a:ext cx="1357351" cy="1575810"/>
            <a:chOff x="1772529" y="1195754"/>
            <a:chExt cx="1505243" cy="1702191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350A060A-AE3F-F297-EAAD-BACD022AB10A}"/>
                </a:ext>
              </a:extLst>
            </p:cNvPr>
            <p:cNvSpPr/>
            <p:nvPr/>
          </p:nvSpPr>
          <p:spPr>
            <a:xfrm>
              <a:off x="1772529" y="1195754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D38F4714-AC35-334B-9F21-2760D6D62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42858" y="1725451"/>
              <a:ext cx="1216904" cy="818274"/>
            </a:xfrm>
            <a:prstGeom prst="rect">
              <a:avLst/>
            </a:prstGeom>
          </p:spPr>
        </p:pic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EF73E79E-7892-7F91-874A-956FAB39B5F0}"/>
              </a:ext>
            </a:extLst>
          </p:cNvPr>
          <p:cNvGrpSpPr/>
          <p:nvPr/>
        </p:nvGrpSpPr>
        <p:grpSpPr>
          <a:xfrm>
            <a:off x="1420213" y="2912091"/>
            <a:ext cx="1357351" cy="1575810"/>
            <a:chOff x="1772529" y="1277446"/>
            <a:chExt cx="1505243" cy="1702191"/>
          </a:xfrm>
        </p:grpSpPr>
        <p:sp>
          <p:nvSpPr>
            <p:cNvPr id="171" name="Rectangle: Rounded Corners 170">
              <a:extLst>
                <a:ext uri="{FF2B5EF4-FFF2-40B4-BE49-F238E27FC236}">
                  <a16:creationId xmlns:a16="http://schemas.microsoft.com/office/drawing/2014/main" id="{E40F2C48-B23E-0645-4093-1BFEE94212C6}"/>
                </a:ext>
              </a:extLst>
            </p:cNvPr>
            <p:cNvSpPr/>
            <p:nvPr/>
          </p:nvSpPr>
          <p:spPr>
            <a:xfrm>
              <a:off x="1772529" y="1277446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pic>
          <p:nvPicPr>
            <p:cNvPr id="172" name="Picture 171">
              <a:extLst>
                <a:ext uri="{FF2B5EF4-FFF2-40B4-BE49-F238E27FC236}">
                  <a16:creationId xmlns:a16="http://schemas.microsoft.com/office/drawing/2014/main" id="{CE3B9E40-3DD2-1767-CEFE-566D9CC38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86904" y="1357976"/>
              <a:ext cx="1203809" cy="1540698"/>
            </a:xfrm>
            <a:prstGeom prst="rect">
              <a:avLst/>
            </a:prstGeom>
          </p:spPr>
        </p:pic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976149C5-A309-6CAF-BBD5-325996C73970}"/>
              </a:ext>
            </a:extLst>
          </p:cNvPr>
          <p:cNvGrpSpPr/>
          <p:nvPr/>
        </p:nvGrpSpPr>
        <p:grpSpPr>
          <a:xfrm>
            <a:off x="213286" y="2883104"/>
            <a:ext cx="1357351" cy="1575810"/>
            <a:chOff x="2115370" y="1225630"/>
            <a:chExt cx="1505243" cy="1702191"/>
          </a:xfrm>
        </p:grpSpPr>
        <p:sp>
          <p:nvSpPr>
            <p:cNvPr id="174" name="Rectangle: Rounded Corners 173">
              <a:extLst>
                <a:ext uri="{FF2B5EF4-FFF2-40B4-BE49-F238E27FC236}">
                  <a16:creationId xmlns:a16="http://schemas.microsoft.com/office/drawing/2014/main" id="{318B77C9-5E60-ACF0-5FAD-AB8A3BF2730B}"/>
                </a:ext>
              </a:extLst>
            </p:cNvPr>
            <p:cNvSpPr/>
            <p:nvPr/>
          </p:nvSpPr>
          <p:spPr>
            <a:xfrm>
              <a:off x="2115370" y="1225630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pic>
          <p:nvPicPr>
            <p:cNvPr id="175" name="Picture 174">
              <a:extLst>
                <a:ext uri="{FF2B5EF4-FFF2-40B4-BE49-F238E27FC236}">
                  <a16:creationId xmlns:a16="http://schemas.microsoft.com/office/drawing/2014/main" id="{2373F7EA-81B2-38D2-7955-8D7FF68BE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278904" y="1615635"/>
              <a:ext cx="1248967" cy="797246"/>
            </a:xfrm>
            <a:prstGeom prst="rect">
              <a:avLst/>
            </a:prstGeom>
          </p:spPr>
        </p:pic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20A94046-35A1-1FE4-A63A-CAEB446A9EAF}"/>
              </a:ext>
            </a:extLst>
          </p:cNvPr>
          <p:cNvGrpSpPr/>
          <p:nvPr/>
        </p:nvGrpSpPr>
        <p:grpSpPr>
          <a:xfrm>
            <a:off x="4191323" y="3014552"/>
            <a:ext cx="1357351" cy="1575810"/>
            <a:chOff x="1772529" y="1195754"/>
            <a:chExt cx="1505243" cy="1702191"/>
          </a:xfrm>
        </p:grpSpPr>
        <p:sp>
          <p:nvSpPr>
            <p:cNvPr id="177" name="Rectangle: Rounded Corners 176">
              <a:extLst>
                <a:ext uri="{FF2B5EF4-FFF2-40B4-BE49-F238E27FC236}">
                  <a16:creationId xmlns:a16="http://schemas.microsoft.com/office/drawing/2014/main" id="{4DCF6F16-58B4-0F42-980E-4EC783C24F9B}"/>
                </a:ext>
              </a:extLst>
            </p:cNvPr>
            <p:cNvSpPr/>
            <p:nvPr/>
          </p:nvSpPr>
          <p:spPr>
            <a:xfrm>
              <a:off x="1772529" y="1195754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pic>
          <p:nvPicPr>
            <p:cNvPr id="178" name="Picture 177">
              <a:extLst>
                <a:ext uri="{FF2B5EF4-FFF2-40B4-BE49-F238E27FC236}">
                  <a16:creationId xmlns:a16="http://schemas.microsoft.com/office/drawing/2014/main" id="{F621CE26-AD47-1791-7EC3-5D5AADF63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08022" y="1483844"/>
              <a:ext cx="1279994" cy="1228651"/>
            </a:xfrm>
            <a:prstGeom prst="rect">
              <a:avLst/>
            </a:prstGeom>
          </p:spPr>
        </p:pic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67D0332F-C8DA-D46A-C240-62423AE95D95}"/>
              </a:ext>
            </a:extLst>
          </p:cNvPr>
          <p:cNvGrpSpPr/>
          <p:nvPr/>
        </p:nvGrpSpPr>
        <p:grpSpPr>
          <a:xfrm>
            <a:off x="7985542" y="2952276"/>
            <a:ext cx="1357351" cy="1575810"/>
            <a:chOff x="1772529" y="1195754"/>
            <a:chExt cx="1505243" cy="1702191"/>
          </a:xfrm>
        </p:grpSpPr>
        <p:sp>
          <p:nvSpPr>
            <p:cNvPr id="180" name="Rectangle: Rounded Corners 179">
              <a:extLst>
                <a:ext uri="{FF2B5EF4-FFF2-40B4-BE49-F238E27FC236}">
                  <a16:creationId xmlns:a16="http://schemas.microsoft.com/office/drawing/2014/main" id="{FDB609EB-4BC1-0C7B-E52A-B92FA5FA939B}"/>
                </a:ext>
              </a:extLst>
            </p:cNvPr>
            <p:cNvSpPr/>
            <p:nvPr/>
          </p:nvSpPr>
          <p:spPr>
            <a:xfrm>
              <a:off x="1772529" y="1195754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pic>
          <p:nvPicPr>
            <p:cNvPr id="181" name="Picture 180">
              <a:extLst>
                <a:ext uri="{FF2B5EF4-FFF2-40B4-BE49-F238E27FC236}">
                  <a16:creationId xmlns:a16="http://schemas.microsoft.com/office/drawing/2014/main" id="{67D65B97-1C05-D7D2-A156-471736F2AD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90661" y="1660751"/>
              <a:ext cx="1308982" cy="837651"/>
            </a:xfrm>
            <a:prstGeom prst="rect">
              <a:avLst/>
            </a:prstGeom>
          </p:spPr>
        </p:pic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E51FC37F-CB3B-BA67-25DD-D5BF0E5793B2}"/>
              </a:ext>
            </a:extLst>
          </p:cNvPr>
          <p:cNvGrpSpPr/>
          <p:nvPr/>
        </p:nvGrpSpPr>
        <p:grpSpPr>
          <a:xfrm>
            <a:off x="9240741" y="2983682"/>
            <a:ext cx="1357351" cy="1575810"/>
            <a:chOff x="1772528" y="1195754"/>
            <a:chExt cx="1505242" cy="1702191"/>
          </a:xfrm>
        </p:grpSpPr>
        <p:sp>
          <p:nvSpPr>
            <p:cNvPr id="183" name="Rectangle: Rounded Corners 182">
              <a:extLst>
                <a:ext uri="{FF2B5EF4-FFF2-40B4-BE49-F238E27FC236}">
                  <a16:creationId xmlns:a16="http://schemas.microsoft.com/office/drawing/2014/main" id="{94E09554-1905-66C9-A973-793E613E7380}"/>
                </a:ext>
              </a:extLst>
            </p:cNvPr>
            <p:cNvSpPr/>
            <p:nvPr/>
          </p:nvSpPr>
          <p:spPr>
            <a:xfrm>
              <a:off x="1772528" y="1195754"/>
              <a:ext cx="1505242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pic>
          <p:nvPicPr>
            <p:cNvPr id="184" name="Picture 183">
              <a:extLst>
                <a:ext uri="{FF2B5EF4-FFF2-40B4-BE49-F238E27FC236}">
                  <a16:creationId xmlns:a16="http://schemas.microsoft.com/office/drawing/2014/main" id="{45DC0972-8B42-B2AE-FAD7-5512C2553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20260" y="1727075"/>
              <a:ext cx="1428474" cy="908405"/>
            </a:xfrm>
            <a:prstGeom prst="rect">
              <a:avLst/>
            </a:prstGeom>
          </p:spPr>
        </p:pic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84DEA352-3F5F-A725-C318-D97971B28118}"/>
              </a:ext>
            </a:extLst>
          </p:cNvPr>
          <p:cNvGrpSpPr/>
          <p:nvPr/>
        </p:nvGrpSpPr>
        <p:grpSpPr>
          <a:xfrm>
            <a:off x="10578571" y="2980896"/>
            <a:ext cx="1380851" cy="1575810"/>
            <a:chOff x="1770194" y="1242000"/>
            <a:chExt cx="1531303" cy="1702191"/>
          </a:xfrm>
        </p:grpSpPr>
        <p:sp>
          <p:nvSpPr>
            <p:cNvPr id="186" name="Rectangle: Rounded Corners 185">
              <a:extLst>
                <a:ext uri="{FF2B5EF4-FFF2-40B4-BE49-F238E27FC236}">
                  <a16:creationId xmlns:a16="http://schemas.microsoft.com/office/drawing/2014/main" id="{48F8891A-3E21-AA34-A3C4-4F3F9D31DC68}"/>
                </a:ext>
              </a:extLst>
            </p:cNvPr>
            <p:cNvSpPr/>
            <p:nvPr/>
          </p:nvSpPr>
          <p:spPr>
            <a:xfrm>
              <a:off x="1770194" y="1242000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pic>
          <p:nvPicPr>
            <p:cNvPr id="187" name="Picture 186">
              <a:extLst>
                <a:ext uri="{FF2B5EF4-FFF2-40B4-BE49-F238E27FC236}">
                  <a16:creationId xmlns:a16="http://schemas.microsoft.com/office/drawing/2014/main" id="{81605650-5174-E48C-449D-D38A2E0A4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96256" y="1663794"/>
              <a:ext cx="1505241" cy="961816"/>
            </a:xfrm>
            <a:prstGeom prst="rect">
              <a:avLst/>
            </a:prstGeom>
          </p:spPr>
        </p:pic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EB722564-F7FA-6609-F6CB-AD15EECBB997}"/>
              </a:ext>
            </a:extLst>
          </p:cNvPr>
          <p:cNvGrpSpPr/>
          <p:nvPr/>
        </p:nvGrpSpPr>
        <p:grpSpPr>
          <a:xfrm>
            <a:off x="75435" y="4539157"/>
            <a:ext cx="1357351" cy="1575810"/>
            <a:chOff x="1772529" y="1195754"/>
            <a:chExt cx="1505243" cy="1702191"/>
          </a:xfrm>
        </p:grpSpPr>
        <p:sp>
          <p:nvSpPr>
            <p:cNvPr id="189" name="Rectangle: Rounded Corners 188">
              <a:extLst>
                <a:ext uri="{FF2B5EF4-FFF2-40B4-BE49-F238E27FC236}">
                  <a16:creationId xmlns:a16="http://schemas.microsoft.com/office/drawing/2014/main" id="{2DEB8C61-33A8-96C8-D81C-7D47534C6C04}"/>
                </a:ext>
              </a:extLst>
            </p:cNvPr>
            <p:cNvSpPr/>
            <p:nvPr/>
          </p:nvSpPr>
          <p:spPr>
            <a:xfrm>
              <a:off x="1772529" y="1195754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pic>
          <p:nvPicPr>
            <p:cNvPr id="190" name="Picture 189">
              <a:extLst>
                <a:ext uri="{FF2B5EF4-FFF2-40B4-BE49-F238E27FC236}">
                  <a16:creationId xmlns:a16="http://schemas.microsoft.com/office/drawing/2014/main" id="{6C645AA8-F9F1-E8AF-A15A-89E4CB46B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95218" y="1631728"/>
              <a:ext cx="1406259" cy="893284"/>
            </a:xfrm>
            <a:prstGeom prst="rect">
              <a:avLst/>
            </a:prstGeom>
          </p:spPr>
        </p:pic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CFD4622D-1BD4-20F7-630B-5E363DCCF577}"/>
              </a:ext>
            </a:extLst>
          </p:cNvPr>
          <p:cNvGrpSpPr/>
          <p:nvPr/>
        </p:nvGrpSpPr>
        <p:grpSpPr>
          <a:xfrm>
            <a:off x="1415956" y="4554733"/>
            <a:ext cx="1357351" cy="1575810"/>
            <a:chOff x="1772529" y="1195754"/>
            <a:chExt cx="1505243" cy="1702191"/>
          </a:xfrm>
        </p:grpSpPr>
        <p:sp>
          <p:nvSpPr>
            <p:cNvPr id="192" name="Rectangle: Rounded Corners 191">
              <a:extLst>
                <a:ext uri="{FF2B5EF4-FFF2-40B4-BE49-F238E27FC236}">
                  <a16:creationId xmlns:a16="http://schemas.microsoft.com/office/drawing/2014/main" id="{2FEB8CC7-7954-B02B-F477-283A44B6DAF9}"/>
                </a:ext>
              </a:extLst>
            </p:cNvPr>
            <p:cNvSpPr/>
            <p:nvPr/>
          </p:nvSpPr>
          <p:spPr>
            <a:xfrm>
              <a:off x="1772529" y="1195754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dirty="0"/>
            </a:p>
          </p:txBody>
        </p:sp>
        <p:pic>
          <p:nvPicPr>
            <p:cNvPr id="193" name="Picture 192">
              <a:extLst>
                <a:ext uri="{FF2B5EF4-FFF2-40B4-BE49-F238E27FC236}">
                  <a16:creationId xmlns:a16="http://schemas.microsoft.com/office/drawing/2014/main" id="{57076B4C-1528-5D72-8E4F-05B15E6204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40095" y="1668043"/>
              <a:ext cx="1214909" cy="777450"/>
            </a:xfrm>
            <a:prstGeom prst="rect">
              <a:avLst/>
            </a:prstGeom>
          </p:spPr>
        </p:pic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05072108-ABBD-6BB0-D1BF-51A4558E8BB2}"/>
              </a:ext>
            </a:extLst>
          </p:cNvPr>
          <p:cNvGrpSpPr/>
          <p:nvPr/>
        </p:nvGrpSpPr>
        <p:grpSpPr>
          <a:xfrm>
            <a:off x="2766661" y="4588219"/>
            <a:ext cx="1357351" cy="1575810"/>
            <a:chOff x="1772529" y="1195754"/>
            <a:chExt cx="1505243" cy="1702191"/>
          </a:xfrm>
        </p:grpSpPr>
        <p:sp>
          <p:nvSpPr>
            <p:cNvPr id="195" name="Rectangle: Rounded Corners 194">
              <a:extLst>
                <a:ext uri="{FF2B5EF4-FFF2-40B4-BE49-F238E27FC236}">
                  <a16:creationId xmlns:a16="http://schemas.microsoft.com/office/drawing/2014/main" id="{EAEABBCF-0718-987A-48B9-DC8AB6A361A9}"/>
                </a:ext>
              </a:extLst>
            </p:cNvPr>
            <p:cNvSpPr/>
            <p:nvPr/>
          </p:nvSpPr>
          <p:spPr>
            <a:xfrm>
              <a:off x="1772529" y="1195754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dirty="0"/>
            </a:p>
          </p:txBody>
        </p:sp>
        <p:pic>
          <p:nvPicPr>
            <p:cNvPr id="196" name="Picture 195">
              <a:extLst>
                <a:ext uri="{FF2B5EF4-FFF2-40B4-BE49-F238E27FC236}">
                  <a16:creationId xmlns:a16="http://schemas.microsoft.com/office/drawing/2014/main" id="{3E103DA7-EDB3-09F1-AFCC-7789E211F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17413" y="1617999"/>
              <a:ext cx="1261842" cy="808082"/>
            </a:xfrm>
            <a:prstGeom prst="rect">
              <a:avLst/>
            </a:prstGeom>
          </p:spPr>
        </p:pic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3D7ED2B5-4992-63C1-E86A-3F56C53568E6}"/>
              </a:ext>
            </a:extLst>
          </p:cNvPr>
          <p:cNvGrpSpPr/>
          <p:nvPr/>
        </p:nvGrpSpPr>
        <p:grpSpPr>
          <a:xfrm>
            <a:off x="4150455" y="4610372"/>
            <a:ext cx="1357351" cy="1575810"/>
            <a:chOff x="1772529" y="1195754"/>
            <a:chExt cx="1505243" cy="1702191"/>
          </a:xfrm>
        </p:grpSpPr>
        <p:sp>
          <p:nvSpPr>
            <p:cNvPr id="201" name="Rectangle: Rounded Corners 200">
              <a:extLst>
                <a:ext uri="{FF2B5EF4-FFF2-40B4-BE49-F238E27FC236}">
                  <a16:creationId xmlns:a16="http://schemas.microsoft.com/office/drawing/2014/main" id="{5892355F-2379-7BEA-86A4-BF73DAA1ADC7}"/>
                </a:ext>
              </a:extLst>
            </p:cNvPr>
            <p:cNvSpPr/>
            <p:nvPr/>
          </p:nvSpPr>
          <p:spPr>
            <a:xfrm>
              <a:off x="1772529" y="1195754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pic>
          <p:nvPicPr>
            <p:cNvPr id="202" name="Picture 201">
              <a:extLst>
                <a:ext uri="{FF2B5EF4-FFF2-40B4-BE49-F238E27FC236}">
                  <a16:creationId xmlns:a16="http://schemas.microsoft.com/office/drawing/2014/main" id="{658AA4F2-5E94-54BC-E4B5-59DE2B206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07513" y="1545794"/>
              <a:ext cx="1353370" cy="974312"/>
            </a:xfrm>
            <a:prstGeom prst="rect">
              <a:avLst/>
            </a:prstGeom>
          </p:spPr>
        </p:pic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8C6811B9-D1F3-B78A-743C-0AB66D50C32E}"/>
              </a:ext>
            </a:extLst>
          </p:cNvPr>
          <p:cNvGrpSpPr/>
          <p:nvPr/>
        </p:nvGrpSpPr>
        <p:grpSpPr>
          <a:xfrm>
            <a:off x="5534434" y="4648338"/>
            <a:ext cx="1357351" cy="1575810"/>
            <a:chOff x="1772529" y="1195754"/>
            <a:chExt cx="1505243" cy="1702191"/>
          </a:xfrm>
        </p:grpSpPr>
        <p:sp>
          <p:nvSpPr>
            <p:cNvPr id="204" name="Rectangle: Rounded Corners 203">
              <a:extLst>
                <a:ext uri="{FF2B5EF4-FFF2-40B4-BE49-F238E27FC236}">
                  <a16:creationId xmlns:a16="http://schemas.microsoft.com/office/drawing/2014/main" id="{8491B0E2-1DB5-7CC6-8323-F3135B7006D3}"/>
                </a:ext>
              </a:extLst>
            </p:cNvPr>
            <p:cNvSpPr/>
            <p:nvPr/>
          </p:nvSpPr>
          <p:spPr>
            <a:xfrm>
              <a:off x="1772529" y="1195754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pic>
          <p:nvPicPr>
            <p:cNvPr id="205" name="Picture 204">
              <a:extLst>
                <a:ext uri="{FF2B5EF4-FFF2-40B4-BE49-F238E27FC236}">
                  <a16:creationId xmlns:a16="http://schemas.microsoft.com/office/drawing/2014/main" id="{CAFA5616-7C50-C599-EE45-831A11F9D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31966" y="1621789"/>
              <a:ext cx="1225290" cy="882106"/>
            </a:xfrm>
            <a:prstGeom prst="rect">
              <a:avLst/>
            </a:prstGeom>
          </p:spPr>
        </p:pic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67F89369-EA8A-5F76-5C1D-53E46CD61B11}"/>
              </a:ext>
            </a:extLst>
          </p:cNvPr>
          <p:cNvGrpSpPr/>
          <p:nvPr/>
        </p:nvGrpSpPr>
        <p:grpSpPr>
          <a:xfrm>
            <a:off x="6738267" y="4638171"/>
            <a:ext cx="1357351" cy="1575810"/>
            <a:chOff x="1772529" y="1195754"/>
            <a:chExt cx="1505243" cy="1702191"/>
          </a:xfrm>
        </p:grpSpPr>
        <p:sp>
          <p:nvSpPr>
            <p:cNvPr id="207" name="Rectangle: Rounded Corners 206">
              <a:extLst>
                <a:ext uri="{FF2B5EF4-FFF2-40B4-BE49-F238E27FC236}">
                  <a16:creationId xmlns:a16="http://schemas.microsoft.com/office/drawing/2014/main" id="{96461D30-9C79-3B19-89CB-FD170AD76085}"/>
                </a:ext>
              </a:extLst>
            </p:cNvPr>
            <p:cNvSpPr/>
            <p:nvPr/>
          </p:nvSpPr>
          <p:spPr>
            <a:xfrm>
              <a:off x="1772529" y="1195754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pic>
          <p:nvPicPr>
            <p:cNvPr id="208" name="Picture 207">
              <a:extLst>
                <a:ext uri="{FF2B5EF4-FFF2-40B4-BE49-F238E27FC236}">
                  <a16:creationId xmlns:a16="http://schemas.microsoft.com/office/drawing/2014/main" id="{4E7F5D63-D825-69DB-38E1-17477A3F3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00665" y="1647225"/>
              <a:ext cx="1248967" cy="799245"/>
            </a:xfrm>
            <a:prstGeom prst="rect">
              <a:avLst/>
            </a:prstGeom>
          </p:spPr>
        </p:pic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3F1F9E1A-BF7F-2E1D-1839-74C8F127673B}"/>
              </a:ext>
            </a:extLst>
          </p:cNvPr>
          <p:cNvGrpSpPr/>
          <p:nvPr/>
        </p:nvGrpSpPr>
        <p:grpSpPr>
          <a:xfrm>
            <a:off x="7970034" y="4599235"/>
            <a:ext cx="1357351" cy="1575810"/>
            <a:chOff x="1772529" y="1195754"/>
            <a:chExt cx="1505242" cy="1702191"/>
          </a:xfrm>
        </p:grpSpPr>
        <p:sp>
          <p:nvSpPr>
            <p:cNvPr id="210" name="Rectangle: Rounded Corners 209">
              <a:extLst>
                <a:ext uri="{FF2B5EF4-FFF2-40B4-BE49-F238E27FC236}">
                  <a16:creationId xmlns:a16="http://schemas.microsoft.com/office/drawing/2014/main" id="{10780087-5E22-F9B8-1DD7-66011BDC2770}"/>
                </a:ext>
              </a:extLst>
            </p:cNvPr>
            <p:cNvSpPr/>
            <p:nvPr/>
          </p:nvSpPr>
          <p:spPr>
            <a:xfrm>
              <a:off x="1772529" y="1195754"/>
              <a:ext cx="1505242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pic>
          <p:nvPicPr>
            <p:cNvPr id="211" name="Picture 210">
              <a:extLst>
                <a:ext uri="{FF2B5EF4-FFF2-40B4-BE49-F238E27FC236}">
                  <a16:creationId xmlns:a16="http://schemas.microsoft.com/office/drawing/2014/main" id="{0D1A4EF3-CA64-07B9-4418-B5201EC28A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47898" y="1668549"/>
              <a:ext cx="1181114" cy="850304"/>
            </a:xfrm>
            <a:prstGeom prst="rect">
              <a:avLst/>
            </a:prstGeom>
          </p:spPr>
        </p:pic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EAAC3D6-4133-AEB3-62F7-2821FDDD4E1D}"/>
              </a:ext>
            </a:extLst>
          </p:cNvPr>
          <p:cNvGrpSpPr/>
          <p:nvPr/>
        </p:nvGrpSpPr>
        <p:grpSpPr>
          <a:xfrm>
            <a:off x="9208658" y="4659473"/>
            <a:ext cx="1357351" cy="1575810"/>
            <a:chOff x="1772529" y="1195754"/>
            <a:chExt cx="1505243" cy="1702191"/>
          </a:xfrm>
        </p:grpSpPr>
        <p:sp>
          <p:nvSpPr>
            <p:cNvPr id="213" name="Rectangle: Rounded Corners 212">
              <a:extLst>
                <a:ext uri="{FF2B5EF4-FFF2-40B4-BE49-F238E27FC236}">
                  <a16:creationId xmlns:a16="http://schemas.microsoft.com/office/drawing/2014/main" id="{C923431E-37AB-116B-7532-7319FB7861CA}"/>
                </a:ext>
              </a:extLst>
            </p:cNvPr>
            <p:cNvSpPr/>
            <p:nvPr/>
          </p:nvSpPr>
          <p:spPr>
            <a:xfrm>
              <a:off x="1772529" y="1195754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pic>
          <p:nvPicPr>
            <p:cNvPr id="214" name="Picture 213">
              <a:extLst>
                <a:ext uri="{FF2B5EF4-FFF2-40B4-BE49-F238E27FC236}">
                  <a16:creationId xmlns:a16="http://schemas.microsoft.com/office/drawing/2014/main" id="{1D50062F-7855-B179-2544-141D3A12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00665" y="1632174"/>
              <a:ext cx="1248967" cy="829348"/>
            </a:xfrm>
            <a:prstGeom prst="rect">
              <a:avLst/>
            </a:prstGeom>
          </p:spPr>
        </p:pic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EE7BFC85-AC73-604F-41BD-52C0B866C384}"/>
              </a:ext>
            </a:extLst>
          </p:cNvPr>
          <p:cNvGrpSpPr/>
          <p:nvPr/>
        </p:nvGrpSpPr>
        <p:grpSpPr>
          <a:xfrm>
            <a:off x="10624490" y="4638171"/>
            <a:ext cx="1357351" cy="1575810"/>
            <a:chOff x="1772529" y="1195754"/>
            <a:chExt cx="1505243" cy="1702191"/>
          </a:xfrm>
        </p:grpSpPr>
        <p:sp>
          <p:nvSpPr>
            <p:cNvPr id="216" name="Rectangle: Rounded Corners 215">
              <a:extLst>
                <a:ext uri="{FF2B5EF4-FFF2-40B4-BE49-F238E27FC236}">
                  <a16:creationId xmlns:a16="http://schemas.microsoft.com/office/drawing/2014/main" id="{0485B098-A5A0-B832-A2F1-5801ABE00CCA}"/>
                </a:ext>
              </a:extLst>
            </p:cNvPr>
            <p:cNvSpPr/>
            <p:nvPr/>
          </p:nvSpPr>
          <p:spPr>
            <a:xfrm>
              <a:off x="1772529" y="1195754"/>
              <a:ext cx="1505243" cy="170219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/>
            </a:p>
          </p:txBody>
        </p:sp>
        <p:pic>
          <p:nvPicPr>
            <p:cNvPr id="217" name="Picture 216">
              <a:extLst>
                <a:ext uri="{FF2B5EF4-FFF2-40B4-BE49-F238E27FC236}">
                  <a16:creationId xmlns:a16="http://schemas.microsoft.com/office/drawing/2014/main" id="{180B68A4-2E60-AAC1-81A8-BC2DBB387F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72649" y="1577913"/>
              <a:ext cx="1490579" cy="807054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72F830-12A9-0027-D761-AEA1764446B2}"/>
              </a:ext>
            </a:extLst>
          </p:cNvPr>
          <p:cNvSpPr/>
          <p:nvPr/>
        </p:nvSpPr>
        <p:spPr>
          <a:xfrm>
            <a:off x="3803374" y="159026"/>
            <a:ext cx="3469566" cy="6532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100" b="1" dirty="0"/>
              <a:t>A e dini qështë ........</a:t>
            </a:r>
            <a:endParaRPr lang="en-US" sz="2100" b="1" dirty="0"/>
          </a:p>
        </p:txBody>
      </p:sp>
      <p:sp>
        <p:nvSpPr>
          <p:cNvPr id="8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E66FA8F-2755-65BD-1ACA-F3D2CD90862D}"/>
              </a:ext>
            </a:extLst>
          </p:cNvPr>
          <p:cNvSpPr/>
          <p:nvPr/>
        </p:nvSpPr>
        <p:spPr>
          <a:xfrm>
            <a:off x="1451899" y="159026"/>
            <a:ext cx="1456689" cy="8363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A9C4ACB-0690-691B-DFFB-4A4DD35076C4}"/>
              </a:ext>
            </a:extLst>
          </p:cNvPr>
          <p:cNvSpPr/>
          <p:nvPr/>
        </p:nvSpPr>
        <p:spPr>
          <a:xfrm>
            <a:off x="7781705" y="192154"/>
            <a:ext cx="1542499" cy="642708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131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00"/>
                            </p:stCondLst>
                            <p:childTnLst>
                              <p:par>
                                <p:cTn id="7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0"/>
                            </p:stCondLst>
                            <p:childTnLst>
                              <p:par>
                                <p:cTn id="7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00"/>
                            </p:stCondLst>
                            <p:childTnLst>
                              <p:par>
                                <p:cTn id="8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000"/>
                            </p:stCondLst>
                            <p:childTnLst>
                              <p:par>
                                <p:cTn id="8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500"/>
                            </p:stCondLst>
                            <p:childTnLst>
                              <p:par>
                                <p:cTn id="9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54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8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500"/>
                            </p:stCondLst>
                            <p:childTnLst>
                              <p:par>
                                <p:cTn id="162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0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500"/>
                            </p:stCondLst>
                            <p:childTnLst>
                              <p:par>
                                <p:cTn id="17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178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" fill="hold">
                      <p:stCondLst>
                        <p:cond delay="0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2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190" restart="whenNotActive" fill="hold" evtFilter="cancelBubble" nodeType="interactiveSeq">
                <p:stCondLst>
                  <p:cond evt="onClick" delay="0">
                    <p:tgtEl>
                      <p:spTgt spid="1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1" fill="hold">
                      <p:stCondLst>
                        <p:cond delay="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4" dur="5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00"/>
                            </p:stCondLst>
                            <p:childTnLst>
                              <p:par>
                                <p:cTn id="19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0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6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  <p:seq concurrent="1" nextAc="seek">
              <p:cTn id="209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" fill="hold">
                      <p:stCondLst>
                        <p:cond delay="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3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0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7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4"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3"/>
                  </p:tgtEl>
                </p:cond>
              </p:nextCondLst>
            </p:seq>
            <p:seq concurrent="1" nextAc="seek">
              <p:cTn id="237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8" fill="hold">
                      <p:stCondLst>
                        <p:cond delay="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1"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244" restart="whenNotActive" fill="hold" evtFilter="cancelBubble" nodeType="interactiveSeq">
                <p:stCondLst>
                  <p:cond evt="onClick" delay="0">
                    <p:tgtEl>
                      <p:spTgt spid="1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5" fill="hold">
                      <p:stCondLst>
                        <p:cond delay="0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8" dur="5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9"/>
                  </p:tgtEl>
                </p:cond>
              </p:nextCondLst>
            </p:seq>
            <p:seq concurrent="1" nextAc="seek">
              <p:cTn id="251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5"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1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>
                      <p:stCondLst>
                        <p:cond delay="0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2"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5"/>
                  </p:tgtEl>
                </p:cond>
              </p:nextCondLst>
            </p:seq>
            <p:seq concurrent="1" nextAc="seek">
              <p:cTn id="26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6" fill="hold">
                      <p:stCondLst>
                        <p:cond delay="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9"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6"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279" restart="whenNotActive" fill="hold" evtFilter="cancelBubble" nodeType="interactiveSeq">
                <p:stCondLst>
                  <p:cond evt="onClick" delay="0">
                    <p:tgtEl>
                      <p:spTgt spid="1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0" fill="hold">
                      <p:stCondLst>
                        <p:cond delay="0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3"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4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2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0"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0"/>
                  </p:tgtEl>
                </p:cond>
              </p:nextCondLst>
            </p:seq>
            <p:seq concurrent="1" nextAc="seek">
              <p:cTn id="293" restart="whenNotActive" fill="hold" evtFilter="cancelBubble" nodeType="interactiveSeq">
                <p:stCondLst>
                  <p:cond evt="onClick" delay="0">
                    <p:tgtEl>
                      <p:spTgt spid="2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4" fill="hold">
                      <p:stCondLst>
                        <p:cond delay="0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7" dur="5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3"/>
                  </p:tgtEl>
                </p:cond>
              </p:nextCondLst>
            </p:seq>
            <p:seq concurrent="1" nextAc="seek">
              <p:cTn id="300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1" fill="hold">
                      <p:stCondLst>
                        <p:cond delay="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4"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307" restart="whenNotActive" fill="hold" evtFilter="cancelBubble" nodeType="interactiveSeq">
                <p:stCondLst>
                  <p:cond evt="onClick" delay="0">
                    <p:tgtEl>
                      <p:spTgt spid="2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8" fill="hold">
                      <p:stCondLst>
                        <p:cond delay="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1" dur="50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0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9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8" dur="50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0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2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5" dur="5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5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5"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4" grpId="0" animBg="1"/>
      <p:bldP spid="18" grpId="0" animBg="1"/>
      <p:bldP spid="22" grpId="0" animBg="1"/>
      <p:bldP spid="30" grpId="0" animBg="1"/>
      <p:bldP spid="34" grpId="0" animBg="1"/>
      <p:bldP spid="38" grpId="0" animBg="1"/>
      <p:bldP spid="42" grpId="0" animBg="1"/>
      <p:bldP spid="46" grpId="0" animBg="1"/>
      <p:bldP spid="50" grpId="0" animBg="1"/>
      <p:bldP spid="55" grpId="0" animBg="1"/>
      <p:bldP spid="59" grpId="0" animBg="1"/>
      <p:bldP spid="63" grpId="0" animBg="1"/>
      <p:bldP spid="67" grpId="0" animBg="1"/>
      <p:bldP spid="71" grpId="0" animBg="1"/>
      <p:bldP spid="75" grpId="0" animBg="1"/>
      <p:bldP spid="2" grpId="0" animBg="1"/>
      <p:bldP spid="54" grpId="0" animBg="1"/>
      <p:bldP spid="82" grpId="0" animBg="1"/>
      <p:bldP spid="139" grpId="0" animBg="1"/>
      <p:bldP spid="143" grpId="0" animBg="1"/>
      <p:bldP spid="147" grpId="0" animBg="1"/>
      <p:bldP spid="155" grpId="0" animBg="1"/>
      <p:bldP spid="159" grpId="0" animBg="1"/>
      <p:bldP spid="163" grpId="0" animBg="1"/>
      <p:bldP spid="8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61D9FFE2-21D9-52DB-D4E8-4924E8CFD161}"/>
              </a:ext>
            </a:extLst>
          </p:cNvPr>
          <p:cNvSpPr/>
          <p:nvPr/>
        </p:nvSpPr>
        <p:spPr>
          <a:xfrm>
            <a:off x="8974285" y="1900601"/>
            <a:ext cx="1736300" cy="1736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600" b="1" dirty="0">
                <a:solidFill>
                  <a:sysClr val="windowText" lastClr="000000"/>
                </a:solidFill>
              </a:rPr>
              <a:t>Savanave </a:t>
            </a:r>
            <a:endParaRPr 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1A1FB1-E072-FEB3-7F0F-E2D15DED55B4}"/>
              </a:ext>
            </a:extLst>
          </p:cNvPr>
          <p:cNvSpPr/>
          <p:nvPr/>
        </p:nvSpPr>
        <p:spPr>
          <a:xfrm>
            <a:off x="7000998" y="2046822"/>
            <a:ext cx="1613648" cy="16136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b="1" dirty="0">
                <a:solidFill>
                  <a:sysClr val="windowText" lastClr="000000"/>
                </a:solidFill>
              </a:rPr>
              <a:t>Derri i egër</a:t>
            </a:r>
            <a:endParaRPr 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B416AF9-CF56-7283-F450-F8561EAC345A}"/>
              </a:ext>
            </a:extLst>
          </p:cNvPr>
          <p:cNvSpPr/>
          <p:nvPr/>
        </p:nvSpPr>
        <p:spPr>
          <a:xfrm>
            <a:off x="4906944" y="1884206"/>
            <a:ext cx="1788702" cy="17887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b="1" dirty="0">
                <a:solidFill>
                  <a:sysClr val="windowText" lastClr="000000"/>
                </a:solidFill>
              </a:rPr>
              <a:t>Pyjeve tropikale</a:t>
            </a:r>
            <a:endParaRPr 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3B5263-39A0-4D30-58DE-28183C3FDB79}"/>
              </a:ext>
            </a:extLst>
          </p:cNvPr>
          <p:cNvSpPr/>
          <p:nvPr/>
        </p:nvSpPr>
        <p:spPr>
          <a:xfrm>
            <a:off x="2890849" y="1954575"/>
            <a:ext cx="1715986" cy="16479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400" dirty="0">
                <a:solidFill>
                  <a:schemeClr val="bg1"/>
                </a:solidFill>
              </a:rPr>
              <a:t>Dimra të ftoftë dhe të gjatë dhe vera të shkurta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1478348-90FC-EABB-4092-AAEE1E45D388}"/>
              </a:ext>
            </a:extLst>
          </p:cNvPr>
          <p:cNvSpPr/>
          <p:nvPr/>
        </p:nvSpPr>
        <p:spPr>
          <a:xfrm>
            <a:off x="850946" y="1885113"/>
            <a:ext cx="1819884" cy="18198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ysClr val="windowText" lastClr="000000"/>
                </a:solidFill>
              </a:rPr>
              <a:t>Gjethet e akacias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59023C8-372E-7B0A-6961-F06178EA396C}"/>
              </a:ext>
            </a:extLst>
          </p:cNvPr>
          <p:cNvSpPr/>
          <p:nvPr/>
        </p:nvSpPr>
        <p:spPr>
          <a:xfrm>
            <a:off x="802038" y="1896644"/>
            <a:ext cx="1890603" cy="176382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ircle: Hollow 3">
            <a:extLst>
              <a:ext uri="{FF2B5EF4-FFF2-40B4-BE49-F238E27FC236}">
                <a16:creationId xmlns:a16="http://schemas.microsoft.com/office/drawing/2014/main" id="{35909CF9-5CFE-5AFD-6A43-1E47F8474E55}"/>
              </a:ext>
            </a:extLst>
          </p:cNvPr>
          <p:cNvSpPr/>
          <p:nvPr/>
        </p:nvSpPr>
        <p:spPr>
          <a:xfrm>
            <a:off x="715899" y="1803878"/>
            <a:ext cx="2088811" cy="1982354"/>
          </a:xfrm>
          <a:prstGeom prst="donut">
            <a:avLst>
              <a:gd name="adj" fmla="val 9238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1F9B3CF-8B20-6BB9-3DC9-F29EF9EECBE7}"/>
              </a:ext>
            </a:extLst>
          </p:cNvPr>
          <p:cNvSpPr/>
          <p:nvPr/>
        </p:nvSpPr>
        <p:spPr>
          <a:xfrm>
            <a:off x="831423" y="1962903"/>
            <a:ext cx="1819935" cy="1607738"/>
          </a:xfrm>
          <a:prstGeom prst="ellipse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3E6F2-329B-8DE1-793A-8C97FDC5AA63}"/>
              </a:ext>
            </a:extLst>
          </p:cNvPr>
          <p:cNvSpPr txBox="1"/>
          <p:nvPr/>
        </p:nvSpPr>
        <p:spPr>
          <a:xfrm>
            <a:off x="911057" y="4014543"/>
            <a:ext cx="18936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q-AL" sz="1600" b="1" dirty="0">
                <a:solidFill>
                  <a:schemeClr val="bg1"/>
                </a:solidFill>
              </a:rPr>
              <a:t>Si quhet ushqimi i preferuar i kësaj shtaze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7693E9B-19BC-6C79-C708-7D788C57EEBF}"/>
              </a:ext>
            </a:extLst>
          </p:cNvPr>
          <p:cNvSpPr/>
          <p:nvPr/>
        </p:nvSpPr>
        <p:spPr>
          <a:xfrm>
            <a:off x="2824182" y="1896644"/>
            <a:ext cx="1890603" cy="176382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Circle: Hollow 44">
            <a:extLst>
              <a:ext uri="{FF2B5EF4-FFF2-40B4-BE49-F238E27FC236}">
                <a16:creationId xmlns:a16="http://schemas.microsoft.com/office/drawing/2014/main" id="{AA401C5F-A3FB-B4E8-C065-90FFF49125B3}"/>
              </a:ext>
            </a:extLst>
          </p:cNvPr>
          <p:cNvSpPr/>
          <p:nvPr/>
        </p:nvSpPr>
        <p:spPr>
          <a:xfrm>
            <a:off x="2738043" y="1803878"/>
            <a:ext cx="2088811" cy="1982354"/>
          </a:xfrm>
          <a:prstGeom prst="donut">
            <a:avLst>
              <a:gd name="adj" fmla="val 9238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0EC02A3-B098-7791-1D3E-4DEF8540E313}"/>
              </a:ext>
            </a:extLst>
          </p:cNvPr>
          <p:cNvSpPr/>
          <p:nvPr/>
        </p:nvSpPr>
        <p:spPr>
          <a:xfrm>
            <a:off x="2853567" y="1962903"/>
            <a:ext cx="1819935" cy="1607738"/>
          </a:xfrm>
          <a:prstGeom prst="ellipse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FC1C46-D154-BC6D-BB26-F14967312986}"/>
              </a:ext>
            </a:extLst>
          </p:cNvPr>
          <p:cNvSpPr txBox="1"/>
          <p:nvPr/>
        </p:nvSpPr>
        <p:spPr>
          <a:xfrm>
            <a:off x="2933201" y="4014543"/>
            <a:ext cx="18936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q-AL" sz="1400" b="1" dirty="0">
                <a:solidFill>
                  <a:schemeClr val="bg1"/>
                </a:solidFill>
              </a:rPr>
              <a:t>Çfarë faktorësh ekologjik dominojnë në biotopin e kësaj shtaze 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6691E9A-91FC-0A9B-1DA5-88EA043EEB69}"/>
              </a:ext>
            </a:extLst>
          </p:cNvPr>
          <p:cNvSpPr/>
          <p:nvPr/>
        </p:nvSpPr>
        <p:spPr>
          <a:xfrm>
            <a:off x="4846326" y="1896644"/>
            <a:ext cx="1890603" cy="176382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ircle: Hollow 48">
            <a:extLst>
              <a:ext uri="{FF2B5EF4-FFF2-40B4-BE49-F238E27FC236}">
                <a16:creationId xmlns:a16="http://schemas.microsoft.com/office/drawing/2014/main" id="{9483BF67-15DA-E9C7-5E3C-9069269240F2}"/>
              </a:ext>
            </a:extLst>
          </p:cNvPr>
          <p:cNvSpPr/>
          <p:nvPr/>
        </p:nvSpPr>
        <p:spPr>
          <a:xfrm>
            <a:off x="4760187" y="1803878"/>
            <a:ext cx="2088811" cy="1982354"/>
          </a:xfrm>
          <a:prstGeom prst="donut">
            <a:avLst>
              <a:gd name="adj" fmla="val 9238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8496669-0DAC-1CAC-B859-C61B8FF73D31}"/>
              </a:ext>
            </a:extLst>
          </p:cNvPr>
          <p:cNvSpPr/>
          <p:nvPr/>
        </p:nvSpPr>
        <p:spPr>
          <a:xfrm>
            <a:off x="4875711" y="1962903"/>
            <a:ext cx="1819935" cy="1607738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75F3B86-BE5B-839B-8EFB-4E8A2A786900}"/>
              </a:ext>
            </a:extLst>
          </p:cNvPr>
          <p:cNvSpPr txBox="1"/>
          <p:nvPr/>
        </p:nvSpPr>
        <p:spPr>
          <a:xfrm>
            <a:off x="4955345" y="4014542"/>
            <a:ext cx="18936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q-AL" b="1" dirty="0">
                <a:solidFill>
                  <a:schemeClr val="bg1"/>
                </a:solidFill>
              </a:rPr>
              <a:t>Ky shpend është banor i ............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575ED78-3486-610F-A880-CA2295058755}"/>
              </a:ext>
            </a:extLst>
          </p:cNvPr>
          <p:cNvSpPr/>
          <p:nvPr/>
        </p:nvSpPr>
        <p:spPr>
          <a:xfrm>
            <a:off x="6868470" y="1896644"/>
            <a:ext cx="1890603" cy="176382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ircle: Hollow 52">
            <a:extLst>
              <a:ext uri="{FF2B5EF4-FFF2-40B4-BE49-F238E27FC236}">
                <a16:creationId xmlns:a16="http://schemas.microsoft.com/office/drawing/2014/main" id="{08981D1A-69E6-153F-4576-E589C856D0B4}"/>
              </a:ext>
            </a:extLst>
          </p:cNvPr>
          <p:cNvSpPr/>
          <p:nvPr/>
        </p:nvSpPr>
        <p:spPr>
          <a:xfrm>
            <a:off x="6782331" y="1803878"/>
            <a:ext cx="2088811" cy="1982354"/>
          </a:xfrm>
          <a:prstGeom prst="donut">
            <a:avLst>
              <a:gd name="adj" fmla="val 9238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FE6D9D9-F87B-A182-616D-58F445EDF891}"/>
              </a:ext>
            </a:extLst>
          </p:cNvPr>
          <p:cNvSpPr/>
          <p:nvPr/>
        </p:nvSpPr>
        <p:spPr>
          <a:xfrm>
            <a:off x="6897855" y="2029163"/>
            <a:ext cx="1819935" cy="1607738"/>
          </a:xfrm>
          <a:prstGeom prst="ellipse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0DB2371-5921-7612-C013-470642BA1F1A}"/>
              </a:ext>
            </a:extLst>
          </p:cNvPr>
          <p:cNvSpPr txBox="1"/>
          <p:nvPr/>
        </p:nvSpPr>
        <p:spPr>
          <a:xfrm>
            <a:off x="6977489" y="4014543"/>
            <a:ext cx="1893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q-AL" b="1" dirty="0">
                <a:solidFill>
                  <a:schemeClr val="bg1"/>
                </a:solidFill>
              </a:rPr>
              <a:t>Emërto këtë shtazë!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0EF4C75-F3C9-CC17-1767-34801437693B}"/>
              </a:ext>
            </a:extLst>
          </p:cNvPr>
          <p:cNvSpPr/>
          <p:nvPr/>
        </p:nvSpPr>
        <p:spPr>
          <a:xfrm>
            <a:off x="8890614" y="1896644"/>
            <a:ext cx="1890603" cy="176382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ircle: Hollow 56">
            <a:extLst>
              <a:ext uri="{FF2B5EF4-FFF2-40B4-BE49-F238E27FC236}">
                <a16:creationId xmlns:a16="http://schemas.microsoft.com/office/drawing/2014/main" id="{C1094658-A14A-4002-FA4D-575FACFB1C7B}"/>
              </a:ext>
            </a:extLst>
          </p:cNvPr>
          <p:cNvSpPr/>
          <p:nvPr/>
        </p:nvSpPr>
        <p:spPr>
          <a:xfrm>
            <a:off x="8804475" y="1803878"/>
            <a:ext cx="2088811" cy="1982354"/>
          </a:xfrm>
          <a:prstGeom prst="donut">
            <a:avLst>
              <a:gd name="adj" fmla="val 9238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B76E683-EAA0-47E5-EE95-29930C4FA4D8}"/>
              </a:ext>
            </a:extLst>
          </p:cNvPr>
          <p:cNvSpPr/>
          <p:nvPr/>
        </p:nvSpPr>
        <p:spPr>
          <a:xfrm>
            <a:off x="8948902" y="1954575"/>
            <a:ext cx="1819935" cy="1607738"/>
          </a:xfrm>
          <a:prstGeom prst="ellipse">
            <a:avLst/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448CE12-F694-AB18-1FD9-99D733764DD5}"/>
              </a:ext>
            </a:extLst>
          </p:cNvPr>
          <p:cNvSpPr txBox="1"/>
          <p:nvPr/>
        </p:nvSpPr>
        <p:spPr>
          <a:xfrm>
            <a:off x="8999633" y="4014542"/>
            <a:ext cx="18936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q-AL" b="1" dirty="0">
                <a:solidFill>
                  <a:schemeClr val="bg1"/>
                </a:solidFill>
              </a:rPr>
              <a:t>Cilit biom ju ka përshtat kjo shtazë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2B36A3D-3D8D-5F2C-0222-3476C97676CC}"/>
              </a:ext>
            </a:extLst>
          </p:cNvPr>
          <p:cNvSpPr/>
          <p:nvPr/>
        </p:nvSpPr>
        <p:spPr>
          <a:xfrm>
            <a:off x="2105439" y="5944986"/>
            <a:ext cx="1265208" cy="42130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2D92FFA-111D-89B3-8F46-085A9942171F}"/>
              </a:ext>
            </a:extLst>
          </p:cNvPr>
          <p:cNvSpPr/>
          <p:nvPr/>
        </p:nvSpPr>
        <p:spPr>
          <a:xfrm>
            <a:off x="495096" y="5498556"/>
            <a:ext cx="1265208" cy="89286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58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8.33333E-7 -2.59259E-6 L 8.33333E-7 0.25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58333E-6 -2.59259E-6 L -4.58333E-6 0.25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5.55112E-17 -2.59259E-6 L 5.55112E-17 0.25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4.58333E-6 -2.59259E-6 L 4.58333E-6 0.25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6.25E-7 -2.59259E-6 L -6.25E-7 0.25 " pathEditMode="relative" rAng="0" ptsTypes="AA">
                                      <p:cBhvr>
                                        <p:cTn id="5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2.59259E-6 L -1.04167E-6 -0.25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2.59259E-6 L -1.875E-6 -0.25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2.59259E-6 L -1.25E-6 -0.25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7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8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8" grpId="0" animBg="1"/>
      <p:bldP spid="7" grpId="0" animBg="1"/>
      <p:bldP spid="2" grpId="0" animBg="1"/>
      <p:bldP spid="5" grpId="0" animBg="1"/>
      <p:bldP spid="6" grpId="0" animBg="1"/>
      <p:bldP spid="3" grpId="0"/>
      <p:bldP spid="44" grpId="0" animBg="1"/>
      <p:bldP spid="46" grpId="0" animBg="1"/>
      <p:bldP spid="47" grpId="0"/>
      <p:bldP spid="48" grpId="0" animBg="1"/>
      <p:bldP spid="50" grpId="0" animBg="1"/>
      <p:bldP spid="51" grpId="0"/>
      <p:bldP spid="52" grpId="0" animBg="1"/>
      <p:bldP spid="54" grpId="0" animBg="1"/>
      <p:bldP spid="55" grpId="0"/>
      <p:bldP spid="56" grpId="0" animBg="1"/>
      <p:bldP spid="58" grpId="0" animBg="1"/>
      <p:bldP spid="5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61D9FFE2-21D9-52DB-D4E8-4924E8CFD161}"/>
              </a:ext>
            </a:extLst>
          </p:cNvPr>
          <p:cNvSpPr/>
          <p:nvPr/>
        </p:nvSpPr>
        <p:spPr>
          <a:xfrm>
            <a:off x="8974285" y="1900601"/>
            <a:ext cx="1736300" cy="1736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600" b="1" dirty="0">
                <a:solidFill>
                  <a:sysClr val="windowText" lastClr="000000"/>
                </a:solidFill>
              </a:rPr>
              <a:t>Savanave </a:t>
            </a:r>
            <a:endParaRPr 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1A1FB1-E072-FEB3-7F0F-E2D15DED55B4}"/>
              </a:ext>
            </a:extLst>
          </p:cNvPr>
          <p:cNvSpPr/>
          <p:nvPr/>
        </p:nvSpPr>
        <p:spPr>
          <a:xfrm>
            <a:off x="7001485" y="2009774"/>
            <a:ext cx="1613648" cy="16136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400" b="1" dirty="0">
                <a:solidFill>
                  <a:sysClr val="windowText" lastClr="000000"/>
                </a:solidFill>
              </a:rPr>
              <a:t>Shkretëtirë ranore</a:t>
            </a:r>
            <a:endParaRPr lang="en-US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B416AF9-CF56-7283-F450-F8561EAC345A}"/>
              </a:ext>
            </a:extLst>
          </p:cNvPr>
          <p:cNvSpPr/>
          <p:nvPr/>
        </p:nvSpPr>
        <p:spPr>
          <a:xfrm>
            <a:off x="4906944" y="1884206"/>
            <a:ext cx="1788702" cy="17887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b="1" dirty="0">
                <a:solidFill>
                  <a:sysClr val="windowText" lastClr="000000"/>
                </a:solidFill>
              </a:rPr>
              <a:t>Pyjeve tropikale</a:t>
            </a:r>
            <a:endParaRPr 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3B5263-39A0-4D30-58DE-28183C3FDB79}"/>
              </a:ext>
            </a:extLst>
          </p:cNvPr>
          <p:cNvSpPr/>
          <p:nvPr/>
        </p:nvSpPr>
        <p:spPr>
          <a:xfrm>
            <a:off x="2890849" y="1954575"/>
            <a:ext cx="1715986" cy="16479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400" dirty="0">
                <a:solidFill>
                  <a:schemeClr val="bg1"/>
                </a:solidFill>
              </a:rPr>
              <a:t>Dimra të ftoftë dhe të gjatë dhe vera të shkurta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1478348-90FC-EABB-4092-AAEE1E45D388}"/>
              </a:ext>
            </a:extLst>
          </p:cNvPr>
          <p:cNvSpPr/>
          <p:nvPr/>
        </p:nvSpPr>
        <p:spPr>
          <a:xfrm>
            <a:off x="850946" y="1885113"/>
            <a:ext cx="1819884" cy="18198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ysClr val="windowText" lastClr="000000"/>
                </a:solidFill>
              </a:rPr>
              <a:t> Akacia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59023C8-372E-7B0A-6961-F06178EA396C}"/>
              </a:ext>
            </a:extLst>
          </p:cNvPr>
          <p:cNvSpPr/>
          <p:nvPr/>
        </p:nvSpPr>
        <p:spPr>
          <a:xfrm>
            <a:off x="789152" y="1971733"/>
            <a:ext cx="1890603" cy="176382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ircle: Hollow 3">
            <a:extLst>
              <a:ext uri="{FF2B5EF4-FFF2-40B4-BE49-F238E27FC236}">
                <a16:creationId xmlns:a16="http://schemas.microsoft.com/office/drawing/2014/main" id="{35909CF9-5CFE-5AFD-6A43-1E47F8474E55}"/>
              </a:ext>
            </a:extLst>
          </p:cNvPr>
          <p:cNvSpPr/>
          <p:nvPr/>
        </p:nvSpPr>
        <p:spPr>
          <a:xfrm>
            <a:off x="715899" y="1803878"/>
            <a:ext cx="2088811" cy="1982354"/>
          </a:xfrm>
          <a:prstGeom prst="donut">
            <a:avLst>
              <a:gd name="adj" fmla="val 9238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1F9B3CF-8B20-6BB9-3DC9-F29EF9EECBE7}"/>
              </a:ext>
            </a:extLst>
          </p:cNvPr>
          <p:cNvSpPr/>
          <p:nvPr/>
        </p:nvSpPr>
        <p:spPr>
          <a:xfrm>
            <a:off x="847476" y="1991186"/>
            <a:ext cx="1819935" cy="1607738"/>
          </a:xfrm>
          <a:prstGeom prst="ellipse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3E6F2-329B-8DE1-793A-8C97FDC5AA63}"/>
              </a:ext>
            </a:extLst>
          </p:cNvPr>
          <p:cNvSpPr txBox="1"/>
          <p:nvPr/>
        </p:nvSpPr>
        <p:spPr>
          <a:xfrm>
            <a:off x="911057" y="4014543"/>
            <a:ext cx="18936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q-AL" sz="1600" b="1" dirty="0">
                <a:solidFill>
                  <a:schemeClr val="bg1"/>
                </a:solidFill>
              </a:rPr>
              <a:t>Si quhet bima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7693E9B-19BC-6C79-C708-7D788C57EEBF}"/>
              </a:ext>
            </a:extLst>
          </p:cNvPr>
          <p:cNvSpPr/>
          <p:nvPr/>
        </p:nvSpPr>
        <p:spPr>
          <a:xfrm>
            <a:off x="2824182" y="1896644"/>
            <a:ext cx="1890603" cy="176382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Circle: Hollow 44">
            <a:extLst>
              <a:ext uri="{FF2B5EF4-FFF2-40B4-BE49-F238E27FC236}">
                <a16:creationId xmlns:a16="http://schemas.microsoft.com/office/drawing/2014/main" id="{AA401C5F-A3FB-B4E8-C065-90FFF49125B3}"/>
              </a:ext>
            </a:extLst>
          </p:cNvPr>
          <p:cNvSpPr/>
          <p:nvPr/>
        </p:nvSpPr>
        <p:spPr>
          <a:xfrm>
            <a:off x="2738043" y="1803878"/>
            <a:ext cx="2088811" cy="1982354"/>
          </a:xfrm>
          <a:prstGeom prst="donut">
            <a:avLst>
              <a:gd name="adj" fmla="val 9238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0EC02A3-B098-7791-1D3E-4DEF8540E313}"/>
              </a:ext>
            </a:extLst>
          </p:cNvPr>
          <p:cNvSpPr/>
          <p:nvPr/>
        </p:nvSpPr>
        <p:spPr>
          <a:xfrm>
            <a:off x="2853567" y="1962903"/>
            <a:ext cx="1819935" cy="1607738"/>
          </a:xfrm>
          <a:prstGeom prst="ellipse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FC1C46-D154-BC6D-BB26-F14967312986}"/>
              </a:ext>
            </a:extLst>
          </p:cNvPr>
          <p:cNvSpPr txBox="1"/>
          <p:nvPr/>
        </p:nvSpPr>
        <p:spPr>
          <a:xfrm>
            <a:off x="2933201" y="4014543"/>
            <a:ext cx="18936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q-AL" sz="1400" b="1" dirty="0">
                <a:solidFill>
                  <a:schemeClr val="bg1"/>
                </a:solidFill>
              </a:rPr>
              <a:t>Çfarë faktorësh ekologjik dominojnë në këtë biom 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6691E9A-91FC-0A9B-1DA5-88EA043EEB69}"/>
              </a:ext>
            </a:extLst>
          </p:cNvPr>
          <p:cNvSpPr/>
          <p:nvPr/>
        </p:nvSpPr>
        <p:spPr>
          <a:xfrm>
            <a:off x="4846326" y="1896644"/>
            <a:ext cx="1890603" cy="176382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ircle: Hollow 48">
            <a:extLst>
              <a:ext uri="{FF2B5EF4-FFF2-40B4-BE49-F238E27FC236}">
                <a16:creationId xmlns:a16="http://schemas.microsoft.com/office/drawing/2014/main" id="{9483BF67-15DA-E9C7-5E3C-9069269240F2}"/>
              </a:ext>
            </a:extLst>
          </p:cNvPr>
          <p:cNvSpPr/>
          <p:nvPr/>
        </p:nvSpPr>
        <p:spPr>
          <a:xfrm>
            <a:off x="4760187" y="1803878"/>
            <a:ext cx="2088811" cy="1982354"/>
          </a:xfrm>
          <a:prstGeom prst="donut">
            <a:avLst>
              <a:gd name="adj" fmla="val 9238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8496669-0DAC-1CAC-B859-C61B8FF73D31}"/>
              </a:ext>
            </a:extLst>
          </p:cNvPr>
          <p:cNvSpPr/>
          <p:nvPr/>
        </p:nvSpPr>
        <p:spPr>
          <a:xfrm>
            <a:off x="4875711" y="1962903"/>
            <a:ext cx="1819935" cy="1607738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75F3B86-BE5B-839B-8EFB-4E8A2A786900}"/>
              </a:ext>
            </a:extLst>
          </p:cNvPr>
          <p:cNvSpPr txBox="1"/>
          <p:nvPr/>
        </p:nvSpPr>
        <p:spPr>
          <a:xfrm>
            <a:off x="4955345" y="4014542"/>
            <a:ext cx="18936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q-AL" b="1" dirty="0">
                <a:solidFill>
                  <a:schemeClr val="bg1"/>
                </a:solidFill>
              </a:rPr>
              <a:t>Për cilin biom bëhet fjalë ............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575ED78-3486-610F-A880-CA2295058755}"/>
              </a:ext>
            </a:extLst>
          </p:cNvPr>
          <p:cNvSpPr/>
          <p:nvPr/>
        </p:nvSpPr>
        <p:spPr>
          <a:xfrm>
            <a:off x="6935169" y="1909082"/>
            <a:ext cx="1890603" cy="176382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ircle: Hollow 52">
            <a:extLst>
              <a:ext uri="{FF2B5EF4-FFF2-40B4-BE49-F238E27FC236}">
                <a16:creationId xmlns:a16="http://schemas.microsoft.com/office/drawing/2014/main" id="{08981D1A-69E6-153F-4576-E589C856D0B4}"/>
              </a:ext>
            </a:extLst>
          </p:cNvPr>
          <p:cNvSpPr/>
          <p:nvPr/>
        </p:nvSpPr>
        <p:spPr>
          <a:xfrm>
            <a:off x="6782331" y="1803878"/>
            <a:ext cx="2088811" cy="1982354"/>
          </a:xfrm>
          <a:prstGeom prst="donut">
            <a:avLst>
              <a:gd name="adj" fmla="val 9238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FE6D9D9-F87B-A182-616D-58F445EDF891}"/>
              </a:ext>
            </a:extLst>
          </p:cNvPr>
          <p:cNvSpPr/>
          <p:nvPr/>
        </p:nvSpPr>
        <p:spPr>
          <a:xfrm>
            <a:off x="6848998" y="2025339"/>
            <a:ext cx="1819935" cy="1607738"/>
          </a:xfrm>
          <a:prstGeom prst="ellipse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0DB2371-5921-7612-C013-470642BA1F1A}"/>
              </a:ext>
            </a:extLst>
          </p:cNvPr>
          <p:cNvSpPr txBox="1"/>
          <p:nvPr/>
        </p:nvSpPr>
        <p:spPr>
          <a:xfrm>
            <a:off x="7026346" y="4054275"/>
            <a:ext cx="1893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q-AL" b="1" dirty="0">
                <a:solidFill>
                  <a:schemeClr val="bg1"/>
                </a:solidFill>
              </a:rPr>
              <a:t>Emërto këtë biom!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0EF4C75-F3C9-CC17-1767-34801437693B}"/>
              </a:ext>
            </a:extLst>
          </p:cNvPr>
          <p:cNvSpPr/>
          <p:nvPr/>
        </p:nvSpPr>
        <p:spPr>
          <a:xfrm>
            <a:off x="8890614" y="1896644"/>
            <a:ext cx="1890603" cy="176382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ircle: Hollow 56">
            <a:extLst>
              <a:ext uri="{FF2B5EF4-FFF2-40B4-BE49-F238E27FC236}">
                <a16:creationId xmlns:a16="http://schemas.microsoft.com/office/drawing/2014/main" id="{C1094658-A14A-4002-FA4D-575FACFB1C7B}"/>
              </a:ext>
            </a:extLst>
          </p:cNvPr>
          <p:cNvSpPr/>
          <p:nvPr/>
        </p:nvSpPr>
        <p:spPr>
          <a:xfrm>
            <a:off x="8804475" y="1803878"/>
            <a:ext cx="2088811" cy="1982354"/>
          </a:xfrm>
          <a:prstGeom prst="donut">
            <a:avLst>
              <a:gd name="adj" fmla="val 9238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B76E683-EAA0-47E5-EE95-29930C4FA4D8}"/>
              </a:ext>
            </a:extLst>
          </p:cNvPr>
          <p:cNvSpPr/>
          <p:nvPr/>
        </p:nvSpPr>
        <p:spPr>
          <a:xfrm>
            <a:off x="8948902" y="1954575"/>
            <a:ext cx="1819935" cy="1607738"/>
          </a:xfrm>
          <a:prstGeom prst="ellipse">
            <a:avLst/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448CE12-F694-AB18-1FD9-99D733764DD5}"/>
              </a:ext>
            </a:extLst>
          </p:cNvPr>
          <p:cNvSpPr txBox="1"/>
          <p:nvPr/>
        </p:nvSpPr>
        <p:spPr>
          <a:xfrm>
            <a:off x="8974285" y="4054275"/>
            <a:ext cx="18936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q-AL" b="1" dirty="0">
                <a:solidFill>
                  <a:schemeClr val="bg1"/>
                </a:solidFill>
              </a:rPr>
              <a:t>Cilit biom i takon kjo bimë e vetmuar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FF4570D-9FCF-9AA0-6723-1A883739AEFF}"/>
              </a:ext>
            </a:extLst>
          </p:cNvPr>
          <p:cNvSpPr/>
          <p:nvPr/>
        </p:nvSpPr>
        <p:spPr>
          <a:xfrm>
            <a:off x="2105439" y="5944986"/>
            <a:ext cx="1265208" cy="42130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BD96759-845D-6CC3-4B96-8DFF05E561F7}"/>
              </a:ext>
            </a:extLst>
          </p:cNvPr>
          <p:cNvSpPr/>
          <p:nvPr/>
        </p:nvSpPr>
        <p:spPr>
          <a:xfrm>
            <a:off x="495096" y="5498556"/>
            <a:ext cx="1265208" cy="89286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000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2.5E-6 -2.22222E-6 L 2.5E-6 0.25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58333E-6 -2.59259E-6 L -4.58333E-6 0.25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5.55112E-17 -2.59259E-6 L 5.55112E-17 0.25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16667E-6 -4.44444E-6 L -4.16667E-6 0.25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6.25E-7 -2.59259E-6 L -6.25E-7 0.25 " pathEditMode="relative" rAng="0" ptsTypes="AA">
                                      <p:cBhvr>
                                        <p:cTn id="5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2.59259E-6 L -1.04167E-6 -0.25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2.59259E-6 L -1.875E-6 -0.25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2.59259E-6 L -1.25E-6 -0.25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85185E-6 L -4.58333E-6 -0.25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8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8" grpId="0" animBg="1"/>
      <p:bldP spid="7" grpId="0" animBg="1"/>
      <p:bldP spid="2" grpId="0" animBg="1"/>
      <p:bldP spid="5" grpId="0" animBg="1"/>
      <p:bldP spid="6" grpId="0" animBg="1"/>
      <p:bldP spid="3" grpId="0"/>
      <p:bldP spid="44" grpId="0" animBg="1"/>
      <p:bldP spid="46" grpId="0" animBg="1"/>
      <p:bldP spid="47" grpId="0"/>
      <p:bldP spid="48" grpId="0" animBg="1"/>
      <p:bldP spid="50" grpId="0" animBg="1"/>
      <p:bldP spid="51" grpId="0"/>
      <p:bldP spid="52" grpId="0" animBg="1"/>
      <p:bldP spid="54" grpId="0" animBg="1"/>
      <p:bldP spid="55" grpId="0"/>
      <p:bldP spid="56" grpId="0" animBg="1"/>
      <p:bldP spid="58" grpId="0" animBg="1"/>
      <p:bldP spid="5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C7D932A2-0F62-AD32-16A9-5711944655CB}"/>
              </a:ext>
            </a:extLst>
          </p:cNvPr>
          <p:cNvSpPr/>
          <p:nvPr/>
        </p:nvSpPr>
        <p:spPr>
          <a:xfrm>
            <a:off x="463827" y="307281"/>
            <a:ext cx="1616762" cy="9094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GEPARDI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Zoom 1">
                <a:extLst>
                  <a:ext uri="{FF2B5EF4-FFF2-40B4-BE49-F238E27FC236}">
                    <a16:creationId xmlns:a16="http://schemas.microsoft.com/office/drawing/2014/main" id="{F4D2CD7F-A71F-E37B-D4BE-E8D2B6620CF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30776" y="401190"/>
              <a:ext cx="1282864" cy="721612"/>
            </p:xfrm>
            <a:graphic>
              <a:graphicData uri="http://schemas.microsoft.com/office/powerpoint/2016/slidezoom">
                <pslz:sldZm>
                  <pslz:sldZmObj sldId="326" cId="3575467014">
                    <pslz:zmPr id="{6F874EBC-D092-44EB-A021-680B52E30008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82864" cy="72161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Zoom 1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F4D2CD7F-A71F-E37B-D4BE-E8D2B6620CF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0776" y="401190"/>
                <a:ext cx="1282864" cy="72161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2" name="Rectangle 2">
            <a:extLst>
              <a:ext uri="{FF2B5EF4-FFF2-40B4-BE49-F238E27FC236}">
                <a16:creationId xmlns:a16="http://schemas.microsoft.com/office/drawing/2014/main" id="{6F030835-8F3E-70E0-3764-6CB18369B956}"/>
              </a:ext>
            </a:extLst>
          </p:cNvPr>
          <p:cNvSpPr/>
          <p:nvPr/>
        </p:nvSpPr>
        <p:spPr>
          <a:xfrm>
            <a:off x="2247538" y="307281"/>
            <a:ext cx="1616762" cy="9094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Bizoni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9795F6-A936-2B99-A6A3-4B38D1493575}"/>
              </a:ext>
            </a:extLst>
          </p:cNvPr>
          <p:cNvSpPr/>
          <p:nvPr/>
        </p:nvSpPr>
        <p:spPr>
          <a:xfrm>
            <a:off x="4044649" y="301342"/>
            <a:ext cx="1616762" cy="9094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Dhelpra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shkret</a:t>
            </a: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ëtirës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DE73036-D8A4-EEFE-CEC7-E3DF0139F90B}"/>
              </a:ext>
            </a:extLst>
          </p:cNvPr>
          <p:cNvSpPr/>
          <p:nvPr/>
        </p:nvSpPr>
        <p:spPr>
          <a:xfrm>
            <a:off x="5841760" y="334722"/>
            <a:ext cx="1616762" cy="9094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Kolibri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DE4FDC78-5278-191A-C126-099142315FD0}"/>
              </a:ext>
            </a:extLst>
          </p:cNvPr>
          <p:cNvSpPr/>
          <p:nvPr/>
        </p:nvSpPr>
        <p:spPr>
          <a:xfrm>
            <a:off x="7598671" y="307281"/>
            <a:ext cx="1616762" cy="9094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Adansonia digitata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299B05BE-BC55-C63E-51BD-28A698A62B23}"/>
              </a:ext>
            </a:extLst>
          </p:cNvPr>
          <p:cNvSpPr/>
          <p:nvPr/>
        </p:nvSpPr>
        <p:spPr>
          <a:xfrm>
            <a:off x="9382382" y="307281"/>
            <a:ext cx="1616762" cy="9094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Shkretëtirat shkëmbore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1" name="Zoom 2">
                <a:extLst>
                  <a:ext uri="{FF2B5EF4-FFF2-40B4-BE49-F238E27FC236}">
                    <a16:creationId xmlns:a16="http://schemas.microsoft.com/office/drawing/2014/main" id="{44EA217C-4B0A-2213-8937-96D8DEB7996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03929" y="389313"/>
              <a:ext cx="1303980" cy="733489"/>
            </p:xfrm>
            <a:graphic>
              <a:graphicData uri="http://schemas.microsoft.com/office/powerpoint/2016/slidezoom">
                <pslz:sldZm>
                  <pslz:sldZmObj sldId="327" cId="3098931306">
                    <pslz:zmPr id="{90F59295-118C-4A81-A01B-A0BD7C196F14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03980" cy="73348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1" name="Zoom 2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44EA217C-4B0A-2213-8937-96D8DEB7996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03929" y="389313"/>
                <a:ext cx="1303980" cy="73348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3" name="Slide Zoom 22">
                <a:extLst>
                  <a:ext uri="{FF2B5EF4-FFF2-40B4-BE49-F238E27FC236}">
                    <a16:creationId xmlns:a16="http://schemas.microsoft.com/office/drawing/2014/main" id="{A51E6E68-8BE9-7363-9D86-C8073C553E5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06240" y="401190"/>
              <a:ext cx="1301622" cy="732163"/>
            </p:xfrm>
            <a:graphic>
              <a:graphicData uri="http://schemas.microsoft.com/office/powerpoint/2016/slidezoom">
                <pslz:sldZm>
                  <pslz:sldZmObj sldId="328" cId="1629048598">
                    <pslz:zmPr id="{C361843A-0FD8-4DDE-87B5-08A31FC921F0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01622" cy="73216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3" name="Slide Zoom 22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A51E6E68-8BE9-7363-9D86-C8073C553E5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06240" y="401190"/>
                <a:ext cx="1301622" cy="732163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D115BAD4-FA58-FBAA-1329-0167D98C3A4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990318" y="428631"/>
              <a:ext cx="1319645" cy="721612"/>
            </p:xfrm>
            <a:graphic>
              <a:graphicData uri="http://schemas.microsoft.com/office/powerpoint/2016/slidezoom">
                <pslz:sldZm>
                  <pslz:sldZmObj sldId="329" cId="409712278">
                    <pslz:zmPr id="{348DB959-A804-44EF-8878-4CAE9A88BB45}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19645" cy="72161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Slide Zoom 9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D115BAD4-FA58-FBAA-1329-0167D98C3A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90318" y="428631"/>
                <a:ext cx="1319645" cy="72161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2" name="Slide Zoom 21">
                <a:extLst>
                  <a:ext uri="{FF2B5EF4-FFF2-40B4-BE49-F238E27FC236}">
                    <a16:creationId xmlns:a16="http://schemas.microsoft.com/office/drawing/2014/main" id="{02813EE8-3858-8224-4640-9E4031649BA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786469" y="401190"/>
              <a:ext cx="1267965" cy="713230"/>
            </p:xfrm>
            <a:graphic>
              <a:graphicData uri="http://schemas.microsoft.com/office/powerpoint/2016/slidezoom">
                <pslz:sldZm>
                  <pslz:sldZmObj sldId="330" cId="1624507039">
                    <pslz:zmPr id="{676FFA91-C936-4F91-B137-7AC2803DC19E}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67965" cy="71323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2" name="Slide Zoom 21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02813EE8-3858-8224-4640-9E4031649BA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786469" y="401190"/>
                <a:ext cx="1267965" cy="71323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7" name="Slide Zoom 26">
                <a:extLst>
                  <a:ext uri="{FF2B5EF4-FFF2-40B4-BE49-F238E27FC236}">
                    <a16:creationId xmlns:a16="http://schemas.microsoft.com/office/drawing/2014/main" id="{EA1E739B-DC78-7D38-70DF-3A7969BF1A5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570007" y="409280"/>
              <a:ext cx="1241511" cy="670446"/>
            </p:xfrm>
            <a:graphic>
              <a:graphicData uri="http://schemas.microsoft.com/office/powerpoint/2016/slidezoom">
                <pslz:sldZm>
                  <pslz:sldZmObj sldId="331" cId="4277858253">
                    <pslz:zmPr id="{146F60B3-5BC4-4491-8C96-0EDDE190D789}" transitionDur="1000">
                      <p166:blipFill xmlns:p166="http://schemas.microsoft.com/office/powerpoint/2016/6/main">
                        <a:blip r:embed="rId1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41511" cy="67044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7" name="Slide Zoom 26">
                <a:hlinkClick r:id="rId18" action="ppaction://hlinksldjump"/>
                <a:extLst>
                  <a:ext uri="{FF2B5EF4-FFF2-40B4-BE49-F238E27FC236}">
                    <a16:creationId xmlns:a16="http://schemas.microsoft.com/office/drawing/2014/main" id="{EA1E739B-DC78-7D38-70DF-3A7969BF1A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570007" y="409280"/>
                <a:ext cx="1241511" cy="67044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3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C8EB2FF-5BD7-D2E9-B582-B882BFDCA29B}"/>
              </a:ext>
            </a:extLst>
          </p:cNvPr>
          <p:cNvSpPr/>
          <p:nvPr/>
        </p:nvSpPr>
        <p:spPr>
          <a:xfrm>
            <a:off x="2105439" y="5944986"/>
            <a:ext cx="1265208" cy="42130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478B7B7-74D1-E7E6-C18A-FD3837CF5375}"/>
              </a:ext>
            </a:extLst>
          </p:cNvPr>
          <p:cNvSpPr/>
          <p:nvPr/>
        </p:nvSpPr>
        <p:spPr>
          <a:xfrm>
            <a:off x="495096" y="5498556"/>
            <a:ext cx="1265208" cy="89286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567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zebra in a field&#10;&#10;Description automatically generated with low confidence">
            <a:extLst>
              <a:ext uri="{FF2B5EF4-FFF2-40B4-BE49-F238E27FC236}">
                <a16:creationId xmlns:a16="http://schemas.microsoft.com/office/drawing/2014/main" id="{5035BF05-FB81-6CF6-EB10-F8EF9A0E2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26060" y="201059"/>
            <a:ext cx="11781864" cy="6429375"/>
          </a:xfrm>
          <a:prstGeom prst="rect">
            <a:avLst/>
          </a:prstGeom>
        </p:spPr>
      </p:pic>
      <p:pic>
        <p:nvPicPr>
          <p:cNvPr id="3" name="Picture 2" descr="A cheetah running through grass&#10;&#10;Description automatically generated with medium confidence">
            <a:extLst>
              <a:ext uri="{FF2B5EF4-FFF2-40B4-BE49-F238E27FC236}">
                <a16:creationId xmlns:a16="http://schemas.microsoft.com/office/drawing/2014/main" id="{1F526C85-BD4D-EE9C-A553-98A88184DC8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/>
        </p:blipFill>
        <p:spPr>
          <a:xfrm>
            <a:off x="380999" y="3643532"/>
            <a:ext cx="5027787" cy="282760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A135B78-38DA-AC7A-2390-AD94A31D3BDE}"/>
              </a:ext>
            </a:extLst>
          </p:cNvPr>
          <p:cNvGrpSpPr/>
          <p:nvPr/>
        </p:nvGrpSpPr>
        <p:grpSpPr>
          <a:xfrm>
            <a:off x="215315" y="3297672"/>
            <a:ext cx="1738840" cy="1580358"/>
            <a:chOff x="0" y="251677"/>
            <a:chExt cx="2438400" cy="2345132"/>
          </a:xfrm>
          <a:solidFill>
            <a:srgbClr val="E4CE85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4606F5E-F52D-1EEF-0AB8-7510BD0D959D}"/>
                </a:ext>
              </a:extLst>
            </p:cNvPr>
            <p:cNvSpPr/>
            <p:nvPr/>
          </p:nvSpPr>
          <p:spPr>
            <a:xfrm>
              <a:off x="0" y="251677"/>
              <a:ext cx="2438400" cy="234513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q-XK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2A6C78C-1BEA-F10A-807D-066EC0057058}"/>
                </a:ext>
              </a:extLst>
            </p:cNvPr>
            <p:cNvSpPr/>
            <p:nvPr/>
          </p:nvSpPr>
          <p:spPr>
            <a:xfrm>
              <a:off x="715617" y="808383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A05CE9D-3125-44D6-095E-A047ED504917}"/>
              </a:ext>
            </a:extLst>
          </p:cNvPr>
          <p:cNvGrpSpPr/>
          <p:nvPr/>
        </p:nvGrpSpPr>
        <p:grpSpPr>
          <a:xfrm>
            <a:off x="226060" y="4430862"/>
            <a:ext cx="1738840" cy="1872064"/>
            <a:chOff x="0" y="2045253"/>
            <a:chExt cx="2438400" cy="2721622"/>
          </a:xfrm>
          <a:solidFill>
            <a:srgbClr val="E4CE85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8852DFA-BDB7-8F4F-32FB-537374A8780E}"/>
                </a:ext>
              </a:extLst>
            </p:cNvPr>
            <p:cNvSpPr/>
            <p:nvPr/>
          </p:nvSpPr>
          <p:spPr>
            <a:xfrm>
              <a:off x="0" y="2045253"/>
              <a:ext cx="2438400" cy="272162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q-XK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A34C889-A958-F5D8-5BD6-1FB948EEDD83}"/>
                </a:ext>
              </a:extLst>
            </p:cNvPr>
            <p:cNvSpPr/>
            <p:nvPr/>
          </p:nvSpPr>
          <p:spPr>
            <a:xfrm>
              <a:off x="762000" y="2855483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B811C79-F51D-7D98-C8CB-149E02A54A33}"/>
              </a:ext>
            </a:extLst>
          </p:cNvPr>
          <p:cNvGrpSpPr/>
          <p:nvPr/>
        </p:nvGrpSpPr>
        <p:grpSpPr>
          <a:xfrm>
            <a:off x="1397471" y="4303121"/>
            <a:ext cx="1738840" cy="2001390"/>
            <a:chOff x="2438400" y="2045253"/>
            <a:chExt cx="2438400" cy="2721622"/>
          </a:xfrm>
          <a:solidFill>
            <a:srgbClr val="E4CE85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C759281-5E7D-7350-A9C7-F936BA9CF440}"/>
                </a:ext>
              </a:extLst>
            </p:cNvPr>
            <p:cNvSpPr/>
            <p:nvPr/>
          </p:nvSpPr>
          <p:spPr>
            <a:xfrm>
              <a:off x="2438400" y="2045253"/>
              <a:ext cx="2438400" cy="272162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q-XK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F82F200-4313-A400-9F8C-3A091A0F808C}"/>
                </a:ext>
              </a:extLst>
            </p:cNvPr>
            <p:cNvSpPr/>
            <p:nvPr/>
          </p:nvSpPr>
          <p:spPr>
            <a:xfrm>
              <a:off x="3200400" y="2875361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3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DF57BB9-2F3D-F521-5495-C0E553765269}"/>
              </a:ext>
            </a:extLst>
          </p:cNvPr>
          <p:cNvGrpSpPr/>
          <p:nvPr/>
        </p:nvGrpSpPr>
        <p:grpSpPr>
          <a:xfrm>
            <a:off x="2574149" y="4283243"/>
            <a:ext cx="1738840" cy="2001390"/>
            <a:chOff x="4876800" y="2045253"/>
            <a:chExt cx="2438400" cy="2721622"/>
          </a:xfrm>
          <a:solidFill>
            <a:srgbClr val="E4CE85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66F2B18-9562-2664-49B4-244A34D0136E}"/>
                </a:ext>
              </a:extLst>
            </p:cNvPr>
            <p:cNvSpPr/>
            <p:nvPr/>
          </p:nvSpPr>
          <p:spPr>
            <a:xfrm>
              <a:off x="4876800" y="2045253"/>
              <a:ext cx="2438400" cy="272162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q-XK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7B50CDB-F5DB-DF39-F3BD-A995C366D586}"/>
                </a:ext>
              </a:extLst>
            </p:cNvPr>
            <p:cNvSpPr/>
            <p:nvPr/>
          </p:nvSpPr>
          <p:spPr>
            <a:xfrm>
              <a:off x="5638800" y="2895239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138671E-E39A-C756-F7F6-0D580C2034BE}"/>
              </a:ext>
            </a:extLst>
          </p:cNvPr>
          <p:cNvGrpSpPr/>
          <p:nvPr/>
        </p:nvGrpSpPr>
        <p:grpSpPr>
          <a:xfrm>
            <a:off x="3750827" y="4288449"/>
            <a:ext cx="1738840" cy="1992382"/>
            <a:chOff x="7315200" y="2025375"/>
            <a:chExt cx="2438400" cy="2800978"/>
          </a:xfrm>
          <a:solidFill>
            <a:srgbClr val="E4CE85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D215E70-48F2-3C8C-0AE2-60C3A3C5C362}"/>
                </a:ext>
              </a:extLst>
            </p:cNvPr>
            <p:cNvSpPr/>
            <p:nvPr/>
          </p:nvSpPr>
          <p:spPr>
            <a:xfrm>
              <a:off x="7315200" y="2025375"/>
              <a:ext cx="2438400" cy="2800978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q-XK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4B248DF-EA56-19DA-EAF9-35A4DFD6F93D}"/>
                </a:ext>
              </a:extLst>
            </p:cNvPr>
            <p:cNvSpPr/>
            <p:nvPr/>
          </p:nvSpPr>
          <p:spPr>
            <a:xfrm>
              <a:off x="8077200" y="2915117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9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D3B5EEA-1AE0-B59E-D665-52B79B781F48}"/>
              </a:ext>
            </a:extLst>
          </p:cNvPr>
          <p:cNvGrpSpPr/>
          <p:nvPr/>
        </p:nvGrpSpPr>
        <p:grpSpPr>
          <a:xfrm>
            <a:off x="4896839" y="4256422"/>
            <a:ext cx="1738840" cy="2078118"/>
            <a:chOff x="9753600" y="2045253"/>
            <a:chExt cx="2438400" cy="2721622"/>
          </a:xfrm>
          <a:solidFill>
            <a:srgbClr val="E4CE85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B9D6E16-3FAD-EA3C-1EC1-796485E1BDFC}"/>
                </a:ext>
              </a:extLst>
            </p:cNvPr>
            <p:cNvSpPr/>
            <p:nvPr/>
          </p:nvSpPr>
          <p:spPr>
            <a:xfrm>
              <a:off x="9753600" y="2045253"/>
              <a:ext cx="2438400" cy="272162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q-XK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398D137-8DA3-BABC-6B2F-80BF38063C0C}"/>
                </a:ext>
              </a:extLst>
            </p:cNvPr>
            <p:cNvSpPr/>
            <p:nvPr/>
          </p:nvSpPr>
          <p:spPr>
            <a:xfrm>
              <a:off x="10147473" y="2934995"/>
              <a:ext cx="1282528" cy="1223663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DB3B8D0-EAAD-CD98-5507-27082E93DB56}"/>
              </a:ext>
            </a:extLst>
          </p:cNvPr>
          <p:cNvGrpSpPr/>
          <p:nvPr/>
        </p:nvGrpSpPr>
        <p:grpSpPr>
          <a:xfrm>
            <a:off x="1380620" y="3309669"/>
            <a:ext cx="1738840" cy="1382704"/>
            <a:chOff x="2438400" y="251677"/>
            <a:chExt cx="2438400" cy="2345132"/>
          </a:xfrm>
          <a:solidFill>
            <a:srgbClr val="E4CE85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DD22503-BFCD-2373-790B-D349DD48D04F}"/>
                </a:ext>
              </a:extLst>
            </p:cNvPr>
            <p:cNvSpPr/>
            <p:nvPr/>
          </p:nvSpPr>
          <p:spPr>
            <a:xfrm>
              <a:off x="2438400" y="251677"/>
              <a:ext cx="2438400" cy="234513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q-XK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6D9B51F-EF94-EE93-3D2B-5DE1229013E5}"/>
                </a:ext>
              </a:extLst>
            </p:cNvPr>
            <p:cNvSpPr/>
            <p:nvPr/>
          </p:nvSpPr>
          <p:spPr>
            <a:xfrm>
              <a:off x="3154017" y="828261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8FF6787-C7D0-947D-0B2C-FFF9AD6C9EE7}"/>
              </a:ext>
            </a:extLst>
          </p:cNvPr>
          <p:cNvGrpSpPr/>
          <p:nvPr/>
        </p:nvGrpSpPr>
        <p:grpSpPr>
          <a:xfrm>
            <a:off x="2557298" y="3305792"/>
            <a:ext cx="1738840" cy="1382704"/>
            <a:chOff x="4876800" y="273012"/>
            <a:chExt cx="2438400" cy="2345132"/>
          </a:xfrm>
          <a:solidFill>
            <a:srgbClr val="E4CE85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692782F-4212-1EC1-1D12-1CFD341331D0}"/>
                </a:ext>
              </a:extLst>
            </p:cNvPr>
            <p:cNvSpPr/>
            <p:nvPr/>
          </p:nvSpPr>
          <p:spPr>
            <a:xfrm>
              <a:off x="4876800" y="273012"/>
              <a:ext cx="2438400" cy="234513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q-XK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EFA4DA7-138B-67D1-514F-2D8153E7D25B}"/>
                </a:ext>
              </a:extLst>
            </p:cNvPr>
            <p:cNvSpPr/>
            <p:nvPr/>
          </p:nvSpPr>
          <p:spPr>
            <a:xfrm>
              <a:off x="5592417" y="848139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00D0434-D2CD-2696-0F5A-2EB28337E5C1}"/>
              </a:ext>
            </a:extLst>
          </p:cNvPr>
          <p:cNvGrpSpPr/>
          <p:nvPr/>
        </p:nvGrpSpPr>
        <p:grpSpPr>
          <a:xfrm>
            <a:off x="3778003" y="3298898"/>
            <a:ext cx="1738842" cy="1417870"/>
            <a:chOff x="7134542" y="262344"/>
            <a:chExt cx="2438400" cy="2345132"/>
          </a:xfrm>
          <a:solidFill>
            <a:srgbClr val="E4CE85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C0FF76C-4A70-2421-BB4C-BB5378309C56}"/>
                </a:ext>
              </a:extLst>
            </p:cNvPr>
            <p:cNvSpPr/>
            <p:nvPr/>
          </p:nvSpPr>
          <p:spPr>
            <a:xfrm>
              <a:off x="7134542" y="262344"/>
              <a:ext cx="2438400" cy="234513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q-XK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EEE018A-5542-49D4-156F-8CB7AD91330B}"/>
                </a:ext>
              </a:extLst>
            </p:cNvPr>
            <p:cNvSpPr/>
            <p:nvPr/>
          </p:nvSpPr>
          <p:spPr>
            <a:xfrm>
              <a:off x="8030817" y="868017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7AAA0FF-1577-2B0B-B2D6-D41F26BE6CB4}"/>
              </a:ext>
            </a:extLst>
          </p:cNvPr>
          <p:cNvGrpSpPr/>
          <p:nvPr/>
        </p:nvGrpSpPr>
        <p:grpSpPr>
          <a:xfrm>
            <a:off x="4931081" y="3285696"/>
            <a:ext cx="1738842" cy="1417870"/>
            <a:chOff x="9753600" y="289014"/>
            <a:chExt cx="2438400" cy="2345132"/>
          </a:xfrm>
          <a:solidFill>
            <a:srgbClr val="E4CE85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DAFB2D3-2602-6C57-6036-BCC1EF983928}"/>
                </a:ext>
              </a:extLst>
            </p:cNvPr>
            <p:cNvSpPr/>
            <p:nvPr/>
          </p:nvSpPr>
          <p:spPr>
            <a:xfrm>
              <a:off x="9753600" y="289014"/>
              <a:ext cx="2438400" cy="234513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q-XK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A7C25BD5-98B5-0BDD-B0E9-50E0198D2DBC}"/>
                </a:ext>
              </a:extLst>
            </p:cNvPr>
            <p:cNvSpPr/>
            <p:nvPr/>
          </p:nvSpPr>
          <p:spPr>
            <a:xfrm>
              <a:off x="10469217" y="887895"/>
              <a:ext cx="914400" cy="1236870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</a:t>
              </a:r>
            </a:p>
          </p:txBody>
        </p:sp>
      </p:grpSp>
      <p:sp>
        <p:nvSpPr>
          <p:cNvPr id="81" name="O1">
            <a:extLst>
              <a:ext uri="{FF2B5EF4-FFF2-40B4-BE49-F238E27FC236}">
                <a16:creationId xmlns:a16="http://schemas.microsoft.com/office/drawing/2014/main" id="{D77B2511-2BF5-49F4-FCFF-457BC0A307A0}"/>
              </a:ext>
            </a:extLst>
          </p:cNvPr>
          <p:cNvSpPr/>
          <p:nvPr/>
        </p:nvSpPr>
        <p:spPr>
          <a:xfrm>
            <a:off x="5714997" y="214312"/>
            <a:ext cx="3052293" cy="875763"/>
          </a:xfrm>
          <a:prstGeom prst="roundRect">
            <a:avLst>
              <a:gd name="adj" fmla="val 43138"/>
            </a:avLst>
          </a:prstGeom>
          <a:solidFill>
            <a:srgbClr val="E4CE85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O2">
            <a:extLst>
              <a:ext uri="{FF2B5EF4-FFF2-40B4-BE49-F238E27FC236}">
                <a16:creationId xmlns:a16="http://schemas.microsoft.com/office/drawing/2014/main" id="{2F032400-F49D-C677-407A-8B110BD9B8EF}"/>
              </a:ext>
            </a:extLst>
          </p:cNvPr>
          <p:cNvSpPr/>
          <p:nvPr/>
        </p:nvSpPr>
        <p:spPr>
          <a:xfrm>
            <a:off x="8928813" y="242216"/>
            <a:ext cx="3052293" cy="875763"/>
          </a:xfrm>
          <a:prstGeom prst="roundRect">
            <a:avLst>
              <a:gd name="adj" fmla="val 43138"/>
            </a:avLst>
          </a:prstGeom>
          <a:solidFill>
            <a:srgbClr val="E4CE85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O3">
            <a:extLst>
              <a:ext uri="{FF2B5EF4-FFF2-40B4-BE49-F238E27FC236}">
                <a16:creationId xmlns:a16="http://schemas.microsoft.com/office/drawing/2014/main" id="{093E1351-FF0A-0A09-9C88-C0B2DFC99ACE}"/>
              </a:ext>
            </a:extLst>
          </p:cNvPr>
          <p:cNvSpPr/>
          <p:nvPr/>
        </p:nvSpPr>
        <p:spPr>
          <a:xfrm>
            <a:off x="5714997" y="1386289"/>
            <a:ext cx="3052293" cy="875763"/>
          </a:xfrm>
          <a:prstGeom prst="roundRect">
            <a:avLst>
              <a:gd name="adj" fmla="val 43138"/>
            </a:avLst>
          </a:prstGeom>
          <a:solidFill>
            <a:srgbClr val="E4CE85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O4">
            <a:extLst>
              <a:ext uri="{FF2B5EF4-FFF2-40B4-BE49-F238E27FC236}">
                <a16:creationId xmlns:a16="http://schemas.microsoft.com/office/drawing/2014/main" id="{95089C11-68F3-153A-69E6-12A4EF5DE665}"/>
              </a:ext>
            </a:extLst>
          </p:cNvPr>
          <p:cNvSpPr/>
          <p:nvPr/>
        </p:nvSpPr>
        <p:spPr>
          <a:xfrm>
            <a:off x="8966376" y="1386289"/>
            <a:ext cx="3052293" cy="875763"/>
          </a:xfrm>
          <a:prstGeom prst="roundRect">
            <a:avLst>
              <a:gd name="adj" fmla="val 43138"/>
            </a:avLst>
          </a:prstGeom>
          <a:solidFill>
            <a:srgbClr val="E4CE85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T1">
            <a:extLst>
              <a:ext uri="{FF2B5EF4-FFF2-40B4-BE49-F238E27FC236}">
                <a16:creationId xmlns:a16="http://schemas.microsoft.com/office/drawing/2014/main" id="{865E0414-A68E-31B6-8720-865A14B12210}"/>
              </a:ext>
            </a:extLst>
          </p:cNvPr>
          <p:cNvSpPr txBox="1"/>
          <p:nvPr/>
        </p:nvSpPr>
        <p:spPr>
          <a:xfrm>
            <a:off x="6075605" y="383884"/>
            <a:ext cx="2492063" cy="523220"/>
          </a:xfrm>
          <a:prstGeom prst="rect">
            <a:avLst/>
          </a:prstGeom>
          <a:solidFill>
            <a:srgbClr val="E4CE85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 Luani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2">
            <a:extLst>
              <a:ext uri="{FF2B5EF4-FFF2-40B4-BE49-F238E27FC236}">
                <a16:creationId xmlns:a16="http://schemas.microsoft.com/office/drawing/2014/main" id="{CFAA4C39-5D51-D1C1-0D96-C22A487B84C7}"/>
              </a:ext>
            </a:extLst>
          </p:cNvPr>
          <p:cNvSpPr txBox="1"/>
          <p:nvPr/>
        </p:nvSpPr>
        <p:spPr>
          <a:xfrm>
            <a:off x="9289421" y="383884"/>
            <a:ext cx="2492063" cy="523220"/>
          </a:xfrm>
          <a:prstGeom prst="rect">
            <a:avLst/>
          </a:prstGeom>
          <a:solidFill>
            <a:srgbClr val="E4CE85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 Gepardi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3">
            <a:extLst>
              <a:ext uri="{FF2B5EF4-FFF2-40B4-BE49-F238E27FC236}">
                <a16:creationId xmlns:a16="http://schemas.microsoft.com/office/drawing/2014/main" id="{4F81D01D-FAB4-B12C-FD19-BEBFD625878F}"/>
              </a:ext>
            </a:extLst>
          </p:cNvPr>
          <p:cNvSpPr txBox="1"/>
          <p:nvPr/>
        </p:nvSpPr>
        <p:spPr>
          <a:xfrm>
            <a:off x="6075605" y="1527957"/>
            <a:ext cx="2492063" cy="523220"/>
          </a:xfrm>
          <a:prstGeom prst="rect">
            <a:avLst/>
          </a:prstGeom>
          <a:solidFill>
            <a:srgbClr val="E4CE85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c) Kojota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T4">
            <a:extLst>
              <a:ext uri="{FF2B5EF4-FFF2-40B4-BE49-F238E27FC236}">
                <a16:creationId xmlns:a16="http://schemas.microsoft.com/office/drawing/2014/main" id="{8FA0B46C-4565-EF73-BCD6-773652ED47C1}"/>
              </a:ext>
            </a:extLst>
          </p:cNvPr>
          <p:cNvSpPr txBox="1"/>
          <p:nvPr/>
        </p:nvSpPr>
        <p:spPr>
          <a:xfrm>
            <a:off x="9289421" y="1527957"/>
            <a:ext cx="2492063" cy="523220"/>
          </a:xfrm>
          <a:prstGeom prst="rect">
            <a:avLst/>
          </a:prstGeom>
          <a:solidFill>
            <a:srgbClr val="E4CE85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d) Hiena</a:t>
            </a:r>
            <a:endParaRPr kumimoji="0" lang="sq-X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S2">
            <a:extLst>
              <a:ext uri="{FF2B5EF4-FFF2-40B4-BE49-F238E27FC236}">
                <a16:creationId xmlns:a16="http://schemas.microsoft.com/office/drawing/2014/main" id="{89D5AB96-4A7A-3010-94BC-83986705F98C}"/>
              </a:ext>
            </a:extLst>
          </p:cNvPr>
          <p:cNvSpPr txBox="1"/>
          <p:nvPr/>
        </p:nvSpPr>
        <p:spPr>
          <a:xfrm>
            <a:off x="9389232" y="383884"/>
            <a:ext cx="2492063" cy="646331"/>
          </a:xfrm>
          <a:prstGeom prst="rect">
            <a:avLst/>
          </a:prstGeom>
          <a:solidFill>
            <a:srgbClr val="92D05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SAKTË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G1">
            <a:extLst>
              <a:ext uri="{FF2B5EF4-FFF2-40B4-BE49-F238E27FC236}">
                <a16:creationId xmlns:a16="http://schemas.microsoft.com/office/drawing/2014/main" id="{94E59AB7-2CE6-9C0E-6F58-7553D565885D}"/>
              </a:ext>
            </a:extLst>
          </p:cNvPr>
          <p:cNvSpPr txBox="1"/>
          <p:nvPr/>
        </p:nvSpPr>
        <p:spPr>
          <a:xfrm>
            <a:off x="6175416" y="322328"/>
            <a:ext cx="2492063" cy="646331"/>
          </a:xfrm>
          <a:prstGeom prst="rect">
            <a:avLst/>
          </a:prstGeom>
          <a:solidFill>
            <a:srgbClr val="C000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G3">
            <a:extLst>
              <a:ext uri="{FF2B5EF4-FFF2-40B4-BE49-F238E27FC236}">
                <a16:creationId xmlns:a16="http://schemas.microsoft.com/office/drawing/2014/main" id="{7EE6278D-31A3-D54A-A0ED-A42C4B7A7014}"/>
              </a:ext>
            </a:extLst>
          </p:cNvPr>
          <p:cNvSpPr txBox="1"/>
          <p:nvPr/>
        </p:nvSpPr>
        <p:spPr>
          <a:xfrm>
            <a:off x="6093777" y="1514256"/>
            <a:ext cx="2492063" cy="646331"/>
          </a:xfrm>
          <a:prstGeom prst="rect">
            <a:avLst/>
          </a:prstGeom>
          <a:solidFill>
            <a:srgbClr val="C000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G4">
            <a:extLst>
              <a:ext uri="{FF2B5EF4-FFF2-40B4-BE49-F238E27FC236}">
                <a16:creationId xmlns:a16="http://schemas.microsoft.com/office/drawing/2014/main" id="{5ECEEABB-86FA-1700-F529-43B2A51C5FF9}"/>
              </a:ext>
            </a:extLst>
          </p:cNvPr>
          <p:cNvSpPr txBox="1"/>
          <p:nvPr/>
        </p:nvSpPr>
        <p:spPr>
          <a:xfrm>
            <a:off x="9408013" y="1484746"/>
            <a:ext cx="2492063" cy="646331"/>
          </a:xfrm>
          <a:prstGeom prst="rect">
            <a:avLst/>
          </a:prstGeom>
          <a:solidFill>
            <a:srgbClr val="C000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GABIM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20D72A2A-474A-3C32-0492-D2C2ABE4D841}"/>
              </a:ext>
            </a:extLst>
          </p:cNvPr>
          <p:cNvSpPr/>
          <p:nvPr/>
        </p:nvSpPr>
        <p:spPr>
          <a:xfrm>
            <a:off x="381000" y="503583"/>
            <a:ext cx="5234186" cy="515460"/>
          </a:xfrm>
          <a:prstGeom prst="roundRect">
            <a:avLst/>
          </a:prstGeom>
          <a:solidFill>
            <a:srgbClr val="E4CE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Cila nga këto shtazë është fshehur prapa kutive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467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1D747"/>
                                      </p:to>
                                    </p:animClr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120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520A"/>
                                      </p:to>
                                    </p:animClr>
                                    <p:set>
                                      <p:cBhvr>
                                        <p:cTn id="12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</p:childTnLst>
        </p:cTn>
      </p:par>
    </p:tnLst>
    <p:bldLst>
      <p:bldP spid="81" grpId="0" animBg="1"/>
      <p:bldP spid="82" grpId="0" animBg="1"/>
      <p:bldP spid="83" grpId="0" animBg="1"/>
      <p:bldP spid="84" grpId="0" animBg="1"/>
      <p:bldP spid="85" grpId="0" animBg="1"/>
      <p:bldP spid="85" grpId="1" animBg="1"/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89" grpId="0" animBg="1"/>
      <p:bldP spid="90" grpId="0" animBg="1"/>
      <p:bldP spid="91" grpId="0" animBg="1"/>
      <p:bldP spid="9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9313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uple of fennec foxes on gravel&#10;&#10;Description automatically generated with low confidence">
            <a:extLst>
              <a:ext uri="{FF2B5EF4-FFF2-40B4-BE49-F238E27FC236}">
                <a16:creationId xmlns:a16="http://schemas.microsoft.com/office/drawing/2014/main" id="{4A1ED00F-98B0-C0D8-AF41-853D76ED3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39146" y="643466"/>
            <a:ext cx="891370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0485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hummingbird flying next to a red flower&#10;&#10;Description automatically generated with medium confidence">
            <a:extLst>
              <a:ext uri="{FF2B5EF4-FFF2-40B4-BE49-F238E27FC236}">
                <a16:creationId xmlns:a16="http://schemas.microsoft.com/office/drawing/2014/main" id="{F5892D22-9B07-B5F3-8666-42F6D6A42B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838199" y="735153"/>
            <a:ext cx="10515602" cy="538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22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outdoor, grass, plant, cloud&#10;&#10;Description automatically generated">
            <a:extLst>
              <a:ext uri="{FF2B5EF4-FFF2-40B4-BE49-F238E27FC236}">
                <a16:creationId xmlns:a16="http://schemas.microsoft.com/office/drawing/2014/main" id="{FFD3C591-5F1D-8104-8D21-C1F78ADD1F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196850" y="173518"/>
            <a:ext cx="11798300" cy="651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5070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ky, outdoor, badlands, butte&#10;&#10;Description automatically generated">
            <a:extLst>
              <a:ext uri="{FF2B5EF4-FFF2-40B4-BE49-F238E27FC236}">
                <a16:creationId xmlns:a16="http://schemas.microsoft.com/office/drawing/2014/main" id="{B5FFB2E8-A8FA-C9EF-B0A1-DEEB73241EC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196850" y="173518"/>
            <a:ext cx="11798300" cy="651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8582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AA6B1AF-77FB-DD83-AE35-B9EA879B9D97}"/>
              </a:ext>
            </a:extLst>
          </p:cNvPr>
          <p:cNvSpPr/>
          <p:nvPr/>
        </p:nvSpPr>
        <p:spPr>
          <a:xfrm>
            <a:off x="1636385" y="5263875"/>
            <a:ext cx="1265208" cy="42130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FC8A97C-28D4-3E05-2943-19B1357652C5}"/>
              </a:ext>
            </a:extLst>
          </p:cNvPr>
          <p:cNvSpPr/>
          <p:nvPr/>
        </p:nvSpPr>
        <p:spPr>
          <a:xfrm>
            <a:off x="1650270" y="3957436"/>
            <a:ext cx="1265208" cy="89286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201C934-5B40-E3F6-C0BA-81FF074FE5E4}"/>
              </a:ext>
            </a:extLst>
          </p:cNvPr>
          <p:cNvSpPr txBox="1"/>
          <p:nvPr/>
        </p:nvSpPr>
        <p:spPr>
          <a:xfrm>
            <a:off x="1650270" y="649071"/>
            <a:ext cx="7240365" cy="212365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sq-A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Emërtoje sa më shpejtë</a:t>
            </a:r>
          </a:p>
        </p:txBody>
      </p:sp>
    </p:spTree>
    <p:extLst>
      <p:ext uri="{BB962C8B-B14F-4D97-AF65-F5344CB8AC3E}">
        <p14:creationId xmlns:p14="http://schemas.microsoft.com/office/powerpoint/2010/main" val="124957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checker/>
      </p:transition>
    </mc:Choice>
    <mc:Fallback xmlns="">
      <p:transition spd="slow">
        <p:checker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12BAE8-9817-C464-115C-BE34825326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42833" y="2160104"/>
            <a:ext cx="4524857" cy="2986996"/>
          </a:xfrm>
          <a:prstGeom prst="rect">
            <a:avLst/>
          </a:prstGeom>
        </p:spPr>
      </p:pic>
      <p:sp>
        <p:nvSpPr>
          <p:cNvPr id="2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AA6B1AF-77FB-DD83-AE35-B9EA879B9D97}"/>
              </a:ext>
            </a:extLst>
          </p:cNvPr>
          <p:cNvSpPr/>
          <p:nvPr/>
        </p:nvSpPr>
        <p:spPr>
          <a:xfrm>
            <a:off x="1535255" y="4767383"/>
            <a:ext cx="1012476" cy="37971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Vazhdo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FC8A97C-28D4-3E05-2943-19B1357652C5}"/>
              </a:ext>
            </a:extLst>
          </p:cNvPr>
          <p:cNvSpPr/>
          <p:nvPr/>
        </p:nvSpPr>
        <p:spPr>
          <a:xfrm>
            <a:off x="1636385" y="3612879"/>
            <a:ext cx="811956" cy="79264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Kthehu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sq-AL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në fillim</a:t>
            </a:r>
            <a:endParaRPr kumimoji="0" lang="sq-XK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201C934-5B40-E3F6-C0BA-81FF074FE5E4}"/>
              </a:ext>
            </a:extLst>
          </p:cNvPr>
          <p:cNvSpPr txBox="1"/>
          <p:nvPr/>
        </p:nvSpPr>
        <p:spPr>
          <a:xfrm>
            <a:off x="1585583" y="1103199"/>
            <a:ext cx="2154845" cy="161582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Emërtoje sa më shpejtë</a:t>
            </a:r>
          </a:p>
        </p:txBody>
      </p:sp>
    </p:spTree>
    <p:extLst>
      <p:ext uri="{BB962C8B-B14F-4D97-AF65-F5344CB8AC3E}">
        <p14:creationId xmlns:p14="http://schemas.microsoft.com/office/powerpoint/2010/main" val="4105707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checker/>
      </p:transition>
    </mc:Choice>
    <mc:Fallback xmlns="">
      <p:transition spd="slow">
        <p:checker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5DE981-71EE-0317-23C9-7FC5DDDDA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86469" y="1582999"/>
            <a:ext cx="3816626" cy="4060239"/>
          </a:xfrm>
          <a:prstGeom prst="rect">
            <a:avLst/>
          </a:prstGeom>
        </p:spPr>
      </p:pic>
      <p:sp>
        <p:nvSpPr>
          <p:cNvPr id="2" name="TextBox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2D11484-D8A6-14F9-59D2-31450337201E}"/>
              </a:ext>
            </a:extLst>
          </p:cNvPr>
          <p:cNvSpPr txBox="1"/>
          <p:nvPr/>
        </p:nvSpPr>
        <p:spPr>
          <a:xfrm>
            <a:off x="1585583" y="1103200"/>
            <a:ext cx="1618131" cy="120032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Emërtoje sa më shpejtë</a:t>
            </a:r>
          </a:p>
        </p:txBody>
      </p:sp>
    </p:spTree>
    <p:extLst>
      <p:ext uri="{BB962C8B-B14F-4D97-AF65-F5344CB8AC3E}">
        <p14:creationId xmlns:p14="http://schemas.microsoft.com/office/powerpoint/2010/main" val="23686233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000" advClick="0" advTm="0">
        <p15:prstTrans prst="curtains"/>
      </p:transition>
    </mc:Choice>
    <mc:Fallback xmlns="">
      <p:transition spd="slow" advClick="0" advTm="0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FBB2A2-754F-50DB-D402-79331C86D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02756" y="2054087"/>
            <a:ext cx="3328061" cy="3284269"/>
          </a:xfrm>
          <a:prstGeom prst="rect">
            <a:avLst/>
          </a:prstGeom>
        </p:spPr>
      </p:pic>
      <p:sp>
        <p:nvSpPr>
          <p:cNvPr id="2" name="TextBox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BD551FBA-3419-5329-188D-C3EEA687811E}"/>
              </a:ext>
            </a:extLst>
          </p:cNvPr>
          <p:cNvSpPr txBox="1"/>
          <p:nvPr/>
        </p:nvSpPr>
        <p:spPr>
          <a:xfrm>
            <a:off x="1585583" y="1103200"/>
            <a:ext cx="1618131" cy="120032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Emërtoje sa më shpejtë</a:t>
            </a:r>
          </a:p>
        </p:txBody>
      </p:sp>
    </p:spTree>
    <p:extLst>
      <p:ext uri="{BB962C8B-B14F-4D97-AF65-F5344CB8AC3E}">
        <p14:creationId xmlns:p14="http://schemas.microsoft.com/office/powerpoint/2010/main" val="345561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 advTm="0">
        <p:wheel spokes="1"/>
      </p:transition>
    </mc:Choice>
    <mc:Fallback xmlns="">
      <p:transition spd="slow" advClick="0" advTm="0">
        <p:wheel spokes="1"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19BBC2-226A-1587-F584-CE77B3B2F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76870" y="1898374"/>
            <a:ext cx="4311976" cy="2845904"/>
          </a:xfrm>
          <a:prstGeom prst="rect">
            <a:avLst/>
          </a:prstGeom>
        </p:spPr>
      </p:pic>
      <p:sp>
        <p:nvSpPr>
          <p:cNvPr id="2" name="TextBox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EDCD8F0-1479-4D7F-2B44-05D5D8586654}"/>
              </a:ext>
            </a:extLst>
          </p:cNvPr>
          <p:cNvSpPr txBox="1"/>
          <p:nvPr/>
        </p:nvSpPr>
        <p:spPr>
          <a:xfrm>
            <a:off x="1585583" y="1103200"/>
            <a:ext cx="1618131" cy="120032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Emërtoje sa më shpejtë</a:t>
            </a:r>
          </a:p>
        </p:txBody>
      </p:sp>
    </p:spTree>
    <p:extLst>
      <p:ext uri="{BB962C8B-B14F-4D97-AF65-F5344CB8AC3E}">
        <p14:creationId xmlns:p14="http://schemas.microsoft.com/office/powerpoint/2010/main" val="12155037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000" advClick="0" advTm="0">
        <p15:prstTrans prst="fracture"/>
      </p:transition>
    </mc:Choice>
    <mc:Fallback xmlns="">
      <p:transition spd="slow" advClick="0" advTm="0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8A9B2B-6C42-35F6-1C2F-CCAB654EA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02640" y="1921565"/>
            <a:ext cx="4556483" cy="2994991"/>
          </a:xfrm>
          <a:prstGeom prst="rect">
            <a:avLst/>
          </a:prstGeom>
        </p:spPr>
      </p:pic>
      <p:sp>
        <p:nvSpPr>
          <p:cNvPr id="2" name="TextBox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9AE3E39-5968-9E96-E8E4-3F68B508D496}"/>
              </a:ext>
            </a:extLst>
          </p:cNvPr>
          <p:cNvSpPr txBox="1"/>
          <p:nvPr/>
        </p:nvSpPr>
        <p:spPr>
          <a:xfrm>
            <a:off x="1585583" y="1103200"/>
            <a:ext cx="1618131" cy="120032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Emërtoje sa më shpejtë</a:t>
            </a:r>
          </a:p>
        </p:txBody>
      </p:sp>
    </p:spTree>
    <p:extLst>
      <p:ext uri="{BB962C8B-B14F-4D97-AF65-F5344CB8AC3E}">
        <p14:creationId xmlns:p14="http://schemas.microsoft.com/office/powerpoint/2010/main" val="2352108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 advTm="0">
        <p14:prism isInverted="1"/>
      </p:transition>
    </mc:Choice>
    <mc:Fallback xmlns="">
      <p:transition spd="slow" advClick="0" advTm="0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6B7E8E-DC89-F330-41CF-FDDB5C560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93704" y="1103200"/>
            <a:ext cx="3803373" cy="5008667"/>
          </a:xfrm>
          <a:prstGeom prst="rect">
            <a:avLst/>
          </a:prstGeom>
        </p:spPr>
      </p:pic>
      <p:sp>
        <p:nvSpPr>
          <p:cNvPr id="2" name="TextBox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402BEBD-7130-A9B3-1155-735B2BBAB4B6}"/>
              </a:ext>
            </a:extLst>
          </p:cNvPr>
          <p:cNvSpPr txBox="1"/>
          <p:nvPr/>
        </p:nvSpPr>
        <p:spPr>
          <a:xfrm>
            <a:off x="1585583" y="1103200"/>
            <a:ext cx="1618131" cy="120032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Emërtoje sa më shpejtë</a:t>
            </a:r>
          </a:p>
        </p:txBody>
      </p:sp>
    </p:spTree>
    <p:extLst>
      <p:ext uri="{BB962C8B-B14F-4D97-AF65-F5344CB8AC3E}">
        <p14:creationId xmlns:p14="http://schemas.microsoft.com/office/powerpoint/2010/main" val="28004743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000" advClick="0" advTm="0">
        <p15:prstTrans prst="crush"/>
      </p:transition>
    </mc:Choice>
    <mc:Fallback xmlns="">
      <p:transition spd="slow" advClick="0" advTm="0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3E09C9-BF89-561E-C26A-AB79333D3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96139" y="2303528"/>
            <a:ext cx="3898119" cy="2583367"/>
          </a:xfrm>
          <a:prstGeom prst="rect">
            <a:avLst/>
          </a:prstGeom>
        </p:spPr>
      </p:pic>
      <p:sp>
        <p:nvSpPr>
          <p:cNvPr id="2" name="TextBox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6E2A8D7-A751-EA62-1624-2BED0353A4DE}"/>
              </a:ext>
            </a:extLst>
          </p:cNvPr>
          <p:cNvSpPr txBox="1"/>
          <p:nvPr/>
        </p:nvSpPr>
        <p:spPr>
          <a:xfrm>
            <a:off x="1585583" y="1103200"/>
            <a:ext cx="1618131" cy="120032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Emërtoje sa më shpejtë</a:t>
            </a:r>
          </a:p>
        </p:txBody>
      </p:sp>
    </p:spTree>
    <p:extLst>
      <p:ext uri="{BB962C8B-B14F-4D97-AF65-F5344CB8AC3E}">
        <p14:creationId xmlns:p14="http://schemas.microsoft.com/office/powerpoint/2010/main" val="127353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14251D-5384-27D6-B606-51B1EB8C7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10919" y="1868557"/>
            <a:ext cx="5277369" cy="3458817"/>
          </a:xfrm>
          <a:prstGeom prst="rect">
            <a:avLst/>
          </a:prstGeom>
        </p:spPr>
      </p:pic>
      <p:sp>
        <p:nvSpPr>
          <p:cNvPr id="2" name="TextBox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F3FABC1-D4E1-6F62-964F-16C73BE999D0}"/>
              </a:ext>
            </a:extLst>
          </p:cNvPr>
          <p:cNvSpPr txBox="1"/>
          <p:nvPr/>
        </p:nvSpPr>
        <p:spPr>
          <a:xfrm>
            <a:off x="1585583" y="1103200"/>
            <a:ext cx="1618131" cy="120032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Emërtoje sa më shpejtë</a:t>
            </a:r>
          </a:p>
        </p:txBody>
      </p:sp>
    </p:spTree>
    <p:extLst>
      <p:ext uri="{BB962C8B-B14F-4D97-AF65-F5344CB8AC3E}">
        <p14:creationId xmlns:p14="http://schemas.microsoft.com/office/powerpoint/2010/main" val="193077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 advTm="0">
        <p14:honeycomb/>
      </p:transition>
    </mc:Choice>
    <mc:Fallback xmlns="">
      <p:transition spd="slow" advClick="0" advTm="0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F49EA9-1A41-5628-F36B-B8CF4ABFA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31096" y="2069695"/>
            <a:ext cx="4306956" cy="3178235"/>
          </a:xfrm>
          <a:prstGeom prst="rect">
            <a:avLst/>
          </a:prstGeom>
        </p:spPr>
      </p:pic>
      <p:sp>
        <p:nvSpPr>
          <p:cNvPr id="2" name="TextBox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C4052D0-74A8-8569-1920-E5A6E9D99EEC}"/>
              </a:ext>
            </a:extLst>
          </p:cNvPr>
          <p:cNvSpPr txBox="1"/>
          <p:nvPr/>
        </p:nvSpPr>
        <p:spPr>
          <a:xfrm>
            <a:off x="1585583" y="1103200"/>
            <a:ext cx="1618131" cy="120032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Emërtoje sa më shpejtë</a:t>
            </a:r>
          </a:p>
        </p:txBody>
      </p:sp>
    </p:spTree>
    <p:extLst>
      <p:ext uri="{BB962C8B-B14F-4D97-AF65-F5344CB8AC3E}">
        <p14:creationId xmlns:p14="http://schemas.microsoft.com/office/powerpoint/2010/main" val="2186997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 advTm="0">
        <p14:flash/>
      </p:transition>
    </mc:Choice>
    <mc:Fallback xmlns="">
      <p:transition spd="slow" advClick="0" advTm="0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7CB523-9BCC-C3C0-6FDE-C0BD82D40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43170" y="2001079"/>
            <a:ext cx="4631831" cy="2564516"/>
          </a:xfrm>
          <a:prstGeom prst="rect">
            <a:avLst/>
          </a:prstGeom>
        </p:spPr>
      </p:pic>
      <p:sp>
        <p:nvSpPr>
          <p:cNvPr id="5" name="TextBox 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5D1A92A-E5BC-E4EC-C9F3-8B3AE2CBE0EC}"/>
              </a:ext>
            </a:extLst>
          </p:cNvPr>
          <p:cNvSpPr txBox="1"/>
          <p:nvPr/>
        </p:nvSpPr>
        <p:spPr>
          <a:xfrm>
            <a:off x="1585583" y="1103200"/>
            <a:ext cx="1618131" cy="120032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Emërtoje sa më shpejtë</a:t>
            </a:r>
          </a:p>
        </p:txBody>
      </p:sp>
      <p:sp>
        <p:nvSpPr>
          <p:cNvPr id="2" name="Rounded Rectangle 8">
            <a:hlinkClick r:id="rId3" action="ppaction://hlinksldjump"/>
            <a:extLst>
              <a:ext uri="{FF2B5EF4-FFF2-40B4-BE49-F238E27FC236}">
                <a16:creationId xmlns:a16="http://schemas.microsoft.com/office/drawing/2014/main" id="{A41B44ED-24A5-0F3F-9896-FA0A8EE8AFE1}"/>
              </a:ext>
            </a:extLst>
          </p:cNvPr>
          <p:cNvSpPr/>
          <p:nvPr/>
        </p:nvSpPr>
        <p:spPr>
          <a:xfrm>
            <a:off x="1636385" y="3612879"/>
            <a:ext cx="811956" cy="79264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përsëri</a:t>
            </a:r>
            <a:endParaRPr lang="sq-XK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BE5A9BA-E05B-4FE0-302E-3E75762D8CEB}"/>
              </a:ext>
            </a:extLst>
          </p:cNvPr>
          <p:cNvSpPr/>
          <p:nvPr/>
        </p:nvSpPr>
        <p:spPr>
          <a:xfrm>
            <a:off x="1713689" y="2705498"/>
            <a:ext cx="1186331" cy="6017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AD95634-540D-8738-5348-AF6D4D5645A7}"/>
              </a:ext>
            </a:extLst>
          </p:cNvPr>
          <p:cNvSpPr/>
          <p:nvPr/>
        </p:nvSpPr>
        <p:spPr>
          <a:xfrm>
            <a:off x="1636387" y="4565594"/>
            <a:ext cx="1186331" cy="6017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430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split orient="vert" dir="in"/>
      </p:transition>
    </mc:Choice>
    <mc:Fallback xmlns="">
      <p:transition spd="slow">
        <p:split orient="vert" dir="in"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CEDB86-247D-ECF7-D599-B75047D6AB73}"/>
              </a:ext>
            </a:extLst>
          </p:cNvPr>
          <p:cNvSpPr/>
          <p:nvPr/>
        </p:nvSpPr>
        <p:spPr>
          <a:xfrm>
            <a:off x="1630018" y="1103863"/>
            <a:ext cx="6496880" cy="272746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8000" dirty="0">
                <a:latin typeface="Aldhabi" panose="020B0604020202020204" pitchFamily="2" charset="-78"/>
                <a:cs typeface="Aldhabi" panose="020B0604020202020204" pitchFamily="2" charset="-78"/>
              </a:rPr>
              <a:t>LOJË FJALËSH</a:t>
            </a:r>
            <a:endParaRPr lang="en-US" sz="8000" dirty="0">
              <a:latin typeface="Aldhabi" panose="020B0604020202020204" pitchFamily="2" charset="-78"/>
              <a:cs typeface="Aldhabi" panose="020B0604020202020204" pitchFamily="2" charset="-78"/>
            </a:endParaRPr>
          </a:p>
        </p:txBody>
      </p:sp>
      <p:sp>
        <p:nvSpPr>
          <p:cNvPr id="3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C0D4C4D-E20A-986F-4416-B08ABC4B873F}"/>
              </a:ext>
            </a:extLst>
          </p:cNvPr>
          <p:cNvSpPr/>
          <p:nvPr/>
        </p:nvSpPr>
        <p:spPr>
          <a:xfrm>
            <a:off x="9139601" y="4665595"/>
            <a:ext cx="1186331" cy="601739"/>
          </a:xfrm>
          <a:prstGeom prst="roundRect">
            <a:avLst>
              <a:gd name="adj" fmla="val 16667"/>
            </a:avLst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88E6F3F-2A32-A74A-D81E-2A37EFFD0280}"/>
              </a:ext>
            </a:extLst>
          </p:cNvPr>
          <p:cNvSpPr/>
          <p:nvPr/>
        </p:nvSpPr>
        <p:spPr>
          <a:xfrm>
            <a:off x="9139601" y="3831325"/>
            <a:ext cx="1186331" cy="601739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2242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FC2725-3F72-501A-09A5-7B2F7EBF0ED4}"/>
              </a:ext>
            </a:extLst>
          </p:cNvPr>
          <p:cNvSpPr/>
          <p:nvPr/>
        </p:nvSpPr>
        <p:spPr>
          <a:xfrm>
            <a:off x="2269436" y="1572869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EF50CB-7CD7-5C36-0C38-967F26343AF2}"/>
              </a:ext>
            </a:extLst>
          </p:cNvPr>
          <p:cNvSpPr/>
          <p:nvPr/>
        </p:nvSpPr>
        <p:spPr>
          <a:xfrm>
            <a:off x="2306533" y="1562930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FE9F91-E27D-EA17-81F9-00D781566D08}"/>
              </a:ext>
            </a:extLst>
          </p:cNvPr>
          <p:cNvSpPr/>
          <p:nvPr/>
        </p:nvSpPr>
        <p:spPr>
          <a:xfrm>
            <a:off x="2269436" y="1975404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84058E-57E6-718C-D723-779A058346E7}"/>
              </a:ext>
            </a:extLst>
          </p:cNvPr>
          <p:cNvSpPr/>
          <p:nvPr/>
        </p:nvSpPr>
        <p:spPr>
          <a:xfrm>
            <a:off x="2306533" y="1965465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BCCFB4-F036-6416-260D-110283B478AF}"/>
              </a:ext>
            </a:extLst>
          </p:cNvPr>
          <p:cNvSpPr/>
          <p:nvPr/>
        </p:nvSpPr>
        <p:spPr>
          <a:xfrm>
            <a:off x="2269436" y="2377939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263A41-E038-CD25-A98C-69C91338068B}"/>
              </a:ext>
            </a:extLst>
          </p:cNvPr>
          <p:cNvSpPr/>
          <p:nvPr/>
        </p:nvSpPr>
        <p:spPr>
          <a:xfrm>
            <a:off x="2306533" y="2368000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E8B499-153C-2DD6-AD00-F53F6943DE2E}"/>
              </a:ext>
            </a:extLst>
          </p:cNvPr>
          <p:cNvSpPr/>
          <p:nvPr/>
        </p:nvSpPr>
        <p:spPr>
          <a:xfrm>
            <a:off x="2269436" y="2780473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5973E5-7095-5FB6-5ADB-D9BECDED2E07}"/>
              </a:ext>
            </a:extLst>
          </p:cNvPr>
          <p:cNvSpPr/>
          <p:nvPr/>
        </p:nvSpPr>
        <p:spPr>
          <a:xfrm>
            <a:off x="2306533" y="2770534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40A50D-101D-FEB5-BE48-BF7CE287C651}"/>
              </a:ext>
            </a:extLst>
          </p:cNvPr>
          <p:cNvSpPr/>
          <p:nvPr/>
        </p:nvSpPr>
        <p:spPr>
          <a:xfrm>
            <a:off x="2269436" y="3183008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17EF68-BEA2-2EB4-367D-ABFD89546A53}"/>
              </a:ext>
            </a:extLst>
          </p:cNvPr>
          <p:cNvSpPr/>
          <p:nvPr/>
        </p:nvSpPr>
        <p:spPr>
          <a:xfrm>
            <a:off x="2306533" y="3173069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61A76F-51A8-41A7-B31E-9BB46231C1B2}"/>
              </a:ext>
            </a:extLst>
          </p:cNvPr>
          <p:cNvSpPr/>
          <p:nvPr/>
        </p:nvSpPr>
        <p:spPr>
          <a:xfrm>
            <a:off x="2269436" y="3585543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6386A1-3586-E53B-D638-E8D052BB7ACC}"/>
              </a:ext>
            </a:extLst>
          </p:cNvPr>
          <p:cNvSpPr/>
          <p:nvPr/>
        </p:nvSpPr>
        <p:spPr>
          <a:xfrm>
            <a:off x="2306533" y="3575604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268B3D-E75A-EA2F-D22C-2D0C094C60C7}"/>
              </a:ext>
            </a:extLst>
          </p:cNvPr>
          <p:cNvSpPr/>
          <p:nvPr/>
        </p:nvSpPr>
        <p:spPr>
          <a:xfrm>
            <a:off x="2269436" y="3988078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35F4DF-F483-56A5-D443-236A29FA0D2A}"/>
              </a:ext>
            </a:extLst>
          </p:cNvPr>
          <p:cNvSpPr/>
          <p:nvPr/>
        </p:nvSpPr>
        <p:spPr>
          <a:xfrm>
            <a:off x="2306533" y="3978139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A637A5-661C-57C6-6B8C-4AB33011D57C}"/>
              </a:ext>
            </a:extLst>
          </p:cNvPr>
          <p:cNvSpPr/>
          <p:nvPr/>
        </p:nvSpPr>
        <p:spPr>
          <a:xfrm>
            <a:off x="2269436" y="4390612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5B85E8-A1A0-9778-6245-BEF63F206C3C}"/>
              </a:ext>
            </a:extLst>
          </p:cNvPr>
          <p:cNvSpPr/>
          <p:nvPr/>
        </p:nvSpPr>
        <p:spPr>
          <a:xfrm>
            <a:off x="2306533" y="4380673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4D8F04-AB1E-C3EA-6195-96E57CA412BD}"/>
              </a:ext>
            </a:extLst>
          </p:cNvPr>
          <p:cNvSpPr/>
          <p:nvPr/>
        </p:nvSpPr>
        <p:spPr>
          <a:xfrm>
            <a:off x="2269436" y="4793147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49EACC-34E6-30B7-CEA2-CA7FD3F8B158}"/>
              </a:ext>
            </a:extLst>
          </p:cNvPr>
          <p:cNvSpPr/>
          <p:nvPr/>
        </p:nvSpPr>
        <p:spPr>
          <a:xfrm>
            <a:off x="2306533" y="4783208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8BC504F-CEC5-9865-7962-9D476D9DFDB0}"/>
              </a:ext>
            </a:extLst>
          </p:cNvPr>
          <p:cNvSpPr/>
          <p:nvPr/>
        </p:nvSpPr>
        <p:spPr>
          <a:xfrm>
            <a:off x="2269436" y="5195682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1F10A9-8116-E6FC-6181-A20349B64E53}"/>
              </a:ext>
            </a:extLst>
          </p:cNvPr>
          <p:cNvSpPr/>
          <p:nvPr/>
        </p:nvSpPr>
        <p:spPr>
          <a:xfrm>
            <a:off x="2306533" y="5205021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02B70C9-79C7-B797-4361-AABC690B2CAF}"/>
              </a:ext>
            </a:extLst>
          </p:cNvPr>
          <p:cNvSpPr/>
          <p:nvPr/>
        </p:nvSpPr>
        <p:spPr>
          <a:xfrm>
            <a:off x="3740427" y="4132193"/>
            <a:ext cx="854766" cy="80507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gerian" panose="04020705040A02060702" pitchFamily="82" charset="0"/>
                <a:ea typeface="+mn-ea"/>
                <a:cs typeface="+mn-cs"/>
              </a:rPr>
              <a:t>FILLO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FCC7C7-8325-CB2C-895F-5F62A3C5D098}"/>
              </a:ext>
            </a:extLst>
          </p:cNvPr>
          <p:cNvSpPr txBox="1"/>
          <p:nvPr/>
        </p:nvSpPr>
        <p:spPr>
          <a:xfrm>
            <a:off x="5201476" y="2904282"/>
            <a:ext cx="36725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gjërëpëthyjsetene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CEDB86-247D-ECF7-D599-B75047D6AB73}"/>
              </a:ext>
            </a:extLst>
          </p:cNvPr>
          <p:cNvSpPr/>
          <p:nvPr/>
        </p:nvSpPr>
        <p:spPr>
          <a:xfrm>
            <a:off x="7646506" y="1314451"/>
            <a:ext cx="2454965" cy="93924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20B0604020202020204" pitchFamily="2" charset="-78"/>
                <a:ea typeface="+mn-ea"/>
                <a:cs typeface="Aldhabi" panose="020B0604020202020204" pitchFamily="2" charset="-78"/>
              </a:rPr>
              <a:t>LOJË FJALËSH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dhabi" panose="020B0604020202020204" pitchFamily="2" charset="-78"/>
              <a:ea typeface="+mn-ea"/>
              <a:cs typeface="Aldhabi" panose="020B0604020202020204" pitchFamily="2" charset="-78"/>
            </a:endParaRPr>
          </a:p>
        </p:txBody>
      </p:sp>
      <p:sp>
        <p:nvSpPr>
          <p:cNvPr id="3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C0D4C4D-E20A-986F-4416-B08ABC4B873F}"/>
              </a:ext>
            </a:extLst>
          </p:cNvPr>
          <p:cNvSpPr/>
          <p:nvPr/>
        </p:nvSpPr>
        <p:spPr>
          <a:xfrm>
            <a:off x="9139601" y="4678847"/>
            <a:ext cx="1186331" cy="6017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Vazhdo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88E6F3F-2A32-A74A-D81E-2A37EFFD0280}"/>
              </a:ext>
            </a:extLst>
          </p:cNvPr>
          <p:cNvSpPr/>
          <p:nvPr/>
        </p:nvSpPr>
        <p:spPr>
          <a:xfrm>
            <a:off x="9139601" y="3831325"/>
            <a:ext cx="1186331" cy="6017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Kthehu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në fillim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011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E2FCC7C7-8325-CB2C-895F-5F62A3C5D098}"/>
              </a:ext>
            </a:extLst>
          </p:cNvPr>
          <p:cNvSpPr txBox="1"/>
          <p:nvPr/>
        </p:nvSpPr>
        <p:spPr>
          <a:xfrm>
            <a:off x="3521765" y="2886544"/>
            <a:ext cx="514847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q-A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Pyjet gjethërënëse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E300DC-49D7-F2A4-1435-18F6321020C7}"/>
              </a:ext>
            </a:extLst>
          </p:cNvPr>
          <p:cNvSpPr/>
          <p:nvPr/>
        </p:nvSpPr>
        <p:spPr>
          <a:xfrm>
            <a:off x="8342244" y="1314451"/>
            <a:ext cx="1759226" cy="93924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latin typeface="Aldhabi" panose="020B0604020202020204" pitchFamily="2" charset="-78"/>
                <a:cs typeface="Aldhabi" panose="020B0604020202020204" pitchFamily="2" charset="-78"/>
              </a:rPr>
              <a:t>LOJË FJALËSH</a:t>
            </a:r>
            <a:endParaRPr lang="en-US" sz="3000" dirty="0">
              <a:latin typeface="Aldhabi" panose="020B0604020202020204" pitchFamily="2" charset="-78"/>
              <a:cs typeface="Aldhabi" panose="020B0604020202020204" pitchFamily="2" charset="-78"/>
            </a:endParaRPr>
          </a:p>
        </p:txBody>
      </p:sp>
      <p:sp>
        <p:nvSpPr>
          <p:cNvPr id="3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6659C48-8309-8536-35A0-21B34A1E807A}"/>
              </a:ext>
            </a:extLst>
          </p:cNvPr>
          <p:cNvSpPr/>
          <p:nvPr/>
        </p:nvSpPr>
        <p:spPr>
          <a:xfrm>
            <a:off x="8915140" y="3045084"/>
            <a:ext cx="1186331" cy="6017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D95A0B5-1B44-ED22-BC63-6AC0670281D6}"/>
              </a:ext>
            </a:extLst>
          </p:cNvPr>
          <p:cNvSpPr/>
          <p:nvPr/>
        </p:nvSpPr>
        <p:spPr>
          <a:xfrm>
            <a:off x="9139601" y="4678847"/>
            <a:ext cx="1186331" cy="6017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579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FC2725-3F72-501A-09A5-7B2F7EBF0ED4}"/>
              </a:ext>
            </a:extLst>
          </p:cNvPr>
          <p:cNvSpPr/>
          <p:nvPr/>
        </p:nvSpPr>
        <p:spPr>
          <a:xfrm>
            <a:off x="2269436" y="1572869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EF50CB-7CD7-5C36-0C38-967F26343AF2}"/>
              </a:ext>
            </a:extLst>
          </p:cNvPr>
          <p:cNvSpPr/>
          <p:nvPr/>
        </p:nvSpPr>
        <p:spPr>
          <a:xfrm>
            <a:off x="2269436" y="1562930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FE9F91-E27D-EA17-81F9-00D781566D08}"/>
              </a:ext>
            </a:extLst>
          </p:cNvPr>
          <p:cNvSpPr/>
          <p:nvPr/>
        </p:nvSpPr>
        <p:spPr>
          <a:xfrm>
            <a:off x="2269436" y="1975404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84058E-57E6-718C-D723-779A058346E7}"/>
              </a:ext>
            </a:extLst>
          </p:cNvPr>
          <p:cNvSpPr/>
          <p:nvPr/>
        </p:nvSpPr>
        <p:spPr>
          <a:xfrm>
            <a:off x="2269436" y="1965465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BCCFB4-F036-6416-260D-110283B478AF}"/>
              </a:ext>
            </a:extLst>
          </p:cNvPr>
          <p:cNvSpPr/>
          <p:nvPr/>
        </p:nvSpPr>
        <p:spPr>
          <a:xfrm>
            <a:off x="2269436" y="2377939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263A41-E038-CD25-A98C-69C91338068B}"/>
              </a:ext>
            </a:extLst>
          </p:cNvPr>
          <p:cNvSpPr/>
          <p:nvPr/>
        </p:nvSpPr>
        <p:spPr>
          <a:xfrm>
            <a:off x="2269436" y="2368000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E8B499-153C-2DD6-AD00-F53F6943DE2E}"/>
              </a:ext>
            </a:extLst>
          </p:cNvPr>
          <p:cNvSpPr/>
          <p:nvPr/>
        </p:nvSpPr>
        <p:spPr>
          <a:xfrm>
            <a:off x="2269436" y="2780473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5973E5-7095-5FB6-5ADB-D9BECDED2E07}"/>
              </a:ext>
            </a:extLst>
          </p:cNvPr>
          <p:cNvSpPr/>
          <p:nvPr/>
        </p:nvSpPr>
        <p:spPr>
          <a:xfrm>
            <a:off x="2269436" y="2770534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40A50D-101D-FEB5-BE48-BF7CE287C651}"/>
              </a:ext>
            </a:extLst>
          </p:cNvPr>
          <p:cNvSpPr/>
          <p:nvPr/>
        </p:nvSpPr>
        <p:spPr>
          <a:xfrm>
            <a:off x="2269436" y="3183008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17EF68-BEA2-2EB4-367D-ABFD89546A53}"/>
              </a:ext>
            </a:extLst>
          </p:cNvPr>
          <p:cNvSpPr/>
          <p:nvPr/>
        </p:nvSpPr>
        <p:spPr>
          <a:xfrm>
            <a:off x="2269436" y="3173069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61A76F-51A8-41A7-B31E-9BB46231C1B2}"/>
              </a:ext>
            </a:extLst>
          </p:cNvPr>
          <p:cNvSpPr/>
          <p:nvPr/>
        </p:nvSpPr>
        <p:spPr>
          <a:xfrm>
            <a:off x="2269436" y="3585543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6386A1-3586-E53B-D638-E8D052BB7ACC}"/>
              </a:ext>
            </a:extLst>
          </p:cNvPr>
          <p:cNvSpPr/>
          <p:nvPr/>
        </p:nvSpPr>
        <p:spPr>
          <a:xfrm>
            <a:off x="2269436" y="3575604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268B3D-E75A-EA2F-D22C-2D0C094C60C7}"/>
              </a:ext>
            </a:extLst>
          </p:cNvPr>
          <p:cNvSpPr/>
          <p:nvPr/>
        </p:nvSpPr>
        <p:spPr>
          <a:xfrm>
            <a:off x="2269436" y="3988078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35F4DF-F483-56A5-D443-236A29FA0D2A}"/>
              </a:ext>
            </a:extLst>
          </p:cNvPr>
          <p:cNvSpPr/>
          <p:nvPr/>
        </p:nvSpPr>
        <p:spPr>
          <a:xfrm>
            <a:off x="2269436" y="3978139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A637A5-661C-57C6-6B8C-4AB33011D57C}"/>
              </a:ext>
            </a:extLst>
          </p:cNvPr>
          <p:cNvSpPr/>
          <p:nvPr/>
        </p:nvSpPr>
        <p:spPr>
          <a:xfrm>
            <a:off x="2269436" y="4390612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5B85E8-A1A0-9778-6245-BEF63F206C3C}"/>
              </a:ext>
            </a:extLst>
          </p:cNvPr>
          <p:cNvSpPr/>
          <p:nvPr/>
        </p:nvSpPr>
        <p:spPr>
          <a:xfrm>
            <a:off x="2269436" y="4380673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4D8F04-AB1E-C3EA-6195-96E57CA412BD}"/>
              </a:ext>
            </a:extLst>
          </p:cNvPr>
          <p:cNvSpPr/>
          <p:nvPr/>
        </p:nvSpPr>
        <p:spPr>
          <a:xfrm>
            <a:off x="2269436" y="4793147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49EACC-34E6-30B7-CEA2-CA7FD3F8B158}"/>
              </a:ext>
            </a:extLst>
          </p:cNvPr>
          <p:cNvSpPr/>
          <p:nvPr/>
        </p:nvSpPr>
        <p:spPr>
          <a:xfrm>
            <a:off x="2269436" y="4783208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8BC504F-CEC5-9865-7962-9D476D9DFDB0}"/>
              </a:ext>
            </a:extLst>
          </p:cNvPr>
          <p:cNvSpPr/>
          <p:nvPr/>
        </p:nvSpPr>
        <p:spPr>
          <a:xfrm>
            <a:off x="2269436" y="5195682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1F10A9-8116-E6FC-6181-A20349B64E53}"/>
              </a:ext>
            </a:extLst>
          </p:cNvPr>
          <p:cNvSpPr/>
          <p:nvPr/>
        </p:nvSpPr>
        <p:spPr>
          <a:xfrm>
            <a:off x="2269436" y="5185743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02B70C9-79C7-B797-4361-AABC690B2CAF}"/>
              </a:ext>
            </a:extLst>
          </p:cNvPr>
          <p:cNvSpPr/>
          <p:nvPr/>
        </p:nvSpPr>
        <p:spPr>
          <a:xfrm>
            <a:off x="3670852" y="4132193"/>
            <a:ext cx="854766" cy="80507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lgerian" panose="04020705040A02060702" pitchFamily="82" charset="0"/>
              </a:rPr>
              <a:t>FILLO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FCC7C7-8325-CB2C-895F-5F62A3C5D098}"/>
              </a:ext>
            </a:extLst>
          </p:cNvPr>
          <p:cNvSpPr txBox="1"/>
          <p:nvPr/>
        </p:nvSpPr>
        <p:spPr>
          <a:xfrm>
            <a:off x="4525619" y="2932711"/>
            <a:ext cx="5874025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q-AL" sz="4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Pijet bomorey</a:t>
            </a:r>
            <a:endParaRPr lang="en-US" sz="4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D96C2-29A7-A952-7438-5988E2F71224}"/>
              </a:ext>
            </a:extLst>
          </p:cNvPr>
          <p:cNvSpPr/>
          <p:nvPr/>
        </p:nvSpPr>
        <p:spPr>
          <a:xfrm>
            <a:off x="8342244" y="1314451"/>
            <a:ext cx="1759226" cy="93924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latin typeface="Aldhabi" panose="020B0604020202020204" pitchFamily="2" charset="-78"/>
                <a:cs typeface="Aldhabi" panose="020B0604020202020204" pitchFamily="2" charset="-78"/>
              </a:rPr>
              <a:t>LOJË FJALËSH</a:t>
            </a:r>
            <a:endParaRPr lang="en-US" sz="3000" dirty="0">
              <a:latin typeface="Aldhabi" panose="020B0604020202020204" pitchFamily="2" charset="-78"/>
              <a:cs typeface="Aldhabi" panose="020B0604020202020204" pitchFamily="2" charset="-78"/>
            </a:endParaRPr>
          </a:p>
        </p:txBody>
      </p:sp>
      <p:sp>
        <p:nvSpPr>
          <p:cNvPr id="3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2BBE719-7127-E370-CB5A-48F049B3EA6D}"/>
              </a:ext>
            </a:extLst>
          </p:cNvPr>
          <p:cNvSpPr/>
          <p:nvPr/>
        </p:nvSpPr>
        <p:spPr>
          <a:xfrm>
            <a:off x="9014531" y="3923051"/>
            <a:ext cx="1186331" cy="6017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28FE095-084D-0A7B-A5BD-624C9305CA36}"/>
              </a:ext>
            </a:extLst>
          </p:cNvPr>
          <p:cNvSpPr/>
          <p:nvPr/>
        </p:nvSpPr>
        <p:spPr>
          <a:xfrm>
            <a:off x="9139601" y="4678847"/>
            <a:ext cx="1186331" cy="6017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588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E2FCC7C7-8325-CB2C-895F-5F62A3C5D098}"/>
              </a:ext>
            </a:extLst>
          </p:cNvPr>
          <p:cNvSpPr txBox="1"/>
          <p:nvPr/>
        </p:nvSpPr>
        <p:spPr>
          <a:xfrm>
            <a:off x="2050773" y="2886544"/>
            <a:ext cx="75736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q-A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 pyjore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3750C3-601B-121D-26FF-4D3AE06A06D7}"/>
              </a:ext>
            </a:extLst>
          </p:cNvPr>
          <p:cNvSpPr/>
          <p:nvPr/>
        </p:nvSpPr>
        <p:spPr>
          <a:xfrm>
            <a:off x="8342244" y="1314451"/>
            <a:ext cx="1759226" cy="93924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latin typeface="Aldhabi" panose="020B0604020202020204" pitchFamily="2" charset="-78"/>
                <a:cs typeface="Aldhabi" panose="020B0604020202020204" pitchFamily="2" charset="-78"/>
              </a:rPr>
              <a:t>LOJË FJALËSH</a:t>
            </a:r>
            <a:endParaRPr lang="en-US" sz="3000" dirty="0">
              <a:latin typeface="Aldhabi" panose="020B0604020202020204" pitchFamily="2" charset="-78"/>
              <a:cs typeface="Aldhabi" panose="020B0604020202020204" pitchFamily="2" charset="-78"/>
            </a:endParaRPr>
          </a:p>
        </p:txBody>
      </p:sp>
      <p:sp>
        <p:nvSpPr>
          <p:cNvPr id="3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F4449D6-0AFA-F3ED-8312-9772AF8D4647}"/>
              </a:ext>
            </a:extLst>
          </p:cNvPr>
          <p:cNvSpPr/>
          <p:nvPr/>
        </p:nvSpPr>
        <p:spPr>
          <a:xfrm>
            <a:off x="8954897" y="3968973"/>
            <a:ext cx="1186331" cy="6017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8D9C22C-FFA5-BFA9-6C98-A6455D138FEF}"/>
              </a:ext>
            </a:extLst>
          </p:cNvPr>
          <p:cNvSpPr/>
          <p:nvPr/>
        </p:nvSpPr>
        <p:spPr>
          <a:xfrm>
            <a:off x="9139601" y="4678847"/>
            <a:ext cx="1186331" cy="6017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199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FC2725-3F72-501A-09A5-7B2F7EBF0ED4}"/>
              </a:ext>
            </a:extLst>
          </p:cNvPr>
          <p:cNvSpPr/>
          <p:nvPr/>
        </p:nvSpPr>
        <p:spPr>
          <a:xfrm>
            <a:off x="2269436" y="1572869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EF50CB-7CD7-5C36-0C38-967F26343AF2}"/>
              </a:ext>
            </a:extLst>
          </p:cNvPr>
          <p:cNvSpPr/>
          <p:nvPr/>
        </p:nvSpPr>
        <p:spPr>
          <a:xfrm>
            <a:off x="2269436" y="1562930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FE9F91-E27D-EA17-81F9-00D781566D08}"/>
              </a:ext>
            </a:extLst>
          </p:cNvPr>
          <p:cNvSpPr/>
          <p:nvPr/>
        </p:nvSpPr>
        <p:spPr>
          <a:xfrm>
            <a:off x="2269436" y="1975404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84058E-57E6-718C-D723-779A058346E7}"/>
              </a:ext>
            </a:extLst>
          </p:cNvPr>
          <p:cNvSpPr/>
          <p:nvPr/>
        </p:nvSpPr>
        <p:spPr>
          <a:xfrm>
            <a:off x="2269436" y="1965465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BCCFB4-F036-6416-260D-110283B478AF}"/>
              </a:ext>
            </a:extLst>
          </p:cNvPr>
          <p:cNvSpPr/>
          <p:nvPr/>
        </p:nvSpPr>
        <p:spPr>
          <a:xfrm>
            <a:off x="2269436" y="2377939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263A41-E038-CD25-A98C-69C91338068B}"/>
              </a:ext>
            </a:extLst>
          </p:cNvPr>
          <p:cNvSpPr/>
          <p:nvPr/>
        </p:nvSpPr>
        <p:spPr>
          <a:xfrm>
            <a:off x="2269436" y="2368000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E8B499-153C-2DD6-AD00-F53F6943DE2E}"/>
              </a:ext>
            </a:extLst>
          </p:cNvPr>
          <p:cNvSpPr/>
          <p:nvPr/>
        </p:nvSpPr>
        <p:spPr>
          <a:xfrm>
            <a:off x="2269436" y="2780473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5973E5-7095-5FB6-5ADB-D9BECDED2E07}"/>
              </a:ext>
            </a:extLst>
          </p:cNvPr>
          <p:cNvSpPr/>
          <p:nvPr/>
        </p:nvSpPr>
        <p:spPr>
          <a:xfrm>
            <a:off x="2269436" y="2770534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40A50D-101D-FEB5-BE48-BF7CE287C651}"/>
              </a:ext>
            </a:extLst>
          </p:cNvPr>
          <p:cNvSpPr/>
          <p:nvPr/>
        </p:nvSpPr>
        <p:spPr>
          <a:xfrm>
            <a:off x="2269436" y="3183008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17EF68-BEA2-2EB4-367D-ABFD89546A53}"/>
              </a:ext>
            </a:extLst>
          </p:cNvPr>
          <p:cNvSpPr/>
          <p:nvPr/>
        </p:nvSpPr>
        <p:spPr>
          <a:xfrm>
            <a:off x="2269436" y="3173069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61A76F-51A8-41A7-B31E-9BB46231C1B2}"/>
              </a:ext>
            </a:extLst>
          </p:cNvPr>
          <p:cNvSpPr/>
          <p:nvPr/>
        </p:nvSpPr>
        <p:spPr>
          <a:xfrm>
            <a:off x="2269436" y="3585543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6386A1-3586-E53B-D638-E8D052BB7ACC}"/>
              </a:ext>
            </a:extLst>
          </p:cNvPr>
          <p:cNvSpPr/>
          <p:nvPr/>
        </p:nvSpPr>
        <p:spPr>
          <a:xfrm>
            <a:off x="2269436" y="3575604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268B3D-E75A-EA2F-D22C-2D0C094C60C7}"/>
              </a:ext>
            </a:extLst>
          </p:cNvPr>
          <p:cNvSpPr/>
          <p:nvPr/>
        </p:nvSpPr>
        <p:spPr>
          <a:xfrm>
            <a:off x="2269436" y="3988078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35F4DF-F483-56A5-D443-236A29FA0D2A}"/>
              </a:ext>
            </a:extLst>
          </p:cNvPr>
          <p:cNvSpPr/>
          <p:nvPr/>
        </p:nvSpPr>
        <p:spPr>
          <a:xfrm>
            <a:off x="2269436" y="3978139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A637A5-661C-57C6-6B8C-4AB33011D57C}"/>
              </a:ext>
            </a:extLst>
          </p:cNvPr>
          <p:cNvSpPr/>
          <p:nvPr/>
        </p:nvSpPr>
        <p:spPr>
          <a:xfrm>
            <a:off x="2269436" y="4390612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5B85E8-A1A0-9778-6245-BEF63F206C3C}"/>
              </a:ext>
            </a:extLst>
          </p:cNvPr>
          <p:cNvSpPr/>
          <p:nvPr/>
        </p:nvSpPr>
        <p:spPr>
          <a:xfrm>
            <a:off x="2269436" y="4380673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4D8F04-AB1E-C3EA-6195-96E57CA412BD}"/>
              </a:ext>
            </a:extLst>
          </p:cNvPr>
          <p:cNvSpPr/>
          <p:nvPr/>
        </p:nvSpPr>
        <p:spPr>
          <a:xfrm>
            <a:off x="2269436" y="4793147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49EACC-34E6-30B7-CEA2-CA7FD3F8B158}"/>
              </a:ext>
            </a:extLst>
          </p:cNvPr>
          <p:cNvSpPr/>
          <p:nvPr/>
        </p:nvSpPr>
        <p:spPr>
          <a:xfrm>
            <a:off x="2269436" y="4783208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8BC504F-CEC5-9865-7962-9D476D9DFDB0}"/>
              </a:ext>
            </a:extLst>
          </p:cNvPr>
          <p:cNvSpPr/>
          <p:nvPr/>
        </p:nvSpPr>
        <p:spPr>
          <a:xfrm>
            <a:off x="2269436" y="5195682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1F10A9-8116-E6FC-6181-A20349B64E53}"/>
              </a:ext>
            </a:extLst>
          </p:cNvPr>
          <p:cNvSpPr/>
          <p:nvPr/>
        </p:nvSpPr>
        <p:spPr>
          <a:xfrm>
            <a:off x="2269436" y="5185743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FCC7C7-8325-CB2C-895F-5F62A3C5D098}"/>
              </a:ext>
            </a:extLst>
          </p:cNvPr>
          <p:cNvSpPr txBox="1"/>
          <p:nvPr/>
        </p:nvSpPr>
        <p:spPr>
          <a:xfrm>
            <a:off x="3828093" y="3001960"/>
            <a:ext cx="5874025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q-AL" sz="4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TRESTËTIHRAK</a:t>
            </a:r>
            <a:endParaRPr lang="en-US" sz="4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762EDB-4BE1-6926-FBF1-6B07557CCB0B}"/>
              </a:ext>
            </a:extLst>
          </p:cNvPr>
          <p:cNvSpPr/>
          <p:nvPr/>
        </p:nvSpPr>
        <p:spPr>
          <a:xfrm>
            <a:off x="8342244" y="1314451"/>
            <a:ext cx="1759226" cy="93924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latin typeface="Aldhabi" panose="020B0604020202020204" pitchFamily="2" charset="-78"/>
                <a:cs typeface="Aldhabi" panose="020B0604020202020204" pitchFamily="2" charset="-78"/>
              </a:rPr>
              <a:t>LOJË FJALËSH</a:t>
            </a:r>
            <a:endParaRPr lang="en-US" sz="3000" dirty="0">
              <a:latin typeface="Aldhabi" panose="020B0604020202020204" pitchFamily="2" charset="-78"/>
              <a:cs typeface="Aldhabi" panose="020B0604020202020204" pitchFamily="2" charset="-78"/>
            </a:endParaRPr>
          </a:p>
        </p:txBody>
      </p:sp>
      <p:sp>
        <p:nvSpPr>
          <p:cNvPr id="4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7ADC967-F07C-DDBB-FA8E-A22C965165D3}"/>
              </a:ext>
            </a:extLst>
          </p:cNvPr>
          <p:cNvSpPr/>
          <p:nvPr/>
        </p:nvSpPr>
        <p:spPr>
          <a:xfrm>
            <a:off x="9004592" y="3788873"/>
            <a:ext cx="1186331" cy="6017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F9839C3-982A-CF17-1BC9-9678E60D2E32}"/>
              </a:ext>
            </a:extLst>
          </p:cNvPr>
          <p:cNvSpPr/>
          <p:nvPr/>
        </p:nvSpPr>
        <p:spPr>
          <a:xfrm>
            <a:off x="9139601" y="4678847"/>
            <a:ext cx="1186331" cy="6017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401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E2FCC7C7-8325-CB2C-895F-5F62A3C5D098}"/>
              </a:ext>
            </a:extLst>
          </p:cNvPr>
          <p:cNvSpPr txBox="1"/>
          <p:nvPr/>
        </p:nvSpPr>
        <p:spPr>
          <a:xfrm>
            <a:off x="2050773" y="2886544"/>
            <a:ext cx="75736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q-A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SHKRETËTIRAT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FC63D6-A0C2-C650-A90B-F9AE9919D554}"/>
              </a:ext>
            </a:extLst>
          </p:cNvPr>
          <p:cNvSpPr/>
          <p:nvPr/>
        </p:nvSpPr>
        <p:spPr>
          <a:xfrm>
            <a:off x="8342244" y="1314451"/>
            <a:ext cx="1759226" cy="93924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latin typeface="Aldhabi" panose="020B0604020202020204" pitchFamily="2" charset="-78"/>
                <a:cs typeface="Aldhabi" panose="020B0604020202020204" pitchFamily="2" charset="-78"/>
              </a:rPr>
              <a:t>LOJË FJALËSH</a:t>
            </a:r>
            <a:endParaRPr lang="en-US" sz="3000" dirty="0">
              <a:latin typeface="Aldhabi" panose="020B0604020202020204" pitchFamily="2" charset="-78"/>
              <a:cs typeface="Aldhabi" panose="020B0604020202020204" pitchFamily="2" charset="-78"/>
            </a:endParaRPr>
          </a:p>
        </p:txBody>
      </p:sp>
      <p:sp>
        <p:nvSpPr>
          <p:cNvPr id="3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CD2E779-E40E-6647-A9AF-6D62B1DB763C}"/>
              </a:ext>
            </a:extLst>
          </p:cNvPr>
          <p:cNvSpPr/>
          <p:nvPr/>
        </p:nvSpPr>
        <p:spPr>
          <a:xfrm>
            <a:off x="8954897" y="3879971"/>
            <a:ext cx="1186331" cy="6017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3DA81FB-7C07-4E3C-FA74-9542B7A54AF0}"/>
              </a:ext>
            </a:extLst>
          </p:cNvPr>
          <p:cNvSpPr/>
          <p:nvPr/>
        </p:nvSpPr>
        <p:spPr>
          <a:xfrm>
            <a:off x="9139601" y="4678847"/>
            <a:ext cx="1186331" cy="6017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359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FC2725-3F72-501A-09A5-7B2F7EBF0ED4}"/>
              </a:ext>
            </a:extLst>
          </p:cNvPr>
          <p:cNvSpPr/>
          <p:nvPr/>
        </p:nvSpPr>
        <p:spPr>
          <a:xfrm>
            <a:off x="2269436" y="1572869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EF50CB-7CD7-5C36-0C38-967F26343AF2}"/>
              </a:ext>
            </a:extLst>
          </p:cNvPr>
          <p:cNvSpPr/>
          <p:nvPr/>
        </p:nvSpPr>
        <p:spPr>
          <a:xfrm>
            <a:off x="2269436" y="1562930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FE9F91-E27D-EA17-81F9-00D781566D08}"/>
              </a:ext>
            </a:extLst>
          </p:cNvPr>
          <p:cNvSpPr/>
          <p:nvPr/>
        </p:nvSpPr>
        <p:spPr>
          <a:xfrm>
            <a:off x="2269436" y="1975404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84058E-57E6-718C-D723-779A058346E7}"/>
              </a:ext>
            </a:extLst>
          </p:cNvPr>
          <p:cNvSpPr/>
          <p:nvPr/>
        </p:nvSpPr>
        <p:spPr>
          <a:xfrm>
            <a:off x="2269436" y="1965465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BCCFB4-F036-6416-260D-110283B478AF}"/>
              </a:ext>
            </a:extLst>
          </p:cNvPr>
          <p:cNvSpPr/>
          <p:nvPr/>
        </p:nvSpPr>
        <p:spPr>
          <a:xfrm>
            <a:off x="2269436" y="2377939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263A41-E038-CD25-A98C-69C91338068B}"/>
              </a:ext>
            </a:extLst>
          </p:cNvPr>
          <p:cNvSpPr/>
          <p:nvPr/>
        </p:nvSpPr>
        <p:spPr>
          <a:xfrm>
            <a:off x="2269436" y="2368000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E8B499-153C-2DD6-AD00-F53F6943DE2E}"/>
              </a:ext>
            </a:extLst>
          </p:cNvPr>
          <p:cNvSpPr/>
          <p:nvPr/>
        </p:nvSpPr>
        <p:spPr>
          <a:xfrm>
            <a:off x="2269436" y="2780473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5973E5-7095-5FB6-5ADB-D9BECDED2E07}"/>
              </a:ext>
            </a:extLst>
          </p:cNvPr>
          <p:cNvSpPr/>
          <p:nvPr/>
        </p:nvSpPr>
        <p:spPr>
          <a:xfrm>
            <a:off x="2269436" y="2770534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40A50D-101D-FEB5-BE48-BF7CE287C651}"/>
              </a:ext>
            </a:extLst>
          </p:cNvPr>
          <p:cNvSpPr/>
          <p:nvPr/>
        </p:nvSpPr>
        <p:spPr>
          <a:xfrm>
            <a:off x="2269436" y="3183008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17EF68-BEA2-2EB4-367D-ABFD89546A53}"/>
              </a:ext>
            </a:extLst>
          </p:cNvPr>
          <p:cNvSpPr/>
          <p:nvPr/>
        </p:nvSpPr>
        <p:spPr>
          <a:xfrm>
            <a:off x="2269436" y="3173069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61A76F-51A8-41A7-B31E-9BB46231C1B2}"/>
              </a:ext>
            </a:extLst>
          </p:cNvPr>
          <p:cNvSpPr/>
          <p:nvPr/>
        </p:nvSpPr>
        <p:spPr>
          <a:xfrm>
            <a:off x="2269436" y="3585543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6386A1-3586-E53B-D638-E8D052BB7ACC}"/>
              </a:ext>
            </a:extLst>
          </p:cNvPr>
          <p:cNvSpPr/>
          <p:nvPr/>
        </p:nvSpPr>
        <p:spPr>
          <a:xfrm>
            <a:off x="2269436" y="3575604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268B3D-E75A-EA2F-D22C-2D0C094C60C7}"/>
              </a:ext>
            </a:extLst>
          </p:cNvPr>
          <p:cNvSpPr/>
          <p:nvPr/>
        </p:nvSpPr>
        <p:spPr>
          <a:xfrm>
            <a:off x="2269436" y="3988078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35F4DF-F483-56A5-D443-236A29FA0D2A}"/>
              </a:ext>
            </a:extLst>
          </p:cNvPr>
          <p:cNvSpPr/>
          <p:nvPr/>
        </p:nvSpPr>
        <p:spPr>
          <a:xfrm>
            <a:off x="2269436" y="3978139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A637A5-661C-57C6-6B8C-4AB33011D57C}"/>
              </a:ext>
            </a:extLst>
          </p:cNvPr>
          <p:cNvSpPr/>
          <p:nvPr/>
        </p:nvSpPr>
        <p:spPr>
          <a:xfrm>
            <a:off x="2269436" y="4390612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5B85E8-A1A0-9778-6245-BEF63F206C3C}"/>
              </a:ext>
            </a:extLst>
          </p:cNvPr>
          <p:cNvSpPr/>
          <p:nvPr/>
        </p:nvSpPr>
        <p:spPr>
          <a:xfrm>
            <a:off x="2269436" y="4380673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4D8F04-AB1E-C3EA-6195-96E57CA412BD}"/>
              </a:ext>
            </a:extLst>
          </p:cNvPr>
          <p:cNvSpPr/>
          <p:nvPr/>
        </p:nvSpPr>
        <p:spPr>
          <a:xfrm>
            <a:off x="2269436" y="4793147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49EACC-34E6-30B7-CEA2-CA7FD3F8B158}"/>
              </a:ext>
            </a:extLst>
          </p:cNvPr>
          <p:cNvSpPr/>
          <p:nvPr/>
        </p:nvSpPr>
        <p:spPr>
          <a:xfrm>
            <a:off x="2269436" y="4783208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8BC504F-CEC5-9865-7962-9D476D9DFDB0}"/>
              </a:ext>
            </a:extLst>
          </p:cNvPr>
          <p:cNvSpPr/>
          <p:nvPr/>
        </p:nvSpPr>
        <p:spPr>
          <a:xfrm>
            <a:off x="2269436" y="5195682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1F10A9-8116-E6FC-6181-A20349B64E53}"/>
              </a:ext>
            </a:extLst>
          </p:cNvPr>
          <p:cNvSpPr/>
          <p:nvPr/>
        </p:nvSpPr>
        <p:spPr>
          <a:xfrm>
            <a:off x="2269436" y="5185743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FCC7C7-8325-CB2C-895F-5F62A3C5D098}"/>
              </a:ext>
            </a:extLst>
          </p:cNvPr>
          <p:cNvSpPr txBox="1"/>
          <p:nvPr/>
        </p:nvSpPr>
        <p:spPr>
          <a:xfrm>
            <a:off x="4525618" y="2932711"/>
            <a:ext cx="4293704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TINAOPAL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762EDB-4BE1-6926-FBF1-6B07557CCB0B}"/>
              </a:ext>
            </a:extLst>
          </p:cNvPr>
          <p:cNvSpPr/>
          <p:nvPr/>
        </p:nvSpPr>
        <p:spPr>
          <a:xfrm>
            <a:off x="8342244" y="1314451"/>
            <a:ext cx="1759226" cy="93924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latin typeface="Aldhabi" panose="020B0604020202020204" pitchFamily="2" charset="-78"/>
                <a:cs typeface="Aldhabi" panose="020B0604020202020204" pitchFamily="2" charset="-78"/>
              </a:rPr>
              <a:t>LOJË FJALËSH</a:t>
            </a:r>
            <a:endParaRPr lang="en-US" sz="3000" dirty="0">
              <a:latin typeface="Aldhabi" panose="020B0604020202020204" pitchFamily="2" charset="-78"/>
              <a:cs typeface="Aldhabi" panose="020B0604020202020204" pitchFamily="2" charset="-78"/>
            </a:endParaRPr>
          </a:p>
        </p:txBody>
      </p:sp>
      <p:sp>
        <p:nvSpPr>
          <p:cNvPr id="4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7ADC967-F07C-DDBB-FA8E-A22C965165D3}"/>
              </a:ext>
            </a:extLst>
          </p:cNvPr>
          <p:cNvSpPr/>
          <p:nvPr/>
        </p:nvSpPr>
        <p:spPr>
          <a:xfrm>
            <a:off x="9004592" y="3788873"/>
            <a:ext cx="1186331" cy="6017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F9839C3-982A-CF17-1BC9-9678E60D2E32}"/>
              </a:ext>
            </a:extLst>
          </p:cNvPr>
          <p:cNvSpPr/>
          <p:nvPr/>
        </p:nvSpPr>
        <p:spPr>
          <a:xfrm>
            <a:off x="9139601" y="4678847"/>
            <a:ext cx="1186331" cy="6017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649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E2FCC7C7-8325-CB2C-895F-5F62A3C5D098}"/>
              </a:ext>
            </a:extLst>
          </p:cNvPr>
          <p:cNvSpPr txBox="1"/>
          <p:nvPr/>
        </p:nvSpPr>
        <p:spPr>
          <a:xfrm>
            <a:off x="2050773" y="2886544"/>
            <a:ext cx="75736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ANTILOPA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FC63D6-A0C2-C650-A90B-F9AE9919D554}"/>
              </a:ext>
            </a:extLst>
          </p:cNvPr>
          <p:cNvSpPr/>
          <p:nvPr/>
        </p:nvSpPr>
        <p:spPr>
          <a:xfrm>
            <a:off x="8342244" y="1314451"/>
            <a:ext cx="1759226" cy="93924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latin typeface="Aldhabi" panose="020B0604020202020204" pitchFamily="2" charset="-78"/>
                <a:cs typeface="Aldhabi" panose="020B0604020202020204" pitchFamily="2" charset="-78"/>
              </a:rPr>
              <a:t>LOJË FJALËSH</a:t>
            </a:r>
            <a:endParaRPr lang="en-US" sz="3000" dirty="0">
              <a:latin typeface="Aldhabi" panose="020B0604020202020204" pitchFamily="2" charset="-78"/>
              <a:cs typeface="Aldhabi" panose="020B0604020202020204" pitchFamily="2" charset="-78"/>
            </a:endParaRPr>
          </a:p>
        </p:txBody>
      </p:sp>
      <p:sp>
        <p:nvSpPr>
          <p:cNvPr id="3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CD2E779-E40E-6647-A9AF-6D62B1DB763C}"/>
              </a:ext>
            </a:extLst>
          </p:cNvPr>
          <p:cNvSpPr/>
          <p:nvPr/>
        </p:nvSpPr>
        <p:spPr>
          <a:xfrm>
            <a:off x="8954897" y="3879971"/>
            <a:ext cx="1186331" cy="6017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3DA81FB-7C07-4E3C-FA74-9542B7A54AF0}"/>
              </a:ext>
            </a:extLst>
          </p:cNvPr>
          <p:cNvSpPr/>
          <p:nvPr/>
        </p:nvSpPr>
        <p:spPr>
          <a:xfrm>
            <a:off x="9139601" y="4678847"/>
            <a:ext cx="1186331" cy="6017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803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FC2725-3F72-501A-09A5-7B2F7EBF0ED4}"/>
              </a:ext>
            </a:extLst>
          </p:cNvPr>
          <p:cNvSpPr/>
          <p:nvPr/>
        </p:nvSpPr>
        <p:spPr>
          <a:xfrm>
            <a:off x="2269436" y="1572869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EF50CB-7CD7-5C36-0C38-967F26343AF2}"/>
              </a:ext>
            </a:extLst>
          </p:cNvPr>
          <p:cNvSpPr/>
          <p:nvPr/>
        </p:nvSpPr>
        <p:spPr>
          <a:xfrm>
            <a:off x="2269436" y="1562930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FE9F91-E27D-EA17-81F9-00D781566D08}"/>
              </a:ext>
            </a:extLst>
          </p:cNvPr>
          <p:cNvSpPr/>
          <p:nvPr/>
        </p:nvSpPr>
        <p:spPr>
          <a:xfrm>
            <a:off x="2269436" y="1975404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84058E-57E6-718C-D723-779A058346E7}"/>
              </a:ext>
            </a:extLst>
          </p:cNvPr>
          <p:cNvSpPr/>
          <p:nvPr/>
        </p:nvSpPr>
        <p:spPr>
          <a:xfrm>
            <a:off x="2269436" y="1965465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BCCFB4-F036-6416-260D-110283B478AF}"/>
              </a:ext>
            </a:extLst>
          </p:cNvPr>
          <p:cNvSpPr/>
          <p:nvPr/>
        </p:nvSpPr>
        <p:spPr>
          <a:xfrm>
            <a:off x="2269436" y="2377939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263A41-E038-CD25-A98C-69C91338068B}"/>
              </a:ext>
            </a:extLst>
          </p:cNvPr>
          <p:cNvSpPr/>
          <p:nvPr/>
        </p:nvSpPr>
        <p:spPr>
          <a:xfrm>
            <a:off x="2269436" y="2368000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E8B499-153C-2DD6-AD00-F53F6943DE2E}"/>
              </a:ext>
            </a:extLst>
          </p:cNvPr>
          <p:cNvSpPr/>
          <p:nvPr/>
        </p:nvSpPr>
        <p:spPr>
          <a:xfrm>
            <a:off x="2269436" y="2780473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5973E5-7095-5FB6-5ADB-D9BECDED2E07}"/>
              </a:ext>
            </a:extLst>
          </p:cNvPr>
          <p:cNvSpPr/>
          <p:nvPr/>
        </p:nvSpPr>
        <p:spPr>
          <a:xfrm>
            <a:off x="2269436" y="2770534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40A50D-101D-FEB5-BE48-BF7CE287C651}"/>
              </a:ext>
            </a:extLst>
          </p:cNvPr>
          <p:cNvSpPr/>
          <p:nvPr/>
        </p:nvSpPr>
        <p:spPr>
          <a:xfrm>
            <a:off x="2269436" y="3183008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17EF68-BEA2-2EB4-367D-ABFD89546A53}"/>
              </a:ext>
            </a:extLst>
          </p:cNvPr>
          <p:cNvSpPr/>
          <p:nvPr/>
        </p:nvSpPr>
        <p:spPr>
          <a:xfrm>
            <a:off x="2269436" y="3173069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61A76F-51A8-41A7-B31E-9BB46231C1B2}"/>
              </a:ext>
            </a:extLst>
          </p:cNvPr>
          <p:cNvSpPr/>
          <p:nvPr/>
        </p:nvSpPr>
        <p:spPr>
          <a:xfrm>
            <a:off x="2269436" y="3585543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6386A1-3586-E53B-D638-E8D052BB7ACC}"/>
              </a:ext>
            </a:extLst>
          </p:cNvPr>
          <p:cNvSpPr/>
          <p:nvPr/>
        </p:nvSpPr>
        <p:spPr>
          <a:xfrm>
            <a:off x="2269436" y="3575604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268B3D-E75A-EA2F-D22C-2D0C094C60C7}"/>
              </a:ext>
            </a:extLst>
          </p:cNvPr>
          <p:cNvSpPr/>
          <p:nvPr/>
        </p:nvSpPr>
        <p:spPr>
          <a:xfrm>
            <a:off x="2269436" y="3988078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35F4DF-F483-56A5-D443-236A29FA0D2A}"/>
              </a:ext>
            </a:extLst>
          </p:cNvPr>
          <p:cNvSpPr/>
          <p:nvPr/>
        </p:nvSpPr>
        <p:spPr>
          <a:xfrm>
            <a:off x="2269436" y="3978139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A637A5-661C-57C6-6B8C-4AB33011D57C}"/>
              </a:ext>
            </a:extLst>
          </p:cNvPr>
          <p:cNvSpPr/>
          <p:nvPr/>
        </p:nvSpPr>
        <p:spPr>
          <a:xfrm>
            <a:off x="2269436" y="4390612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5B85E8-A1A0-9778-6245-BEF63F206C3C}"/>
              </a:ext>
            </a:extLst>
          </p:cNvPr>
          <p:cNvSpPr/>
          <p:nvPr/>
        </p:nvSpPr>
        <p:spPr>
          <a:xfrm>
            <a:off x="2269436" y="4380673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4D8F04-AB1E-C3EA-6195-96E57CA412BD}"/>
              </a:ext>
            </a:extLst>
          </p:cNvPr>
          <p:cNvSpPr/>
          <p:nvPr/>
        </p:nvSpPr>
        <p:spPr>
          <a:xfrm>
            <a:off x="2269436" y="4793147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49EACC-34E6-30B7-CEA2-CA7FD3F8B158}"/>
              </a:ext>
            </a:extLst>
          </p:cNvPr>
          <p:cNvSpPr/>
          <p:nvPr/>
        </p:nvSpPr>
        <p:spPr>
          <a:xfrm>
            <a:off x="2269436" y="4783208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8BC504F-CEC5-9865-7962-9D476D9DFDB0}"/>
              </a:ext>
            </a:extLst>
          </p:cNvPr>
          <p:cNvSpPr/>
          <p:nvPr/>
        </p:nvSpPr>
        <p:spPr>
          <a:xfrm>
            <a:off x="2269436" y="5195682"/>
            <a:ext cx="1272209" cy="28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1F10A9-8116-E6FC-6181-A20349B64E53}"/>
              </a:ext>
            </a:extLst>
          </p:cNvPr>
          <p:cNvSpPr/>
          <p:nvPr/>
        </p:nvSpPr>
        <p:spPr>
          <a:xfrm>
            <a:off x="2269436" y="5185743"/>
            <a:ext cx="1272209" cy="288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FCC7C7-8325-CB2C-895F-5F62A3C5D098}"/>
              </a:ext>
            </a:extLst>
          </p:cNvPr>
          <p:cNvSpPr txBox="1"/>
          <p:nvPr/>
        </p:nvSpPr>
        <p:spPr>
          <a:xfrm>
            <a:off x="3931497" y="2924589"/>
            <a:ext cx="5184651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DHAHU DU SHEKU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762EDB-4BE1-6926-FBF1-6B07557CCB0B}"/>
              </a:ext>
            </a:extLst>
          </p:cNvPr>
          <p:cNvSpPr/>
          <p:nvPr/>
        </p:nvSpPr>
        <p:spPr>
          <a:xfrm>
            <a:off x="8342244" y="1314451"/>
            <a:ext cx="1759226" cy="93924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latin typeface="Aldhabi" panose="020B0604020202020204" pitchFamily="2" charset="-78"/>
                <a:cs typeface="Aldhabi" panose="020B0604020202020204" pitchFamily="2" charset="-78"/>
              </a:rPr>
              <a:t>LOJË FJALËSH</a:t>
            </a:r>
            <a:endParaRPr lang="en-US" sz="3000" dirty="0">
              <a:latin typeface="Aldhabi" panose="020B0604020202020204" pitchFamily="2" charset="-78"/>
              <a:cs typeface="Aldhabi" panose="020B0604020202020204" pitchFamily="2" charset="-78"/>
            </a:endParaRPr>
          </a:p>
        </p:txBody>
      </p:sp>
      <p:sp>
        <p:nvSpPr>
          <p:cNvPr id="4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7ADC967-F07C-DDBB-FA8E-A22C965165D3}"/>
              </a:ext>
            </a:extLst>
          </p:cNvPr>
          <p:cNvSpPr/>
          <p:nvPr/>
        </p:nvSpPr>
        <p:spPr>
          <a:xfrm>
            <a:off x="9004592" y="3788873"/>
            <a:ext cx="1186331" cy="6017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F9839C3-982A-CF17-1BC9-9678E60D2E32}"/>
              </a:ext>
            </a:extLst>
          </p:cNvPr>
          <p:cNvSpPr/>
          <p:nvPr/>
        </p:nvSpPr>
        <p:spPr>
          <a:xfrm>
            <a:off x="9139601" y="4678847"/>
            <a:ext cx="1186331" cy="6017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8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E2FCC7C7-8325-CB2C-895F-5F62A3C5D098}"/>
              </a:ext>
            </a:extLst>
          </p:cNvPr>
          <p:cNvSpPr txBox="1"/>
          <p:nvPr/>
        </p:nvSpPr>
        <p:spPr>
          <a:xfrm>
            <a:off x="2050773" y="2886544"/>
            <a:ext cx="757361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AHU DHE DUSHKU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FC63D6-A0C2-C650-A90B-F9AE9919D554}"/>
              </a:ext>
            </a:extLst>
          </p:cNvPr>
          <p:cNvSpPr/>
          <p:nvPr/>
        </p:nvSpPr>
        <p:spPr>
          <a:xfrm>
            <a:off x="8342244" y="1314451"/>
            <a:ext cx="1759226" cy="93924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000" dirty="0">
                <a:latin typeface="Aldhabi" panose="020B0604020202020204" pitchFamily="2" charset="-78"/>
                <a:cs typeface="Aldhabi" panose="020B0604020202020204" pitchFamily="2" charset="-78"/>
              </a:rPr>
              <a:t>LOJË FJALËSH</a:t>
            </a:r>
            <a:endParaRPr lang="en-US" sz="3000" dirty="0">
              <a:latin typeface="Aldhabi" panose="020B0604020202020204" pitchFamily="2" charset="-78"/>
              <a:cs typeface="Aldhabi" panose="020B0604020202020204" pitchFamily="2" charset="-78"/>
            </a:endParaRPr>
          </a:p>
        </p:txBody>
      </p:sp>
      <p:sp>
        <p:nvSpPr>
          <p:cNvPr id="3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CD2E779-E40E-6647-A9AF-6D62B1DB763C}"/>
              </a:ext>
            </a:extLst>
          </p:cNvPr>
          <p:cNvSpPr/>
          <p:nvPr/>
        </p:nvSpPr>
        <p:spPr>
          <a:xfrm>
            <a:off x="8954897" y="3879971"/>
            <a:ext cx="1186331" cy="6017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3DA81FB-7C07-4E3C-FA74-9542B7A54AF0}"/>
              </a:ext>
            </a:extLst>
          </p:cNvPr>
          <p:cNvSpPr/>
          <p:nvPr/>
        </p:nvSpPr>
        <p:spPr>
          <a:xfrm>
            <a:off x="9139601" y="4678847"/>
            <a:ext cx="1186331" cy="6017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613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14A0C39-AD0A-0B86-646D-683D1888FDCE}"/>
              </a:ext>
            </a:extLst>
          </p:cNvPr>
          <p:cNvSpPr/>
          <p:nvPr/>
        </p:nvSpPr>
        <p:spPr>
          <a:xfrm>
            <a:off x="606252" y="3322132"/>
            <a:ext cx="1086547" cy="6017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Kthehu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sq-AL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në fillim</a:t>
            </a:r>
            <a:endParaRPr kumimoji="0" lang="sq-XK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4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CAB2628-3E7F-D0A7-3E80-491A2AD41D2C}"/>
              </a:ext>
            </a:extLst>
          </p:cNvPr>
          <p:cNvSpPr/>
          <p:nvPr/>
        </p:nvSpPr>
        <p:spPr>
          <a:xfrm>
            <a:off x="606251" y="4310032"/>
            <a:ext cx="1086547" cy="6017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Vazhdo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B7B5266-1B6B-2A3C-CFBC-372FE0188AA8}"/>
              </a:ext>
            </a:extLst>
          </p:cNvPr>
          <p:cNvSpPr/>
          <p:nvPr/>
        </p:nvSpPr>
        <p:spPr>
          <a:xfrm>
            <a:off x="1149524" y="775021"/>
            <a:ext cx="5772399" cy="136851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20B0604020202020204" pitchFamily="2" charset="-78"/>
                <a:ea typeface="+mn-ea"/>
                <a:cs typeface="Aldhabi" panose="020B0604020202020204" pitchFamily="2" charset="-78"/>
              </a:rPr>
              <a:t>GJEJ FRAZËN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dhabi" panose="020B0604020202020204" pitchFamily="2" charset="-78"/>
              <a:ea typeface="+mn-ea"/>
              <a:cs typeface="Aldhabi" panose="020B06040202020202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861681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">
            <a:extLst>
              <a:ext uri="{FF2B5EF4-FFF2-40B4-BE49-F238E27FC236}">
                <a16:creationId xmlns:a16="http://schemas.microsoft.com/office/drawing/2014/main" id="{606A89B5-0B52-BFE9-3292-2D70D020B49A}"/>
              </a:ext>
            </a:extLst>
          </p:cNvPr>
          <p:cNvSpPr/>
          <p:nvPr/>
        </p:nvSpPr>
        <p:spPr>
          <a:xfrm>
            <a:off x="2517915" y="1038635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B">
            <a:extLst>
              <a:ext uri="{FF2B5EF4-FFF2-40B4-BE49-F238E27FC236}">
                <a16:creationId xmlns:a16="http://schemas.microsoft.com/office/drawing/2014/main" id="{1D797C57-D75A-57DA-D559-AA7FEBB32ACA}"/>
              </a:ext>
            </a:extLst>
          </p:cNvPr>
          <p:cNvSpPr/>
          <p:nvPr/>
        </p:nvSpPr>
        <p:spPr>
          <a:xfrm>
            <a:off x="3203714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C">
            <a:extLst>
              <a:ext uri="{FF2B5EF4-FFF2-40B4-BE49-F238E27FC236}">
                <a16:creationId xmlns:a16="http://schemas.microsoft.com/office/drawing/2014/main" id="{319CAA0E-CBEE-30AB-C1D3-0CC823DBA8F6}"/>
              </a:ext>
            </a:extLst>
          </p:cNvPr>
          <p:cNvSpPr/>
          <p:nvPr/>
        </p:nvSpPr>
        <p:spPr>
          <a:xfrm>
            <a:off x="3889514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Ç">
            <a:extLst>
              <a:ext uri="{FF2B5EF4-FFF2-40B4-BE49-F238E27FC236}">
                <a16:creationId xmlns:a16="http://schemas.microsoft.com/office/drawing/2014/main" id="{DFCE9167-2939-4843-9C4A-8EA2B893D87E}"/>
              </a:ext>
            </a:extLst>
          </p:cNvPr>
          <p:cNvSpPr/>
          <p:nvPr/>
        </p:nvSpPr>
        <p:spPr>
          <a:xfrm>
            <a:off x="4575313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D">
            <a:extLst>
              <a:ext uri="{FF2B5EF4-FFF2-40B4-BE49-F238E27FC236}">
                <a16:creationId xmlns:a16="http://schemas.microsoft.com/office/drawing/2014/main" id="{B52962E2-93E2-A318-C07C-579656A02B3F}"/>
              </a:ext>
            </a:extLst>
          </p:cNvPr>
          <p:cNvSpPr/>
          <p:nvPr/>
        </p:nvSpPr>
        <p:spPr>
          <a:xfrm>
            <a:off x="5261112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DH">
            <a:extLst>
              <a:ext uri="{FF2B5EF4-FFF2-40B4-BE49-F238E27FC236}">
                <a16:creationId xmlns:a16="http://schemas.microsoft.com/office/drawing/2014/main" id="{ADF2E653-303C-7973-F886-A31FCE6FD22D}"/>
              </a:ext>
            </a:extLst>
          </p:cNvPr>
          <p:cNvSpPr/>
          <p:nvPr/>
        </p:nvSpPr>
        <p:spPr>
          <a:xfrm>
            <a:off x="5946911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E">
            <a:extLst>
              <a:ext uri="{FF2B5EF4-FFF2-40B4-BE49-F238E27FC236}">
                <a16:creationId xmlns:a16="http://schemas.microsoft.com/office/drawing/2014/main" id="{5C538432-8755-DE6A-C3EC-DBB43EEDBE2C}"/>
              </a:ext>
            </a:extLst>
          </p:cNvPr>
          <p:cNvSpPr/>
          <p:nvPr/>
        </p:nvSpPr>
        <p:spPr>
          <a:xfrm>
            <a:off x="6632710" y="1053550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Ë">
            <a:extLst>
              <a:ext uri="{FF2B5EF4-FFF2-40B4-BE49-F238E27FC236}">
                <a16:creationId xmlns:a16="http://schemas.microsoft.com/office/drawing/2014/main" id="{5FA49FAB-35B3-CC49-AA51-B5832780B76E}"/>
              </a:ext>
            </a:extLst>
          </p:cNvPr>
          <p:cNvSpPr/>
          <p:nvPr/>
        </p:nvSpPr>
        <p:spPr>
          <a:xfrm>
            <a:off x="7318510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F">
            <a:extLst>
              <a:ext uri="{FF2B5EF4-FFF2-40B4-BE49-F238E27FC236}">
                <a16:creationId xmlns:a16="http://schemas.microsoft.com/office/drawing/2014/main" id="{091B041A-A3DA-8ADA-C97B-7316B5CBFD10}"/>
              </a:ext>
            </a:extLst>
          </p:cNvPr>
          <p:cNvSpPr/>
          <p:nvPr/>
        </p:nvSpPr>
        <p:spPr>
          <a:xfrm>
            <a:off x="8004309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G">
            <a:extLst>
              <a:ext uri="{FF2B5EF4-FFF2-40B4-BE49-F238E27FC236}">
                <a16:creationId xmlns:a16="http://schemas.microsoft.com/office/drawing/2014/main" id="{DCA0BA8C-4E04-97C6-AACD-CECF2C4B5F7C}"/>
              </a:ext>
            </a:extLst>
          </p:cNvPr>
          <p:cNvSpPr/>
          <p:nvPr/>
        </p:nvSpPr>
        <p:spPr>
          <a:xfrm>
            <a:off x="8690108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GJ">
            <a:extLst>
              <a:ext uri="{FF2B5EF4-FFF2-40B4-BE49-F238E27FC236}">
                <a16:creationId xmlns:a16="http://schemas.microsoft.com/office/drawing/2014/main" id="{28B86291-404C-B9DE-AD4B-2861012CA757}"/>
              </a:ext>
            </a:extLst>
          </p:cNvPr>
          <p:cNvSpPr/>
          <p:nvPr/>
        </p:nvSpPr>
        <p:spPr>
          <a:xfrm>
            <a:off x="9375908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H">
            <a:extLst>
              <a:ext uri="{FF2B5EF4-FFF2-40B4-BE49-F238E27FC236}">
                <a16:creationId xmlns:a16="http://schemas.microsoft.com/office/drawing/2014/main" id="{0C49EAC2-DB38-8EB9-98F2-28FCF6FDB83A}"/>
              </a:ext>
            </a:extLst>
          </p:cNvPr>
          <p:cNvSpPr/>
          <p:nvPr/>
        </p:nvSpPr>
        <p:spPr>
          <a:xfrm>
            <a:off x="10061707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I">
            <a:extLst>
              <a:ext uri="{FF2B5EF4-FFF2-40B4-BE49-F238E27FC236}">
                <a16:creationId xmlns:a16="http://schemas.microsoft.com/office/drawing/2014/main" id="{B0709C58-18BD-3BD2-936A-87678D988535}"/>
              </a:ext>
            </a:extLst>
          </p:cNvPr>
          <p:cNvSpPr/>
          <p:nvPr/>
        </p:nvSpPr>
        <p:spPr>
          <a:xfrm>
            <a:off x="2517915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J">
            <a:extLst>
              <a:ext uri="{FF2B5EF4-FFF2-40B4-BE49-F238E27FC236}">
                <a16:creationId xmlns:a16="http://schemas.microsoft.com/office/drawing/2014/main" id="{A57604B4-D669-A935-73B1-36ED0843F5E3}"/>
              </a:ext>
            </a:extLst>
          </p:cNvPr>
          <p:cNvSpPr/>
          <p:nvPr/>
        </p:nvSpPr>
        <p:spPr>
          <a:xfrm>
            <a:off x="3203714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K">
            <a:extLst>
              <a:ext uri="{FF2B5EF4-FFF2-40B4-BE49-F238E27FC236}">
                <a16:creationId xmlns:a16="http://schemas.microsoft.com/office/drawing/2014/main" id="{9EDC8344-1B24-198C-2EE7-DFAC1BE626F0}"/>
              </a:ext>
            </a:extLst>
          </p:cNvPr>
          <p:cNvSpPr/>
          <p:nvPr/>
        </p:nvSpPr>
        <p:spPr>
          <a:xfrm>
            <a:off x="3889514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" name="L">
            <a:extLst>
              <a:ext uri="{FF2B5EF4-FFF2-40B4-BE49-F238E27FC236}">
                <a16:creationId xmlns:a16="http://schemas.microsoft.com/office/drawing/2014/main" id="{A56B047F-866F-3DC4-8DE5-78A0873B2EF7}"/>
              </a:ext>
            </a:extLst>
          </p:cNvPr>
          <p:cNvSpPr/>
          <p:nvPr/>
        </p:nvSpPr>
        <p:spPr>
          <a:xfrm>
            <a:off x="4575313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" name="LL">
            <a:extLst>
              <a:ext uri="{FF2B5EF4-FFF2-40B4-BE49-F238E27FC236}">
                <a16:creationId xmlns:a16="http://schemas.microsoft.com/office/drawing/2014/main" id="{B2EA1284-CD70-2BB8-1574-726F7284427D}"/>
              </a:ext>
            </a:extLst>
          </p:cNvPr>
          <p:cNvSpPr/>
          <p:nvPr/>
        </p:nvSpPr>
        <p:spPr>
          <a:xfrm>
            <a:off x="5261112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1" name="M">
            <a:extLst>
              <a:ext uri="{FF2B5EF4-FFF2-40B4-BE49-F238E27FC236}">
                <a16:creationId xmlns:a16="http://schemas.microsoft.com/office/drawing/2014/main" id="{AA0E3EEC-00FC-86B5-6A5F-28F7E930F4E1}"/>
              </a:ext>
            </a:extLst>
          </p:cNvPr>
          <p:cNvSpPr/>
          <p:nvPr/>
        </p:nvSpPr>
        <p:spPr>
          <a:xfrm>
            <a:off x="5946911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" name="N">
            <a:extLst>
              <a:ext uri="{FF2B5EF4-FFF2-40B4-BE49-F238E27FC236}">
                <a16:creationId xmlns:a16="http://schemas.microsoft.com/office/drawing/2014/main" id="{5ED9F1C7-30FF-E5DB-668C-48C719F9DF4F}"/>
              </a:ext>
            </a:extLst>
          </p:cNvPr>
          <p:cNvSpPr/>
          <p:nvPr/>
        </p:nvSpPr>
        <p:spPr>
          <a:xfrm>
            <a:off x="6632711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" name="NJ">
            <a:extLst>
              <a:ext uri="{FF2B5EF4-FFF2-40B4-BE49-F238E27FC236}">
                <a16:creationId xmlns:a16="http://schemas.microsoft.com/office/drawing/2014/main" id="{EEDD3EBD-C51D-E59C-131D-17149C6842EF}"/>
              </a:ext>
            </a:extLst>
          </p:cNvPr>
          <p:cNvSpPr/>
          <p:nvPr/>
        </p:nvSpPr>
        <p:spPr>
          <a:xfrm>
            <a:off x="7318510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" name="O">
            <a:extLst>
              <a:ext uri="{FF2B5EF4-FFF2-40B4-BE49-F238E27FC236}">
                <a16:creationId xmlns:a16="http://schemas.microsoft.com/office/drawing/2014/main" id="{71E087F1-503F-F2BB-3E56-373FB7A145F2}"/>
              </a:ext>
            </a:extLst>
          </p:cNvPr>
          <p:cNvSpPr/>
          <p:nvPr/>
        </p:nvSpPr>
        <p:spPr>
          <a:xfrm>
            <a:off x="8004309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" name="P">
            <a:extLst>
              <a:ext uri="{FF2B5EF4-FFF2-40B4-BE49-F238E27FC236}">
                <a16:creationId xmlns:a16="http://schemas.microsoft.com/office/drawing/2014/main" id="{5B5A3B17-D0B4-ACA3-E5BC-77BC99A8A863}"/>
              </a:ext>
            </a:extLst>
          </p:cNvPr>
          <p:cNvSpPr/>
          <p:nvPr/>
        </p:nvSpPr>
        <p:spPr>
          <a:xfrm>
            <a:off x="8690108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" name="Q">
            <a:extLst>
              <a:ext uri="{FF2B5EF4-FFF2-40B4-BE49-F238E27FC236}">
                <a16:creationId xmlns:a16="http://schemas.microsoft.com/office/drawing/2014/main" id="{B2C5BF45-322F-359B-F952-82B39922A824}"/>
              </a:ext>
            </a:extLst>
          </p:cNvPr>
          <p:cNvSpPr/>
          <p:nvPr/>
        </p:nvSpPr>
        <p:spPr>
          <a:xfrm>
            <a:off x="9375908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R">
            <a:extLst>
              <a:ext uri="{FF2B5EF4-FFF2-40B4-BE49-F238E27FC236}">
                <a16:creationId xmlns:a16="http://schemas.microsoft.com/office/drawing/2014/main" id="{DEB7D270-DB38-45CA-4906-9D2D1152395F}"/>
              </a:ext>
            </a:extLst>
          </p:cNvPr>
          <p:cNvSpPr/>
          <p:nvPr/>
        </p:nvSpPr>
        <p:spPr>
          <a:xfrm>
            <a:off x="10061707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8" name="RR">
            <a:extLst>
              <a:ext uri="{FF2B5EF4-FFF2-40B4-BE49-F238E27FC236}">
                <a16:creationId xmlns:a16="http://schemas.microsoft.com/office/drawing/2014/main" id="{04261364-8BFE-E3B5-481C-2274D5F3B486}"/>
              </a:ext>
            </a:extLst>
          </p:cNvPr>
          <p:cNvSpPr/>
          <p:nvPr/>
        </p:nvSpPr>
        <p:spPr>
          <a:xfrm>
            <a:off x="2517915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9" name="S">
            <a:extLst>
              <a:ext uri="{FF2B5EF4-FFF2-40B4-BE49-F238E27FC236}">
                <a16:creationId xmlns:a16="http://schemas.microsoft.com/office/drawing/2014/main" id="{41E4D267-AE9E-D1C8-9E40-90B005AD4000}"/>
              </a:ext>
            </a:extLst>
          </p:cNvPr>
          <p:cNvSpPr/>
          <p:nvPr/>
        </p:nvSpPr>
        <p:spPr>
          <a:xfrm>
            <a:off x="3203714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0" name="SH">
            <a:extLst>
              <a:ext uri="{FF2B5EF4-FFF2-40B4-BE49-F238E27FC236}">
                <a16:creationId xmlns:a16="http://schemas.microsoft.com/office/drawing/2014/main" id="{9B1D0693-572C-E340-F35A-1D4950A1FC5E}"/>
              </a:ext>
            </a:extLst>
          </p:cNvPr>
          <p:cNvSpPr/>
          <p:nvPr/>
        </p:nvSpPr>
        <p:spPr>
          <a:xfrm>
            <a:off x="3889514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1" name="T">
            <a:extLst>
              <a:ext uri="{FF2B5EF4-FFF2-40B4-BE49-F238E27FC236}">
                <a16:creationId xmlns:a16="http://schemas.microsoft.com/office/drawing/2014/main" id="{F43D884D-D460-82DD-B07D-F28D406C1949}"/>
              </a:ext>
            </a:extLst>
          </p:cNvPr>
          <p:cNvSpPr/>
          <p:nvPr/>
        </p:nvSpPr>
        <p:spPr>
          <a:xfrm>
            <a:off x="4575313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" name="TH">
            <a:extLst>
              <a:ext uri="{FF2B5EF4-FFF2-40B4-BE49-F238E27FC236}">
                <a16:creationId xmlns:a16="http://schemas.microsoft.com/office/drawing/2014/main" id="{E6A4BF7D-5B18-86E9-104C-7C7A5E9EE40D}"/>
              </a:ext>
            </a:extLst>
          </p:cNvPr>
          <p:cNvSpPr/>
          <p:nvPr/>
        </p:nvSpPr>
        <p:spPr>
          <a:xfrm>
            <a:off x="5261112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" name="U">
            <a:extLst>
              <a:ext uri="{FF2B5EF4-FFF2-40B4-BE49-F238E27FC236}">
                <a16:creationId xmlns:a16="http://schemas.microsoft.com/office/drawing/2014/main" id="{682A4564-1103-77B4-FD23-3FA5EB762D3E}"/>
              </a:ext>
            </a:extLst>
          </p:cNvPr>
          <p:cNvSpPr/>
          <p:nvPr/>
        </p:nvSpPr>
        <p:spPr>
          <a:xfrm>
            <a:off x="5946911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" name="V">
            <a:extLst>
              <a:ext uri="{FF2B5EF4-FFF2-40B4-BE49-F238E27FC236}">
                <a16:creationId xmlns:a16="http://schemas.microsoft.com/office/drawing/2014/main" id="{67586A16-E175-BF20-6E8C-C95A5571DF85}"/>
              </a:ext>
            </a:extLst>
          </p:cNvPr>
          <p:cNvSpPr/>
          <p:nvPr/>
        </p:nvSpPr>
        <p:spPr>
          <a:xfrm>
            <a:off x="6632711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" name="X">
            <a:extLst>
              <a:ext uri="{FF2B5EF4-FFF2-40B4-BE49-F238E27FC236}">
                <a16:creationId xmlns:a16="http://schemas.microsoft.com/office/drawing/2014/main" id="{F6A306B5-DD78-BF20-1240-DD866FDFFA4B}"/>
              </a:ext>
            </a:extLst>
          </p:cNvPr>
          <p:cNvSpPr/>
          <p:nvPr/>
        </p:nvSpPr>
        <p:spPr>
          <a:xfrm>
            <a:off x="7318510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6" name="XH">
            <a:extLst>
              <a:ext uri="{FF2B5EF4-FFF2-40B4-BE49-F238E27FC236}">
                <a16:creationId xmlns:a16="http://schemas.microsoft.com/office/drawing/2014/main" id="{433598BC-9126-A29C-DC92-4AEF3A7968B5}"/>
              </a:ext>
            </a:extLst>
          </p:cNvPr>
          <p:cNvSpPr/>
          <p:nvPr/>
        </p:nvSpPr>
        <p:spPr>
          <a:xfrm>
            <a:off x="8004309" y="2145593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7" name="Y">
            <a:extLst>
              <a:ext uri="{FF2B5EF4-FFF2-40B4-BE49-F238E27FC236}">
                <a16:creationId xmlns:a16="http://schemas.microsoft.com/office/drawing/2014/main" id="{A8566DF7-5F96-64FF-BD63-AE024337999A}"/>
              </a:ext>
            </a:extLst>
          </p:cNvPr>
          <p:cNvSpPr/>
          <p:nvPr/>
        </p:nvSpPr>
        <p:spPr>
          <a:xfrm>
            <a:off x="8690108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8" name="Z">
            <a:extLst>
              <a:ext uri="{FF2B5EF4-FFF2-40B4-BE49-F238E27FC236}">
                <a16:creationId xmlns:a16="http://schemas.microsoft.com/office/drawing/2014/main" id="{2827B279-48B9-7E98-D7C9-DA32E3E5E4DD}"/>
              </a:ext>
            </a:extLst>
          </p:cNvPr>
          <p:cNvSpPr/>
          <p:nvPr/>
        </p:nvSpPr>
        <p:spPr>
          <a:xfrm>
            <a:off x="9375908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9" name="ZH">
            <a:extLst>
              <a:ext uri="{FF2B5EF4-FFF2-40B4-BE49-F238E27FC236}">
                <a16:creationId xmlns:a16="http://schemas.microsoft.com/office/drawing/2014/main" id="{BD1189F6-21DE-50FF-2D38-1F86361EFC08}"/>
              </a:ext>
            </a:extLst>
          </p:cNvPr>
          <p:cNvSpPr/>
          <p:nvPr/>
        </p:nvSpPr>
        <p:spPr>
          <a:xfrm>
            <a:off x="10061707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132AEE3-0D09-7276-A4DC-806E6FFC5272}"/>
              </a:ext>
            </a:extLst>
          </p:cNvPr>
          <p:cNvSpPr/>
          <p:nvPr/>
        </p:nvSpPr>
        <p:spPr>
          <a:xfrm>
            <a:off x="2517914" y="2852528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11EE965-6BFB-8AD2-FCE6-C9D93146A5AE}"/>
              </a:ext>
            </a:extLst>
          </p:cNvPr>
          <p:cNvSpPr/>
          <p:nvPr/>
        </p:nvSpPr>
        <p:spPr>
          <a:xfrm>
            <a:off x="3203713" y="2852528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056859A-A74B-0B01-D197-62AEBA8EA075}"/>
              </a:ext>
            </a:extLst>
          </p:cNvPr>
          <p:cNvSpPr/>
          <p:nvPr/>
        </p:nvSpPr>
        <p:spPr>
          <a:xfrm>
            <a:off x="3889513" y="2852528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BB2DA79-A36A-221F-5878-1DAB1C4E74D6}"/>
              </a:ext>
            </a:extLst>
          </p:cNvPr>
          <p:cNvSpPr/>
          <p:nvPr/>
        </p:nvSpPr>
        <p:spPr>
          <a:xfrm>
            <a:off x="4575312" y="2852528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EDA5BBA-8F3D-50B5-F553-4BB978F88449}"/>
              </a:ext>
            </a:extLst>
          </p:cNvPr>
          <p:cNvSpPr/>
          <p:nvPr/>
        </p:nvSpPr>
        <p:spPr>
          <a:xfrm>
            <a:off x="5261111" y="2852528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E14932F-3157-6339-A4F2-FBBA3A24C1F8}"/>
              </a:ext>
            </a:extLst>
          </p:cNvPr>
          <p:cNvSpPr/>
          <p:nvPr/>
        </p:nvSpPr>
        <p:spPr>
          <a:xfrm>
            <a:off x="5894953" y="2866177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9AA862D-D2AA-283F-ADB2-9D4CF6F6CD00}"/>
              </a:ext>
            </a:extLst>
          </p:cNvPr>
          <p:cNvSpPr/>
          <p:nvPr/>
        </p:nvSpPr>
        <p:spPr>
          <a:xfrm>
            <a:off x="6632710" y="2852528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8B5C18D-4B01-1343-C792-AD57B5B015CC}"/>
              </a:ext>
            </a:extLst>
          </p:cNvPr>
          <p:cNvSpPr/>
          <p:nvPr/>
        </p:nvSpPr>
        <p:spPr>
          <a:xfrm>
            <a:off x="7326368" y="2866183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CC5BC6F-6962-765B-6CC8-3E887822F976}"/>
              </a:ext>
            </a:extLst>
          </p:cNvPr>
          <p:cNvSpPr/>
          <p:nvPr/>
        </p:nvSpPr>
        <p:spPr>
          <a:xfrm>
            <a:off x="8004308" y="2852528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FABA3FF-FD05-1781-AE5A-DC16EBACCC47}"/>
              </a:ext>
            </a:extLst>
          </p:cNvPr>
          <p:cNvSpPr/>
          <p:nvPr/>
        </p:nvSpPr>
        <p:spPr>
          <a:xfrm>
            <a:off x="8690107" y="2852528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FAD99C-3522-2807-21FD-185CC841C511}"/>
              </a:ext>
            </a:extLst>
          </p:cNvPr>
          <p:cNvSpPr/>
          <p:nvPr/>
        </p:nvSpPr>
        <p:spPr>
          <a:xfrm>
            <a:off x="9375907" y="2852528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3EBEBC0-3E4A-9E68-8819-05CC3BC9C809}"/>
              </a:ext>
            </a:extLst>
          </p:cNvPr>
          <p:cNvSpPr/>
          <p:nvPr/>
        </p:nvSpPr>
        <p:spPr>
          <a:xfrm>
            <a:off x="10061706" y="2852528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33F7786-00BD-0504-12D7-9CCFE17584C3}"/>
              </a:ext>
            </a:extLst>
          </p:cNvPr>
          <p:cNvSpPr/>
          <p:nvPr/>
        </p:nvSpPr>
        <p:spPr>
          <a:xfrm>
            <a:off x="2495865" y="3513491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1C739AA-584D-4E09-7F61-27E20A372504}"/>
              </a:ext>
            </a:extLst>
          </p:cNvPr>
          <p:cNvSpPr/>
          <p:nvPr/>
        </p:nvSpPr>
        <p:spPr>
          <a:xfrm>
            <a:off x="3181664" y="3513491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0FFB601-372C-47A7-3E22-AAA366C58939}"/>
              </a:ext>
            </a:extLst>
          </p:cNvPr>
          <p:cNvSpPr/>
          <p:nvPr/>
        </p:nvSpPr>
        <p:spPr>
          <a:xfrm>
            <a:off x="3856773" y="3543308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60F90C5-6DA8-6680-7630-9301376468ED}"/>
              </a:ext>
            </a:extLst>
          </p:cNvPr>
          <p:cNvSpPr/>
          <p:nvPr/>
        </p:nvSpPr>
        <p:spPr>
          <a:xfrm>
            <a:off x="4592518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994E2DC-468D-AB50-174C-E832683E8A08}"/>
              </a:ext>
            </a:extLst>
          </p:cNvPr>
          <p:cNvSpPr/>
          <p:nvPr/>
        </p:nvSpPr>
        <p:spPr>
          <a:xfrm>
            <a:off x="5278317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F96460-276B-F3B0-1800-4E00A81B4A4B}"/>
              </a:ext>
            </a:extLst>
          </p:cNvPr>
          <p:cNvSpPr/>
          <p:nvPr/>
        </p:nvSpPr>
        <p:spPr>
          <a:xfrm>
            <a:off x="5911067" y="3569838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FAB4D32-4B36-20D2-8830-D28E6789F1F0}"/>
              </a:ext>
            </a:extLst>
          </p:cNvPr>
          <p:cNvSpPr/>
          <p:nvPr/>
        </p:nvSpPr>
        <p:spPr>
          <a:xfrm>
            <a:off x="6610661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D79362E-E9DF-8DE2-07AE-BE79A0C092E6}"/>
              </a:ext>
            </a:extLst>
          </p:cNvPr>
          <p:cNvSpPr/>
          <p:nvPr/>
        </p:nvSpPr>
        <p:spPr>
          <a:xfrm>
            <a:off x="7296460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7BBADBB-8C8C-20D8-BB60-19FA7974CEA4}"/>
              </a:ext>
            </a:extLst>
          </p:cNvPr>
          <p:cNvSpPr/>
          <p:nvPr/>
        </p:nvSpPr>
        <p:spPr>
          <a:xfrm>
            <a:off x="7982259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9E80989-F844-3FC4-540E-F58DF318B904}"/>
              </a:ext>
            </a:extLst>
          </p:cNvPr>
          <p:cNvSpPr/>
          <p:nvPr/>
        </p:nvSpPr>
        <p:spPr>
          <a:xfrm>
            <a:off x="8668058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5E52CD8-C4C3-DAB1-1552-E58D07170FD6}"/>
              </a:ext>
            </a:extLst>
          </p:cNvPr>
          <p:cNvSpPr/>
          <p:nvPr/>
        </p:nvSpPr>
        <p:spPr>
          <a:xfrm>
            <a:off x="9353858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F668EFE-080D-7F56-AACC-C72FD911FF3F}"/>
              </a:ext>
            </a:extLst>
          </p:cNvPr>
          <p:cNvSpPr/>
          <p:nvPr/>
        </p:nvSpPr>
        <p:spPr>
          <a:xfrm>
            <a:off x="10050899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B891D7B-50B7-37FC-C9D1-1EF8A260E4D6}"/>
              </a:ext>
            </a:extLst>
          </p:cNvPr>
          <p:cNvSpPr/>
          <p:nvPr/>
        </p:nvSpPr>
        <p:spPr>
          <a:xfrm>
            <a:off x="2495865" y="4331476"/>
            <a:ext cx="641591" cy="6017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D8D10A8-936E-3F69-3C9B-024B220DF61F}"/>
              </a:ext>
            </a:extLst>
          </p:cNvPr>
          <p:cNvSpPr/>
          <p:nvPr/>
        </p:nvSpPr>
        <p:spPr>
          <a:xfrm>
            <a:off x="31816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5D9D223-9A7A-B0B6-3C4A-433EE9FE70C8}"/>
              </a:ext>
            </a:extLst>
          </p:cNvPr>
          <p:cNvSpPr/>
          <p:nvPr/>
        </p:nvSpPr>
        <p:spPr>
          <a:xfrm>
            <a:off x="38674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4FF2503-5CFE-B80A-1290-F717579BB64C}"/>
              </a:ext>
            </a:extLst>
          </p:cNvPr>
          <p:cNvSpPr/>
          <p:nvPr/>
        </p:nvSpPr>
        <p:spPr>
          <a:xfrm>
            <a:off x="4553266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0EF29A2-B4B8-B07B-5869-B84D72009357}"/>
              </a:ext>
            </a:extLst>
          </p:cNvPr>
          <p:cNvSpPr/>
          <p:nvPr/>
        </p:nvSpPr>
        <p:spPr>
          <a:xfrm>
            <a:off x="5239065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C1F0EA7-9C7D-D0B3-36E7-DFF6C7507203}"/>
              </a:ext>
            </a:extLst>
          </p:cNvPr>
          <p:cNvSpPr/>
          <p:nvPr/>
        </p:nvSpPr>
        <p:spPr>
          <a:xfrm>
            <a:off x="59248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9A1AC8E-BF73-5C6F-E09D-F9848C961625}"/>
              </a:ext>
            </a:extLst>
          </p:cNvPr>
          <p:cNvSpPr/>
          <p:nvPr/>
        </p:nvSpPr>
        <p:spPr>
          <a:xfrm>
            <a:off x="66106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70D308A-0143-DC4B-5E74-41E8678FFB86}"/>
              </a:ext>
            </a:extLst>
          </p:cNvPr>
          <p:cNvSpPr/>
          <p:nvPr/>
        </p:nvSpPr>
        <p:spPr>
          <a:xfrm>
            <a:off x="7296463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68281F9-DDE1-1B9F-5989-9721C9CEA5CC}"/>
              </a:ext>
            </a:extLst>
          </p:cNvPr>
          <p:cNvSpPr/>
          <p:nvPr/>
        </p:nvSpPr>
        <p:spPr>
          <a:xfrm>
            <a:off x="7982262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6EC63DD-B5F8-F7D9-0763-C8C4AD2BEEAF}"/>
              </a:ext>
            </a:extLst>
          </p:cNvPr>
          <p:cNvSpPr/>
          <p:nvPr/>
        </p:nvSpPr>
        <p:spPr>
          <a:xfrm>
            <a:off x="86680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719A5B0-9524-AB54-E64C-CF3C082F6188}"/>
              </a:ext>
            </a:extLst>
          </p:cNvPr>
          <p:cNvSpPr/>
          <p:nvPr/>
        </p:nvSpPr>
        <p:spPr>
          <a:xfrm>
            <a:off x="93538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786E789-5B1A-8CD4-3799-5106E0A75C71}"/>
              </a:ext>
            </a:extLst>
          </p:cNvPr>
          <p:cNvSpPr/>
          <p:nvPr/>
        </p:nvSpPr>
        <p:spPr>
          <a:xfrm>
            <a:off x="10039660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90F6E1C-3F6B-614C-DC24-E85E0EE538E1}"/>
              </a:ext>
            </a:extLst>
          </p:cNvPr>
          <p:cNvSpPr/>
          <p:nvPr/>
        </p:nvSpPr>
        <p:spPr>
          <a:xfrm>
            <a:off x="2495868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13A2AB5-F84A-29FF-56C7-67201DB91A7E}"/>
              </a:ext>
            </a:extLst>
          </p:cNvPr>
          <p:cNvSpPr/>
          <p:nvPr/>
        </p:nvSpPr>
        <p:spPr>
          <a:xfrm>
            <a:off x="31816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7152968-ADB7-12C9-6A00-3253999A9807}"/>
              </a:ext>
            </a:extLst>
          </p:cNvPr>
          <p:cNvSpPr/>
          <p:nvPr/>
        </p:nvSpPr>
        <p:spPr>
          <a:xfrm>
            <a:off x="38674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DEC28FD-2053-814B-B540-D91CF5B4A1B0}"/>
              </a:ext>
            </a:extLst>
          </p:cNvPr>
          <p:cNvSpPr/>
          <p:nvPr/>
        </p:nvSpPr>
        <p:spPr>
          <a:xfrm>
            <a:off x="4553266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A4F4A78-0100-D3A3-D7CC-554772387D1E}"/>
              </a:ext>
            </a:extLst>
          </p:cNvPr>
          <p:cNvSpPr/>
          <p:nvPr/>
        </p:nvSpPr>
        <p:spPr>
          <a:xfrm>
            <a:off x="5239065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4F3D953-9BFD-5F42-FC11-A65126B52219}"/>
              </a:ext>
            </a:extLst>
          </p:cNvPr>
          <p:cNvSpPr/>
          <p:nvPr/>
        </p:nvSpPr>
        <p:spPr>
          <a:xfrm>
            <a:off x="59248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FDEB35D-7830-AD15-8A7F-E421CA56F97B}"/>
              </a:ext>
            </a:extLst>
          </p:cNvPr>
          <p:cNvSpPr/>
          <p:nvPr/>
        </p:nvSpPr>
        <p:spPr>
          <a:xfrm>
            <a:off x="66106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EDFB295-5D2A-6BA5-312F-0E99EA0A384C}"/>
              </a:ext>
            </a:extLst>
          </p:cNvPr>
          <p:cNvSpPr/>
          <p:nvPr/>
        </p:nvSpPr>
        <p:spPr>
          <a:xfrm>
            <a:off x="7296463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71C2299-186B-D8A3-ED62-A9C09CAA7E11}"/>
              </a:ext>
            </a:extLst>
          </p:cNvPr>
          <p:cNvSpPr/>
          <p:nvPr/>
        </p:nvSpPr>
        <p:spPr>
          <a:xfrm>
            <a:off x="7982262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788B37DF-D02D-6E94-C85E-98C816B25CE9}"/>
              </a:ext>
            </a:extLst>
          </p:cNvPr>
          <p:cNvSpPr/>
          <p:nvPr/>
        </p:nvSpPr>
        <p:spPr>
          <a:xfrm>
            <a:off x="86680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82C6E2A-1A8D-3F69-EAA0-B9D761210374}"/>
              </a:ext>
            </a:extLst>
          </p:cNvPr>
          <p:cNvSpPr/>
          <p:nvPr/>
        </p:nvSpPr>
        <p:spPr>
          <a:xfrm>
            <a:off x="93538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9CE646DF-C369-FA3B-D6A7-BABA01D378C6}"/>
              </a:ext>
            </a:extLst>
          </p:cNvPr>
          <p:cNvSpPr/>
          <p:nvPr/>
        </p:nvSpPr>
        <p:spPr>
          <a:xfrm>
            <a:off x="10039660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AC59081-CBB5-3C3D-E705-960C5EC06803}"/>
              </a:ext>
            </a:extLst>
          </p:cNvPr>
          <p:cNvSpPr/>
          <p:nvPr/>
        </p:nvSpPr>
        <p:spPr>
          <a:xfrm>
            <a:off x="2495868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1104B7E-BB38-4874-EE92-3053030B56A6}"/>
              </a:ext>
            </a:extLst>
          </p:cNvPr>
          <p:cNvSpPr/>
          <p:nvPr/>
        </p:nvSpPr>
        <p:spPr>
          <a:xfrm>
            <a:off x="31816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0C4FDC59-1DCD-ABB0-9A5B-6AF9AC9D2067}"/>
              </a:ext>
            </a:extLst>
          </p:cNvPr>
          <p:cNvSpPr/>
          <p:nvPr/>
        </p:nvSpPr>
        <p:spPr>
          <a:xfrm>
            <a:off x="38674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EDED6B3-B2CC-FBF9-6BD1-A1D636792C17}"/>
              </a:ext>
            </a:extLst>
          </p:cNvPr>
          <p:cNvSpPr/>
          <p:nvPr/>
        </p:nvSpPr>
        <p:spPr>
          <a:xfrm>
            <a:off x="4553266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177878DF-87BA-194F-2B9E-4FEF5A24FD6F}"/>
              </a:ext>
            </a:extLst>
          </p:cNvPr>
          <p:cNvSpPr/>
          <p:nvPr/>
        </p:nvSpPr>
        <p:spPr>
          <a:xfrm>
            <a:off x="5239065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3743D90-8526-93D5-1CB3-75500D8FFAC4}"/>
              </a:ext>
            </a:extLst>
          </p:cNvPr>
          <p:cNvSpPr/>
          <p:nvPr/>
        </p:nvSpPr>
        <p:spPr>
          <a:xfrm>
            <a:off x="59248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8DBF9BBC-A139-DC3A-5858-4DB24CA5334F}"/>
              </a:ext>
            </a:extLst>
          </p:cNvPr>
          <p:cNvSpPr/>
          <p:nvPr/>
        </p:nvSpPr>
        <p:spPr>
          <a:xfrm>
            <a:off x="66106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1761048E-C297-D6D3-2411-15BE50FF50AB}"/>
              </a:ext>
            </a:extLst>
          </p:cNvPr>
          <p:cNvSpPr/>
          <p:nvPr/>
        </p:nvSpPr>
        <p:spPr>
          <a:xfrm>
            <a:off x="7296463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312923A-31F0-60B1-D973-46BB27DB1820}"/>
              </a:ext>
            </a:extLst>
          </p:cNvPr>
          <p:cNvSpPr/>
          <p:nvPr/>
        </p:nvSpPr>
        <p:spPr>
          <a:xfrm>
            <a:off x="7982262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8802199-77F7-D461-B2EC-AE1B9FCF9C8C}"/>
              </a:ext>
            </a:extLst>
          </p:cNvPr>
          <p:cNvSpPr/>
          <p:nvPr/>
        </p:nvSpPr>
        <p:spPr>
          <a:xfrm>
            <a:off x="86680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E48E4824-C30A-D611-DAC1-AC332CF53BE8}"/>
              </a:ext>
            </a:extLst>
          </p:cNvPr>
          <p:cNvSpPr/>
          <p:nvPr/>
        </p:nvSpPr>
        <p:spPr>
          <a:xfrm>
            <a:off x="93538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6F46058-6991-32FE-65F1-5A4AAD9B188D}"/>
              </a:ext>
            </a:extLst>
          </p:cNvPr>
          <p:cNvSpPr/>
          <p:nvPr/>
        </p:nvSpPr>
        <p:spPr>
          <a:xfrm>
            <a:off x="10039660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0C5B06DE-E129-033D-9FAA-010FE069DAE5}"/>
              </a:ext>
            </a:extLst>
          </p:cNvPr>
          <p:cNvSpPr/>
          <p:nvPr/>
        </p:nvSpPr>
        <p:spPr>
          <a:xfrm>
            <a:off x="2504130" y="4288440"/>
            <a:ext cx="497669" cy="6017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C9811953-3D1B-DF87-2274-19582C0484ED}"/>
              </a:ext>
            </a:extLst>
          </p:cNvPr>
          <p:cNvSpPr/>
          <p:nvPr/>
        </p:nvSpPr>
        <p:spPr>
          <a:xfrm>
            <a:off x="31816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FE586F1-9C9A-E5A3-210F-35F0C39BC604}"/>
              </a:ext>
            </a:extLst>
          </p:cNvPr>
          <p:cNvSpPr/>
          <p:nvPr/>
        </p:nvSpPr>
        <p:spPr>
          <a:xfrm>
            <a:off x="38674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41697EC4-0E32-C53B-BFCA-44ACC1D534B5}"/>
              </a:ext>
            </a:extLst>
          </p:cNvPr>
          <p:cNvSpPr/>
          <p:nvPr/>
        </p:nvSpPr>
        <p:spPr>
          <a:xfrm>
            <a:off x="4553266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10465B17-5DA6-8B32-9E61-3A4FD8298F43}"/>
              </a:ext>
            </a:extLst>
          </p:cNvPr>
          <p:cNvSpPr/>
          <p:nvPr/>
        </p:nvSpPr>
        <p:spPr>
          <a:xfrm>
            <a:off x="5239065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5145C25E-F3F2-F205-802B-49BC0C2C26B5}"/>
              </a:ext>
            </a:extLst>
          </p:cNvPr>
          <p:cNvSpPr/>
          <p:nvPr/>
        </p:nvSpPr>
        <p:spPr>
          <a:xfrm>
            <a:off x="59248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DF47686E-FE10-1B45-F97A-C86B171E36B8}"/>
              </a:ext>
            </a:extLst>
          </p:cNvPr>
          <p:cNvSpPr/>
          <p:nvPr/>
        </p:nvSpPr>
        <p:spPr>
          <a:xfrm>
            <a:off x="66106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B2801B1-FCB4-B69E-8C64-4D7CB3E521AE}"/>
              </a:ext>
            </a:extLst>
          </p:cNvPr>
          <p:cNvSpPr/>
          <p:nvPr/>
        </p:nvSpPr>
        <p:spPr>
          <a:xfrm>
            <a:off x="7296463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218C40F-6E7D-1F2B-3EFE-FDF1EFA798F4}"/>
              </a:ext>
            </a:extLst>
          </p:cNvPr>
          <p:cNvSpPr/>
          <p:nvPr/>
        </p:nvSpPr>
        <p:spPr>
          <a:xfrm>
            <a:off x="7982262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F24851E5-2777-DB41-4B9E-EE8F2261FA69}"/>
              </a:ext>
            </a:extLst>
          </p:cNvPr>
          <p:cNvSpPr/>
          <p:nvPr/>
        </p:nvSpPr>
        <p:spPr>
          <a:xfrm>
            <a:off x="86680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C643ABF-2027-6DF9-EB4F-FDAFD6D73672}"/>
              </a:ext>
            </a:extLst>
          </p:cNvPr>
          <p:cNvSpPr/>
          <p:nvPr/>
        </p:nvSpPr>
        <p:spPr>
          <a:xfrm>
            <a:off x="93538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9A8DA02A-F2D5-9FA3-FE0F-5F90E0F5A4A2}"/>
              </a:ext>
            </a:extLst>
          </p:cNvPr>
          <p:cNvSpPr/>
          <p:nvPr/>
        </p:nvSpPr>
        <p:spPr>
          <a:xfrm>
            <a:off x="10039660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55F6ACB8-DFEE-D677-0BB5-74AC4EEFBCD7}"/>
              </a:ext>
            </a:extLst>
          </p:cNvPr>
          <p:cNvSpPr/>
          <p:nvPr/>
        </p:nvSpPr>
        <p:spPr>
          <a:xfrm>
            <a:off x="2437027" y="4289303"/>
            <a:ext cx="641591" cy="6017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6153500F-3133-7106-CDAA-133B4AB64DB6}"/>
              </a:ext>
            </a:extLst>
          </p:cNvPr>
          <p:cNvSpPr/>
          <p:nvPr/>
        </p:nvSpPr>
        <p:spPr>
          <a:xfrm>
            <a:off x="31816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38C72E84-8D43-2AEE-CEC2-6634DB71970A}"/>
              </a:ext>
            </a:extLst>
          </p:cNvPr>
          <p:cNvSpPr/>
          <p:nvPr/>
        </p:nvSpPr>
        <p:spPr>
          <a:xfrm>
            <a:off x="38674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07C13FB1-4BD6-9BE9-CBF3-6FF558EAF535}"/>
              </a:ext>
            </a:extLst>
          </p:cNvPr>
          <p:cNvSpPr/>
          <p:nvPr/>
        </p:nvSpPr>
        <p:spPr>
          <a:xfrm>
            <a:off x="4553266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0AEBB16E-90CB-9FB3-1C69-633E5206C287}"/>
              </a:ext>
            </a:extLst>
          </p:cNvPr>
          <p:cNvSpPr/>
          <p:nvPr/>
        </p:nvSpPr>
        <p:spPr>
          <a:xfrm>
            <a:off x="5239065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49BABF1A-326A-BCC8-793E-447F289B0711}"/>
              </a:ext>
            </a:extLst>
          </p:cNvPr>
          <p:cNvSpPr/>
          <p:nvPr/>
        </p:nvSpPr>
        <p:spPr>
          <a:xfrm>
            <a:off x="59248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37FA84B4-BF36-07FB-6E8F-1A6719BA03D0}"/>
              </a:ext>
            </a:extLst>
          </p:cNvPr>
          <p:cNvSpPr/>
          <p:nvPr/>
        </p:nvSpPr>
        <p:spPr>
          <a:xfrm>
            <a:off x="3889513" y="3609595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063FB735-5A68-28A1-61ED-3B6C4F573AE4}"/>
              </a:ext>
            </a:extLst>
          </p:cNvPr>
          <p:cNvSpPr/>
          <p:nvPr/>
        </p:nvSpPr>
        <p:spPr>
          <a:xfrm>
            <a:off x="7296463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6AA632E-0D75-6C2A-FD50-C4857536F5F7}"/>
              </a:ext>
            </a:extLst>
          </p:cNvPr>
          <p:cNvSpPr/>
          <p:nvPr/>
        </p:nvSpPr>
        <p:spPr>
          <a:xfrm>
            <a:off x="7982262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2C47E30A-570A-5B0E-688C-7E724BA33512}"/>
              </a:ext>
            </a:extLst>
          </p:cNvPr>
          <p:cNvSpPr/>
          <p:nvPr/>
        </p:nvSpPr>
        <p:spPr>
          <a:xfrm>
            <a:off x="86680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C0499EA7-12BE-B359-60F6-6D174D5C1E7F}"/>
              </a:ext>
            </a:extLst>
          </p:cNvPr>
          <p:cNvSpPr/>
          <p:nvPr/>
        </p:nvSpPr>
        <p:spPr>
          <a:xfrm>
            <a:off x="93538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04C0EA4D-B6B8-D457-42AA-6539F307634F}"/>
              </a:ext>
            </a:extLst>
          </p:cNvPr>
          <p:cNvSpPr/>
          <p:nvPr/>
        </p:nvSpPr>
        <p:spPr>
          <a:xfrm>
            <a:off x="10039660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E8070D34-F11E-431C-9083-D6046B021C0D}"/>
              </a:ext>
            </a:extLst>
          </p:cNvPr>
          <p:cNvSpPr/>
          <p:nvPr/>
        </p:nvSpPr>
        <p:spPr>
          <a:xfrm>
            <a:off x="2480789" y="4280091"/>
            <a:ext cx="641591" cy="6017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A3F7BE2F-63D5-6940-FED1-5BB03808B81D}"/>
              </a:ext>
            </a:extLst>
          </p:cNvPr>
          <p:cNvSpPr/>
          <p:nvPr/>
        </p:nvSpPr>
        <p:spPr>
          <a:xfrm>
            <a:off x="31816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DFA09F6A-6BC1-57FA-345E-2153F04ECD3B}"/>
              </a:ext>
            </a:extLst>
          </p:cNvPr>
          <p:cNvSpPr/>
          <p:nvPr/>
        </p:nvSpPr>
        <p:spPr>
          <a:xfrm>
            <a:off x="38674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B46828EA-8F34-F7D4-B57F-7CE5FCE44648}"/>
              </a:ext>
            </a:extLst>
          </p:cNvPr>
          <p:cNvSpPr/>
          <p:nvPr/>
        </p:nvSpPr>
        <p:spPr>
          <a:xfrm>
            <a:off x="4553266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634957C-0809-6E00-07F1-C0DC2BF84532}"/>
              </a:ext>
            </a:extLst>
          </p:cNvPr>
          <p:cNvSpPr/>
          <p:nvPr/>
        </p:nvSpPr>
        <p:spPr>
          <a:xfrm>
            <a:off x="5239065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F706BD7-CF3C-7195-9057-4EF68294D71F}"/>
              </a:ext>
            </a:extLst>
          </p:cNvPr>
          <p:cNvSpPr/>
          <p:nvPr/>
        </p:nvSpPr>
        <p:spPr>
          <a:xfrm>
            <a:off x="59248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3D54AF17-C4A1-6378-0987-1539714C98CF}"/>
              </a:ext>
            </a:extLst>
          </p:cNvPr>
          <p:cNvSpPr/>
          <p:nvPr/>
        </p:nvSpPr>
        <p:spPr>
          <a:xfrm>
            <a:off x="4579316" y="2866183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7F478E4A-024B-C09E-AE78-1CC3D040688D}"/>
              </a:ext>
            </a:extLst>
          </p:cNvPr>
          <p:cNvSpPr/>
          <p:nvPr/>
        </p:nvSpPr>
        <p:spPr>
          <a:xfrm>
            <a:off x="7296463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BD56D49E-39E1-F649-0A02-121D37755151}"/>
              </a:ext>
            </a:extLst>
          </p:cNvPr>
          <p:cNvSpPr/>
          <p:nvPr/>
        </p:nvSpPr>
        <p:spPr>
          <a:xfrm>
            <a:off x="7982262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4D35B59F-F58B-27FB-4E29-8BDA0A74DEBB}"/>
              </a:ext>
            </a:extLst>
          </p:cNvPr>
          <p:cNvSpPr/>
          <p:nvPr/>
        </p:nvSpPr>
        <p:spPr>
          <a:xfrm>
            <a:off x="86680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43A2FA6D-0783-2651-408C-5F835CB56A96}"/>
              </a:ext>
            </a:extLst>
          </p:cNvPr>
          <p:cNvSpPr/>
          <p:nvPr/>
        </p:nvSpPr>
        <p:spPr>
          <a:xfrm>
            <a:off x="93538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3872BA4-48B8-F0C9-3EBA-2916FAE09F19}"/>
              </a:ext>
            </a:extLst>
          </p:cNvPr>
          <p:cNvSpPr/>
          <p:nvPr/>
        </p:nvSpPr>
        <p:spPr>
          <a:xfrm>
            <a:off x="10039660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E92B0F3A-0F05-CF16-D3AE-5440A39E2678}"/>
              </a:ext>
            </a:extLst>
          </p:cNvPr>
          <p:cNvSpPr/>
          <p:nvPr/>
        </p:nvSpPr>
        <p:spPr>
          <a:xfrm>
            <a:off x="2462117" y="3594682"/>
            <a:ext cx="641591" cy="601739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9945DABA-B079-6578-0B34-2452034C2247}"/>
              </a:ext>
            </a:extLst>
          </p:cNvPr>
          <p:cNvSpPr/>
          <p:nvPr/>
        </p:nvSpPr>
        <p:spPr>
          <a:xfrm>
            <a:off x="2495868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30AD58B9-FD6E-AB00-AED2-CF76635AA45F}"/>
              </a:ext>
            </a:extLst>
          </p:cNvPr>
          <p:cNvSpPr/>
          <p:nvPr/>
        </p:nvSpPr>
        <p:spPr>
          <a:xfrm>
            <a:off x="31816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5A37472E-262F-A584-5F6A-D02AF03AC165}"/>
              </a:ext>
            </a:extLst>
          </p:cNvPr>
          <p:cNvSpPr/>
          <p:nvPr/>
        </p:nvSpPr>
        <p:spPr>
          <a:xfrm>
            <a:off x="38674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051DF5CF-9B83-DDAB-0893-192BA585915B}"/>
              </a:ext>
            </a:extLst>
          </p:cNvPr>
          <p:cNvSpPr/>
          <p:nvPr/>
        </p:nvSpPr>
        <p:spPr>
          <a:xfrm>
            <a:off x="4553266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09556395-BE10-D196-0C89-EB22338AA6EA}"/>
              </a:ext>
            </a:extLst>
          </p:cNvPr>
          <p:cNvSpPr/>
          <p:nvPr/>
        </p:nvSpPr>
        <p:spPr>
          <a:xfrm>
            <a:off x="5239065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EFE89962-6C0E-0F04-B3AD-C53883BD50A8}"/>
              </a:ext>
            </a:extLst>
          </p:cNvPr>
          <p:cNvSpPr/>
          <p:nvPr/>
        </p:nvSpPr>
        <p:spPr>
          <a:xfrm>
            <a:off x="59248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FC3CA0A9-8D35-F48F-3B49-2E513BB4B182}"/>
              </a:ext>
            </a:extLst>
          </p:cNvPr>
          <p:cNvSpPr/>
          <p:nvPr/>
        </p:nvSpPr>
        <p:spPr>
          <a:xfrm>
            <a:off x="66106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99F62584-5A7D-29A0-7072-CD276B90F7E2}"/>
              </a:ext>
            </a:extLst>
          </p:cNvPr>
          <p:cNvSpPr/>
          <p:nvPr/>
        </p:nvSpPr>
        <p:spPr>
          <a:xfrm>
            <a:off x="7296463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875B1E7E-A0A6-62F8-C936-228CBE8C999C}"/>
              </a:ext>
            </a:extLst>
          </p:cNvPr>
          <p:cNvSpPr/>
          <p:nvPr/>
        </p:nvSpPr>
        <p:spPr>
          <a:xfrm>
            <a:off x="7982262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85142299-473F-03D3-BAB0-F9C0D3DFA676}"/>
              </a:ext>
            </a:extLst>
          </p:cNvPr>
          <p:cNvSpPr/>
          <p:nvPr/>
        </p:nvSpPr>
        <p:spPr>
          <a:xfrm>
            <a:off x="86680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AF3FEC98-6BB8-A7D6-2EC7-6B391A579167}"/>
              </a:ext>
            </a:extLst>
          </p:cNvPr>
          <p:cNvSpPr/>
          <p:nvPr/>
        </p:nvSpPr>
        <p:spPr>
          <a:xfrm>
            <a:off x="93538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82D7CFB-54E2-F352-23CF-D3B2C0A2FB68}"/>
              </a:ext>
            </a:extLst>
          </p:cNvPr>
          <p:cNvSpPr/>
          <p:nvPr/>
        </p:nvSpPr>
        <p:spPr>
          <a:xfrm>
            <a:off x="10039660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40EAE8B0-39B7-8DB1-F37C-D103F5282AF6}"/>
              </a:ext>
            </a:extLst>
          </p:cNvPr>
          <p:cNvSpPr/>
          <p:nvPr/>
        </p:nvSpPr>
        <p:spPr>
          <a:xfrm>
            <a:off x="2495868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451234D9-37B2-AB07-D019-1C4111E7C0B5}"/>
              </a:ext>
            </a:extLst>
          </p:cNvPr>
          <p:cNvSpPr/>
          <p:nvPr/>
        </p:nvSpPr>
        <p:spPr>
          <a:xfrm>
            <a:off x="31816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12E66507-DB00-E881-F7B2-2698132E554E}"/>
              </a:ext>
            </a:extLst>
          </p:cNvPr>
          <p:cNvSpPr/>
          <p:nvPr/>
        </p:nvSpPr>
        <p:spPr>
          <a:xfrm>
            <a:off x="38674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7C87C6C0-BBE8-F202-63F6-D13F45DA6FE5}"/>
              </a:ext>
            </a:extLst>
          </p:cNvPr>
          <p:cNvSpPr/>
          <p:nvPr/>
        </p:nvSpPr>
        <p:spPr>
          <a:xfrm>
            <a:off x="4553266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CF66B55F-4EFA-A1E0-1259-803E201656E1}"/>
              </a:ext>
            </a:extLst>
          </p:cNvPr>
          <p:cNvSpPr/>
          <p:nvPr/>
        </p:nvSpPr>
        <p:spPr>
          <a:xfrm>
            <a:off x="5239065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62D7BD8D-BADD-7230-25DE-A8737129B472}"/>
              </a:ext>
            </a:extLst>
          </p:cNvPr>
          <p:cNvSpPr/>
          <p:nvPr/>
        </p:nvSpPr>
        <p:spPr>
          <a:xfrm>
            <a:off x="59248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0B0A412F-5E32-8E21-DCF2-554584BB889A}"/>
              </a:ext>
            </a:extLst>
          </p:cNvPr>
          <p:cNvSpPr/>
          <p:nvPr/>
        </p:nvSpPr>
        <p:spPr>
          <a:xfrm>
            <a:off x="66106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B326AA63-5479-76FD-CD96-818C9B31B2F1}"/>
              </a:ext>
            </a:extLst>
          </p:cNvPr>
          <p:cNvSpPr/>
          <p:nvPr/>
        </p:nvSpPr>
        <p:spPr>
          <a:xfrm>
            <a:off x="7296463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F566092A-F191-E535-5DD3-3D7B1AC23049}"/>
              </a:ext>
            </a:extLst>
          </p:cNvPr>
          <p:cNvSpPr/>
          <p:nvPr/>
        </p:nvSpPr>
        <p:spPr>
          <a:xfrm>
            <a:off x="7982262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8BCAA616-27CB-E36E-7AFB-EA66C757641A}"/>
              </a:ext>
            </a:extLst>
          </p:cNvPr>
          <p:cNvSpPr/>
          <p:nvPr/>
        </p:nvSpPr>
        <p:spPr>
          <a:xfrm>
            <a:off x="8732358" y="2888707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C9E336E9-5297-12DC-9E5F-DAC99D8CB7B1}"/>
              </a:ext>
            </a:extLst>
          </p:cNvPr>
          <p:cNvSpPr/>
          <p:nvPr/>
        </p:nvSpPr>
        <p:spPr>
          <a:xfrm>
            <a:off x="93538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4CEA828D-02C5-CF35-46D5-8B32034EB50A}"/>
              </a:ext>
            </a:extLst>
          </p:cNvPr>
          <p:cNvSpPr/>
          <p:nvPr/>
        </p:nvSpPr>
        <p:spPr>
          <a:xfrm>
            <a:off x="10039660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D49782CC-6C79-EFBF-AC21-C6294826927F}"/>
              </a:ext>
            </a:extLst>
          </p:cNvPr>
          <p:cNvSpPr/>
          <p:nvPr/>
        </p:nvSpPr>
        <p:spPr>
          <a:xfrm>
            <a:off x="9370332" y="2866177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DA28AB4C-47C7-B7BD-8FA0-22691043D78E}"/>
              </a:ext>
            </a:extLst>
          </p:cNvPr>
          <p:cNvSpPr/>
          <p:nvPr/>
        </p:nvSpPr>
        <p:spPr>
          <a:xfrm>
            <a:off x="3867871" y="2875564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C93B984-1FEC-7276-9642-0CA9F6E3A27E}"/>
              </a:ext>
            </a:extLst>
          </p:cNvPr>
          <p:cNvSpPr/>
          <p:nvPr/>
        </p:nvSpPr>
        <p:spPr>
          <a:xfrm>
            <a:off x="10039547" y="2888707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8E9CF374-4FDC-A82C-DC4B-0E3C3F221C3A}"/>
              </a:ext>
            </a:extLst>
          </p:cNvPr>
          <p:cNvSpPr/>
          <p:nvPr/>
        </p:nvSpPr>
        <p:spPr>
          <a:xfrm>
            <a:off x="3223764" y="3582144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FF0BE43A-A502-29CA-30E0-BE9AC018620E}"/>
              </a:ext>
            </a:extLst>
          </p:cNvPr>
          <p:cNvSpPr/>
          <p:nvPr/>
        </p:nvSpPr>
        <p:spPr>
          <a:xfrm>
            <a:off x="5239065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1149859E-1CAD-5522-DCD7-AB2E224ABB8F}"/>
              </a:ext>
            </a:extLst>
          </p:cNvPr>
          <p:cNvSpPr/>
          <p:nvPr/>
        </p:nvSpPr>
        <p:spPr>
          <a:xfrm>
            <a:off x="59248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F5083649-0103-0AF9-F544-4D159C001F74}"/>
              </a:ext>
            </a:extLst>
          </p:cNvPr>
          <p:cNvSpPr/>
          <p:nvPr/>
        </p:nvSpPr>
        <p:spPr>
          <a:xfrm>
            <a:off x="66106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84638100-B869-FFCE-31F5-3AA764CDF174}"/>
              </a:ext>
            </a:extLst>
          </p:cNvPr>
          <p:cNvSpPr/>
          <p:nvPr/>
        </p:nvSpPr>
        <p:spPr>
          <a:xfrm>
            <a:off x="7296463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BF8FD7BF-9B88-26EA-FCB2-833623BEB227}"/>
              </a:ext>
            </a:extLst>
          </p:cNvPr>
          <p:cNvSpPr/>
          <p:nvPr/>
        </p:nvSpPr>
        <p:spPr>
          <a:xfrm>
            <a:off x="8008928" y="2888707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27D41337-CCEC-FDB0-E7F1-E51C4FA0AB1D}"/>
              </a:ext>
            </a:extLst>
          </p:cNvPr>
          <p:cNvSpPr/>
          <p:nvPr/>
        </p:nvSpPr>
        <p:spPr>
          <a:xfrm>
            <a:off x="2543313" y="2822206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B46E759E-A161-7629-6000-7C958D9DDEB6}"/>
              </a:ext>
            </a:extLst>
          </p:cNvPr>
          <p:cNvSpPr/>
          <p:nvPr/>
        </p:nvSpPr>
        <p:spPr>
          <a:xfrm>
            <a:off x="93538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BC482177-C9E8-D8CD-AA06-A79678F3009A}"/>
              </a:ext>
            </a:extLst>
          </p:cNvPr>
          <p:cNvSpPr/>
          <p:nvPr/>
        </p:nvSpPr>
        <p:spPr>
          <a:xfrm>
            <a:off x="7373815" y="2866177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96B4946D-482D-1C7A-BCF4-0411B202FBAA}"/>
              </a:ext>
            </a:extLst>
          </p:cNvPr>
          <p:cNvSpPr/>
          <p:nvPr/>
        </p:nvSpPr>
        <p:spPr>
          <a:xfrm>
            <a:off x="2495868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E721BD8E-FD2E-B43F-A567-FE5F24A7D49C}"/>
              </a:ext>
            </a:extLst>
          </p:cNvPr>
          <p:cNvSpPr/>
          <p:nvPr/>
        </p:nvSpPr>
        <p:spPr>
          <a:xfrm>
            <a:off x="31816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1FF4894E-EB45-C76D-3661-8B3FB89F75BA}"/>
              </a:ext>
            </a:extLst>
          </p:cNvPr>
          <p:cNvSpPr/>
          <p:nvPr/>
        </p:nvSpPr>
        <p:spPr>
          <a:xfrm>
            <a:off x="38674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28A618AB-85A2-46B8-5A0C-E85F6538A328}"/>
              </a:ext>
            </a:extLst>
          </p:cNvPr>
          <p:cNvSpPr/>
          <p:nvPr/>
        </p:nvSpPr>
        <p:spPr>
          <a:xfrm>
            <a:off x="4553266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D6D24D90-6AFA-8EE3-E494-594074DA8F61}"/>
              </a:ext>
            </a:extLst>
          </p:cNvPr>
          <p:cNvSpPr/>
          <p:nvPr/>
        </p:nvSpPr>
        <p:spPr>
          <a:xfrm>
            <a:off x="5239065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9F7B4C1B-D6B0-4009-DA2B-EE65AC10AF43}"/>
              </a:ext>
            </a:extLst>
          </p:cNvPr>
          <p:cNvSpPr/>
          <p:nvPr/>
        </p:nvSpPr>
        <p:spPr>
          <a:xfrm>
            <a:off x="59248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F7727415-BC5D-E795-8B5C-A560AA6A32F9}"/>
              </a:ext>
            </a:extLst>
          </p:cNvPr>
          <p:cNvSpPr/>
          <p:nvPr/>
        </p:nvSpPr>
        <p:spPr>
          <a:xfrm>
            <a:off x="66106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AF7015AD-A3B5-9595-C34E-CC072AD3B173}"/>
              </a:ext>
            </a:extLst>
          </p:cNvPr>
          <p:cNvSpPr/>
          <p:nvPr/>
        </p:nvSpPr>
        <p:spPr>
          <a:xfrm>
            <a:off x="7296463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DA72FC83-9190-5B00-C4B0-E64F872056F8}"/>
              </a:ext>
            </a:extLst>
          </p:cNvPr>
          <p:cNvSpPr/>
          <p:nvPr/>
        </p:nvSpPr>
        <p:spPr>
          <a:xfrm>
            <a:off x="7982262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7B3DF3F4-6FA4-D5F3-4B94-13C6EB646E57}"/>
              </a:ext>
            </a:extLst>
          </p:cNvPr>
          <p:cNvSpPr/>
          <p:nvPr/>
        </p:nvSpPr>
        <p:spPr>
          <a:xfrm>
            <a:off x="86680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D5E31437-6A82-7751-C257-6A4B30BA568A}"/>
              </a:ext>
            </a:extLst>
          </p:cNvPr>
          <p:cNvSpPr/>
          <p:nvPr/>
        </p:nvSpPr>
        <p:spPr>
          <a:xfrm>
            <a:off x="93538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82EB03A1-4A05-45FB-B54A-E04446B929EE}"/>
              </a:ext>
            </a:extLst>
          </p:cNvPr>
          <p:cNvSpPr/>
          <p:nvPr/>
        </p:nvSpPr>
        <p:spPr>
          <a:xfrm>
            <a:off x="10039660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7476830C-AC27-DCB6-19BA-4D86719C020D}"/>
              </a:ext>
            </a:extLst>
          </p:cNvPr>
          <p:cNvSpPr/>
          <p:nvPr/>
        </p:nvSpPr>
        <p:spPr>
          <a:xfrm>
            <a:off x="2495868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CE10446A-C58E-00CD-4F10-B95CEECCF1B9}"/>
              </a:ext>
            </a:extLst>
          </p:cNvPr>
          <p:cNvSpPr/>
          <p:nvPr/>
        </p:nvSpPr>
        <p:spPr>
          <a:xfrm>
            <a:off x="31816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68810288-DD86-7631-7280-8D7F3FADF277}"/>
              </a:ext>
            </a:extLst>
          </p:cNvPr>
          <p:cNvSpPr/>
          <p:nvPr/>
        </p:nvSpPr>
        <p:spPr>
          <a:xfrm>
            <a:off x="38674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D858F001-19EE-9E00-88B2-2BC4225CC6F3}"/>
              </a:ext>
            </a:extLst>
          </p:cNvPr>
          <p:cNvSpPr/>
          <p:nvPr/>
        </p:nvSpPr>
        <p:spPr>
          <a:xfrm>
            <a:off x="6643808" y="2896188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D0E7A16F-28A3-EF06-350F-82C67F86B76D}"/>
              </a:ext>
            </a:extLst>
          </p:cNvPr>
          <p:cNvSpPr/>
          <p:nvPr/>
        </p:nvSpPr>
        <p:spPr>
          <a:xfrm>
            <a:off x="5239065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C678DAAF-DFE9-5C48-0341-F7FDEF2A79CB}"/>
              </a:ext>
            </a:extLst>
          </p:cNvPr>
          <p:cNvSpPr/>
          <p:nvPr/>
        </p:nvSpPr>
        <p:spPr>
          <a:xfrm>
            <a:off x="59248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B562E6E9-69EA-F376-C298-15302A660F87}"/>
              </a:ext>
            </a:extLst>
          </p:cNvPr>
          <p:cNvSpPr/>
          <p:nvPr/>
        </p:nvSpPr>
        <p:spPr>
          <a:xfrm>
            <a:off x="66106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0F2B26F2-F361-7F25-DCC9-4E58E6EFD089}"/>
              </a:ext>
            </a:extLst>
          </p:cNvPr>
          <p:cNvSpPr/>
          <p:nvPr/>
        </p:nvSpPr>
        <p:spPr>
          <a:xfrm>
            <a:off x="7296463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A7EEA813-356B-42B5-C072-1510E23C686E}"/>
              </a:ext>
            </a:extLst>
          </p:cNvPr>
          <p:cNvSpPr/>
          <p:nvPr/>
        </p:nvSpPr>
        <p:spPr>
          <a:xfrm>
            <a:off x="7982262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D7354BAA-3B58-2AB4-F419-3A00E2999F34}"/>
              </a:ext>
            </a:extLst>
          </p:cNvPr>
          <p:cNvSpPr/>
          <p:nvPr/>
        </p:nvSpPr>
        <p:spPr>
          <a:xfrm>
            <a:off x="86680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C98D7C64-B9B2-4535-667B-D381815C8E30}"/>
              </a:ext>
            </a:extLst>
          </p:cNvPr>
          <p:cNvSpPr/>
          <p:nvPr/>
        </p:nvSpPr>
        <p:spPr>
          <a:xfrm>
            <a:off x="93538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3C48C0B4-0A7D-C467-3866-326EBED5830D}"/>
              </a:ext>
            </a:extLst>
          </p:cNvPr>
          <p:cNvSpPr/>
          <p:nvPr/>
        </p:nvSpPr>
        <p:spPr>
          <a:xfrm>
            <a:off x="10039660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536D1505-391C-5FC9-5773-6D4B7715ADDE}"/>
              </a:ext>
            </a:extLst>
          </p:cNvPr>
          <p:cNvSpPr/>
          <p:nvPr/>
        </p:nvSpPr>
        <p:spPr>
          <a:xfrm>
            <a:off x="2495868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4E9D8871-AEA2-2D18-CA90-A86F7C0F044E}"/>
              </a:ext>
            </a:extLst>
          </p:cNvPr>
          <p:cNvSpPr/>
          <p:nvPr/>
        </p:nvSpPr>
        <p:spPr>
          <a:xfrm>
            <a:off x="31816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E767CC74-14FA-6366-3E3B-D2BC7F6F4C0E}"/>
              </a:ext>
            </a:extLst>
          </p:cNvPr>
          <p:cNvSpPr/>
          <p:nvPr/>
        </p:nvSpPr>
        <p:spPr>
          <a:xfrm>
            <a:off x="38674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5480E54B-5B99-8271-2276-94737C1C9CCF}"/>
              </a:ext>
            </a:extLst>
          </p:cNvPr>
          <p:cNvSpPr/>
          <p:nvPr/>
        </p:nvSpPr>
        <p:spPr>
          <a:xfrm>
            <a:off x="5256213" y="2894153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767CFC3F-E09F-BA73-294F-C2E6D9B77232}"/>
              </a:ext>
            </a:extLst>
          </p:cNvPr>
          <p:cNvSpPr/>
          <p:nvPr/>
        </p:nvSpPr>
        <p:spPr>
          <a:xfrm>
            <a:off x="5239065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8BC78733-7D49-5F45-8405-0024C31D7734}"/>
              </a:ext>
            </a:extLst>
          </p:cNvPr>
          <p:cNvSpPr/>
          <p:nvPr/>
        </p:nvSpPr>
        <p:spPr>
          <a:xfrm>
            <a:off x="59248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4F98D31F-C7C1-932F-24D5-FFB1ACFCFD55}"/>
              </a:ext>
            </a:extLst>
          </p:cNvPr>
          <p:cNvSpPr/>
          <p:nvPr/>
        </p:nvSpPr>
        <p:spPr>
          <a:xfrm>
            <a:off x="66106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19F72285-DAE2-A3A7-14C3-2BA585AB056B}"/>
              </a:ext>
            </a:extLst>
          </p:cNvPr>
          <p:cNvSpPr/>
          <p:nvPr/>
        </p:nvSpPr>
        <p:spPr>
          <a:xfrm>
            <a:off x="7296463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05DA3390-DC84-8A82-C9D2-A04D777A3CCE}"/>
              </a:ext>
            </a:extLst>
          </p:cNvPr>
          <p:cNvSpPr/>
          <p:nvPr/>
        </p:nvSpPr>
        <p:spPr>
          <a:xfrm>
            <a:off x="7982262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F5E48ACA-6E5C-174C-F9D9-5D7B060369CE}"/>
              </a:ext>
            </a:extLst>
          </p:cNvPr>
          <p:cNvSpPr/>
          <p:nvPr/>
        </p:nvSpPr>
        <p:spPr>
          <a:xfrm>
            <a:off x="3192652" y="2852528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099F806D-ECC3-01F1-E146-F03D6C5521BF}"/>
              </a:ext>
            </a:extLst>
          </p:cNvPr>
          <p:cNvSpPr/>
          <p:nvPr/>
        </p:nvSpPr>
        <p:spPr>
          <a:xfrm>
            <a:off x="93538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C2EBF555-B008-71D1-9B44-F4FC360DECB4}"/>
              </a:ext>
            </a:extLst>
          </p:cNvPr>
          <p:cNvSpPr/>
          <p:nvPr/>
        </p:nvSpPr>
        <p:spPr>
          <a:xfrm>
            <a:off x="10039660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34B8178-7FC3-46F6-09A7-19BE65FD25D9}"/>
              </a:ext>
            </a:extLst>
          </p:cNvPr>
          <p:cNvSpPr/>
          <p:nvPr/>
        </p:nvSpPr>
        <p:spPr>
          <a:xfrm>
            <a:off x="929047" y="936116"/>
            <a:ext cx="663446" cy="81997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sq-XK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14A0C39-AD0A-0B86-646D-683D1888FDCE}"/>
              </a:ext>
            </a:extLst>
          </p:cNvPr>
          <p:cNvSpPr/>
          <p:nvPr/>
        </p:nvSpPr>
        <p:spPr>
          <a:xfrm>
            <a:off x="606252" y="3322132"/>
            <a:ext cx="1086547" cy="6017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Kthehu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sq-AL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në fillim</a:t>
            </a:r>
            <a:endParaRPr kumimoji="0" lang="sq-XK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4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CAB2628-3E7F-D0A7-3E80-491A2AD41D2C}"/>
              </a:ext>
            </a:extLst>
          </p:cNvPr>
          <p:cNvSpPr/>
          <p:nvPr/>
        </p:nvSpPr>
        <p:spPr>
          <a:xfrm>
            <a:off x="606251" y="4310032"/>
            <a:ext cx="1086547" cy="6017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Vazhdo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B7B5266-1B6B-2A3C-CFBC-372FE0188AA8}"/>
              </a:ext>
            </a:extLst>
          </p:cNvPr>
          <p:cNvSpPr/>
          <p:nvPr/>
        </p:nvSpPr>
        <p:spPr>
          <a:xfrm>
            <a:off x="707914" y="2060482"/>
            <a:ext cx="944216" cy="93924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20B0604020202020204" pitchFamily="2" charset="-78"/>
                <a:ea typeface="+mn-ea"/>
                <a:cs typeface="Aldhabi" panose="020B0604020202020204" pitchFamily="2" charset="-78"/>
              </a:rPr>
              <a:t>GJEJ FRAZËN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dhabi" panose="020B0604020202020204" pitchFamily="2" charset="-78"/>
              <a:ea typeface="+mn-ea"/>
              <a:cs typeface="Aldhabi" panose="020B06040202020202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1252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15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5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85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" fill="hold">
                      <p:stCondLst>
                        <p:cond delay="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9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9" fill="hold">
                      <p:stCondLst>
                        <p:cond delay="0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7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5" fill="hold">
                      <p:stCondLst>
                        <p:cond delay="0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2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6" fill="hold">
                      <p:stCondLst>
                        <p:cond delay="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4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6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59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0" fill="hold">
                      <p:stCondLst>
                        <p:cond delay="0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7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7" fill="hold">
                      <p:stCondLst>
                        <p:cond delay="0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4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0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9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4" fill="hold">
                      <p:stCondLst>
                        <p:cond delay="0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4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42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8" fill="hold">
                      <p:stCondLst>
                        <p:cond delay="0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8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44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5" fill="hold">
                      <p:stCondLst>
                        <p:cond delay="0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2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5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8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461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2" fill="hold">
                      <p:stCondLst>
                        <p:cond delay="0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9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5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478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9" fill="hold">
                      <p:stCondLst>
                        <p:cond delay="0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6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2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3" fill="hold">
                      <p:stCondLst>
                        <p:cond delay="indefinite"/>
                      </p:stCondLst>
                      <p:childTnLst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id="4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497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8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2" fill="hold">
                      <p:stCondLst>
                        <p:cond delay="indefinite"/>
                      </p:stCondLst>
                      <p:childTnLst>
                        <p:par>
                          <p:cTn id="513" fill="hold">
                            <p:stCondLst>
                              <p:cond delay="0"/>
                            </p:stCondLst>
                            <p:childTnLst>
                              <p:par>
                                <p:cTn id="5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>
                      <p:stCondLst>
                        <p:cond delay="0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4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7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0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fill="hold">
                      <p:stCondLst>
                        <p:cond delay="indefinite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535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6" fill="hold">
                      <p:stCondLst>
                        <p:cond delay="0"/>
                      </p:stCondLst>
                      <p:childTnLst>
                        <p:par>
                          <p:cTn id="537" fill="hold">
                            <p:stCondLst>
                              <p:cond delay="0"/>
                            </p:stCondLst>
                            <p:childTnLst>
                              <p:par>
                                <p:cTn id="5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6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9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0" fill="hold">
                      <p:stCondLst>
                        <p:cond delay="indefinite"/>
                      </p:stCondLst>
                      <p:childTnLst>
                        <p:par>
                          <p:cTn id="551" fill="hold">
                            <p:stCondLst>
                              <p:cond delay="0"/>
                            </p:stCondLst>
                            <p:childTnLst>
                              <p:par>
                                <p:cTn id="55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2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5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8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fill="hold">
                      <p:stCondLst>
                        <p:cond delay="indefinite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id="57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573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4" fill="hold">
                      <p:stCondLst>
                        <p:cond delay="0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1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4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7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8" fill="hold">
                      <p:stCondLst>
                        <p:cond delay="indefinite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59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3" fill="hold">
                      <p:stCondLst>
                        <p:cond delay="0"/>
                      </p:stCondLst>
                      <p:childTnLst>
                        <p:par>
                          <p:cTn id="594" fill="hold">
                            <p:stCondLst>
                              <p:cond delay="0"/>
                            </p:stCondLst>
                            <p:childTnLst>
                              <p:par>
                                <p:cTn id="5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0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6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7" fill="hold">
                      <p:stCondLst>
                        <p:cond delay="indefinite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611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2" fill="hold">
                      <p:stCondLst>
                        <p:cond delay="0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id="6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9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2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5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6" fill="hold">
                      <p:stCondLst>
                        <p:cond delay="indefinite"/>
                      </p:stCondLst>
                      <p:childTnLst>
                        <p:par>
                          <p:cTn id="627" fill="hold">
                            <p:stCondLst>
                              <p:cond delay="0"/>
                            </p:stCondLst>
                            <p:childTnLst>
                              <p:par>
                                <p:cTn id="62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630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1" fill="hold">
                      <p:stCondLst>
                        <p:cond delay="0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8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1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4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5" fill="hold">
                      <p:stCondLst>
                        <p:cond delay="indefinite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212" grpId="0" animBg="1"/>
      <p:bldP spid="236" grpId="0" animBg="1"/>
      <p:bldP spid="23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  <p:bldP spid="256" grpId="0" animBg="1"/>
      <p:bldP spid="257" grpId="0" animBg="1"/>
      <p:bldP spid="258" grpId="0" animBg="1"/>
      <p:bldP spid="259" grpId="0" animBg="1"/>
      <p:bldP spid="260" grpId="0" animBg="1"/>
      <p:bldP spid="261" grpId="0" animBg="1"/>
      <p:bldP spid="262" grpId="0" animBg="1"/>
      <p:bldP spid="263" grpId="0" animBg="1"/>
      <p:bldP spid="264" grpId="0" animBg="1"/>
      <p:bldP spid="265" grpId="0" animBg="1"/>
      <p:bldP spid="266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320" grpId="0" animBg="1"/>
      <p:bldP spid="321" grpId="0" animBg="1"/>
      <p:bldP spid="322" grpId="0" animBg="1"/>
      <p:bldP spid="323" grpId="0" animBg="1"/>
      <p:bldP spid="324" grpId="0" animBg="1"/>
      <p:bldP spid="325" grpId="0" animBg="1"/>
      <p:bldP spid="326" grpId="0" animBg="1"/>
      <p:bldP spid="327" grpId="0" animBg="1"/>
      <p:bldP spid="328" grpId="0" animBg="1"/>
      <p:bldP spid="329" grpId="0" animBg="1"/>
      <p:bldP spid="330" grpId="0" animBg="1"/>
      <p:bldP spid="331" grpId="0" animBg="1"/>
      <p:bldP spid="332" grpId="0" animBg="1"/>
      <p:bldP spid="333" grpId="0" animBg="1"/>
      <p:bldP spid="334" grpId="0" animBg="1"/>
      <p:bldP spid="335" grpId="0" animBg="1"/>
      <p:bldP spid="336" grpId="0" animBg="1"/>
      <p:bldP spid="337" grpId="0" animBg="1"/>
      <p:bldP spid="338" grpId="0" animBg="1"/>
      <p:bldP spid="339" grpId="0" animBg="1"/>
      <p:bldP spid="340" grpId="0" animBg="1"/>
      <p:bldP spid="341" grpId="0" animBg="1"/>
      <p:bldP spid="342" grpId="0" animBg="1"/>
      <p:bldP spid="343" grpId="0" animBg="1"/>
      <p:bldP spid="344" grpId="0" animBg="1"/>
      <p:bldP spid="345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">
            <a:extLst>
              <a:ext uri="{FF2B5EF4-FFF2-40B4-BE49-F238E27FC236}">
                <a16:creationId xmlns:a16="http://schemas.microsoft.com/office/drawing/2014/main" id="{606A89B5-0B52-BFE9-3292-2D70D020B49A}"/>
              </a:ext>
            </a:extLst>
          </p:cNvPr>
          <p:cNvSpPr/>
          <p:nvPr/>
        </p:nvSpPr>
        <p:spPr>
          <a:xfrm>
            <a:off x="2517915" y="1038635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B">
            <a:extLst>
              <a:ext uri="{FF2B5EF4-FFF2-40B4-BE49-F238E27FC236}">
                <a16:creationId xmlns:a16="http://schemas.microsoft.com/office/drawing/2014/main" id="{1D797C57-D75A-57DA-D559-AA7FEBB32ACA}"/>
              </a:ext>
            </a:extLst>
          </p:cNvPr>
          <p:cNvSpPr/>
          <p:nvPr/>
        </p:nvSpPr>
        <p:spPr>
          <a:xfrm>
            <a:off x="3203714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C">
            <a:extLst>
              <a:ext uri="{FF2B5EF4-FFF2-40B4-BE49-F238E27FC236}">
                <a16:creationId xmlns:a16="http://schemas.microsoft.com/office/drawing/2014/main" id="{319CAA0E-CBEE-30AB-C1D3-0CC823DBA8F6}"/>
              </a:ext>
            </a:extLst>
          </p:cNvPr>
          <p:cNvSpPr/>
          <p:nvPr/>
        </p:nvSpPr>
        <p:spPr>
          <a:xfrm>
            <a:off x="3889514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Ç">
            <a:extLst>
              <a:ext uri="{FF2B5EF4-FFF2-40B4-BE49-F238E27FC236}">
                <a16:creationId xmlns:a16="http://schemas.microsoft.com/office/drawing/2014/main" id="{DFCE9167-2939-4843-9C4A-8EA2B893D87E}"/>
              </a:ext>
            </a:extLst>
          </p:cNvPr>
          <p:cNvSpPr/>
          <p:nvPr/>
        </p:nvSpPr>
        <p:spPr>
          <a:xfrm>
            <a:off x="4575313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D">
            <a:extLst>
              <a:ext uri="{FF2B5EF4-FFF2-40B4-BE49-F238E27FC236}">
                <a16:creationId xmlns:a16="http://schemas.microsoft.com/office/drawing/2014/main" id="{B52962E2-93E2-A318-C07C-579656A02B3F}"/>
              </a:ext>
            </a:extLst>
          </p:cNvPr>
          <p:cNvSpPr/>
          <p:nvPr/>
        </p:nvSpPr>
        <p:spPr>
          <a:xfrm>
            <a:off x="5261112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DH">
            <a:extLst>
              <a:ext uri="{FF2B5EF4-FFF2-40B4-BE49-F238E27FC236}">
                <a16:creationId xmlns:a16="http://schemas.microsoft.com/office/drawing/2014/main" id="{ADF2E653-303C-7973-F886-A31FCE6FD22D}"/>
              </a:ext>
            </a:extLst>
          </p:cNvPr>
          <p:cNvSpPr/>
          <p:nvPr/>
        </p:nvSpPr>
        <p:spPr>
          <a:xfrm>
            <a:off x="5946911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E">
            <a:extLst>
              <a:ext uri="{FF2B5EF4-FFF2-40B4-BE49-F238E27FC236}">
                <a16:creationId xmlns:a16="http://schemas.microsoft.com/office/drawing/2014/main" id="{5C538432-8755-DE6A-C3EC-DBB43EEDBE2C}"/>
              </a:ext>
            </a:extLst>
          </p:cNvPr>
          <p:cNvSpPr/>
          <p:nvPr/>
        </p:nvSpPr>
        <p:spPr>
          <a:xfrm>
            <a:off x="6632710" y="1053550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Ë">
            <a:extLst>
              <a:ext uri="{FF2B5EF4-FFF2-40B4-BE49-F238E27FC236}">
                <a16:creationId xmlns:a16="http://schemas.microsoft.com/office/drawing/2014/main" id="{5FA49FAB-35B3-CC49-AA51-B5832780B76E}"/>
              </a:ext>
            </a:extLst>
          </p:cNvPr>
          <p:cNvSpPr/>
          <p:nvPr/>
        </p:nvSpPr>
        <p:spPr>
          <a:xfrm>
            <a:off x="7318510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F">
            <a:extLst>
              <a:ext uri="{FF2B5EF4-FFF2-40B4-BE49-F238E27FC236}">
                <a16:creationId xmlns:a16="http://schemas.microsoft.com/office/drawing/2014/main" id="{091B041A-A3DA-8ADA-C97B-7316B5CBFD10}"/>
              </a:ext>
            </a:extLst>
          </p:cNvPr>
          <p:cNvSpPr/>
          <p:nvPr/>
        </p:nvSpPr>
        <p:spPr>
          <a:xfrm>
            <a:off x="8004309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G">
            <a:extLst>
              <a:ext uri="{FF2B5EF4-FFF2-40B4-BE49-F238E27FC236}">
                <a16:creationId xmlns:a16="http://schemas.microsoft.com/office/drawing/2014/main" id="{DCA0BA8C-4E04-97C6-AACD-CECF2C4B5F7C}"/>
              </a:ext>
            </a:extLst>
          </p:cNvPr>
          <p:cNvSpPr/>
          <p:nvPr/>
        </p:nvSpPr>
        <p:spPr>
          <a:xfrm>
            <a:off x="8690108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GJ">
            <a:extLst>
              <a:ext uri="{FF2B5EF4-FFF2-40B4-BE49-F238E27FC236}">
                <a16:creationId xmlns:a16="http://schemas.microsoft.com/office/drawing/2014/main" id="{28B86291-404C-B9DE-AD4B-2861012CA757}"/>
              </a:ext>
            </a:extLst>
          </p:cNvPr>
          <p:cNvSpPr/>
          <p:nvPr/>
        </p:nvSpPr>
        <p:spPr>
          <a:xfrm>
            <a:off x="9375908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H">
            <a:extLst>
              <a:ext uri="{FF2B5EF4-FFF2-40B4-BE49-F238E27FC236}">
                <a16:creationId xmlns:a16="http://schemas.microsoft.com/office/drawing/2014/main" id="{0C49EAC2-DB38-8EB9-98F2-28FCF6FDB83A}"/>
              </a:ext>
            </a:extLst>
          </p:cNvPr>
          <p:cNvSpPr/>
          <p:nvPr/>
        </p:nvSpPr>
        <p:spPr>
          <a:xfrm>
            <a:off x="10061707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I">
            <a:extLst>
              <a:ext uri="{FF2B5EF4-FFF2-40B4-BE49-F238E27FC236}">
                <a16:creationId xmlns:a16="http://schemas.microsoft.com/office/drawing/2014/main" id="{B0709C58-18BD-3BD2-936A-87678D988535}"/>
              </a:ext>
            </a:extLst>
          </p:cNvPr>
          <p:cNvSpPr/>
          <p:nvPr/>
        </p:nvSpPr>
        <p:spPr>
          <a:xfrm>
            <a:off x="2517915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J">
            <a:extLst>
              <a:ext uri="{FF2B5EF4-FFF2-40B4-BE49-F238E27FC236}">
                <a16:creationId xmlns:a16="http://schemas.microsoft.com/office/drawing/2014/main" id="{A57604B4-D669-A935-73B1-36ED0843F5E3}"/>
              </a:ext>
            </a:extLst>
          </p:cNvPr>
          <p:cNvSpPr/>
          <p:nvPr/>
        </p:nvSpPr>
        <p:spPr>
          <a:xfrm>
            <a:off x="3203714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K">
            <a:extLst>
              <a:ext uri="{FF2B5EF4-FFF2-40B4-BE49-F238E27FC236}">
                <a16:creationId xmlns:a16="http://schemas.microsoft.com/office/drawing/2014/main" id="{9EDC8344-1B24-198C-2EE7-DFAC1BE626F0}"/>
              </a:ext>
            </a:extLst>
          </p:cNvPr>
          <p:cNvSpPr/>
          <p:nvPr/>
        </p:nvSpPr>
        <p:spPr>
          <a:xfrm>
            <a:off x="3889514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" name="L">
            <a:extLst>
              <a:ext uri="{FF2B5EF4-FFF2-40B4-BE49-F238E27FC236}">
                <a16:creationId xmlns:a16="http://schemas.microsoft.com/office/drawing/2014/main" id="{A56B047F-866F-3DC4-8DE5-78A0873B2EF7}"/>
              </a:ext>
            </a:extLst>
          </p:cNvPr>
          <p:cNvSpPr/>
          <p:nvPr/>
        </p:nvSpPr>
        <p:spPr>
          <a:xfrm>
            <a:off x="4575313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" name="LL">
            <a:extLst>
              <a:ext uri="{FF2B5EF4-FFF2-40B4-BE49-F238E27FC236}">
                <a16:creationId xmlns:a16="http://schemas.microsoft.com/office/drawing/2014/main" id="{B2EA1284-CD70-2BB8-1574-726F7284427D}"/>
              </a:ext>
            </a:extLst>
          </p:cNvPr>
          <p:cNvSpPr/>
          <p:nvPr/>
        </p:nvSpPr>
        <p:spPr>
          <a:xfrm>
            <a:off x="5261112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1" name="M">
            <a:extLst>
              <a:ext uri="{FF2B5EF4-FFF2-40B4-BE49-F238E27FC236}">
                <a16:creationId xmlns:a16="http://schemas.microsoft.com/office/drawing/2014/main" id="{AA0E3EEC-00FC-86B5-6A5F-28F7E930F4E1}"/>
              </a:ext>
            </a:extLst>
          </p:cNvPr>
          <p:cNvSpPr/>
          <p:nvPr/>
        </p:nvSpPr>
        <p:spPr>
          <a:xfrm>
            <a:off x="5946911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" name="N">
            <a:extLst>
              <a:ext uri="{FF2B5EF4-FFF2-40B4-BE49-F238E27FC236}">
                <a16:creationId xmlns:a16="http://schemas.microsoft.com/office/drawing/2014/main" id="{5ED9F1C7-30FF-E5DB-668C-48C719F9DF4F}"/>
              </a:ext>
            </a:extLst>
          </p:cNvPr>
          <p:cNvSpPr/>
          <p:nvPr/>
        </p:nvSpPr>
        <p:spPr>
          <a:xfrm>
            <a:off x="6632711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" name="NJ">
            <a:extLst>
              <a:ext uri="{FF2B5EF4-FFF2-40B4-BE49-F238E27FC236}">
                <a16:creationId xmlns:a16="http://schemas.microsoft.com/office/drawing/2014/main" id="{EEDD3EBD-C51D-E59C-131D-17149C6842EF}"/>
              </a:ext>
            </a:extLst>
          </p:cNvPr>
          <p:cNvSpPr/>
          <p:nvPr/>
        </p:nvSpPr>
        <p:spPr>
          <a:xfrm>
            <a:off x="7318510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" name="O">
            <a:extLst>
              <a:ext uri="{FF2B5EF4-FFF2-40B4-BE49-F238E27FC236}">
                <a16:creationId xmlns:a16="http://schemas.microsoft.com/office/drawing/2014/main" id="{71E087F1-503F-F2BB-3E56-373FB7A145F2}"/>
              </a:ext>
            </a:extLst>
          </p:cNvPr>
          <p:cNvSpPr/>
          <p:nvPr/>
        </p:nvSpPr>
        <p:spPr>
          <a:xfrm>
            <a:off x="8004309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" name="P">
            <a:extLst>
              <a:ext uri="{FF2B5EF4-FFF2-40B4-BE49-F238E27FC236}">
                <a16:creationId xmlns:a16="http://schemas.microsoft.com/office/drawing/2014/main" id="{5B5A3B17-D0B4-ACA3-E5BC-77BC99A8A863}"/>
              </a:ext>
            </a:extLst>
          </p:cNvPr>
          <p:cNvSpPr/>
          <p:nvPr/>
        </p:nvSpPr>
        <p:spPr>
          <a:xfrm>
            <a:off x="8690108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" name="Q">
            <a:extLst>
              <a:ext uri="{FF2B5EF4-FFF2-40B4-BE49-F238E27FC236}">
                <a16:creationId xmlns:a16="http://schemas.microsoft.com/office/drawing/2014/main" id="{B2C5BF45-322F-359B-F952-82B39922A824}"/>
              </a:ext>
            </a:extLst>
          </p:cNvPr>
          <p:cNvSpPr/>
          <p:nvPr/>
        </p:nvSpPr>
        <p:spPr>
          <a:xfrm>
            <a:off x="9375908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R">
            <a:extLst>
              <a:ext uri="{FF2B5EF4-FFF2-40B4-BE49-F238E27FC236}">
                <a16:creationId xmlns:a16="http://schemas.microsoft.com/office/drawing/2014/main" id="{DEB7D270-DB38-45CA-4906-9D2D1152395F}"/>
              </a:ext>
            </a:extLst>
          </p:cNvPr>
          <p:cNvSpPr/>
          <p:nvPr/>
        </p:nvSpPr>
        <p:spPr>
          <a:xfrm>
            <a:off x="10061707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8" name="RR">
            <a:extLst>
              <a:ext uri="{FF2B5EF4-FFF2-40B4-BE49-F238E27FC236}">
                <a16:creationId xmlns:a16="http://schemas.microsoft.com/office/drawing/2014/main" id="{04261364-8BFE-E3B5-481C-2274D5F3B486}"/>
              </a:ext>
            </a:extLst>
          </p:cNvPr>
          <p:cNvSpPr/>
          <p:nvPr/>
        </p:nvSpPr>
        <p:spPr>
          <a:xfrm>
            <a:off x="2517915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9" name="S">
            <a:extLst>
              <a:ext uri="{FF2B5EF4-FFF2-40B4-BE49-F238E27FC236}">
                <a16:creationId xmlns:a16="http://schemas.microsoft.com/office/drawing/2014/main" id="{41E4D267-AE9E-D1C8-9E40-90B005AD4000}"/>
              </a:ext>
            </a:extLst>
          </p:cNvPr>
          <p:cNvSpPr/>
          <p:nvPr/>
        </p:nvSpPr>
        <p:spPr>
          <a:xfrm>
            <a:off x="3203714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0" name="SH">
            <a:extLst>
              <a:ext uri="{FF2B5EF4-FFF2-40B4-BE49-F238E27FC236}">
                <a16:creationId xmlns:a16="http://schemas.microsoft.com/office/drawing/2014/main" id="{9B1D0693-572C-E340-F35A-1D4950A1FC5E}"/>
              </a:ext>
            </a:extLst>
          </p:cNvPr>
          <p:cNvSpPr/>
          <p:nvPr/>
        </p:nvSpPr>
        <p:spPr>
          <a:xfrm>
            <a:off x="3889514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1" name="T">
            <a:extLst>
              <a:ext uri="{FF2B5EF4-FFF2-40B4-BE49-F238E27FC236}">
                <a16:creationId xmlns:a16="http://schemas.microsoft.com/office/drawing/2014/main" id="{F43D884D-D460-82DD-B07D-F28D406C1949}"/>
              </a:ext>
            </a:extLst>
          </p:cNvPr>
          <p:cNvSpPr/>
          <p:nvPr/>
        </p:nvSpPr>
        <p:spPr>
          <a:xfrm>
            <a:off x="4575313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" name="TH">
            <a:extLst>
              <a:ext uri="{FF2B5EF4-FFF2-40B4-BE49-F238E27FC236}">
                <a16:creationId xmlns:a16="http://schemas.microsoft.com/office/drawing/2014/main" id="{E6A4BF7D-5B18-86E9-104C-7C7A5E9EE40D}"/>
              </a:ext>
            </a:extLst>
          </p:cNvPr>
          <p:cNvSpPr/>
          <p:nvPr/>
        </p:nvSpPr>
        <p:spPr>
          <a:xfrm>
            <a:off x="5261112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" name="U">
            <a:extLst>
              <a:ext uri="{FF2B5EF4-FFF2-40B4-BE49-F238E27FC236}">
                <a16:creationId xmlns:a16="http://schemas.microsoft.com/office/drawing/2014/main" id="{682A4564-1103-77B4-FD23-3FA5EB762D3E}"/>
              </a:ext>
            </a:extLst>
          </p:cNvPr>
          <p:cNvSpPr/>
          <p:nvPr/>
        </p:nvSpPr>
        <p:spPr>
          <a:xfrm>
            <a:off x="5946911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" name="V">
            <a:extLst>
              <a:ext uri="{FF2B5EF4-FFF2-40B4-BE49-F238E27FC236}">
                <a16:creationId xmlns:a16="http://schemas.microsoft.com/office/drawing/2014/main" id="{67586A16-E175-BF20-6E8C-C95A5571DF85}"/>
              </a:ext>
            </a:extLst>
          </p:cNvPr>
          <p:cNvSpPr/>
          <p:nvPr/>
        </p:nvSpPr>
        <p:spPr>
          <a:xfrm>
            <a:off x="6632711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" name="X">
            <a:extLst>
              <a:ext uri="{FF2B5EF4-FFF2-40B4-BE49-F238E27FC236}">
                <a16:creationId xmlns:a16="http://schemas.microsoft.com/office/drawing/2014/main" id="{F6A306B5-DD78-BF20-1240-DD866FDFFA4B}"/>
              </a:ext>
            </a:extLst>
          </p:cNvPr>
          <p:cNvSpPr/>
          <p:nvPr/>
        </p:nvSpPr>
        <p:spPr>
          <a:xfrm>
            <a:off x="7318510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6" name="XH">
            <a:extLst>
              <a:ext uri="{FF2B5EF4-FFF2-40B4-BE49-F238E27FC236}">
                <a16:creationId xmlns:a16="http://schemas.microsoft.com/office/drawing/2014/main" id="{433598BC-9126-A29C-DC92-4AEF3A7968B5}"/>
              </a:ext>
            </a:extLst>
          </p:cNvPr>
          <p:cNvSpPr/>
          <p:nvPr/>
        </p:nvSpPr>
        <p:spPr>
          <a:xfrm>
            <a:off x="8004309" y="2145593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7" name="Y">
            <a:extLst>
              <a:ext uri="{FF2B5EF4-FFF2-40B4-BE49-F238E27FC236}">
                <a16:creationId xmlns:a16="http://schemas.microsoft.com/office/drawing/2014/main" id="{A8566DF7-5F96-64FF-BD63-AE024337999A}"/>
              </a:ext>
            </a:extLst>
          </p:cNvPr>
          <p:cNvSpPr/>
          <p:nvPr/>
        </p:nvSpPr>
        <p:spPr>
          <a:xfrm>
            <a:off x="8690108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8" name="Z">
            <a:extLst>
              <a:ext uri="{FF2B5EF4-FFF2-40B4-BE49-F238E27FC236}">
                <a16:creationId xmlns:a16="http://schemas.microsoft.com/office/drawing/2014/main" id="{2827B279-48B9-7E98-D7C9-DA32E3E5E4DD}"/>
              </a:ext>
            </a:extLst>
          </p:cNvPr>
          <p:cNvSpPr/>
          <p:nvPr/>
        </p:nvSpPr>
        <p:spPr>
          <a:xfrm>
            <a:off x="9375908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9" name="ZH">
            <a:extLst>
              <a:ext uri="{FF2B5EF4-FFF2-40B4-BE49-F238E27FC236}">
                <a16:creationId xmlns:a16="http://schemas.microsoft.com/office/drawing/2014/main" id="{BD1189F6-21DE-50FF-2D38-1F86361EFC08}"/>
              </a:ext>
            </a:extLst>
          </p:cNvPr>
          <p:cNvSpPr/>
          <p:nvPr/>
        </p:nvSpPr>
        <p:spPr>
          <a:xfrm>
            <a:off x="10061707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132AEE3-0D09-7276-A4DC-806E6FFC5272}"/>
              </a:ext>
            </a:extLst>
          </p:cNvPr>
          <p:cNvSpPr/>
          <p:nvPr/>
        </p:nvSpPr>
        <p:spPr>
          <a:xfrm>
            <a:off x="2517914" y="2852528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11EE965-6BFB-8AD2-FCE6-C9D93146A5AE}"/>
              </a:ext>
            </a:extLst>
          </p:cNvPr>
          <p:cNvSpPr/>
          <p:nvPr/>
        </p:nvSpPr>
        <p:spPr>
          <a:xfrm>
            <a:off x="3203713" y="2852528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056859A-A74B-0B01-D197-62AEBA8EA075}"/>
              </a:ext>
            </a:extLst>
          </p:cNvPr>
          <p:cNvSpPr/>
          <p:nvPr/>
        </p:nvSpPr>
        <p:spPr>
          <a:xfrm>
            <a:off x="3889513" y="2852528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BB2DA79-A36A-221F-5878-1DAB1C4E74D6}"/>
              </a:ext>
            </a:extLst>
          </p:cNvPr>
          <p:cNvSpPr/>
          <p:nvPr/>
        </p:nvSpPr>
        <p:spPr>
          <a:xfrm>
            <a:off x="4575312" y="2852528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EDA5BBA-8F3D-50B5-F553-4BB978F88449}"/>
              </a:ext>
            </a:extLst>
          </p:cNvPr>
          <p:cNvSpPr/>
          <p:nvPr/>
        </p:nvSpPr>
        <p:spPr>
          <a:xfrm>
            <a:off x="5261111" y="2852528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E14932F-3157-6339-A4F2-FBBA3A24C1F8}"/>
              </a:ext>
            </a:extLst>
          </p:cNvPr>
          <p:cNvSpPr/>
          <p:nvPr/>
        </p:nvSpPr>
        <p:spPr>
          <a:xfrm>
            <a:off x="5946910" y="2852528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9AA862D-D2AA-283F-ADB2-9D4CF6F6CD00}"/>
              </a:ext>
            </a:extLst>
          </p:cNvPr>
          <p:cNvSpPr/>
          <p:nvPr/>
        </p:nvSpPr>
        <p:spPr>
          <a:xfrm>
            <a:off x="6632710" y="2852528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8B5C18D-4B01-1343-C792-AD57B5B015CC}"/>
              </a:ext>
            </a:extLst>
          </p:cNvPr>
          <p:cNvSpPr/>
          <p:nvPr/>
        </p:nvSpPr>
        <p:spPr>
          <a:xfrm>
            <a:off x="7366079" y="2852528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CC5BC6F-6962-765B-6CC8-3E887822F976}"/>
              </a:ext>
            </a:extLst>
          </p:cNvPr>
          <p:cNvSpPr/>
          <p:nvPr/>
        </p:nvSpPr>
        <p:spPr>
          <a:xfrm>
            <a:off x="8004308" y="2852528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FABA3FF-FD05-1781-AE5A-DC16EBACCC47}"/>
              </a:ext>
            </a:extLst>
          </p:cNvPr>
          <p:cNvSpPr/>
          <p:nvPr/>
        </p:nvSpPr>
        <p:spPr>
          <a:xfrm>
            <a:off x="8690107" y="2852528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FAD99C-3522-2807-21FD-185CC841C511}"/>
              </a:ext>
            </a:extLst>
          </p:cNvPr>
          <p:cNvSpPr/>
          <p:nvPr/>
        </p:nvSpPr>
        <p:spPr>
          <a:xfrm>
            <a:off x="9386715" y="2852528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3EBEBC0-3E4A-9E68-8819-05CC3BC9C809}"/>
              </a:ext>
            </a:extLst>
          </p:cNvPr>
          <p:cNvSpPr/>
          <p:nvPr/>
        </p:nvSpPr>
        <p:spPr>
          <a:xfrm>
            <a:off x="10072514" y="2852528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33F7786-00BD-0504-12D7-9CCFE17584C3}"/>
              </a:ext>
            </a:extLst>
          </p:cNvPr>
          <p:cNvSpPr/>
          <p:nvPr/>
        </p:nvSpPr>
        <p:spPr>
          <a:xfrm>
            <a:off x="2495865" y="3513491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1C739AA-584D-4E09-7F61-27E20A372504}"/>
              </a:ext>
            </a:extLst>
          </p:cNvPr>
          <p:cNvSpPr/>
          <p:nvPr/>
        </p:nvSpPr>
        <p:spPr>
          <a:xfrm>
            <a:off x="3181664" y="3513491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0FFB601-372C-47A7-3E22-AAA366C58939}"/>
              </a:ext>
            </a:extLst>
          </p:cNvPr>
          <p:cNvSpPr/>
          <p:nvPr/>
        </p:nvSpPr>
        <p:spPr>
          <a:xfrm>
            <a:off x="3856773" y="3543308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60F90C5-6DA8-6680-7630-9301376468ED}"/>
              </a:ext>
            </a:extLst>
          </p:cNvPr>
          <p:cNvSpPr/>
          <p:nvPr/>
        </p:nvSpPr>
        <p:spPr>
          <a:xfrm>
            <a:off x="4553263" y="3513491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994E2DC-468D-AB50-174C-E832683E8A08}"/>
              </a:ext>
            </a:extLst>
          </p:cNvPr>
          <p:cNvSpPr/>
          <p:nvPr/>
        </p:nvSpPr>
        <p:spPr>
          <a:xfrm>
            <a:off x="5239062" y="3513491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F96460-276B-F3B0-1800-4E00A81B4A4B}"/>
              </a:ext>
            </a:extLst>
          </p:cNvPr>
          <p:cNvSpPr/>
          <p:nvPr/>
        </p:nvSpPr>
        <p:spPr>
          <a:xfrm>
            <a:off x="5924861" y="3491127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FAB4D32-4B36-20D2-8830-D28E6789F1F0}"/>
              </a:ext>
            </a:extLst>
          </p:cNvPr>
          <p:cNvSpPr/>
          <p:nvPr/>
        </p:nvSpPr>
        <p:spPr>
          <a:xfrm>
            <a:off x="6610661" y="3513491"/>
            <a:ext cx="641591" cy="667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D79362E-E9DF-8DE2-07AE-BE79A0C092E6}"/>
              </a:ext>
            </a:extLst>
          </p:cNvPr>
          <p:cNvSpPr/>
          <p:nvPr/>
        </p:nvSpPr>
        <p:spPr>
          <a:xfrm>
            <a:off x="7323855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7BBADBB-8C8C-20D8-BB60-19FA7974CEA4}"/>
              </a:ext>
            </a:extLst>
          </p:cNvPr>
          <p:cNvSpPr/>
          <p:nvPr/>
        </p:nvSpPr>
        <p:spPr>
          <a:xfrm>
            <a:off x="7982259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9E80989-F844-3FC4-540E-F58DF318B904}"/>
              </a:ext>
            </a:extLst>
          </p:cNvPr>
          <p:cNvSpPr/>
          <p:nvPr/>
        </p:nvSpPr>
        <p:spPr>
          <a:xfrm>
            <a:off x="8651471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5E52CD8-C4C3-DAB1-1552-E58D07170FD6}"/>
              </a:ext>
            </a:extLst>
          </p:cNvPr>
          <p:cNvSpPr/>
          <p:nvPr/>
        </p:nvSpPr>
        <p:spPr>
          <a:xfrm>
            <a:off x="9337271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F668EFE-080D-7F56-AACC-C72FD911FF3F}"/>
              </a:ext>
            </a:extLst>
          </p:cNvPr>
          <p:cNvSpPr/>
          <p:nvPr/>
        </p:nvSpPr>
        <p:spPr>
          <a:xfrm>
            <a:off x="10061707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B891D7B-50B7-37FC-C9D1-1EF8A260E4D6}"/>
              </a:ext>
            </a:extLst>
          </p:cNvPr>
          <p:cNvSpPr/>
          <p:nvPr/>
        </p:nvSpPr>
        <p:spPr>
          <a:xfrm>
            <a:off x="2495865" y="4331476"/>
            <a:ext cx="641591" cy="6017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D8D10A8-936E-3F69-3C9B-024B220DF61F}"/>
              </a:ext>
            </a:extLst>
          </p:cNvPr>
          <p:cNvSpPr/>
          <p:nvPr/>
        </p:nvSpPr>
        <p:spPr>
          <a:xfrm>
            <a:off x="31816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5D9D223-9A7A-B0B6-3C4A-433EE9FE70C8}"/>
              </a:ext>
            </a:extLst>
          </p:cNvPr>
          <p:cNvSpPr/>
          <p:nvPr/>
        </p:nvSpPr>
        <p:spPr>
          <a:xfrm>
            <a:off x="38674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4FF2503-5CFE-B80A-1290-F717579BB64C}"/>
              </a:ext>
            </a:extLst>
          </p:cNvPr>
          <p:cNvSpPr/>
          <p:nvPr/>
        </p:nvSpPr>
        <p:spPr>
          <a:xfrm>
            <a:off x="4553266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0EF29A2-B4B8-B07B-5869-B84D72009357}"/>
              </a:ext>
            </a:extLst>
          </p:cNvPr>
          <p:cNvSpPr/>
          <p:nvPr/>
        </p:nvSpPr>
        <p:spPr>
          <a:xfrm>
            <a:off x="5239065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C1F0EA7-9C7D-D0B3-36E7-DFF6C7507203}"/>
              </a:ext>
            </a:extLst>
          </p:cNvPr>
          <p:cNvSpPr/>
          <p:nvPr/>
        </p:nvSpPr>
        <p:spPr>
          <a:xfrm>
            <a:off x="59248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9A1AC8E-BF73-5C6F-E09D-F9848C961625}"/>
              </a:ext>
            </a:extLst>
          </p:cNvPr>
          <p:cNvSpPr/>
          <p:nvPr/>
        </p:nvSpPr>
        <p:spPr>
          <a:xfrm>
            <a:off x="66106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70D308A-0143-DC4B-5E74-41E8678FFB86}"/>
              </a:ext>
            </a:extLst>
          </p:cNvPr>
          <p:cNvSpPr/>
          <p:nvPr/>
        </p:nvSpPr>
        <p:spPr>
          <a:xfrm>
            <a:off x="7296463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68281F9-DDE1-1B9F-5989-9721C9CEA5CC}"/>
              </a:ext>
            </a:extLst>
          </p:cNvPr>
          <p:cNvSpPr/>
          <p:nvPr/>
        </p:nvSpPr>
        <p:spPr>
          <a:xfrm>
            <a:off x="7982262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6EC63DD-B5F8-F7D9-0763-C8C4AD2BEEAF}"/>
              </a:ext>
            </a:extLst>
          </p:cNvPr>
          <p:cNvSpPr/>
          <p:nvPr/>
        </p:nvSpPr>
        <p:spPr>
          <a:xfrm>
            <a:off x="86680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719A5B0-9524-AB54-E64C-CF3C082F6188}"/>
              </a:ext>
            </a:extLst>
          </p:cNvPr>
          <p:cNvSpPr/>
          <p:nvPr/>
        </p:nvSpPr>
        <p:spPr>
          <a:xfrm>
            <a:off x="93538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786E789-5B1A-8CD4-3799-5106E0A75C71}"/>
              </a:ext>
            </a:extLst>
          </p:cNvPr>
          <p:cNvSpPr/>
          <p:nvPr/>
        </p:nvSpPr>
        <p:spPr>
          <a:xfrm>
            <a:off x="10039660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90F6E1C-3F6B-614C-DC24-E85E0EE538E1}"/>
              </a:ext>
            </a:extLst>
          </p:cNvPr>
          <p:cNvSpPr/>
          <p:nvPr/>
        </p:nvSpPr>
        <p:spPr>
          <a:xfrm>
            <a:off x="2495868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13A2AB5-F84A-29FF-56C7-67201DB91A7E}"/>
              </a:ext>
            </a:extLst>
          </p:cNvPr>
          <p:cNvSpPr/>
          <p:nvPr/>
        </p:nvSpPr>
        <p:spPr>
          <a:xfrm>
            <a:off x="31816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7152968-ADB7-12C9-6A00-3253999A9807}"/>
              </a:ext>
            </a:extLst>
          </p:cNvPr>
          <p:cNvSpPr/>
          <p:nvPr/>
        </p:nvSpPr>
        <p:spPr>
          <a:xfrm>
            <a:off x="38674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DEC28FD-2053-814B-B540-D91CF5B4A1B0}"/>
              </a:ext>
            </a:extLst>
          </p:cNvPr>
          <p:cNvSpPr/>
          <p:nvPr/>
        </p:nvSpPr>
        <p:spPr>
          <a:xfrm>
            <a:off x="4553266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A4F4A78-0100-D3A3-D7CC-554772387D1E}"/>
              </a:ext>
            </a:extLst>
          </p:cNvPr>
          <p:cNvSpPr/>
          <p:nvPr/>
        </p:nvSpPr>
        <p:spPr>
          <a:xfrm>
            <a:off x="5239065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4F3D953-9BFD-5F42-FC11-A65126B52219}"/>
              </a:ext>
            </a:extLst>
          </p:cNvPr>
          <p:cNvSpPr/>
          <p:nvPr/>
        </p:nvSpPr>
        <p:spPr>
          <a:xfrm>
            <a:off x="59248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FDEB35D-7830-AD15-8A7F-E421CA56F97B}"/>
              </a:ext>
            </a:extLst>
          </p:cNvPr>
          <p:cNvSpPr/>
          <p:nvPr/>
        </p:nvSpPr>
        <p:spPr>
          <a:xfrm>
            <a:off x="66106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EDFB295-5D2A-6BA5-312F-0E99EA0A384C}"/>
              </a:ext>
            </a:extLst>
          </p:cNvPr>
          <p:cNvSpPr/>
          <p:nvPr/>
        </p:nvSpPr>
        <p:spPr>
          <a:xfrm>
            <a:off x="7296463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71C2299-186B-D8A3-ED62-A9C09CAA7E11}"/>
              </a:ext>
            </a:extLst>
          </p:cNvPr>
          <p:cNvSpPr/>
          <p:nvPr/>
        </p:nvSpPr>
        <p:spPr>
          <a:xfrm>
            <a:off x="7982262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788B37DF-D02D-6E94-C85E-98C816B25CE9}"/>
              </a:ext>
            </a:extLst>
          </p:cNvPr>
          <p:cNvSpPr/>
          <p:nvPr/>
        </p:nvSpPr>
        <p:spPr>
          <a:xfrm>
            <a:off x="86680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82C6E2A-1A8D-3F69-EAA0-B9D761210374}"/>
              </a:ext>
            </a:extLst>
          </p:cNvPr>
          <p:cNvSpPr/>
          <p:nvPr/>
        </p:nvSpPr>
        <p:spPr>
          <a:xfrm>
            <a:off x="93538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9CE646DF-C369-FA3B-D6A7-BABA01D378C6}"/>
              </a:ext>
            </a:extLst>
          </p:cNvPr>
          <p:cNvSpPr/>
          <p:nvPr/>
        </p:nvSpPr>
        <p:spPr>
          <a:xfrm>
            <a:off x="10039660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AC59081-CBB5-3C3D-E705-960C5EC06803}"/>
              </a:ext>
            </a:extLst>
          </p:cNvPr>
          <p:cNvSpPr/>
          <p:nvPr/>
        </p:nvSpPr>
        <p:spPr>
          <a:xfrm>
            <a:off x="2495868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1104B7E-BB38-4874-EE92-3053030B56A6}"/>
              </a:ext>
            </a:extLst>
          </p:cNvPr>
          <p:cNvSpPr/>
          <p:nvPr/>
        </p:nvSpPr>
        <p:spPr>
          <a:xfrm>
            <a:off x="31816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0C4FDC59-1DCD-ABB0-9A5B-6AF9AC9D2067}"/>
              </a:ext>
            </a:extLst>
          </p:cNvPr>
          <p:cNvSpPr/>
          <p:nvPr/>
        </p:nvSpPr>
        <p:spPr>
          <a:xfrm>
            <a:off x="38674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EDED6B3-B2CC-FBF9-6BD1-A1D636792C17}"/>
              </a:ext>
            </a:extLst>
          </p:cNvPr>
          <p:cNvSpPr/>
          <p:nvPr/>
        </p:nvSpPr>
        <p:spPr>
          <a:xfrm>
            <a:off x="4553266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177878DF-87BA-194F-2B9E-4FEF5A24FD6F}"/>
              </a:ext>
            </a:extLst>
          </p:cNvPr>
          <p:cNvSpPr/>
          <p:nvPr/>
        </p:nvSpPr>
        <p:spPr>
          <a:xfrm>
            <a:off x="5239065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3743D90-8526-93D5-1CB3-75500D8FFAC4}"/>
              </a:ext>
            </a:extLst>
          </p:cNvPr>
          <p:cNvSpPr/>
          <p:nvPr/>
        </p:nvSpPr>
        <p:spPr>
          <a:xfrm>
            <a:off x="59248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8DBF9BBC-A139-DC3A-5858-4DB24CA5334F}"/>
              </a:ext>
            </a:extLst>
          </p:cNvPr>
          <p:cNvSpPr/>
          <p:nvPr/>
        </p:nvSpPr>
        <p:spPr>
          <a:xfrm>
            <a:off x="66106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1761048E-C297-D6D3-2411-15BE50FF50AB}"/>
              </a:ext>
            </a:extLst>
          </p:cNvPr>
          <p:cNvSpPr/>
          <p:nvPr/>
        </p:nvSpPr>
        <p:spPr>
          <a:xfrm>
            <a:off x="7296463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312923A-31F0-60B1-D973-46BB27DB1820}"/>
              </a:ext>
            </a:extLst>
          </p:cNvPr>
          <p:cNvSpPr/>
          <p:nvPr/>
        </p:nvSpPr>
        <p:spPr>
          <a:xfrm>
            <a:off x="7982262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8802199-77F7-D461-B2EC-AE1B9FCF9C8C}"/>
              </a:ext>
            </a:extLst>
          </p:cNvPr>
          <p:cNvSpPr/>
          <p:nvPr/>
        </p:nvSpPr>
        <p:spPr>
          <a:xfrm>
            <a:off x="86680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E48E4824-C30A-D611-DAC1-AC332CF53BE8}"/>
              </a:ext>
            </a:extLst>
          </p:cNvPr>
          <p:cNvSpPr/>
          <p:nvPr/>
        </p:nvSpPr>
        <p:spPr>
          <a:xfrm>
            <a:off x="93538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6F46058-6991-32FE-65F1-5A4AAD9B188D}"/>
              </a:ext>
            </a:extLst>
          </p:cNvPr>
          <p:cNvSpPr/>
          <p:nvPr/>
        </p:nvSpPr>
        <p:spPr>
          <a:xfrm>
            <a:off x="10039660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0C5B06DE-E129-033D-9FAA-010FE069DAE5}"/>
              </a:ext>
            </a:extLst>
          </p:cNvPr>
          <p:cNvSpPr/>
          <p:nvPr/>
        </p:nvSpPr>
        <p:spPr>
          <a:xfrm>
            <a:off x="2504130" y="4288440"/>
            <a:ext cx="497669" cy="6017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C9811953-3D1B-DF87-2274-19582C0484ED}"/>
              </a:ext>
            </a:extLst>
          </p:cNvPr>
          <p:cNvSpPr/>
          <p:nvPr/>
        </p:nvSpPr>
        <p:spPr>
          <a:xfrm>
            <a:off x="31816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FE586F1-9C9A-E5A3-210F-35F0C39BC604}"/>
              </a:ext>
            </a:extLst>
          </p:cNvPr>
          <p:cNvSpPr/>
          <p:nvPr/>
        </p:nvSpPr>
        <p:spPr>
          <a:xfrm>
            <a:off x="38674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41697EC4-0E32-C53B-BFCA-44ACC1D534B5}"/>
              </a:ext>
            </a:extLst>
          </p:cNvPr>
          <p:cNvSpPr/>
          <p:nvPr/>
        </p:nvSpPr>
        <p:spPr>
          <a:xfrm>
            <a:off x="4553266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10465B17-5DA6-8B32-9E61-3A4FD8298F43}"/>
              </a:ext>
            </a:extLst>
          </p:cNvPr>
          <p:cNvSpPr/>
          <p:nvPr/>
        </p:nvSpPr>
        <p:spPr>
          <a:xfrm>
            <a:off x="5239065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5145C25E-F3F2-F205-802B-49BC0C2C26B5}"/>
              </a:ext>
            </a:extLst>
          </p:cNvPr>
          <p:cNvSpPr/>
          <p:nvPr/>
        </p:nvSpPr>
        <p:spPr>
          <a:xfrm>
            <a:off x="59248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DF47686E-FE10-1B45-F97A-C86B171E36B8}"/>
              </a:ext>
            </a:extLst>
          </p:cNvPr>
          <p:cNvSpPr/>
          <p:nvPr/>
        </p:nvSpPr>
        <p:spPr>
          <a:xfrm>
            <a:off x="66106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B2801B1-FCB4-B69E-8C64-4D7CB3E521AE}"/>
              </a:ext>
            </a:extLst>
          </p:cNvPr>
          <p:cNvSpPr/>
          <p:nvPr/>
        </p:nvSpPr>
        <p:spPr>
          <a:xfrm>
            <a:off x="7296463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218C40F-6E7D-1F2B-3EFE-FDF1EFA798F4}"/>
              </a:ext>
            </a:extLst>
          </p:cNvPr>
          <p:cNvSpPr/>
          <p:nvPr/>
        </p:nvSpPr>
        <p:spPr>
          <a:xfrm>
            <a:off x="7982262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F24851E5-2777-DB41-4B9E-EE8F2261FA69}"/>
              </a:ext>
            </a:extLst>
          </p:cNvPr>
          <p:cNvSpPr/>
          <p:nvPr/>
        </p:nvSpPr>
        <p:spPr>
          <a:xfrm>
            <a:off x="86680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C643ABF-2027-6DF9-EB4F-FDAFD6D73672}"/>
              </a:ext>
            </a:extLst>
          </p:cNvPr>
          <p:cNvSpPr/>
          <p:nvPr/>
        </p:nvSpPr>
        <p:spPr>
          <a:xfrm>
            <a:off x="93538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9A8DA02A-F2D5-9FA3-FE0F-5F90E0F5A4A2}"/>
              </a:ext>
            </a:extLst>
          </p:cNvPr>
          <p:cNvSpPr/>
          <p:nvPr/>
        </p:nvSpPr>
        <p:spPr>
          <a:xfrm>
            <a:off x="10039660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55F6ACB8-DFEE-D677-0BB5-74AC4EEFBCD7}"/>
              </a:ext>
            </a:extLst>
          </p:cNvPr>
          <p:cNvSpPr/>
          <p:nvPr/>
        </p:nvSpPr>
        <p:spPr>
          <a:xfrm>
            <a:off x="2437027" y="4289303"/>
            <a:ext cx="641591" cy="6017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6153500F-3133-7106-CDAA-133B4AB64DB6}"/>
              </a:ext>
            </a:extLst>
          </p:cNvPr>
          <p:cNvSpPr/>
          <p:nvPr/>
        </p:nvSpPr>
        <p:spPr>
          <a:xfrm>
            <a:off x="31816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38C72E84-8D43-2AEE-CEC2-6634DB71970A}"/>
              </a:ext>
            </a:extLst>
          </p:cNvPr>
          <p:cNvSpPr/>
          <p:nvPr/>
        </p:nvSpPr>
        <p:spPr>
          <a:xfrm>
            <a:off x="38674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07C13FB1-4BD6-9BE9-CBF3-6FF558EAF535}"/>
              </a:ext>
            </a:extLst>
          </p:cNvPr>
          <p:cNvSpPr/>
          <p:nvPr/>
        </p:nvSpPr>
        <p:spPr>
          <a:xfrm>
            <a:off x="4553266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0AEBB16E-90CB-9FB3-1C69-633E5206C287}"/>
              </a:ext>
            </a:extLst>
          </p:cNvPr>
          <p:cNvSpPr/>
          <p:nvPr/>
        </p:nvSpPr>
        <p:spPr>
          <a:xfrm>
            <a:off x="5239065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49BABF1A-326A-BCC8-793E-447F289B0711}"/>
              </a:ext>
            </a:extLst>
          </p:cNvPr>
          <p:cNvSpPr/>
          <p:nvPr/>
        </p:nvSpPr>
        <p:spPr>
          <a:xfrm>
            <a:off x="7980275" y="2883261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37FA84B4-BF36-07FB-6E8F-1A6719BA03D0}"/>
              </a:ext>
            </a:extLst>
          </p:cNvPr>
          <p:cNvSpPr/>
          <p:nvPr/>
        </p:nvSpPr>
        <p:spPr>
          <a:xfrm>
            <a:off x="8690107" y="2904110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063FB735-5A68-28A1-61ED-3B6C4F573AE4}"/>
              </a:ext>
            </a:extLst>
          </p:cNvPr>
          <p:cNvSpPr/>
          <p:nvPr/>
        </p:nvSpPr>
        <p:spPr>
          <a:xfrm>
            <a:off x="7296463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6AA632E-0D75-6C2A-FD50-C4857536F5F7}"/>
              </a:ext>
            </a:extLst>
          </p:cNvPr>
          <p:cNvSpPr/>
          <p:nvPr/>
        </p:nvSpPr>
        <p:spPr>
          <a:xfrm>
            <a:off x="7982262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2C47E30A-570A-5B0E-688C-7E724BA33512}"/>
              </a:ext>
            </a:extLst>
          </p:cNvPr>
          <p:cNvSpPr/>
          <p:nvPr/>
        </p:nvSpPr>
        <p:spPr>
          <a:xfrm>
            <a:off x="86680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C0499EA7-12BE-B359-60F6-6D174D5C1E7F}"/>
              </a:ext>
            </a:extLst>
          </p:cNvPr>
          <p:cNvSpPr/>
          <p:nvPr/>
        </p:nvSpPr>
        <p:spPr>
          <a:xfrm>
            <a:off x="93538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04C0EA4D-B6B8-D457-42AA-6539F307634F}"/>
              </a:ext>
            </a:extLst>
          </p:cNvPr>
          <p:cNvSpPr/>
          <p:nvPr/>
        </p:nvSpPr>
        <p:spPr>
          <a:xfrm>
            <a:off x="10039660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E8070D34-F11E-431C-9083-D6046B021C0D}"/>
              </a:ext>
            </a:extLst>
          </p:cNvPr>
          <p:cNvSpPr/>
          <p:nvPr/>
        </p:nvSpPr>
        <p:spPr>
          <a:xfrm>
            <a:off x="5924860" y="3605516"/>
            <a:ext cx="641591" cy="601739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A3F7BE2F-63D5-6940-FED1-5BB03808B81D}"/>
              </a:ext>
            </a:extLst>
          </p:cNvPr>
          <p:cNvSpPr/>
          <p:nvPr/>
        </p:nvSpPr>
        <p:spPr>
          <a:xfrm>
            <a:off x="31816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DFA09F6A-6BC1-57FA-345E-2153F04ECD3B}"/>
              </a:ext>
            </a:extLst>
          </p:cNvPr>
          <p:cNvSpPr/>
          <p:nvPr/>
        </p:nvSpPr>
        <p:spPr>
          <a:xfrm>
            <a:off x="38674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B46828EA-8F34-F7D4-B57F-7CE5FCE44648}"/>
              </a:ext>
            </a:extLst>
          </p:cNvPr>
          <p:cNvSpPr/>
          <p:nvPr/>
        </p:nvSpPr>
        <p:spPr>
          <a:xfrm>
            <a:off x="4553266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634957C-0809-6E00-07F1-C0DC2BF84532}"/>
              </a:ext>
            </a:extLst>
          </p:cNvPr>
          <p:cNvSpPr/>
          <p:nvPr/>
        </p:nvSpPr>
        <p:spPr>
          <a:xfrm>
            <a:off x="5239065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F706BD7-CF3C-7195-9057-4EF68294D71F}"/>
              </a:ext>
            </a:extLst>
          </p:cNvPr>
          <p:cNvSpPr/>
          <p:nvPr/>
        </p:nvSpPr>
        <p:spPr>
          <a:xfrm>
            <a:off x="5235548" y="2883261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3D54AF17-C4A1-6378-0987-1539714C98CF}"/>
              </a:ext>
            </a:extLst>
          </p:cNvPr>
          <p:cNvSpPr/>
          <p:nvPr/>
        </p:nvSpPr>
        <p:spPr>
          <a:xfrm>
            <a:off x="5975609" y="2895150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7F478E4A-024B-C09E-AE78-1CC3D040688D}"/>
              </a:ext>
            </a:extLst>
          </p:cNvPr>
          <p:cNvSpPr/>
          <p:nvPr/>
        </p:nvSpPr>
        <p:spPr>
          <a:xfrm>
            <a:off x="7296463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BD56D49E-39E1-F649-0A02-121D37755151}"/>
              </a:ext>
            </a:extLst>
          </p:cNvPr>
          <p:cNvSpPr/>
          <p:nvPr/>
        </p:nvSpPr>
        <p:spPr>
          <a:xfrm>
            <a:off x="7982262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4D35B59F-F58B-27FB-4E29-8BDA0A74DEBB}"/>
              </a:ext>
            </a:extLst>
          </p:cNvPr>
          <p:cNvSpPr/>
          <p:nvPr/>
        </p:nvSpPr>
        <p:spPr>
          <a:xfrm>
            <a:off x="86680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43A2FA6D-0783-2651-408C-5F835CB56A96}"/>
              </a:ext>
            </a:extLst>
          </p:cNvPr>
          <p:cNvSpPr/>
          <p:nvPr/>
        </p:nvSpPr>
        <p:spPr>
          <a:xfrm>
            <a:off x="93538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3872BA4-48B8-F0C9-3EBA-2916FAE09F19}"/>
              </a:ext>
            </a:extLst>
          </p:cNvPr>
          <p:cNvSpPr/>
          <p:nvPr/>
        </p:nvSpPr>
        <p:spPr>
          <a:xfrm>
            <a:off x="10039660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E92B0F3A-0F05-CF16-D3AE-5440A39E2678}"/>
              </a:ext>
            </a:extLst>
          </p:cNvPr>
          <p:cNvSpPr/>
          <p:nvPr/>
        </p:nvSpPr>
        <p:spPr>
          <a:xfrm>
            <a:off x="4570196" y="2895150"/>
            <a:ext cx="641591" cy="601739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9945DABA-B079-6578-0B34-2452034C2247}"/>
              </a:ext>
            </a:extLst>
          </p:cNvPr>
          <p:cNvSpPr/>
          <p:nvPr/>
        </p:nvSpPr>
        <p:spPr>
          <a:xfrm>
            <a:off x="2495868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30AD58B9-FD6E-AB00-AED2-CF76635AA45F}"/>
              </a:ext>
            </a:extLst>
          </p:cNvPr>
          <p:cNvSpPr/>
          <p:nvPr/>
        </p:nvSpPr>
        <p:spPr>
          <a:xfrm>
            <a:off x="31816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5A37472E-262F-A584-5F6A-D02AF03AC165}"/>
              </a:ext>
            </a:extLst>
          </p:cNvPr>
          <p:cNvSpPr/>
          <p:nvPr/>
        </p:nvSpPr>
        <p:spPr>
          <a:xfrm>
            <a:off x="38674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051DF5CF-9B83-DDAB-0893-192BA585915B}"/>
              </a:ext>
            </a:extLst>
          </p:cNvPr>
          <p:cNvSpPr/>
          <p:nvPr/>
        </p:nvSpPr>
        <p:spPr>
          <a:xfrm>
            <a:off x="4553266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09556395-BE10-D196-0C89-EB22338AA6EA}"/>
              </a:ext>
            </a:extLst>
          </p:cNvPr>
          <p:cNvSpPr/>
          <p:nvPr/>
        </p:nvSpPr>
        <p:spPr>
          <a:xfrm>
            <a:off x="5239065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EFE89962-6C0E-0F04-B3AD-C53883BD50A8}"/>
              </a:ext>
            </a:extLst>
          </p:cNvPr>
          <p:cNvSpPr/>
          <p:nvPr/>
        </p:nvSpPr>
        <p:spPr>
          <a:xfrm>
            <a:off x="59248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FC3CA0A9-8D35-F48F-3B49-2E513BB4B182}"/>
              </a:ext>
            </a:extLst>
          </p:cNvPr>
          <p:cNvSpPr/>
          <p:nvPr/>
        </p:nvSpPr>
        <p:spPr>
          <a:xfrm>
            <a:off x="66106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99F62584-5A7D-29A0-7072-CD276B90F7E2}"/>
              </a:ext>
            </a:extLst>
          </p:cNvPr>
          <p:cNvSpPr/>
          <p:nvPr/>
        </p:nvSpPr>
        <p:spPr>
          <a:xfrm>
            <a:off x="7296463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875B1E7E-A0A6-62F8-C936-228CBE8C999C}"/>
              </a:ext>
            </a:extLst>
          </p:cNvPr>
          <p:cNvSpPr/>
          <p:nvPr/>
        </p:nvSpPr>
        <p:spPr>
          <a:xfrm>
            <a:off x="7982262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85142299-473F-03D3-BAB0-F9C0D3DFA676}"/>
              </a:ext>
            </a:extLst>
          </p:cNvPr>
          <p:cNvSpPr/>
          <p:nvPr/>
        </p:nvSpPr>
        <p:spPr>
          <a:xfrm>
            <a:off x="86680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AF3FEC98-6BB8-A7D6-2EC7-6B391A579167}"/>
              </a:ext>
            </a:extLst>
          </p:cNvPr>
          <p:cNvSpPr/>
          <p:nvPr/>
        </p:nvSpPr>
        <p:spPr>
          <a:xfrm>
            <a:off x="93538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82D7CFB-54E2-F352-23CF-D3B2C0A2FB68}"/>
              </a:ext>
            </a:extLst>
          </p:cNvPr>
          <p:cNvSpPr/>
          <p:nvPr/>
        </p:nvSpPr>
        <p:spPr>
          <a:xfrm>
            <a:off x="10039660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40EAE8B0-39B7-8DB1-F37C-D103F5282AF6}"/>
              </a:ext>
            </a:extLst>
          </p:cNvPr>
          <p:cNvSpPr/>
          <p:nvPr/>
        </p:nvSpPr>
        <p:spPr>
          <a:xfrm>
            <a:off x="2495868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451234D9-37B2-AB07-D019-1C4111E7C0B5}"/>
              </a:ext>
            </a:extLst>
          </p:cNvPr>
          <p:cNvSpPr/>
          <p:nvPr/>
        </p:nvSpPr>
        <p:spPr>
          <a:xfrm>
            <a:off x="31816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12E66507-DB00-E881-F7B2-2698132E554E}"/>
              </a:ext>
            </a:extLst>
          </p:cNvPr>
          <p:cNvSpPr/>
          <p:nvPr/>
        </p:nvSpPr>
        <p:spPr>
          <a:xfrm>
            <a:off x="38674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7C87C6C0-BBE8-F202-63F6-D13F45DA6FE5}"/>
              </a:ext>
            </a:extLst>
          </p:cNvPr>
          <p:cNvSpPr/>
          <p:nvPr/>
        </p:nvSpPr>
        <p:spPr>
          <a:xfrm>
            <a:off x="4553266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CF66B55F-4EFA-A1E0-1259-803E201656E1}"/>
              </a:ext>
            </a:extLst>
          </p:cNvPr>
          <p:cNvSpPr/>
          <p:nvPr/>
        </p:nvSpPr>
        <p:spPr>
          <a:xfrm>
            <a:off x="5239065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62D7BD8D-BADD-7230-25DE-A8737129B472}"/>
              </a:ext>
            </a:extLst>
          </p:cNvPr>
          <p:cNvSpPr/>
          <p:nvPr/>
        </p:nvSpPr>
        <p:spPr>
          <a:xfrm>
            <a:off x="59248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0B0A412F-5E32-8E21-DCF2-554584BB889A}"/>
              </a:ext>
            </a:extLst>
          </p:cNvPr>
          <p:cNvSpPr/>
          <p:nvPr/>
        </p:nvSpPr>
        <p:spPr>
          <a:xfrm>
            <a:off x="66106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B326AA63-5479-76FD-CD96-818C9B31B2F1}"/>
              </a:ext>
            </a:extLst>
          </p:cNvPr>
          <p:cNvSpPr/>
          <p:nvPr/>
        </p:nvSpPr>
        <p:spPr>
          <a:xfrm>
            <a:off x="7296463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F566092A-F191-E535-5DD3-3D7B1AC23049}"/>
              </a:ext>
            </a:extLst>
          </p:cNvPr>
          <p:cNvSpPr/>
          <p:nvPr/>
        </p:nvSpPr>
        <p:spPr>
          <a:xfrm>
            <a:off x="7982262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8BCAA616-27CB-E36E-7AFB-EA66C757641A}"/>
              </a:ext>
            </a:extLst>
          </p:cNvPr>
          <p:cNvSpPr/>
          <p:nvPr/>
        </p:nvSpPr>
        <p:spPr>
          <a:xfrm>
            <a:off x="86680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C9E336E9-5297-12DC-9E5F-DAC99D8CB7B1}"/>
              </a:ext>
            </a:extLst>
          </p:cNvPr>
          <p:cNvSpPr/>
          <p:nvPr/>
        </p:nvSpPr>
        <p:spPr>
          <a:xfrm>
            <a:off x="93538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4CEA828D-02C5-CF35-46D5-8B32034EB50A}"/>
              </a:ext>
            </a:extLst>
          </p:cNvPr>
          <p:cNvSpPr/>
          <p:nvPr/>
        </p:nvSpPr>
        <p:spPr>
          <a:xfrm>
            <a:off x="10039660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D49782CC-6C79-EFBF-AC21-C6294826927F}"/>
              </a:ext>
            </a:extLst>
          </p:cNvPr>
          <p:cNvSpPr/>
          <p:nvPr/>
        </p:nvSpPr>
        <p:spPr>
          <a:xfrm>
            <a:off x="3211572" y="2889143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DA28AB4C-47C7-B7BD-8FA0-22691043D78E}"/>
              </a:ext>
            </a:extLst>
          </p:cNvPr>
          <p:cNvSpPr/>
          <p:nvPr/>
        </p:nvSpPr>
        <p:spPr>
          <a:xfrm>
            <a:off x="31816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C93B984-1FEC-7276-9642-0CA9F6E3A27E}"/>
              </a:ext>
            </a:extLst>
          </p:cNvPr>
          <p:cNvSpPr/>
          <p:nvPr/>
        </p:nvSpPr>
        <p:spPr>
          <a:xfrm>
            <a:off x="2462347" y="3606692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8E9CF374-4FDC-A82C-DC4B-0E3C3F221C3A}"/>
              </a:ext>
            </a:extLst>
          </p:cNvPr>
          <p:cNvSpPr/>
          <p:nvPr/>
        </p:nvSpPr>
        <p:spPr>
          <a:xfrm>
            <a:off x="2488006" y="2862148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FF0BE43A-A502-29CA-30E0-BE9AC018620E}"/>
              </a:ext>
            </a:extLst>
          </p:cNvPr>
          <p:cNvSpPr/>
          <p:nvPr/>
        </p:nvSpPr>
        <p:spPr>
          <a:xfrm>
            <a:off x="3845966" y="3620329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1149859E-1CAD-5522-DCD7-AB2E224ABB8F}"/>
              </a:ext>
            </a:extLst>
          </p:cNvPr>
          <p:cNvSpPr/>
          <p:nvPr/>
        </p:nvSpPr>
        <p:spPr>
          <a:xfrm>
            <a:off x="59248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F5083649-0103-0AF9-F544-4D159C001F74}"/>
              </a:ext>
            </a:extLst>
          </p:cNvPr>
          <p:cNvSpPr/>
          <p:nvPr/>
        </p:nvSpPr>
        <p:spPr>
          <a:xfrm>
            <a:off x="66106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84638100-B869-FFCE-31F5-3AA764CDF174}"/>
              </a:ext>
            </a:extLst>
          </p:cNvPr>
          <p:cNvSpPr/>
          <p:nvPr/>
        </p:nvSpPr>
        <p:spPr>
          <a:xfrm>
            <a:off x="7296463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BF8FD7BF-9B88-26EA-FCB2-833623BEB227}"/>
              </a:ext>
            </a:extLst>
          </p:cNvPr>
          <p:cNvSpPr/>
          <p:nvPr/>
        </p:nvSpPr>
        <p:spPr>
          <a:xfrm>
            <a:off x="4563619" y="3589999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27D41337-CCEC-FDB0-E7F1-E51C4FA0AB1D}"/>
              </a:ext>
            </a:extLst>
          </p:cNvPr>
          <p:cNvSpPr/>
          <p:nvPr/>
        </p:nvSpPr>
        <p:spPr>
          <a:xfrm>
            <a:off x="86680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B46E759E-A161-7629-6000-7C958D9DDEB6}"/>
              </a:ext>
            </a:extLst>
          </p:cNvPr>
          <p:cNvSpPr/>
          <p:nvPr/>
        </p:nvSpPr>
        <p:spPr>
          <a:xfrm>
            <a:off x="93538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BC482177-C9E8-D8CD-AA06-A79678F3009A}"/>
              </a:ext>
            </a:extLst>
          </p:cNvPr>
          <p:cNvSpPr/>
          <p:nvPr/>
        </p:nvSpPr>
        <p:spPr>
          <a:xfrm>
            <a:off x="10039660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96B4946D-482D-1C7A-BCF4-0411B202FBAA}"/>
              </a:ext>
            </a:extLst>
          </p:cNvPr>
          <p:cNvSpPr/>
          <p:nvPr/>
        </p:nvSpPr>
        <p:spPr>
          <a:xfrm>
            <a:off x="2495868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E721BD8E-FD2E-B43F-A567-FE5F24A7D49C}"/>
              </a:ext>
            </a:extLst>
          </p:cNvPr>
          <p:cNvSpPr/>
          <p:nvPr/>
        </p:nvSpPr>
        <p:spPr>
          <a:xfrm>
            <a:off x="31816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1FF4894E-EB45-C76D-3661-8B3FB89F75BA}"/>
              </a:ext>
            </a:extLst>
          </p:cNvPr>
          <p:cNvSpPr/>
          <p:nvPr/>
        </p:nvSpPr>
        <p:spPr>
          <a:xfrm>
            <a:off x="38674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28A618AB-85A2-46B8-5A0C-E85F6538A328}"/>
              </a:ext>
            </a:extLst>
          </p:cNvPr>
          <p:cNvSpPr/>
          <p:nvPr/>
        </p:nvSpPr>
        <p:spPr>
          <a:xfrm>
            <a:off x="6606989" y="3571854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D6D24D90-6AFA-8EE3-E494-594074DA8F61}"/>
              </a:ext>
            </a:extLst>
          </p:cNvPr>
          <p:cNvSpPr/>
          <p:nvPr/>
        </p:nvSpPr>
        <p:spPr>
          <a:xfrm>
            <a:off x="5239065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9F7B4C1B-D6B0-4009-DA2B-EE65AC10AF43}"/>
              </a:ext>
            </a:extLst>
          </p:cNvPr>
          <p:cNvSpPr/>
          <p:nvPr/>
        </p:nvSpPr>
        <p:spPr>
          <a:xfrm>
            <a:off x="59248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F7727415-BC5D-E795-8B5C-A560AA6A32F9}"/>
              </a:ext>
            </a:extLst>
          </p:cNvPr>
          <p:cNvSpPr/>
          <p:nvPr/>
        </p:nvSpPr>
        <p:spPr>
          <a:xfrm>
            <a:off x="66106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AF7015AD-A3B5-9595-C34E-CC072AD3B173}"/>
              </a:ext>
            </a:extLst>
          </p:cNvPr>
          <p:cNvSpPr/>
          <p:nvPr/>
        </p:nvSpPr>
        <p:spPr>
          <a:xfrm>
            <a:off x="7296463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DA72FC83-9190-5B00-C4B0-E64F872056F8}"/>
              </a:ext>
            </a:extLst>
          </p:cNvPr>
          <p:cNvSpPr/>
          <p:nvPr/>
        </p:nvSpPr>
        <p:spPr>
          <a:xfrm>
            <a:off x="7982262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7B3DF3F4-6FA4-D5F3-4B94-13C6EB646E57}"/>
              </a:ext>
            </a:extLst>
          </p:cNvPr>
          <p:cNvSpPr/>
          <p:nvPr/>
        </p:nvSpPr>
        <p:spPr>
          <a:xfrm>
            <a:off x="86680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D5E31437-6A82-7751-C257-6A4B30BA568A}"/>
              </a:ext>
            </a:extLst>
          </p:cNvPr>
          <p:cNvSpPr/>
          <p:nvPr/>
        </p:nvSpPr>
        <p:spPr>
          <a:xfrm>
            <a:off x="93538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82EB03A1-4A05-45FB-B54A-E04446B929EE}"/>
              </a:ext>
            </a:extLst>
          </p:cNvPr>
          <p:cNvSpPr/>
          <p:nvPr/>
        </p:nvSpPr>
        <p:spPr>
          <a:xfrm>
            <a:off x="10039660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7476830C-AC27-DCB6-19BA-4D86719C020D}"/>
              </a:ext>
            </a:extLst>
          </p:cNvPr>
          <p:cNvSpPr/>
          <p:nvPr/>
        </p:nvSpPr>
        <p:spPr>
          <a:xfrm>
            <a:off x="2495868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CE10446A-C58E-00CD-4F10-B95CEECCF1B9}"/>
              </a:ext>
            </a:extLst>
          </p:cNvPr>
          <p:cNvSpPr/>
          <p:nvPr/>
        </p:nvSpPr>
        <p:spPr>
          <a:xfrm>
            <a:off x="31816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68810288-DD86-7631-7280-8D7F3FADF277}"/>
              </a:ext>
            </a:extLst>
          </p:cNvPr>
          <p:cNvSpPr/>
          <p:nvPr/>
        </p:nvSpPr>
        <p:spPr>
          <a:xfrm>
            <a:off x="38674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D858F001-19EE-9E00-88B2-2BC4225CC6F3}"/>
              </a:ext>
            </a:extLst>
          </p:cNvPr>
          <p:cNvSpPr/>
          <p:nvPr/>
        </p:nvSpPr>
        <p:spPr>
          <a:xfrm>
            <a:off x="5271263" y="3598632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D0E7A16F-28A3-EF06-350F-82C67F86B76D}"/>
              </a:ext>
            </a:extLst>
          </p:cNvPr>
          <p:cNvSpPr/>
          <p:nvPr/>
        </p:nvSpPr>
        <p:spPr>
          <a:xfrm>
            <a:off x="5239065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C678DAAF-DFE9-5C48-0341-F7FDEF2A79CB}"/>
              </a:ext>
            </a:extLst>
          </p:cNvPr>
          <p:cNvSpPr/>
          <p:nvPr/>
        </p:nvSpPr>
        <p:spPr>
          <a:xfrm>
            <a:off x="59248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B562E6E9-69EA-F376-C298-15302A660F87}"/>
              </a:ext>
            </a:extLst>
          </p:cNvPr>
          <p:cNvSpPr/>
          <p:nvPr/>
        </p:nvSpPr>
        <p:spPr>
          <a:xfrm>
            <a:off x="66106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0F2B26F2-F361-7F25-DCC9-4E58E6EFD089}"/>
              </a:ext>
            </a:extLst>
          </p:cNvPr>
          <p:cNvSpPr/>
          <p:nvPr/>
        </p:nvSpPr>
        <p:spPr>
          <a:xfrm>
            <a:off x="7296463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A7EEA813-356B-42B5-C072-1510E23C686E}"/>
              </a:ext>
            </a:extLst>
          </p:cNvPr>
          <p:cNvSpPr/>
          <p:nvPr/>
        </p:nvSpPr>
        <p:spPr>
          <a:xfrm>
            <a:off x="7982262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D7354BAA-3B58-2AB4-F419-3A00E2999F34}"/>
              </a:ext>
            </a:extLst>
          </p:cNvPr>
          <p:cNvSpPr/>
          <p:nvPr/>
        </p:nvSpPr>
        <p:spPr>
          <a:xfrm>
            <a:off x="86680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C98D7C64-B9B2-4535-667B-D381815C8E30}"/>
              </a:ext>
            </a:extLst>
          </p:cNvPr>
          <p:cNvSpPr/>
          <p:nvPr/>
        </p:nvSpPr>
        <p:spPr>
          <a:xfrm>
            <a:off x="93538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3C48C0B4-0A7D-C467-3866-326EBED5830D}"/>
              </a:ext>
            </a:extLst>
          </p:cNvPr>
          <p:cNvSpPr/>
          <p:nvPr/>
        </p:nvSpPr>
        <p:spPr>
          <a:xfrm>
            <a:off x="10039660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536D1505-391C-5FC9-5773-6D4B7715ADDE}"/>
              </a:ext>
            </a:extLst>
          </p:cNvPr>
          <p:cNvSpPr/>
          <p:nvPr/>
        </p:nvSpPr>
        <p:spPr>
          <a:xfrm>
            <a:off x="2495868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4E9D8871-AEA2-2D18-CA90-A86F7C0F044E}"/>
              </a:ext>
            </a:extLst>
          </p:cNvPr>
          <p:cNvSpPr/>
          <p:nvPr/>
        </p:nvSpPr>
        <p:spPr>
          <a:xfrm>
            <a:off x="31816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E767CC74-14FA-6366-3E3B-D2BC7F6F4C0E}"/>
              </a:ext>
            </a:extLst>
          </p:cNvPr>
          <p:cNvSpPr/>
          <p:nvPr/>
        </p:nvSpPr>
        <p:spPr>
          <a:xfrm>
            <a:off x="38674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5480E54B-5B99-8271-2276-94737C1C9CCF}"/>
              </a:ext>
            </a:extLst>
          </p:cNvPr>
          <p:cNvSpPr/>
          <p:nvPr/>
        </p:nvSpPr>
        <p:spPr>
          <a:xfrm>
            <a:off x="6632710" y="2870440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767CFC3F-E09F-BA73-294F-C2E6D9B77232}"/>
              </a:ext>
            </a:extLst>
          </p:cNvPr>
          <p:cNvSpPr/>
          <p:nvPr/>
        </p:nvSpPr>
        <p:spPr>
          <a:xfrm>
            <a:off x="5239065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8BC78733-7D49-5F45-8405-0024C31D7734}"/>
              </a:ext>
            </a:extLst>
          </p:cNvPr>
          <p:cNvSpPr/>
          <p:nvPr/>
        </p:nvSpPr>
        <p:spPr>
          <a:xfrm>
            <a:off x="3158159" y="3609043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4F98D31F-C7C1-932F-24D5-FFB1ACFCFD55}"/>
              </a:ext>
            </a:extLst>
          </p:cNvPr>
          <p:cNvSpPr/>
          <p:nvPr/>
        </p:nvSpPr>
        <p:spPr>
          <a:xfrm>
            <a:off x="3881653" y="2875564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19F72285-DAE2-A3A7-14C3-2BA585AB056B}"/>
              </a:ext>
            </a:extLst>
          </p:cNvPr>
          <p:cNvSpPr/>
          <p:nvPr/>
        </p:nvSpPr>
        <p:spPr>
          <a:xfrm>
            <a:off x="7296463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05DA3390-DC84-8A82-C9D2-A04D777A3CCE}"/>
              </a:ext>
            </a:extLst>
          </p:cNvPr>
          <p:cNvSpPr/>
          <p:nvPr/>
        </p:nvSpPr>
        <p:spPr>
          <a:xfrm>
            <a:off x="7982262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F5E48ACA-6E5C-174C-F9D9-5D7B060369CE}"/>
              </a:ext>
            </a:extLst>
          </p:cNvPr>
          <p:cNvSpPr/>
          <p:nvPr/>
        </p:nvSpPr>
        <p:spPr>
          <a:xfrm>
            <a:off x="86680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099F806D-ECC3-01F1-E146-F03D6C5521BF}"/>
              </a:ext>
            </a:extLst>
          </p:cNvPr>
          <p:cNvSpPr/>
          <p:nvPr/>
        </p:nvSpPr>
        <p:spPr>
          <a:xfrm>
            <a:off x="93538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C2EBF555-B008-71D1-9B44-F4FC360DECB4}"/>
              </a:ext>
            </a:extLst>
          </p:cNvPr>
          <p:cNvSpPr/>
          <p:nvPr/>
        </p:nvSpPr>
        <p:spPr>
          <a:xfrm>
            <a:off x="10039660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34B8178-7FC3-46F6-09A7-19BE65FD25D9}"/>
              </a:ext>
            </a:extLst>
          </p:cNvPr>
          <p:cNvSpPr/>
          <p:nvPr/>
        </p:nvSpPr>
        <p:spPr>
          <a:xfrm>
            <a:off x="929047" y="936116"/>
            <a:ext cx="663446" cy="81997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sq-XK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14A0C39-AD0A-0B86-646D-683D1888FDCE}"/>
              </a:ext>
            </a:extLst>
          </p:cNvPr>
          <p:cNvSpPr/>
          <p:nvPr/>
        </p:nvSpPr>
        <p:spPr>
          <a:xfrm>
            <a:off x="606252" y="3322132"/>
            <a:ext cx="1086547" cy="6017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Kthehu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sq-AL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në fillim</a:t>
            </a:r>
            <a:endParaRPr kumimoji="0" lang="sq-XK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4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CAB2628-3E7F-D0A7-3E80-491A2AD41D2C}"/>
              </a:ext>
            </a:extLst>
          </p:cNvPr>
          <p:cNvSpPr/>
          <p:nvPr/>
        </p:nvSpPr>
        <p:spPr>
          <a:xfrm>
            <a:off x="606251" y="4310032"/>
            <a:ext cx="1086547" cy="6017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Vazhdo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B7B5266-1B6B-2A3C-CFBC-372FE0188AA8}"/>
              </a:ext>
            </a:extLst>
          </p:cNvPr>
          <p:cNvSpPr/>
          <p:nvPr/>
        </p:nvSpPr>
        <p:spPr>
          <a:xfrm>
            <a:off x="707914" y="2060482"/>
            <a:ext cx="944216" cy="93924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20B0604020202020204" pitchFamily="2" charset="-78"/>
                <a:ea typeface="+mn-ea"/>
                <a:cs typeface="Aldhabi" panose="020B0604020202020204" pitchFamily="2" charset="-78"/>
              </a:rPr>
              <a:t>GJEJ FRAZËN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dhabi" panose="020B0604020202020204" pitchFamily="2" charset="-78"/>
              <a:ea typeface="+mn-ea"/>
              <a:cs typeface="Aldhabi" panose="020B06040202020202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06977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15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5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85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" fill="hold">
                      <p:stCondLst>
                        <p:cond delay="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9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9" fill="hold">
                      <p:stCondLst>
                        <p:cond delay="0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7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5" fill="hold">
                      <p:stCondLst>
                        <p:cond delay="0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2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6" fill="hold">
                      <p:stCondLst>
                        <p:cond delay="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4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6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59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0" fill="hold">
                      <p:stCondLst>
                        <p:cond delay="0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7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7" fill="hold">
                      <p:stCondLst>
                        <p:cond delay="0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4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0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9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4" fill="hold">
                      <p:stCondLst>
                        <p:cond delay="0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4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42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8" fill="hold">
                      <p:stCondLst>
                        <p:cond delay="0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8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44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5" fill="hold">
                      <p:stCondLst>
                        <p:cond delay="0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2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5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8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461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2" fill="hold">
                      <p:stCondLst>
                        <p:cond delay="0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9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5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478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9" fill="hold">
                      <p:stCondLst>
                        <p:cond delay="0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6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2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3" fill="hold">
                      <p:stCondLst>
                        <p:cond delay="indefinite"/>
                      </p:stCondLst>
                      <p:childTnLst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id="4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497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8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2" fill="hold">
                      <p:stCondLst>
                        <p:cond delay="indefinite"/>
                      </p:stCondLst>
                      <p:childTnLst>
                        <p:par>
                          <p:cTn id="513" fill="hold">
                            <p:stCondLst>
                              <p:cond delay="0"/>
                            </p:stCondLst>
                            <p:childTnLst>
                              <p:par>
                                <p:cTn id="5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>
                      <p:stCondLst>
                        <p:cond delay="0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4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7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0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fill="hold">
                      <p:stCondLst>
                        <p:cond delay="indefinite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535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6" fill="hold">
                      <p:stCondLst>
                        <p:cond delay="0"/>
                      </p:stCondLst>
                      <p:childTnLst>
                        <p:par>
                          <p:cTn id="537" fill="hold">
                            <p:stCondLst>
                              <p:cond delay="0"/>
                            </p:stCondLst>
                            <p:childTnLst>
                              <p:par>
                                <p:cTn id="5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6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9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0" fill="hold">
                      <p:stCondLst>
                        <p:cond delay="indefinite"/>
                      </p:stCondLst>
                      <p:childTnLst>
                        <p:par>
                          <p:cTn id="551" fill="hold">
                            <p:stCondLst>
                              <p:cond delay="0"/>
                            </p:stCondLst>
                            <p:childTnLst>
                              <p:par>
                                <p:cTn id="55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2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5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8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fill="hold">
                      <p:stCondLst>
                        <p:cond delay="indefinite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id="57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573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4" fill="hold">
                      <p:stCondLst>
                        <p:cond delay="0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1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4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7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8" fill="hold">
                      <p:stCondLst>
                        <p:cond delay="indefinite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59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3" fill="hold">
                      <p:stCondLst>
                        <p:cond delay="0"/>
                      </p:stCondLst>
                      <p:childTnLst>
                        <p:par>
                          <p:cTn id="594" fill="hold">
                            <p:stCondLst>
                              <p:cond delay="0"/>
                            </p:stCondLst>
                            <p:childTnLst>
                              <p:par>
                                <p:cTn id="5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0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6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7" fill="hold">
                      <p:stCondLst>
                        <p:cond delay="indefinite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611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2" fill="hold">
                      <p:stCondLst>
                        <p:cond delay="0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id="6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9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2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5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6" fill="hold">
                      <p:stCondLst>
                        <p:cond delay="indefinite"/>
                      </p:stCondLst>
                      <p:childTnLst>
                        <p:par>
                          <p:cTn id="627" fill="hold">
                            <p:stCondLst>
                              <p:cond delay="0"/>
                            </p:stCondLst>
                            <p:childTnLst>
                              <p:par>
                                <p:cTn id="62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630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1" fill="hold">
                      <p:stCondLst>
                        <p:cond delay="0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8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1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4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5" fill="hold">
                      <p:stCondLst>
                        <p:cond delay="indefinite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212" grpId="0" animBg="1"/>
      <p:bldP spid="236" grpId="0" animBg="1"/>
      <p:bldP spid="23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  <p:bldP spid="256" grpId="0" animBg="1"/>
      <p:bldP spid="257" grpId="0" animBg="1"/>
      <p:bldP spid="258" grpId="0" animBg="1"/>
      <p:bldP spid="259" grpId="0" animBg="1"/>
      <p:bldP spid="260" grpId="0" animBg="1"/>
      <p:bldP spid="261" grpId="0" animBg="1"/>
      <p:bldP spid="262" grpId="0" animBg="1"/>
      <p:bldP spid="263" grpId="0" animBg="1"/>
      <p:bldP spid="264" grpId="0" animBg="1"/>
      <p:bldP spid="265" grpId="0" animBg="1"/>
      <p:bldP spid="266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320" grpId="0" animBg="1"/>
      <p:bldP spid="321" grpId="0" animBg="1"/>
      <p:bldP spid="322" grpId="0" animBg="1"/>
      <p:bldP spid="323" grpId="0" animBg="1"/>
      <p:bldP spid="324" grpId="0" animBg="1"/>
      <p:bldP spid="325" grpId="0" animBg="1"/>
      <p:bldP spid="326" grpId="0" animBg="1"/>
      <p:bldP spid="327" grpId="0" animBg="1"/>
      <p:bldP spid="328" grpId="0" animBg="1"/>
      <p:bldP spid="329" grpId="0" animBg="1"/>
      <p:bldP spid="330" grpId="0" animBg="1"/>
      <p:bldP spid="331" grpId="0" animBg="1"/>
      <p:bldP spid="332" grpId="0" animBg="1"/>
      <p:bldP spid="333" grpId="0" animBg="1"/>
      <p:bldP spid="334" grpId="0" animBg="1"/>
      <p:bldP spid="335" grpId="0" animBg="1"/>
      <p:bldP spid="336" grpId="0" animBg="1"/>
      <p:bldP spid="337" grpId="0" animBg="1"/>
      <p:bldP spid="338" grpId="0" animBg="1"/>
      <p:bldP spid="339" grpId="0" animBg="1"/>
      <p:bldP spid="340" grpId="0" animBg="1"/>
      <p:bldP spid="341" grpId="0" animBg="1"/>
      <p:bldP spid="342" grpId="0" animBg="1"/>
      <p:bldP spid="343" grpId="0" animBg="1"/>
      <p:bldP spid="344" grpId="0" animBg="1"/>
      <p:bldP spid="345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">
            <a:extLst>
              <a:ext uri="{FF2B5EF4-FFF2-40B4-BE49-F238E27FC236}">
                <a16:creationId xmlns:a16="http://schemas.microsoft.com/office/drawing/2014/main" id="{606A89B5-0B52-BFE9-3292-2D70D020B49A}"/>
              </a:ext>
            </a:extLst>
          </p:cNvPr>
          <p:cNvSpPr/>
          <p:nvPr/>
        </p:nvSpPr>
        <p:spPr>
          <a:xfrm>
            <a:off x="2517915" y="1038635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B">
            <a:extLst>
              <a:ext uri="{FF2B5EF4-FFF2-40B4-BE49-F238E27FC236}">
                <a16:creationId xmlns:a16="http://schemas.microsoft.com/office/drawing/2014/main" id="{1D797C57-D75A-57DA-D559-AA7FEBB32ACA}"/>
              </a:ext>
            </a:extLst>
          </p:cNvPr>
          <p:cNvSpPr/>
          <p:nvPr/>
        </p:nvSpPr>
        <p:spPr>
          <a:xfrm>
            <a:off x="3203714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C">
            <a:extLst>
              <a:ext uri="{FF2B5EF4-FFF2-40B4-BE49-F238E27FC236}">
                <a16:creationId xmlns:a16="http://schemas.microsoft.com/office/drawing/2014/main" id="{319CAA0E-CBEE-30AB-C1D3-0CC823DBA8F6}"/>
              </a:ext>
            </a:extLst>
          </p:cNvPr>
          <p:cNvSpPr/>
          <p:nvPr/>
        </p:nvSpPr>
        <p:spPr>
          <a:xfrm>
            <a:off x="3889514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Ç">
            <a:extLst>
              <a:ext uri="{FF2B5EF4-FFF2-40B4-BE49-F238E27FC236}">
                <a16:creationId xmlns:a16="http://schemas.microsoft.com/office/drawing/2014/main" id="{DFCE9167-2939-4843-9C4A-8EA2B893D87E}"/>
              </a:ext>
            </a:extLst>
          </p:cNvPr>
          <p:cNvSpPr/>
          <p:nvPr/>
        </p:nvSpPr>
        <p:spPr>
          <a:xfrm>
            <a:off x="4575313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D">
            <a:extLst>
              <a:ext uri="{FF2B5EF4-FFF2-40B4-BE49-F238E27FC236}">
                <a16:creationId xmlns:a16="http://schemas.microsoft.com/office/drawing/2014/main" id="{B52962E2-93E2-A318-C07C-579656A02B3F}"/>
              </a:ext>
            </a:extLst>
          </p:cNvPr>
          <p:cNvSpPr/>
          <p:nvPr/>
        </p:nvSpPr>
        <p:spPr>
          <a:xfrm>
            <a:off x="5261112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DH">
            <a:extLst>
              <a:ext uri="{FF2B5EF4-FFF2-40B4-BE49-F238E27FC236}">
                <a16:creationId xmlns:a16="http://schemas.microsoft.com/office/drawing/2014/main" id="{ADF2E653-303C-7973-F886-A31FCE6FD22D}"/>
              </a:ext>
            </a:extLst>
          </p:cNvPr>
          <p:cNvSpPr/>
          <p:nvPr/>
        </p:nvSpPr>
        <p:spPr>
          <a:xfrm>
            <a:off x="5946911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E">
            <a:extLst>
              <a:ext uri="{FF2B5EF4-FFF2-40B4-BE49-F238E27FC236}">
                <a16:creationId xmlns:a16="http://schemas.microsoft.com/office/drawing/2014/main" id="{5C538432-8755-DE6A-C3EC-DBB43EEDBE2C}"/>
              </a:ext>
            </a:extLst>
          </p:cNvPr>
          <p:cNvSpPr/>
          <p:nvPr/>
        </p:nvSpPr>
        <p:spPr>
          <a:xfrm>
            <a:off x="6632710" y="1053550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Ë">
            <a:extLst>
              <a:ext uri="{FF2B5EF4-FFF2-40B4-BE49-F238E27FC236}">
                <a16:creationId xmlns:a16="http://schemas.microsoft.com/office/drawing/2014/main" id="{5FA49FAB-35B3-CC49-AA51-B5832780B76E}"/>
              </a:ext>
            </a:extLst>
          </p:cNvPr>
          <p:cNvSpPr/>
          <p:nvPr/>
        </p:nvSpPr>
        <p:spPr>
          <a:xfrm>
            <a:off x="7318510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F">
            <a:extLst>
              <a:ext uri="{FF2B5EF4-FFF2-40B4-BE49-F238E27FC236}">
                <a16:creationId xmlns:a16="http://schemas.microsoft.com/office/drawing/2014/main" id="{091B041A-A3DA-8ADA-C97B-7316B5CBFD10}"/>
              </a:ext>
            </a:extLst>
          </p:cNvPr>
          <p:cNvSpPr/>
          <p:nvPr/>
        </p:nvSpPr>
        <p:spPr>
          <a:xfrm>
            <a:off x="8004309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G">
            <a:extLst>
              <a:ext uri="{FF2B5EF4-FFF2-40B4-BE49-F238E27FC236}">
                <a16:creationId xmlns:a16="http://schemas.microsoft.com/office/drawing/2014/main" id="{DCA0BA8C-4E04-97C6-AACD-CECF2C4B5F7C}"/>
              </a:ext>
            </a:extLst>
          </p:cNvPr>
          <p:cNvSpPr/>
          <p:nvPr/>
        </p:nvSpPr>
        <p:spPr>
          <a:xfrm>
            <a:off x="8690108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GJ">
            <a:extLst>
              <a:ext uri="{FF2B5EF4-FFF2-40B4-BE49-F238E27FC236}">
                <a16:creationId xmlns:a16="http://schemas.microsoft.com/office/drawing/2014/main" id="{28B86291-404C-B9DE-AD4B-2861012CA757}"/>
              </a:ext>
            </a:extLst>
          </p:cNvPr>
          <p:cNvSpPr/>
          <p:nvPr/>
        </p:nvSpPr>
        <p:spPr>
          <a:xfrm>
            <a:off x="9375908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H">
            <a:extLst>
              <a:ext uri="{FF2B5EF4-FFF2-40B4-BE49-F238E27FC236}">
                <a16:creationId xmlns:a16="http://schemas.microsoft.com/office/drawing/2014/main" id="{0C49EAC2-DB38-8EB9-98F2-28FCF6FDB83A}"/>
              </a:ext>
            </a:extLst>
          </p:cNvPr>
          <p:cNvSpPr/>
          <p:nvPr/>
        </p:nvSpPr>
        <p:spPr>
          <a:xfrm>
            <a:off x="10061707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I">
            <a:extLst>
              <a:ext uri="{FF2B5EF4-FFF2-40B4-BE49-F238E27FC236}">
                <a16:creationId xmlns:a16="http://schemas.microsoft.com/office/drawing/2014/main" id="{B0709C58-18BD-3BD2-936A-87678D988535}"/>
              </a:ext>
            </a:extLst>
          </p:cNvPr>
          <p:cNvSpPr/>
          <p:nvPr/>
        </p:nvSpPr>
        <p:spPr>
          <a:xfrm>
            <a:off x="2517915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J">
            <a:extLst>
              <a:ext uri="{FF2B5EF4-FFF2-40B4-BE49-F238E27FC236}">
                <a16:creationId xmlns:a16="http://schemas.microsoft.com/office/drawing/2014/main" id="{A57604B4-D669-A935-73B1-36ED0843F5E3}"/>
              </a:ext>
            </a:extLst>
          </p:cNvPr>
          <p:cNvSpPr/>
          <p:nvPr/>
        </p:nvSpPr>
        <p:spPr>
          <a:xfrm>
            <a:off x="3203714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K">
            <a:extLst>
              <a:ext uri="{FF2B5EF4-FFF2-40B4-BE49-F238E27FC236}">
                <a16:creationId xmlns:a16="http://schemas.microsoft.com/office/drawing/2014/main" id="{9EDC8344-1B24-198C-2EE7-DFAC1BE626F0}"/>
              </a:ext>
            </a:extLst>
          </p:cNvPr>
          <p:cNvSpPr/>
          <p:nvPr/>
        </p:nvSpPr>
        <p:spPr>
          <a:xfrm>
            <a:off x="3889514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" name="L">
            <a:extLst>
              <a:ext uri="{FF2B5EF4-FFF2-40B4-BE49-F238E27FC236}">
                <a16:creationId xmlns:a16="http://schemas.microsoft.com/office/drawing/2014/main" id="{A56B047F-866F-3DC4-8DE5-78A0873B2EF7}"/>
              </a:ext>
            </a:extLst>
          </p:cNvPr>
          <p:cNvSpPr/>
          <p:nvPr/>
        </p:nvSpPr>
        <p:spPr>
          <a:xfrm>
            <a:off x="4575313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" name="LL">
            <a:extLst>
              <a:ext uri="{FF2B5EF4-FFF2-40B4-BE49-F238E27FC236}">
                <a16:creationId xmlns:a16="http://schemas.microsoft.com/office/drawing/2014/main" id="{B2EA1284-CD70-2BB8-1574-726F7284427D}"/>
              </a:ext>
            </a:extLst>
          </p:cNvPr>
          <p:cNvSpPr/>
          <p:nvPr/>
        </p:nvSpPr>
        <p:spPr>
          <a:xfrm>
            <a:off x="5261112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1" name="M">
            <a:extLst>
              <a:ext uri="{FF2B5EF4-FFF2-40B4-BE49-F238E27FC236}">
                <a16:creationId xmlns:a16="http://schemas.microsoft.com/office/drawing/2014/main" id="{AA0E3EEC-00FC-86B5-6A5F-28F7E930F4E1}"/>
              </a:ext>
            </a:extLst>
          </p:cNvPr>
          <p:cNvSpPr/>
          <p:nvPr/>
        </p:nvSpPr>
        <p:spPr>
          <a:xfrm>
            <a:off x="5946911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" name="N">
            <a:extLst>
              <a:ext uri="{FF2B5EF4-FFF2-40B4-BE49-F238E27FC236}">
                <a16:creationId xmlns:a16="http://schemas.microsoft.com/office/drawing/2014/main" id="{5ED9F1C7-30FF-E5DB-668C-48C719F9DF4F}"/>
              </a:ext>
            </a:extLst>
          </p:cNvPr>
          <p:cNvSpPr/>
          <p:nvPr/>
        </p:nvSpPr>
        <p:spPr>
          <a:xfrm>
            <a:off x="6632711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" name="NJ">
            <a:extLst>
              <a:ext uri="{FF2B5EF4-FFF2-40B4-BE49-F238E27FC236}">
                <a16:creationId xmlns:a16="http://schemas.microsoft.com/office/drawing/2014/main" id="{EEDD3EBD-C51D-E59C-131D-17149C6842EF}"/>
              </a:ext>
            </a:extLst>
          </p:cNvPr>
          <p:cNvSpPr/>
          <p:nvPr/>
        </p:nvSpPr>
        <p:spPr>
          <a:xfrm>
            <a:off x="7318510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" name="O">
            <a:extLst>
              <a:ext uri="{FF2B5EF4-FFF2-40B4-BE49-F238E27FC236}">
                <a16:creationId xmlns:a16="http://schemas.microsoft.com/office/drawing/2014/main" id="{71E087F1-503F-F2BB-3E56-373FB7A145F2}"/>
              </a:ext>
            </a:extLst>
          </p:cNvPr>
          <p:cNvSpPr/>
          <p:nvPr/>
        </p:nvSpPr>
        <p:spPr>
          <a:xfrm>
            <a:off x="8004309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" name="P">
            <a:extLst>
              <a:ext uri="{FF2B5EF4-FFF2-40B4-BE49-F238E27FC236}">
                <a16:creationId xmlns:a16="http://schemas.microsoft.com/office/drawing/2014/main" id="{5B5A3B17-D0B4-ACA3-E5BC-77BC99A8A863}"/>
              </a:ext>
            </a:extLst>
          </p:cNvPr>
          <p:cNvSpPr/>
          <p:nvPr/>
        </p:nvSpPr>
        <p:spPr>
          <a:xfrm>
            <a:off x="8690108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" name="Q">
            <a:extLst>
              <a:ext uri="{FF2B5EF4-FFF2-40B4-BE49-F238E27FC236}">
                <a16:creationId xmlns:a16="http://schemas.microsoft.com/office/drawing/2014/main" id="{B2C5BF45-322F-359B-F952-82B39922A824}"/>
              </a:ext>
            </a:extLst>
          </p:cNvPr>
          <p:cNvSpPr/>
          <p:nvPr/>
        </p:nvSpPr>
        <p:spPr>
          <a:xfrm>
            <a:off x="9375908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R">
            <a:extLst>
              <a:ext uri="{FF2B5EF4-FFF2-40B4-BE49-F238E27FC236}">
                <a16:creationId xmlns:a16="http://schemas.microsoft.com/office/drawing/2014/main" id="{DEB7D270-DB38-45CA-4906-9D2D1152395F}"/>
              </a:ext>
            </a:extLst>
          </p:cNvPr>
          <p:cNvSpPr/>
          <p:nvPr/>
        </p:nvSpPr>
        <p:spPr>
          <a:xfrm>
            <a:off x="10061707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8" name="RR">
            <a:extLst>
              <a:ext uri="{FF2B5EF4-FFF2-40B4-BE49-F238E27FC236}">
                <a16:creationId xmlns:a16="http://schemas.microsoft.com/office/drawing/2014/main" id="{04261364-8BFE-E3B5-481C-2274D5F3B486}"/>
              </a:ext>
            </a:extLst>
          </p:cNvPr>
          <p:cNvSpPr/>
          <p:nvPr/>
        </p:nvSpPr>
        <p:spPr>
          <a:xfrm>
            <a:off x="2517915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9" name="S">
            <a:extLst>
              <a:ext uri="{FF2B5EF4-FFF2-40B4-BE49-F238E27FC236}">
                <a16:creationId xmlns:a16="http://schemas.microsoft.com/office/drawing/2014/main" id="{41E4D267-AE9E-D1C8-9E40-90B005AD4000}"/>
              </a:ext>
            </a:extLst>
          </p:cNvPr>
          <p:cNvSpPr/>
          <p:nvPr/>
        </p:nvSpPr>
        <p:spPr>
          <a:xfrm>
            <a:off x="3203714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0" name="SH">
            <a:extLst>
              <a:ext uri="{FF2B5EF4-FFF2-40B4-BE49-F238E27FC236}">
                <a16:creationId xmlns:a16="http://schemas.microsoft.com/office/drawing/2014/main" id="{9B1D0693-572C-E340-F35A-1D4950A1FC5E}"/>
              </a:ext>
            </a:extLst>
          </p:cNvPr>
          <p:cNvSpPr/>
          <p:nvPr/>
        </p:nvSpPr>
        <p:spPr>
          <a:xfrm>
            <a:off x="3889514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1" name="T">
            <a:extLst>
              <a:ext uri="{FF2B5EF4-FFF2-40B4-BE49-F238E27FC236}">
                <a16:creationId xmlns:a16="http://schemas.microsoft.com/office/drawing/2014/main" id="{F43D884D-D460-82DD-B07D-F28D406C1949}"/>
              </a:ext>
            </a:extLst>
          </p:cNvPr>
          <p:cNvSpPr/>
          <p:nvPr/>
        </p:nvSpPr>
        <p:spPr>
          <a:xfrm>
            <a:off x="4575313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" name="TH">
            <a:extLst>
              <a:ext uri="{FF2B5EF4-FFF2-40B4-BE49-F238E27FC236}">
                <a16:creationId xmlns:a16="http://schemas.microsoft.com/office/drawing/2014/main" id="{E6A4BF7D-5B18-86E9-104C-7C7A5E9EE40D}"/>
              </a:ext>
            </a:extLst>
          </p:cNvPr>
          <p:cNvSpPr/>
          <p:nvPr/>
        </p:nvSpPr>
        <p:spPr>
          <a:xfrm>
            <a:off x="5261112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" name="U">
            <a:extLst>
              <a:ext uri="{FF2B5EF4-FFF2-40B4-BE49-F238E27FC236}">
                <a16:creationId xmlns:a16="http://schemas.microsoft.com/office/drawing/2014/main" id="{682A4564-1103-77B4-FD23-3FA5EB762D3E}"/>
              </a:ext>
            </a:extLst>
          </p:cNvPr>
          <p:cNvSpPr/>
          <p:nvPr/>
        </p:nvSpPr>
        <p:spPr>
          <a:xfrm>
            <a:off x="5946911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" name="V">
            <a:extLst>
              <a:ext uri="{FF2B5EF4-FFF2-40B4-BE49-F238E27FC236}">
                <a16:creationId xmlns:a16="http://schemas.microsoft.com/office/drawing/2014/main" id="{67586A16-E175-BF20-6E8C-C95A5571DF85}"/>
              </a:ext>
            </a:extLst>
          </p:cNvPr>
          <p:cNvSpPr/>
          <p:nvPr/>
        </p:nvSpPr>
        <p:spPr>
          <a:xfrm>
            <a:off x="6632711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" name="X">
            <a:extLst>
              <a:ext uri="{FF2B5EF4-FFF2-40B4-BE49-F238E27FC236}">
                <a16:creationId xmlns:a16="http://schemas.microsoft.com/office/drawing/2014/main" id="{F6A306B5-DD78-BF20-1240-DD866FDFFA4B}"/>
              </a:ext>
            </a:extLst>
          </p:cNvPr>
          <p:cNvSpPr/>
          <p:nvPr/>
        </p:nvSpPr>
        <p:spPr>
          <a:xfrm>
            <a:off x="7318510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6" name="XH">
            <a:extLst>
              <a:ext uri="{FF2B5EF4-FFF2-40B4-BE49-F238E27FC236}">
                <a16:creationId xmlns:a16="http://schemas.microsoft.com/office/drawing/2014/main" id="{433598BC-9126-A29C-DC92-4AEF3A7968B5}"/>
              </a:ext>
            </a:extLst>
          </p:cNvPr>
          <p:cNvSpPr/>
          <p:nvPr/>
        </p:nvSpPr>
        <p:spPr>
          <a:xfrm>
            <a:off x="8004309" y="2145593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7" name="Y">
            <a:extLst>
              <a:ext uri="{FF2B5EF4-FFF2-40B4-BE49-F238E27FC236}">
                <a16:creationId xmlns:a16="http://schemas.microsoft.com/office/drawing/2014/main" id="{A8566DF7-5F96-64FF-BD63-AE024337999A}"/>
              </a:ext>
            </a:extLst>
          </p:cNvPr>
          <p:cNvSpPr/>
          <p:nvPr/>
        </p:nvSpPr>
        <p:spPr>
          <a:xfrm>
            <a:off x="8690108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8" name="Z">
            <a:extLst>
              <a:ext uri="{FF2B5EF4-FFF2-40B4-BE49-F238E27FC236}">
                <a16:creationId xmlns:a16="http://schemas.microsoft.com/office/drawing/2014/main" id="{2827B279-48B9-7E98-D7C9-DA32E3E5E4DD}"/>
              </a:ext>
            </a:extLst>
          </p:cNvPr>
          <p:cNvSpPr/>
          <p:nvPr/>
        </p:nvSpPr>
        <p:spPr>
          <a:xfrm>
            <a:off x="9375908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9" name="ZH">
            <a:extLst>
              <a:ext uri="{FF2B5EF4-FFF2-40B4-BE49-F238E27FC236}">
                <a16:creationId xmlns:a16="http://schemas.microsoft.com/office/drawing/2014/main" id="{BD1189F6-21DE-50FF-2D38-1F86361EFC08}"/>
              </a:ext>
            </a:extLst>
          </p:cNvPr>
          <p:cNvSpPr/>
          <p:nvPr/>
        </p:nvSpPr>
        <p:spPr>
          <a:xfrm>
            <a:off x="10061707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132AEE3-0D09-7276-A4DC-806E6FFC5272}"/>
              </a:ext>
            </a:extLst>
          </p:cNvPr>
          <p:cNvSpPr/>
          <p:nvPr/>
        </p:nvSpPr>
        <p:spPr>
          <a:xfrm>
            <a:off x="2517914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11EE965-6BFB-8AD2-FCE6-C9D93146A5AE}"/>
              </a:ext>
            </a:extLst>
          </p:cNvPr>
          <p:cNvSpPr/>
          <p:nvPr/>
        </p:nvSpPr>
        <p:spPr>
          <a:xfrm>
            <a:off x="3203713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056859A-A74B-0B01-D197-62AEBA8EA075}"/>
              </a:ext>
            </a:extLst>
          </p:cNvPr>
          <p:cNvSpPr/>
          <p:nvPr/>
        </p:nvSpPr>
        <p:spPr>
          <a:xfrm>
            <a:off x="3889513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BB2DA79-A36A-221F-5878-1DAB1C4E74D6}"/>
              </a:ext>
            </a:extLst>
          </p:cNvPr>
          <p:cNvSpPr/>
          <p:nvPr/>
        </p:nvSpPr>
        <p:spPr>
          <a:xfrm>
            <a:off x="4575312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EDA5BBA-8F3D-50B5-F553-4BB978F88449}"/>
              </a:ext>
            </a:extLst>
          </p:cNvPr>
          <p:cNvSpPr/>
          <p:nvPr/>
        </p:nvSpPr>
        <p:spPr>
          <a:xfrm>
            <a:off x="5261111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E14932F-3157-6339-A4F2-FBBA3A24C1F8}"/>
              </a:ext>
            </a:extLst>
          </p:cNvPr>
          <p:cNvSpPr/>
          <p:nvPr/>
        </p:nvSpPr>
        <p:spPr>
          <a:xfrm>
            <a:off x="5946910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9AA862D-D2AA-283F-ADB2-9D4CF6F6CD00}"/>
              </a:ext>
            </a:extLst>
          </p:cNvPr>
          <p:cNvSpPr/>
          <p:nvPr/>
        </p:nvSpPr>
        <p:spPr>
          <a:xfrm>
            <a:off x="6632710" y="2830164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8B5C18D-4B01-1343-C792-AD57B5B015CC}"/>
              </a:ext>
            </a:extLst>
          </p:cNvPr>
          <p:cNvSpPr/>
          <p:nvPr/>
        </p:nvSpPr>
        <p:spPr>
          <a:xfrm>
            <a:off x="7326368" y="2866183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CC5BC6F-6962-765B-6CC8-3E887822F976}"/>
              </a:ext>
            </a:extLst>
          </p:cNvPr>
          <p:cNvSpPr/>
          <p:nvPr/>
        </p:nvSpPr>
        <p:spPr>
          <a:xfrm>
            <a:off x="8004308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FABA3FF-FD05-1781-AE5A-DC16EBACCC47}"/>
              </a:ext>
            </a:extLst>
          </p:cNvPr>
          <p:cNvSpPr/>
          <p:nvPr/>
        </p:nvSpPr>
        <p:spPr>
          <a:xfrm>
            <a:off x="8690107" y="2852528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FAD99C-3522-2807-21FD-185CC841C511}"/>
              </a:ext>
            </a:extLst>
          </p:cNvPr>
          <p:cNvSpPr/>
          <p:nvPr/>
        </p:nvSpPr>
        <p:spPr>
          <a:xfrm>
            <a:off x="9375907" y="2852528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3EBEBC0-3E4A-9E68-8819-05CC3BC9C809}"/>
              </a:ext>
            </a:extLst>
          </p:cNvPr>
          <p:cNvSpPr/>
          <p:nvPr/>
        </p:nvSpPr>
        <p:spPr>
          <a:xfrm>
            <a:off x="10061706" y="2852528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33F7786-00BD-0504-12D7-9CCFE17584C3}"/>
              </a:ext>
            </a:extLst>
          </p:cNvPr>
          <p:cNvSpPr/>
          <p:nvPr/>
        </p:nvSpPr>
        <p:spPr>
          <a:xfrm>
            <a:off x="2495865" y="3513491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1C739AA-584D-4E09-7F61-27E20A372504}"/>
              </a:ext>
            </a:extLst>
          </p:cNvPr>
          <p:cNvSpPr/>
          <p:nvPr/>
        </p:nvSpPr>
        <p:spPr>
          <a:xfrm>
            <a:off x="3181664" y="3513491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0FFB601-372C-47A7-3E22-AAA366C58939}"/>
              </a:ext>
            </a:extLst>
          </p:cNvPr>
          <p:cNvSpPr/>
          <p:nvPr/>
        </p:nvSpPr>
        <p:spPr>
          <a:xfrm>
            <a:off x="3856773" y="354330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60F90C5-6DA8-6680-7630-9301376468ED}"/>
              </a:ext>
            </a:extLst>
          </p:cNvPr>
          <p:cNvSpPr/>
          <p:nvPr/>
        </p:nvSpPr>
        <p:spPr>
          <a:xfrm>
            <a:off x="4553263" y="3513491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994E2DC-468D-AB50-174C-E832683E8A08}"/>
              </a:ext>
            </a:extLst>
          </p:cNvPr>
          <p:cNvSpPr/>
          <p:nvPr/>
        </p:nvSpPr>
        <p:spPr>
          <a:xfrm>
            <a:off x="5239062" y="3513491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F96460-276B-F3B0-1800-4E00A81B4A4B}"/>
              </a:ext>
            </a:extLst>
          </p:cNvPr>
          <p:cNvSpPr/>
          <p:nvPr/>
        </p:nvSpPr>
        <p:spPr>
          <a:xfrm>
            <a:off x="5924861" y="3491127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FAB4D32-4B36-20D2-8830-D28E6789F1F0}"/>
              </a:ext>
            </a:extLst>
          </p:cNvPr>
          <p:cNvSpPr/>
          <p:nvPr/>
        </p:nvSpPr>
        <p:spPr>
          <a:xfrm>
            <a:off x="6571173" y="3553220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D79362E-E9DF-8DE2-07AE-BE79A0C092E6}"/>
              </a:ext>
            </a:extLst>
          </p:cNvPr>
          <p:cNvSpPr/>
          <p:nvPr/>
        </p:nvSpPr>
        <p:spPr>
          <a:xfrm>
            <a:off x="7296460" y="3491127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7BBADBB-8C8C-20D8-BB60-19FA7974CEA4}"/>
              </a:ext>
            </a:extLst>
          </p:cNvPr>
          <p:cNvSpPr/>
          <p:nvPr/>
        </p:nvSpPr>
        <p:spPr>
          <a:xfrm>
            <a:off x="7982259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9E80989-F844-3FC4-540E-F58DF318B904}"/>
              </a:ext>
            </a:extLst>
          </p:cNvPr>
          <p:cNvSpPr/>
          <p:nvPr/>
        </p:nvSpPr>
        <p:spPr>
          <a:xfrm>
            <a:off x="8668058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5E52CD8-C4C3-DAB1-1552-E58D07170FD6}"/>
              </a:ext>
            </a:extLst>
          </p:cNvPr>
          <p:cNvSpPr/>
          <p:nvPr/>
        </p:nvSpPr>
        <p:spPr>
          <a:xfrm>
            <a:off x="9353858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F668EFE-080D-7F56-AACC-C72FD911FF3F}"/>
              </a:ext>
            </a:extLst>
          </p:cNvPr>
          <p:cNvSpPr/>
          <p:nvPr/>
        </p:nvSpPr>
        <p:spPr>
          <a:xfrm>
            <a:off x="10050899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B891D7B-50B7-37FC-C9D1-1EF8A260E4D6}"/>
              </a:ext>
            </a:extLst>
          </p:cNvPr>
          <p:cNvSpPr/>
          <p:nvPr/>
        </p:nvSpPr>
        <p:spPr>
          <a:xfrm>
            <a:off x="2495865" y="4331476"/>
            <a:ext cx="641591" cy="6017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D8D10A8-936E-3F69-3C9B-024B220DF61F}"/>
              </a:ext>
            </a:extLst>
          </p:cNvPr>
          <p:cNvSpPr/>
          <p:nvPr/>
        </p:nvSpPr>
        <p:spPr>
          <a:xfrm>
            <a:off x="31816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5D9D223-9A7A-B0B6-3C4A-433EE9FE70C8}"/>
              </a:ext>
            </a:extLst>
          </p:cNvPr>
          <p:cNvSpPr/>
          <p:nvPr/>
        </p:nvSpPr>
        <p:spPr>
          <a:xfrm>
            <a:off x="38674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4FF2503-5CFE-B80A-1290-F717579BB64C}"/>
              </a:ext>
            </a:extLst>
          </p:cNvPr>
          <p:cNvSpPr/>
          <p:nvPr/>
        </p:nvSpPr>
        <p:spPr>
          <a:xfrm>
            <a:off x="4553266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0EF29A2-B4B8-B07B-5869-B84D72009357}"/>
              </a:ext>
            </a:extLst>
          </p:cNvPr>
          <p:cNvSpPr/>
          <p:nvPr/>
        </p:nvSpPr>
        <p:spPr>
          <a:xfrm>
            <a:off x="5239065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C1F0EA7-9C7D-D0B3-36E7-DFF6C7507203}"/>
              </a:ext>
            </a:extLst>
          </p:cNvPr>
          <p:cNvSpPr/>
          <p:nvPr/>
        </p:nvSpPr>
        <p:spPr>
          <a:xfrm>
            <a:off x="59248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9A1AC8E-BF73-5C6F-E09D-F9848C961625}"/>
              </a:ext>
            </a:extLst>
          </p:cNvPr>
          <p:cNvSpPr/>
          <p:nvPr/>
        </p:nvSpPr>
        <p:spPr>
          <a:xfrm>
            <a:off x="66106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70D308A-0143-DC4B-5E74-41E8678FFB86}"/>
              </a:ext>
            </a:extLst>
          </p:cNvPr>
          <p:cNvSpPr/>
          <p:nvPr/>
        </p:nvSpPr>
        <p:spPr>
          <a:xfrm>
            <a:off x="7296463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68281F9-DDE1-1B9F-5989-9721C9CEA5CC}"/>
              </a:ext>
            </a:extLst>
          </p:cNvPr>
          <p:cNvSpPr/>
          <p:nvPr/>
        </p:nvSpPr>
        <p:spPr>
          <a:xfrm>
            <a:off x="7982262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6EC63DD-B5F8-F7D9-0763-C8C4AD2BEEAF}"/>
              </a:ext>
            </a:extLst>
          </p:cNvPr>
          <p:cNvSpPr/>
          <p:nvPr/>
        </p:nvSpPr>
        <p:spPr>
          <a:xfrm>
            <a:off x="86680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719A5B0-9524-AB54-E64C-CF3C082F6188}"/>
              </a:ext>
            </a:extLst>
          </p:cNvPr>
          <p:cNvSpPr/>
          <p:nvPr/>
        </p:nvSpPr>
        <p:spPr>
          <a:xfrm>
            <a:off x="93538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786E789-5B1A-8CD4-3799-5106E0A75C71}"/>
              </a:ext>
            </a:extLst>
          </p:cNvPr>
          <p:cNvSpPr/>
          <p:nvPr/>
        </p:nvSpPr>
        <p:spPr>
          <a:xfrm>
            <a:off x="10039660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90F6E1C-3F6B-614C-DC24-E85E0EE538E1}"/>
              </a:ext>
            </a:extLst>
          </p:cNvPr>
          <p:cNvSpPr/>
          <p:nvPr/>
        </p:nvSpPr>
        <p:spPr>
          <a:xfrm>
            <a:off x="2495868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13A2AB5-F84A-29FF-56C7-67201DB91A7E}"/>
              </a:ext>
            </a:extLst>
          </p:cNvPr>
          <p:cNvSpPr/>
          <p:nvPr/>
        </p:nvSpPr>
        <p:spPr>
          <a:xfrm>
            <a:off x="31816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7152968-ADB7-12C9-6A00-3253999A9807}"/>
              </a:ext>
            </a:extLst>
          </p:cNvPr>
          <p:cNvSpPr/>
          <p:nvPr/>
        </p:nvSpPr>
        <p:spPr>
          <a:xfrm>
            <a:off x="38674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DEC28FD-2053-814B-B540-D91CF5B4A1B0}"/>
              </a:ext>
            </a:extLst>
          </p:cNvPr>
          <p:cNvSpPr/>
          <p:nvPr/>
        </p:nvSpPr>
        <p:spPr>
          <a:xfrm>
            <a:off x="4553266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A4F4A78-0100-D3A3-D7CC-554772387D1E}"/>
              </a:ext>
            </a:extLst>
          </p:cNvPr>
          <p:cNvSpPr/>
          <p:nvPr/>
        </p:nvSpPr>
        <p:spPr>
          <a:xfrm>
            <a:off x="5239065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4F3D953-9BFD-5F42-FC11-A65126B52219}"/>
              </a:ext>
            </a:extLst>
          </p:cNvPr>
          <p:cNvSpPr/>
          <p:nvPr/>
        </p:nvSpPr>
        <p:spPr>
          <a:xfrm>
            <a:off x="59248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FDEB35D-7830-AD15-8A7F-E421CA56F97B}"/>
              </a:ext>
            </a:extLst>
          </p:cNvPr>
          <p:cNvSpPr/>
          <p:nvPr/>
        </p:nvSpPr>
        <p:spPr>
          <a:xfrm>
            <a:off x="66106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EDFB295-5D2A-6BA5-312F-0E99EA0A384C}"/>
              </a:ext>
            </a:extLst>
          </p:cNvPr>
          <p:cNvSpPr/>
          <p:nvPr/>
        </p:nvSpPr>
        <p:spPr>
          <a:xfrm>
            <a:off x="7296463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71C2299-186B-D8A3-ED62-A9C09CAA7E11}"/>
              </a:ext>
            </a:extLst>
          </p:cNvPr>
          <p:cNvSpPr/>
          <p:nvPr/>
        </p:nvSpPr>
        <p:spPr>
          <a:xfrm>
            <a:off x="7982262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788B37DF-D02D-6E94-C85E-98C816B25CE9}"/>
              </a:ext>
            </a:extLst>
          </p:cNvPr>
          <p:cNvSpPr/>
          <p:nvPr/>
        </p:nvSpPr>
        <p:spPr>
          <a:xfrm>
            <a:off x="86680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82C6E2A-1A8D-3F69-EAA0-B9D761210374}"/>
              </a:ext>
            </a:extLst>
          </p:cNvPr>
          <p:cNvSpPr/>
          <p:nvPr/>
        </p:nvSpPr>
        <p:spPr>
          <a:xfrm>
            <a:off x="93538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9CE646DF-C369-FA3B-D6A7-BABA01D378C6}"/>
              </a:ext>
            </a:extLst>
          </p:cNvPr>
          <p:cNvSpPr/>
          <p:nvPr/>
        </p:nvSpPr>
        <p:spPr>
          <a:xfrm>
            <a:off x="10039660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AC59081-CBB5-3C3D-E705-960C5EC06803}"/>
              </a:ext>
            </a:extLst>
          </p:cNvPr>
          <p:cNvSpPr/>
          <p:nvPr/>
        </p:nvSpPr>
        <p:spPr>
          <a:xfrm>
            <a:off x="2495868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1104B7E-BB38-4874-EE92-3053030B56A6}"/>
              </a:ext>
            </a:extLst>
          </p:cNvPr>
          <p:cNvSpPr/>
          <p:nvPr/>
        </p:nvSpPr>
        <p:spPr>
          <a:xfrm>
            <a:off x="31816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0C4FDC59-1DCD-ABB0-9A5B-6AF9AC9D2067}"/>
              </a:ext>
            </a:extLst>
          </p:cNvPr>
          <p:cNvSpPr/>
          <p:nvPr/>
        </p:nvSpPr>
        <p:spPr>
          <a:xfrm>
            <a:off x="38674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EDED6B3-B2CC-FBF9-6BD1-A1D636792C17}"/>
              </a:ext>
            </a:extLst>
          </p:cNvPr>
          <p:cNvSpPr/>
          <p:nvPr/>
        </p:nvSpPr>
        <p:spPr>
          <a:xfrm>
            <a:off x="4553266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177878DF-87BA-194F-2B9E-4FEF5A24FD6F}"/>
              </a:ext>
            </a:extLst>
          </p:cNvPr>
          <p:cNvSpPr/>
          <p:nvPr/>
        </p:nvSpPr>
        <p:spPr>
          <a:xfrm>
            <a:off x="5239065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3743D90-8526-93D5-1CB3-75500D8FFAC4}"/>
              </a:ext>
            </a:extLst>
          </p:cNvPr>
          <p:cNvSpPr/>
          <p:nvPr/>
        </p:nvSpPr>
        <p:spPr>
          <a:xfrm>
            <a:off x="59248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8DBF9BBC-A139-DC3A-5858-4DB24CA5334F}"/>
              </a:ext>
            </a:extLst>
          </p:cNvPr>
          <p:cNvSpPr/>
          <p:nvPr/>
        </p:nvSpPr>
        <p:spPr>
          <a:xfrm>
            <a:off x="66106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1761048E-C297-D6D3-2411-15BE50FF50AB}"/>
              </a:ext>
            </a:extLst>
          </p:cNvPr>
          <p:cNvSpPr/>
          <p:nvPr/>
        </p:nvSpPr>
        <p:spPr>
          <a:xfrm>
            <a:off x="7296463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312923A-31F0-60B1-D973-46BB27DB1820}"/>
              </a:ext>
            </a:extLst>
          </p:cNvPr>
          <p:cNvSpPr/>
          <p:nvPr/>
        </p:nvSpPr>
        <p:spPr>
          <a:xfrm>
            <a:off x="7982262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8802199-77F7-D461-B2EC-AE1B9FCF9C8C}"/>
              </a:ext>
            </a:extLst>
          </p:cNvPr>
          <p:cNvSpPr/>
          <p:nvPr/>
        </p:nvSpPr>
        <p:spPr>
          <a:xfrm>
            <a:off x="86680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E48E4824-C30A-D611-DAC1-AC332CF53BE8}"/>
              </a:ext>
            </a:extLst>
          </p:cNvPr>
          <p:cNvSpPr/>
          <p:nvPr/>
        </p:nvSpPr>
        <p:spPr>
          <a:xfrm>
            <a:off x="93538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6F46058-6991-32FE-65F1-5A4AAD9B188D}"/>
              </a:ext>
            </a:extLst>
          </p:cNvPr>
          <p:cNvSpPr/>
          <p:nvPr/>
        </p:nvSpPr>
        <p:spPr>
          <a:xfrm>
            <a:off x="10039660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0C5B06DE-E129-033D-9FAA-010FE069DAE5}"/>
              </a:ext>
            </a:extLst>
          </p:cNvPr>
          <p:cNvSpPr/>
          <p:nvPr/>
        </p:nvSpPr>
        <p:spPr>
          <a:xfrm>
            <a:off x="5949455" y="3620696"/>
            <a:ext cx="641591" cy="634497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C9811953-3D1B-DF87-2274-19582C0484ED}"/>
              </a:ext>
            </a:extLst>
          </p:cNvPr>
          <p:cNvSpPr/>
          <p:nvPr/>
        </p:nvSpPr>
        <p:spPr>
          <a:xfrm>
            <a:off x="31816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FE586F1-9C9A-E5A3-210F-35F0C39BC604}"/>
              </a:ext>
            </a:extLst>
          </p:cNvPr>
          <p:cNvSpPr/>
          <p:nvPr/>
        </p:nvSpPr>
        <p:spPr>
          <a:xfrm>
            <a:off x="38674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41697EC4-0E32-C53B-BFCA-44ACC1D534B5}"/>
              </a:ext>
            </a:extLst>
          </p:cNvPr>
          <p:cNvSpPr/>
          <p:nvPr/>
        </p:nvSpPr>
        <p:spPr>
          <a:xfrm>
            <a:off x="4553266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10465B17-5DA6-8B32-9E61-3A4FD8298F43}"/>
              </a:ext>
            </a:extLst>
          </p:cNvPr>
          <p:cNvSpPr/>
          <p:nvPr/>
        </p:nvSpPr>
        <p:spPr>
          <a:xfrm>
            <a:off x="5239065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5145C25E-F3F2-F205-802B-49BC0C2C26B5}"/>
              </a:ext>
            </a:extLst>
          </p:cNvPr>
          <p:cNvSpPr/>
          <p:nvPr/>
        </p:nvSpPr>
        <p:spPr>
          <a:xfrm>
            <a:off x="59248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DF47686E-FE10-1B45-F97A-C86B171E36B8}"/>
              </a:ext>
            </a:extLst>
          </p:cNvPr>
          <p:cNvSpPr/>
          <p:nvPr/>
        </p:nvSpPr>
        <p:spPr>
          <a:xfrm>
            <a:off x="66106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B2801B1-FCB4-B69E-8C64-4D7CB3E521AE}"/>
              </a:ext>
            </a:extLst>
          </p:cNvPr>
          <p:cNvSpPr/>
          <p:nvPr/>
        </p:nvSpPr>
        <p:spPr>
          <a:xfrm>
            <a:off x="7296463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218C40F-6E7D-1F2B-3EFE-FDF1EFA798F4}"/>
              </a:ext>
            </a:extLst>
          </p:cNvPr>
          <p:cNvSpPr/>
          <p:nvPr/>
        </p:nvSpPr>
        <p:spPr>
          <a:xfrm>
            <a:off x="7982262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F24851E5-2777-DB41-4B9E-EE8F2261FA69}"/>
              </a:ext>
            </a:extLst>
          </p:cNvPr>
          <p:cNvSpPr/>
          <p:nvPr/>
        </p:nvSpPr>
        <p:spPr>
          <a:xfrm>
            <a:off x="86680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C643ABF-2027-6DF9-EB4F-FDAFD6D73672}"/>
              </a:ext>
            </a:extLst>
          </p:cNvPr>
          <p:cNvSpPr/>
          <p:nvPr/>
        </p:nvSpPr>
        <p:spPr>
          <a:xfrm>
            <a:off x="93538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9A8DA02A-F2D5-9FA3-FE0F-5F90E0F5A4A2}"/>
              </a:ext>
            </a:extLst>
          </p:cNvPr>
          <p:cNvSpPr/>
          <p:nvPr/>
        </p:nvSpPr>
        <p:spPr>
          <a:xfrm>
            <a:off x="10039660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55F6ACB8-DFEE-D677-0BB5-74AC4EEFBCD7}"/>
              </a:ext>
            </a:extLst>
          </p:cNvPr>
          <p:cNvSpPr/>
          <p:nvPr/>
        </p:nvSpPr>
        <p:spPr>
          <a:xfrm>
            <a:off x="4582189" y="3626638"/>
            <a:ext cx="641591" cy="601739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6153500F-3133-7106-CDAA-133B4AB64DB6}"/>
              </a:ext>
            </a:extLst>
          </p:cNvPr>
          <p:cNvSpPr/>
          <p:nvPr/>
        </p:nvSpPr>
        <p:spPr>
          <a:xfrm>
            <a:off x="31816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38C72E84-8D43-2AEE-CEC2-6634DB71970A}"/>
              </a:ext>
            </a:extLst>
          </p:cNvPr>
          <p:cNvSpPr/>
          <p:nvPr/>
        </p:nvSpPr>
        <p:spPr>
          <a:xfrm>
            <a:off x="38674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07C13FB1-4BD6-9BE9-CBF3-6FF558EAF535}"/>
              </a:ext>
            </a:extLst>
          </p:cNvPr>
          <p:cNvSpPr/>
          <p:nvPr/>
        </p:nvSpPr>
        <p:spPr>
          <a:xfrm>
            <a:off x="4553266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0AEBB16E-90CB-9FB3-1C69-633E5206C287}"/>
              </a:ext>
            </a:extLst>
          </p:cNvPr>
          <p:cNvSpPr/>
          <p:nvPr/>
        </p:nvSpPr>
        <p:spPr>
          <a:xfrm>
            <a:off x="5239065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49BABF1A-326A-BCC8-793E-447F289B0711}"/>
              </a:ext>
            </a:extLst>
          </p:cNvPr>
          <p:cNvSpPr/>
          <p:nvPr/>
        </p:nvSpPr>
        <p:spPr>
          <a:xfrm>
            <a:off x="59248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37FA84B4-BF36-07FB-6E8F-1A6719BA03D0}"/>
              </a:ext>
            </a:extLst>
          </p:cNvPr>
          <p:cNvSpPr/>
          <p:nvPr/>
        </p:nvSpPr>
        <p:spPr>
          <a:xfrm>
            <a:off x="7989758" y="2891010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063FB735-5A68-28A1-61ED-3B6C4F573AE4}"/>
              </a:ext>
            </a:extLst>
          </p:cNvPr>
          <p:cNvSpPr/>
          <p:nvPr/>
        </p:nvSpPr>
        <p:spPr>
          <a:xfrm>
            <a:off x="7296463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6AA632E-0D75-6C2A-FD50-C4857536F5F7}"/>
              </a:ext>
            </a:extLst>
          </p:cNvPr>
          <p:cNvSpPr/>
          <p:nvPr/>
        </p:nvSpPr>
        <p:spPr>
          <a:xfrm>
            <a:off x="7982262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2C47E30A-570A-5B0E-688C-7E724BA33512}"/>
              </a:ext>
            </a:extLst>
          </p:cNvPr>
          <p:cNvSpPr/>
          <p:nvPr/>
        </p:nvSpPr>
        <p:spPr>
          <a:xfrm>
            <a:off x="86680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C0499EA7-12BE-B359-60F6-6D174D5C1E7F}"/>
              </a:ext>
            </a:extLst>
          </p:cNvPr>
          <p:cNvSpPr/>
          <p:nvPr/>
        </p:nvSpPr>
        <p:spPr>
          <a:xfrm>
            <a:off x="93538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04C0EA4D-B6B8-D457-42AA-6539F307634F}"/>
              </a:ext>
            </a:extLst>
          </p:cNvPr>
          <p:cNvSpPr/>
          <p:nvPr/>
        </p:nvSpPr>
        <p:spPr>
          <a:xfrm>
            <a:off x="10039660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E8070D34-F11E-431C-9083-D6046B021C0D}"/>
              </a:ext>
            </a:extLst>
          </p:cNvPr>
          <p:cNvSpPr/>
          <p:nvPr/>
        </p:nvSpPr>
        <p:spPr>
          <a:xfrm>
            <a:off x="3182900" y="3626638"/>
            <a:ext cx="641591" cy="601739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A3F7BE2F-63D5-6940-FED1-5BB03808B81D}"/>
              </a:ext>
            </a:extLst>
          </p:cNvPr>
          <p:cNvSpPr/>
          <p:nvPr/>
        </p:nvSpPr>
        <p:spPr>
          <a:xfrm>
            <a:off x="31816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DFA09F6A-6BC1-57FA-345E-2153F04ECD3B}"/>
              </a:ext>
            </a:extLst>
          </p:cNvPr>
          <p:cNvSpPr/>
          <p:nvPr/>
        </p:nvSpPr>
        <p:spPr>
          <a:xfrm>
            <a:off x="38674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B46828EA-8F34-F7D4-B57F-7CE5FCE44648}"/>
              </a:ext>
            </a:extLst>
          </p:cNvPr>
          <p:cNvSpPr/>
          <p:nvPr/>
        </p:nvSpPr>
        <p:spPr>
          <a:xfrm>
            <a:off x="4553266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634957C-0809-6E00-07F1-C0DC2BF84532}"/>
              </a:ext>
            </a:extLst>
          </p:cNvPr>
          <p:cNvSpPr/>
          <p:nvPr/>
        </p:nvSpPr>
        <p:spPr>
          <a:xfrm>
            <a:off x="5239065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F706BD7-CF3C-7195-9057-4EF68294D71F}"/>
              </a:ext>
            </a:extLst>
          </p:cNvPr>
          <p:cNvSpPr/>
          <p:nvPr/>
        </p:nvSpPr>
        <p:spPr>
          <a:xfrm>
            <a:off x="7318508" y="2920462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3D54AF17-C4A1-6378-0987-1539714C98CF}"/>
              </a:ext>
            </a:extLst>
          </p:cNvPr>
          <p:cNvSpPr/>
          <p:nvPr/>
        </p:nvSpPr>
        <p:spPr>
          <a:xfrm>
            <a:off x="3907687" y="2914152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7F478E4A-024B-C09E-AE78-1CC3D040688D}"/>
              </a:ext>
            </a:extLst>
          </p:cNvPr>
          <p:cNvSpPr/>
          <p:nvPr/>
        </p:nvSpPr>
        <p:spPr>
          <a:xfrm>
            <a:off x="7296463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BD56D49E-39E1-F649-0A02-121D37755151}"/>
              </a:ext>
            </a:extLst>
          </p:cNvPr>
          <p:cNvSpPr/>
          <p:nvPr/>
        </p:nvSpPr>
        <p:spPr>
          <a:xfrm>
            <a:off x="7982262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4D35B59F-F58B-27FB-4E29-8BDA0A74DEBB}"/>
              </a:ext>
            </a:extLst>
          </p:cNvPr>
          <p:cNvSpPr/>
          <p:nvPr/>
        </p:nvSpPr>
        <p:spPr>
          <a:xfrm>
            <a:off x="86680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43A2FA6D-0783-2651-408C-5F835CB56A96}"/>
              </a:ext>
            </a:extLst>
          </p:cNvPr>
          <p:cNvSpPr/>
          <p:nvPr/>
        </p:nvSpPr>
        <p:spPr>
          <a:xfrm>
            <a:off x="93538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3872BA4-48B8-F0C9-3EBA-2916FAE09F19}"/>
              </a:ext>
            </a:extLst>
          </p:cNvPr>
          <p:cNvSpPr/>
          <p:nvPr/>
        </p:nvSpPr>
        <p:spPr>
          <a:xfrm>
            <a:off x="10039660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E92B0F3A-0F05-CF16-D3AE-5440A39E2678}"/>
              </a:ext>
            </a:extLst>
          </p:cNvPr>
          <p:cNvSpPr/>
          <p:nvPr/>
        </p:nvSpPr>
        <p:spPr>
          <a:xfrm>
            <a:off x="5275411" y="2881079"/>
            <a:ext cx="641591" cy="667743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9945DABA-B079-6578-0B34-2452034C2247}"/>
              </a:ext>
            </a:extLst>
          </p:cNvPr>
          <p:cNvSpPr/>
          <p:nvPr/>
        </p:nvSpPr>
        <p:spPr>
          <a:xfrm>
            <a:off x="2495868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30AD58B9-FD6E-AB00-AED2-CF76635AA45F}"/>
              </a:ext>
            </a:extLst>
          </p:cNvPr>
          <p:cNvSpPr/>
          <p:nvPr/>
        </p:nvSpPr>
        <p:spPr>
          <a:xfrm>
            <a:off x="31816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5A37472E-262F-A584-5F6A-D02AF03AC165}"/>
              </a:ext>
            </a:extLst>
          </p:cNvPr>
          <p:cNvSpPr/>
          <p:nvPr/>
        </p:nvSpPr>
        <p:spPr>
          <a:xfrm>
            <a:off x="38674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051DF5CF-9B83-DDAB-0893-192BA585915B}"/>
              </a:ext>
            </a:extLst>
          </p:cNvPr>
          <p:cNvSpPr/>
          <p:nvPr/>
        </p:nvSpPr>
        <p:spPr>
          <a:xfrm>
            <a:off x="4553266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09556395-BE10-D196-0C89-EB22338AA6EA}"/>
              </a:ext>
            </a:extLst>
          </p:cNvPr>
          <p:cNvSpPr/>
          <p:nvPr/>
        </p:nvSpPr>
        <p:spPr>
          <a:xfrm>
            <a:off x="5239065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EFE89962-6C0E-0F04-B3AD-C53883BD50A8}"/>
              </a:ext>
            </a:extLst>
          </p:cNvPr>
          <p:cNvSpPr/>
          <p:nvPr/>
        </p:nvSpPr>
        <p:spPr>
          <a:xfrm>
            <a:off x="59248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FC3CA0A9-8D35-F48F-3B49-2E513BB4B182}"/>
              </a:ext>
            </a:extLst>
          </p:cNvPr>
          <p:cNvSpPr/>
          <p:nvPr/>
        </p:nvSpPr>
        <p:spPr>
          <a:xfrm>
            <a:off x="66106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99F62584-5A7D-29A0-7072-CD276B90F7E2}"/>
              </a:ext>
            </a:extLst>
          </p:cNvPr>
          <p:cNvSpPr/>
          <p:nvPr/>
        </p:nvSpPr>
        <p:spPr>
          <a:xfrm>
            <a:off x="7296463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875B1E7E-A0A6-62F8-C936-228CBE8C999C}"/>
              </a:ext>
            </a:extLst>
          </p:cNvPr>
          <p:cNvSpPr/>
          <p:nvPr/>
        </p:nvSpPr>
        <p:spPr>
          <a:xfrm>
            <a:off x="7982262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85142299-473F-03D3-BAB0-F9C0D3DFA676}"/>
              </a:ext>
            </a:extLst>
          </p:cNvPr>
          <p:cNvSpPr/>
          <p:nvPr/>
        </p:nvSpPr>
        <p:spPr>
          <a:xfrm>
            <a:off x="86680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AF3FEC98-6BB8-A7D6-2EC7-6B391A579167}"/>
              </a:ext>
            </a:extLst>
          </p:cNvPr>
          <p:cNvSpPr/>
          <p:nvPr/>
        </p:nvSpPr>
        <p:spPr>
          <a:xfrm>
            <a:off x="93538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82D7CFB-54E2-F352-23CF-D3B2C0A2FB68}"/>
              </a:ext>
            </a:extLst>
          </p:cNvPr>
          <p:cNvSpPr/>
          <p:nvPr/>
        </p:nvSpPr>
        <p:spPr>
          <a:xfrm>
            <a:off x="10039660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40EAE8B0-39B7-8DB1-F37C-D103F5282AF6}"/>
              </a:ext>
            </a:extLst>
          </p:cNvPr>
          <p:cNvSpPr/>
          <p:nvPr/>
        </p:nvSpPr>
        <p:spPr>
          <a:xfrm>
            <a:off x="2495868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451234D9-37B2-AB07-D019-1C4111E7C0B5}"/>
              </a:ext>
            </a:extLst>
          </p:cNvPr>
          <p:cNvSpPr/>
          <p:nvPr/>
        </p:nvSpPr>
        <p:spPr>
          <a:xfrm>
            <a:off x="31816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12E66507-DB00-E881-F7B2-2698132E554E}"/>
              </a:ext>
            </a:extLst>
          </p:cNvPr>
          <p:cNvSpPr/>
          <p:nvPr/>
        </p:nvSpPr>
        <p:spPr>
          <a:xfrm>
            <a:off x="38674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7C87C6C0-BBE8-F202-63F6-D13F45DA6FE5}"/>
              </a:ext>
            </a:extLst>
          </p:cNvPr>
          <p:cNvSpPr/>
          <p:nvPr/>
        </p:nvSpPr>
        <p:spPr>
          <a:xfrm>
            <a:off x="4553266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CF66B55F-4EFA-A1E0-1259-803E201656E1}"/>
              </a:ext>
            </a:extLst>
          </p:cNvPr>
          <p:cNvSpPr/>
          <p:nvPr/>
        </p:nvSpPr>
        <p:spPr>
          <a:xfrm>
            <a:off x="5239065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62D7BD8D-BADD-7230-25DE-A8737129B472}"/>
              </a:ext>
            </a:extLst>
          </p:cNvPr>
          <p:cNvSpPr/>
          <p:nvPr/>
        </p:nvSpPr>
        <p:spPr>
          <a:xfrm>
            <a:off x="59248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0B0A412F-5E32-8E21-DCF2-554584BB889A}"/>
              </a:ext>
            </a:extLst>
          </p:cNvPr>
          <p:cNvSpPr/>
          <p:nvPr/>
        </p:nvSpPr>
        <p:spPr>
          <a:xfrm>
            <a:off x="66106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B326AA63-5479-76FD-CD96-818C9B31B2F1}"/>
              </a:ext>
            </a:extLst>
          </p:cNvPr>
          <p:cNvSpPr/>
          <p:nvPr/>
        </p:nvSpPr>
        <p:spPr>
          <a:xfrm>
            <a:off x="7296463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F566092A-F191-E535-5DD3-3D7B1AC23049}"/>
              </a:ext>
            </a:extLst>
          </p:cNvPr>
          <p:cNvSpPr/>
          <p:nvPr/>
        </p:nvSpPr>
        <p:spPr>
          <a:xfrm>
            <a:off x="7982262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8BCAA616-27CB-E36E-7AFB-EA66C757641A}"/>
              </a:ext>
            </a:extLst>
          </p:cNvPr>
          <p:cNvSpPr/>
          <p:nvPr/>
        </p:nvSpPr>
        <p:spPr>
          <a:xfrm>
            <a:off x="86680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C9E336E9-5297-12DC-9E5F-DAC99D8CB7B1}"/>
              </a:ext>
            </a:extLst>
          </p:cNvPr>
          <p:cNvSpPr/>
          <p:nvPr/>
        </p:nvSpPr>
        <p:spPr>
          <a:xfrm>
            <a:off x="93538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4CEA828D-02C5-CF35-46D5-8B32034EB50A}"/>
              </a:ext>
            </a:extLst>
          </p:cNvPr>
          <p:cNvSpPr/>
          <p:nvPr/>
        </p:nvSpPr>
        <p:spPr>
          <a:xfrm>
            <a:off x="10039660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D49782CC-6C79-EFBF-AC21-C6294826927F}"/>
              </a:ext>
            </a:extLst>
          </p:cNvPr>
          <p:cNvSpPr/>
          <p:nvPr/>
        </p:nvSpPr>
        <p:spPr>
          <a:xfrm>
            <a:off x="2495868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DA28AB4C-47C7-B7BD-8FA0-22691043D78E}"/>
              </a:ext>
            </a:extLst>
          </p:cNvPr>
          <p:cNvSpPr/>
          <p:nvPr/>
        </p:nvSpPr>
        <p:spPr>
          <a:xfrm>
            <a:off x="31816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C93B984-1FEC-7276-9642-0CA9F6E3A27E}"/>
              </a:ext>
            </a:extLst>
          </p:cNvPr>
          <p:cNvSpPr/>
          <p:nvPr/>
        </p:nvSpPr>
        <p:spPr>
          <a:xfrm>
            <a:off x="38674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8E9CF374-4FDC-A82C-DC4B-0E3C3F221C3A}"/>
              </a:ext>
            </a:extLst>
          </p:cNvPr>
          <p:cNvSpPr/>
          <p:nvPr/>
        </p:nvSpPr>
        <p:spPr>
          <a:xfrm>
            <a:off x="4553266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FF0BE43A-A502-29CA-30E0-BE9AC018620E}"/>
              </a:ext>
            </a:extLst>
          </p:cNvPr>
          <p:cNvSpPr/>
          <p:nvPr/>
        </p:nvSpPr>
        <p:spPr>
          <a:xfrm>
            <a:off x="5239065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1149859E-1CAD-5522-DCD7-AB2E224ABB8F}"/>
              </a:ext>
            </a:extLst>
          </p:cNvPr>
          <p:cNvSpPr/>
          <p:nvPr/>
        </p:nvSpPr>
        <p:spPr>
          <a:xfrm>
            <a:off x="59248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F5083649-0103-0AF9-F544-4D159C001F74}"/>
              </a:ext>
            </a:extLst>
          </p:cNvPr>
          <p:cNvSpPr/>
          <p:nvPr/>
        </p:nvSpPr>
        <p:spPr>
          <a:xfrm>
            <a:off x="5293564" y="3620696"/>
            <a:ext cx="641591" cy="601739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84638100-B869-FFCE-31F5-3AA764CDF174}"/>
              </a:ext>
            </a:extLst>
          </p:cNvPr>
          <p:cNvSpPr/>
          <p:nvPr/>
        </p:nvSpPr>
        <p:spPr>
          <a:xfrm>
            <a:off x="7296463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BF8FD7BF-9B88-26EA-FCB2-833623BEB227}"/>
              </a:ext>
            </a:extLst>
          </p:cNvPr>
          <p:cNvSpPr/>
          <p:nvPr/>
        </p:nvSpPr>
        <p:spPr>
          <a:xfrm>
            <a:off x="7982262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27D41337-CCEC-FDB0-E7F1-E51C4FA0AB1D}"/>
              </a:ext>
            </a:extLst>
          </p:cNvPr>
          <p:cNvSpPr/>
          <p:nvPr/>
        </p:nvSpPr>
        <p:spPr>
          <a:xfrm>
            <a:off x="4545404" y="2891010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B46E759E-A161-7629-6000-7C958D9DDEB6}"/>
              </a:ext>
            </a:extLst>
          </p:cNvPr>
          <p:cNvSpPr/>
          <p:nvPr/>
        </p:nvSpPr>
        <p:spPr>
          <a:xfrm>
            <a:off x="93538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BC482177-C9E8-D8CD-AA06-A79678F3009A}"/>
              </a:ext>
            </a:extLst>
          </p:cNvPr>
          <p:cNvSpPr/>
          <p:nvPr/>
        </p:nvSpPr>
        <p:spPr>
          <a:xfrm>
            <a:off x="10039660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96B4946D-482D-1C7A-BCF4-0411B202FBAA}"/>
              </a:ext>
            </a:extLst>
          </p:cNvPr>
          <p:cNvSpPr/>
          <p:nvPr/>
        </p:nvSpPr>
        <p:spPr>
          <a:xfrm>
            <a:off x="2495868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E721BD8E-FD2E-B43F-A567-FE5F24A7D49C}"/>
              </a:ext>
            </a:extLst>
          </p:cNvPr>
          <p:cNvSpPr/>
          <p:nvPr/>
        </p:nvSpPr>
        <p:spPr>
          <a:xfrm>
            <a:off x="31816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1FF4894E-EB45-C76D-3661-8B3FB89F75BA}"/>
              </a:ext>
            </a:extLst>
          </p:cNvPr>
          <p:cNvSpPr/>
          <p:nvPr/>
        </p:nvSpPr>
        <p:spPr>
          <a:xfrm>
            <a:off x="38674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28A618AB-85A2-46B8-5A0C-E85F6538A328}"/>
              </a:ext>
            </a:extLst>
          </p:cNvPr>
          <p:cNvSpPr/>
          <p:nvPr/>
        </p:nvSpPr>
        <p:spPr>
          <a:xfrm>
            <a:off x="6615380" y="3566112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D6D24D90-6AFA-8EE3-E494-594074DA8F61}"/>
              </a:ext>
            </a:extLst>
          </p:cNvPr>
          <p:cNvSpPr/>
          <p:nvPr/>
        </p:nvSpPr>
        <p:spPr>
          <a:xfrm>
            <a:off x="5239065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9F7B4C1B-D6B0-4009-DA2B-EE65AC10AF43}"/>
              </a:ext>
            </a:extLst>
          </p:cNvPr>
          <p:cNvSpPr/>
          <p:nvPr/>
        </p:nvSpPr>
        <p:spPr>
          <a:xfrm>
            <a:off x="59248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F7727415-BC5D-E795-8B5C-A560AA6A32F9}"/>
              </a:ext>
            </a:extLst>
          </p:cNvPr>
          <p:cNvSpPr/>
          <p:nvPr/>
        </p:nvSpPr>
        <p:spPr>
          <a:xfrm>
            <a:off x="66106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AF7015AD-A3B5-9595-C34E-CC072AD3B173}"/>
              </a:ext>
            </a:extLst>
          </p:cNvPr>
          <p:cNvSpPr/>
          <p:nvPr/>
        </p:nvSpPr>
        <p:spPr>
          <a:xfrm>
            <a:off x="7296463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DA72FC83-9190-5B00-C4B0-E64F872056F8}"/>
              </a:ext>
            </a:extLst>
          </p:cNvPr>
          <p:cNvSpPr/>
          <p:nvPr/>
        </p:nvSpPr>
        <p:spPr>
          <a:xfrm>
            <a:off x="7982262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7B3DF3F4-6FA4-D5F3-4B94-13C6EB646E57}"/>
              </a:ext>
            </a:extLst>
          </p:cNvPr>
          <p:cNvSpPr/>
          <p:nvPr/>
        </p:nvSpPr>
        <p:spPr>
          <a:xfrm>
            <a:off x="86680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D5E31437-6A82-7751-C257-6A4B30BA568A}"/>
              </a:ext>
            </a:extLst>
          </p:cNvPr>
          <p:cNvSpPr/>
          <p:nvPr/>
        </p:nvSpPr>
        <p:spPr>
          <a:xfrm>
            <a:off x="93538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82EB03A1-4A05-45FB-B54A-E04446B929EE}"/>
              </a:ext>
            </a:extLst>
          </p:cNvPr>
          <p:cNvSpPr/>
          <p:nvPr/>
        </p:nvSpPr>
        <p:spPr>
          <a:xfrm>
            <a:off x="10039660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7476830C-AC27-DCB6-19BA-4D86719C020D}"/>
              </a:ext>
            </a:extLst>
          </p:cNvPr>
          <p:cNvSpPr/>
          <p:nvPr/>
        </p:nvSpPr>
        <p:spPr>
          <a:xfrm>
            <a:off x="2495868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CE10446A-C58E-00CD-4F10-B95CEECCF1B9}"/>
              </a:ext>
            </a:extLst>
          </p:cNvPr>
          <p:cNvSpPr/>
          <p:nvPr/>
        </p:nvSpPr>
        <p:spPr>
          <a:xfrm>
            <a:off x="2491696" y="3560633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68810288-DD86-7631-7280-8D7F3FADF277}"/>
              </a:ext>
            </a:extLst>
          </p:cNvPr>
          <p:cNvSpPr/>
          <p:nvPr/>
        </p:nvSpPr>
        <p:spPr>
          <a:xfrm>
            <a:off x="38674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D858F001-19EE-9E00-88B2-2BC4225CC6F3}"/>
              </a:ext>
            </a:extLst>
          </p:cNvPr>
          <p:cNvSpPr/>
          <p:nvPr/>
        </p:nvSpPr>
        <p:spPr>
          <a:xfrm>
            <a:off x="5956870" y="2904700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D0E7A16F-28A3-EF06-350F-82C67F86B76D}"/>
              </a:ext>
            </a:extLst>
          </p:cNvPr>
          <p:cNvSpPr/>
          <p:nvPr/>
        </p:nvSpPr>
        <p:spPr>
          <a:xfrm>
            <a:off x="5239065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C678DAAF-DFE9-5C48-0341-F7FDEF2A79CB}"/>
              </a:ext>
            </a:extLst>
          </p:cNvPr>
          <p:cNvSpPr/>
          <p:nvPr/>
        </p:nvSpPr>
        <p:spPr>
          <a:xfrm>
            <a:off x="59248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B562E6E9-69EA-F376-C298-15302A660F87}"/>
              </a:ext>
            </a:extLst>
          </p:cNvPr>
          <p:cNvSpPr/>
          <p:nvPr/>
        </p:nvSpPr>
        <p:spPr>
          <a:xfrm>
            <a:off x="66106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0F2B26F2-F361-7F25-DCC9-4E58E6EFD089}"/>
              </a:ext>
            </a:extLst>
          </p:cNvPr>
          <p:cNvSpPr/>
          <p:nvPr/>
        </p:nvSpPr>
        <p:spPr>
          <a:xfrm>
            <a:off x="7296463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A7EEA813-356B-42B5-C072-1510E23C686E}"/>
              </a:ext>
            </a:extLst>
          </p:cNvPr>
          <p:cNvSpPr/>
          <p:nvPr/>
        </p:nvSpPr>
        <p:spPr>
          <a:xfrm>
            <a:off x="7982262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D7354BAA-3B58-2AB4-F419-3A00E2999F34}"/>
              </a:ext>
            </a:extLst>
          </p:cNvPr>
          <p:cNvSpPr/>
          <p:nvPr/>
        </p:nvSpPr>
        <p:spPr>
          <a:xfrm>
            <a:off x="86680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C98D7C64-B9B2-4535-667B-D381815C8E30}"/>
              </a:ext>
            </a:extLst>
          </p:cNvPr>
          <p:cNvSpPr/>
          <p:nvPr/>
        </p:nvSpPr>
        <p:spPr>
          <a:xfrm>
            <a:off x="93538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3C48C0B4-0A7D-C467-3866-326EBED5830D}"/>
              </a:ext>
            </a:extLst>
          </p:cNvPr>
          <p:cNvSpPr/>
          <p:nvPr/>
        </p:nvSpPr>
        <p:spPr>
          <a:xfrm>
            <a:off x="10039660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536D1505-391C-5FC9-5773-6D4B7715ADDE}"/>
              </a:ext>
            </a:extLst>
          </p:cNvPr>
          <p:cNvSpPr/>
          <p:nvPr/>
        </p:nvSpPr>
        <p:spPr>
          <a:xfrm>
            <a:off x="2495868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4E9D8871-AEA2-2D18-CA90-A86F7C0F044E}"/>
              </a:ext>
            </a:extLst>
          </p:cNvPr>
          <p:cNvSpPr/>
          <p:nvPr/>
        </p:nvSpPr>
        <p:spPr>
          <a:xfrm>
            <a:off x="2491697" y="2883401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E767CC74-14FA-6366-3E3B-D2BC7F6F4C0E}"/>
              </a:ext>
            </a:extLst>
          </p:cNvPr>
          <p:cNvSpPr/>
          <p:nvPr/>
        </p:nvSpPr>
        <p:spPr>
          <a:xfrm>
            <a:off x="38674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5480E54B-5B99-8271-2276-94737C1C9CCF}"/>
              </a:ext>
            </a:extLst>
          </p:cNvPr>
          <p:cNvSpPr/>
          <p:nvPr/>
        </p:nvSpPr>
        <p:spPr>
          <a:xfrm>
            <a:off x="3203113" y="2914081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767CFC3F-E09F-BA73-294F-C2E6D9B77232}"/>
              </a:ext>
            </a:extLst>
          </p:cNvPr>
          <p:cNvSpPr/>
          <p:nvPr/>
        </p:nvSpPr>
        <p:spPr>
          <a:xfrm>
            <a:off x="5239065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8BC78733-7D49-5F45-8405-0024C31D7734}"/>
              </a:ext>
            </a:extLst>
          </p:cNvPr>
          <p:cNvSpPr/>
          <p:nvPr/>
        </p:nvSpPr>
        <p:spPr>
          <a:xfrm>
            <a:off x="59248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4F98D31F-C7C1-932F-24D5-FFB1ACFCFD55}"/>
              </a:ext>
            </a:extLst>
          </p:cNvPr>
          <p:cNvSpPr/>
          <p:nvPr/>
        </p:nvSpPr>
        <p:spPr>
          <a:xfrm>
            <a:off x="3892221" y="3600232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19F72285-DAE2-A3A7-14C3-2BA585AB056B}"/>
              </a:ext>
            </a:extLst>
          </p:cNvPr>
          <p:cNvSpPr/>
          <p:nvPr/>
        </p:nvSpPr>
        <p:spPr>
          <a:xfrm>
            <a:off x="7296463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05DA3390-DC84-8A82-C9D2-A04D777A3CCE}"/>
              </a:ext>
            </a:extLst>
          </p:cNvPr>
          <p:cNvSpPr/>
          <p:nvPr/>
        </p:nvSpPr>
        <p:spPr>
          <a:xfrm>
            <a:off x="7982262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F5E48ACA-6E5C-174C-F9D9-5D7B060369CE}"/>
              </a:ext>
            </a:extLst>
          </p:cNvPr>
          <p:cNvSpPr/>
          <p:nvPr/>
        </p:nvSpPr>
        <p:spPr>
          <a:xfrm>
            <a:off x="86680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099F806D-ECC3-01F1-E146-F03D6C5521BF}"/>
              </a:ext>
            </a:extLst>
          </p:cNvPr>
          <p:cNvSpPr/>
          <p:nvPr/>
        </p:nvSpPr>
        <p:spPr>
          <a:xfrm>
            <a:off x="93538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C2EBF555-B008-71D1-9B44-F4FC360DECB4}"/>
              </a:ext>
            </a:extLst>
          </p:cNvPr>
          <p:cNvSpPr/>
          <p:nvPr/>
        </p:nvSpPr>
        <p:spPr>
          <a:xfrm>
            <a:off x="10039660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34B8178-7FC3-46F6-09A7-19BE65FD25D9}"/>
              </a:ext>
            </a:extLst>
          </p:cNvPr>
          <p:cNvSpPr/>
          <p:nvPr/>
        </p:nvSpPr>
        <p:spPr>
          <a:xfrm>
            <a:off x="929047" y="936116"/>
            <a:ext cx="663446" cy="81997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sq-XK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14A0C39-AD0A-0B86-646D-683D1888FDCE}"/>
              </a:ext>
            </a:extLst>
          </p:cNvPr>
          <p:cNvSpPr/>
          <p:nvPr/>
        </p:nvSpPr>
        <p:spPr>
          <a:xfrm>
            <a:off x="606252" y="3322132"/>
            <a:ext cx="1086547" cy="6017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Kthehu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sq-AL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në fillim</a:t>
            </a:r>
            <a:endParaRPr kumimoji="0" lang="sq-XK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4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CAB2628-3E7F-D0A7-3E80-491A2AD41D2C}"/>
              </a:ext>
            </a:extLst>
          </p:cNvPr>
          <p:cNvSpPr/>
          <p:nvPr/>
        </p:nvSpPr>
        <p:spPr>
          <a:xfrm>
            <a:off x="606251" y="4310032"/>
            <a:ext cx="1086547" cy="6017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Vazhdo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B7B5266-1B6B-2A3C-CFBC-372FE0188AA8}"/>
              </a:ext>
            </a:extLst>
          </p:cNvPr>
          <p:cNvSpPr/>
          <p:nvPr/>
        </p:nvSpPr>
        <p:spPr>
          <a:xfrm>
            <a:off x="707914" y="2060482"/>
            <a:ext cx="944216" cy="93924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20B0604020202020204" pitchFamily="2" charset="-78"/>
                <a:ea typeface="+mn-ea"/>
                <a:cs typeface="Aldhabi" panose="020B0604020202020204" pitchFamily="2" charset="-78"/>
              </a:rPr>
              <a:t>GJEJ FRAZËN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dhabi" panose="020B0604020202020204" pitchFamily="2" charset="-78"/>
              <a:ea typeface="+mn-ea"/>
              <a:cs typeface="Aldhabi" panose="020B06040202020202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1259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15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5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85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" fill="hold">
                      <p:stCondLst>
                        <p:cond delay="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9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9" fill="hold">
                      <p:stCondLst>
                        <p:cond delay="0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7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5" fill="hold">
                      <p:stCondLst>
                        <p:cond delay="0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2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6" fill="hold">
                      <p:stCondLst>
                        <p:cond delay="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4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6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59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0" fill="hold">
                      <p:stCondLst>
                        <p:cond delay="0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7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7" fill="hold">
                      <p:stCondLst>
                        <p:cond delay="0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4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0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9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4" fill="hold">
                      <p:stCondLst>
                        <p:cond delay="0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4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42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8" fill="hold">
                      <p:stCondLst>
                        <p:cond delay="0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8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44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5" fill="hold">
                      <p:stCondLst>
                        <p:cond delay="0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2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5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8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461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2" fill="hold">
                      <p:stCondLst>
                        <p:cond delay="0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9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5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478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9" fill="hold">
                      <p:stCondLst>
                        <p:cond delay="0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6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2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3" fill="hold">
                      <p:stCondLst>
                        <p:cond delay="indefinite"/>
                      </p:stCondLst>
                      <p:childTnLst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id="4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497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8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2" fill="hold">
                      <p:stCondLst>
                        <p:cond delay="indefinite"/>
                      </p:stCondLst>
                      <p:childTnLst>
                        <p:par>
                          <p:cTn id="513" fill="hold">
                            <p:stCondLst>
                              <p:cond delay="0"/>
                            </p:stCondLst>
                            <p:childTnLst>
                              <p:par>
                                <p:cTn id="5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>
                      <p:stCondLst>
                        <p:cond delay="0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4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7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0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fill="hold">
                      <p:stCondLst>
                        <p:cond delay="indefinite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535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6" fill="hold">
                      <p:stCondLst>
                        <p:cond delay="0"/>
                      </p:stCondLst>
                      <p:childTnLst>
                        <p:par>
                          <p:cTn id="537" fill="hold">
                            <p:stCondLst>
                              <p:cond delay="0"/>
                            </p:stCondLst>
                            <p:childTnLst>
                              <p:par>
                                <p:cTn id="5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6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9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0" fill="hold">
                      <p:stCondLst>
                        <p:cond delay="indefinite"/>
                      </p:stCondLst>
                      <p:childTnLst>
                        <p:par>
                          <p:cTn id="551" fill="hold">
                            <p:stCondLst>
                              <p:cond delay="0"/>
                            </p:stCondLst>
                            <p:childTnLst>
                              <p:par>
                                <p:cTn id="55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2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5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8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fill="hold">
                      <p:stCondLst>
                        <p:cond delay="indefinite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id="57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573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4" fill="hold">
                      <p:stCondLst>
                        <p:cond delay="0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1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4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7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8" fill="hold">
                      <p:stCondLst>
                        <p:cond delay="indefinite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59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3" fill="hold">
                      <p:stCondLst>
                        <p:cond delay="0"/>
                      </p:stCondLst>
                      <p:childTnLst>
                        <p:par>
                          <p:cTn id="594" fill="hold">
                            <p:stCondLst>
                              <p:cond delay="0"/>
                            </p:stCondLst>
                            <p:childTnLst>
                              <p:par>
                                <p:cTn id="5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0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6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7" fill="hold">
                      <p:stCondLst>
                        <p:cond delay="indefinite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611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2" fill="hold">
                      <p:stCondLst>
                        <p:cond delay="0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id="6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9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2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5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6" fill="hold">
                      <p:stCondLst>
                        <p:cond delay="indefinite"/>
                      </p:stCondLst>
                      <p:childTnLst>
                        <p:par>
                          <p:cTn id="627" fill="hold">
                            <p:stCondLst>
                              <p:cond delay="0"/>
                            </p:stCondLst>
                            <p:childTnLst>
                              <p:par>
                                <p:cTn id="62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630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1" fill="hold">
                      <p:stCondLst>
                        <p:cond delay="0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8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1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4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5" fill="hold">
                      <p:stCondLst>
                        <p:cond delay="indefinite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212" grpId="0" animBg="1"/>
      <p:bldP spid="236" grpId="0" animBg="1"/>
      <p:bldP spid="23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  <p:bldP spid="256" grpId="0" animBg="1"/>
      <p:bldP spid="257" grpId="0" animBg="1"/>
      <p:bldP spid="258" grpId="0" animBg="1"/>
      <p:bldP spid="259" grpId="0" animBg="1"/>
      <p:bldP spid="260" grpId="0" animBg="1"/>
      <p:bldP spid="261" grpId="0" animBg="1"/>
      <p:bldP spid="262" grpId="0" animBg="1"/>
      <p:bldP spid="263" grpId="0" animBg="1"/>
      <p:bldP spid="264" grpId="0" animBg="1"/>
      <p:bldP spid="265" grpId="0" animBg="1"/>
      <p:bldP spid="266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320" grpId="0" animBg="1"/>
      <p:bldP spid="321" grpId="0" animBg="1"/>
      <p:bldP spid="322" grpId="0" animBg="1"/>
      <p:bldP spid="323" grpId="0" animBg="1"/>
      <p:bldP spid="324" grpId="0" animBg="1"/>
      <p:bldP spid="325" grpId="0" animBg="1"/>
      <p:bldP spid="326" grpId="0" animBg="1"/>
      <p:bldP spid="327" grpId="0" animBg="1"/>
      <p:bldP spid="328" grpId="0" animBg="1"/>
      <p:bldP spid="329" grpId="0" animBg="1"/>
      <p:bldP spid="330" grpId="0" animBg="1"/>
      <p:bldP spid="331" grpId="0" animBg="1"/>
      <p:bldP spid="332" grpId="0" animBg="1"/>
      <p:bldP spid="333" grpId="0" animBg="1"/>
      <p:bldP spid="334" grpId="0" animBg="1"/>
      <p:bldP spid="335" grpId="0" animBg="1"/>
      <p:bldP spid="336" grpId="0" animBg="1"/>
      <p:bldP spid="337" grpId="0" animBg="1"/>
      <p:bldP spid="338" grpId="0" animBg="1"/>
      <p:bldP spid="339" grpId="0" animBg="1"/>
      <p:bldP spid="340" grpId="0" animBg="1"/>
      <p:bldP spid="341" grpId="0" animBg="1"/>
      <p:bldP spid="342" grpId="0" animBg="1"/>
      <p:bldP spid="343" grpId="0" animBg="1"/>
      <p:bldP spid="344" grpId="0" animBg="1"/>
      <p:bldP spid="345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">
            <a:extLst>
              <a:ext uri="{FF2B5EF4-FFF2-40B4-BE49-F238E27FC236}">
                <a16:creationId xmlns:a16="http://schemas.microsoft.com/office/drawing/2014/main" id="{606A89B5-0B52-BFE9-3292-2D70D020B49A}"/>
              </a:ext>
            </a:extLst>
          </p:cNvPr>
          <p:cNvSpPr/>
          <p:nvPr/>
        </p:nvSpPr>
        <p:spPr>
          <a:xfrm>
            <a:off x="2517915" y="1038635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B">
            <a:extLst>
              <a:ext uri="{FF2B5EF4-FFF2-40B4-BE49-F238E27FC236}">
                <a16:creationId xmlns:a16="http://schemas.microsoft.com/office/drawing/2014/main" id="{1D797C57-D75A-57DA-D559-AA7FEBB32ACA}"/>
              </a:ext>
            </a:extLst>
          </p:cNvPr>
          <p:cNvSpPr/>
          <p:nvPr/>
        </p:nvSpPr>
        <p:spPr>
          <a:xfrm>
            <a:off x="3203714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C">
            <a:extLst>
              <a:ext uri="{FF2B5EF4-FFF2-40B4-BE49-F238E27FC236}">
                <a16:creationId xmlns:a16="http://schemas.microsoft.com/office/drawing/2014/main" id="{319CAA0E-CBEE-30AB-C1D3-0CC823DBA8F6}"/>
              </a:ext>
            </a:extLst>
          </p:cNvPr>
          <p:cNvSpPr/>
          <p:nvPr/>
        </p:nvSpPr>
        <p:spPr>
          <a:xfrm>
            <a:off x="3889514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Ç">
            <a:extLst>
              <a:ext uri="{FF2B5EF4-FFF2-40B4-BE49-F238E27FC236}">
                <a16:creationId xmlns:a16="http://schemas.microsoft.com/office/drawing/2014/main" id="{DFCE9167-2939-4843-9C4A-8EA2B893D87E}"/>
              </a:ext>
            </a:extLst>
          </p:cNvPr>
          <p:cNvSpPr/>
          <p:nvPr/>
        </p:nvSpPr>
        <p:spPr>
          <a:xfrm>
            <a:off x="4575313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D">
            <a:extLst>
              <a:ext uri="{FF2B5EF4-FFF2-40B4-BE49-F238E27FC236}">
                <a16:creationId xmlns:a16="http://schemas.microsoft.com/office/drawing/2014/main" id="{B52962E2-93E2-A318-C07C-579656A02B3F}"/>
              </a:ext>
            </a:extLst>
          </p:cNvPr>
          <p:cNvSpPr/>
          <p:nvPr/>
        </p:nvSpPr>
        <p:spPr>
          <a:xfrm>
            <a:off x="5261112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DH">
            <a:extLst>
              <a:ext uri="{FF2B5EF4-FFF2-40B4-BE49-F238E27FC236}">
                <a16:creationId xmlns:a16="http://schemas.microsoft.com/office/drawing/2014/main" id="{ADF2E653-303C-7973-F886-A31FCE6FD22D}"/>
              </a:ext>
            </a:extLst>
          </p:cNvPr>
          <p:cNvSpPr/>
          <p:nvPr/>
        </p:nvSpPr>
        <p:spPr>
          <a:xfrm>
            <a:off x="5946911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E">
            <a:extLst>
              <a:ext uri="{FF2B5EF4-FFF2-40B4-BE49-F238E27FC236}">
                <a16:creationId xmlns:a16="http://schemas.microsoft.com/office/drawing/2014/main" id="{5C538432-8755-DE6A-C3EC-DBB43EEDBE2C}"/>
              </a:ext>
            </a:extLst>
          </p:cNvPr>
          <p:cNvSpPr/>
          <p:nvPr/>
        </p:nvSpPr>
        <p:spPr>
          <a:xfrm>
            <a:off x="6632710" y="1053550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Ë">
            <a:extLst>
              <a:ext uri="{FF2B5EF4-FFF2-40B4-BE49-F238E27FC236}">
                <a16:creationId xmlns:a16="http://schemas.microsoft.com/office/drawing/2014/main" id="{5FA49FAB-35B3-CC49-AA51-B5832780B76E}"/>
              </a:ext>
            </a:extLst>
          </p:cNvPr>
          <p:cNvSpPr/>
          <p:nvPr/>
        </p:nvSpPr>
        <p:spPr>
          <a:xfrm>
            <a:off x="7318510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F">
            <a:extLst>
              <a:ext uri="{FF2B5EF4-FFF2-40B4-BE49-F238E27FC236}">
                <a16:creationId xmlns:a16="http://schemas.microsoft.com/office/drawing/2014/main" id="{091B041A-A3DA-8ADA-C97B-7316B5CBFD10}"/>
              </a:ext>
            </a:extLst>
          </p:cNvPr>
          <p:cNvSpPr/>
          <p:nvPr/>
        </p:nvSpPr>
        <p:spPr>
          <a:xfrm>
            <a:off x="8004309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G">
            <a:extLst>
              <a:ext uri="{FF2B5EF4-FFF2-40B4-BE49-F238E27FC236}">
                <a16:creationId xmlns:a16="http://schemas.microsoft.com/office/drawing/2014/main" id="{DCA0BA8C-4E04-97C6-AACD-CECF2C4B5F7C}"/>
              </a:ext>
            </a:extLst>
          </p:cNvPr>
          <p:cNvSpPr/>
          <p:nvPr/>
        </p:nvSpPr>
        <p:spPr>
          <a:xfrm>
            <a:off x="8690108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GJ">
            <a:extLst>
              <a:ext uri="{FF2B5EF4-FFF2-40B4-BE49-F238E27FC236}">
                <a16:creationId xmlns:a16="http://schemas.microsoft.com/office/drawing/2014/main" id="{28B86291-404C-B9DE-AD4B-2861012CA757}"/>
              </a:ext>
            </a:extLst>
          </p:cNvPr>
          <p:cNvSpPr/>
          <p:nvPr/>
        </p:nvSpPr>
        <p:spPr>
          <a:xfrm>
            <a:off x="9375908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H">
            <a:extLst>
              <a:ext uri="{FF2B5EF4-FFF2-40B4-BE49-F238E27FC236}">
                <a16:creationId xmlns:a16="http://schemas.microsoft.com/office/drawing/2014/main" id="{0C49EAC2-DB38-8EB9-98F2-28FCF6FDB83A}"/>
              </a:ext>
            </a:extLst>
          </p:cNvPr>
          <p:cNvSpPr/>
          <p:nvPr/>
        </p:nvSpPr>
        <p:spPr>
          <a:xfrm>
            <a:off x="10061707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I">
            <a:extLst>
              <a:ext uri="{FF2B5EF4-FFF2-40B4-BE49-F238E27FC236}">
                <a16:creationId xmlns:a16="http://schemas.microsoft.com/office/drawing/2014/main" id="{B0709C58-18BD-3BD2-936A-87678D988535}"/>
              </a:ext>
            </a:extLst>
          </p:cNvPr>
          <p:cNvSpPr/>
          <p:nvPr/>
        </p:nvSpPr>
        <p:spPr>
          <a:xfrm>
            <a:off x="2517915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J">
            <a:extLst>
              <a:ext uri="{FF2B5EF4-FFF2-40B4-BE49-F238E27FC236}">
                <a16:creationId xmlns:a16="http://schemas.microsoft.com/office/drawing/2014/main" id="{A57604B4-D669-A935-73B1-36ED0843F5E3}"/>
              </a:ext>
            </a:extLst>
          </p:cNvPr>
          <p:cNvSpPr/>
          <p:nvPr/>
        </p:nvSpPr>
        <p:spPr>
          <a:xfrm>
            <a:off x="3203714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K">
            <a:extLst>
              <a:ext uri="{FF2B5EF4-FFF2-40B4-BE49-F238E27FC236}">
                <a16:creationId xmlns:a16="http://schemas.microsoft.com/office/drawing/2014/main" id="{9EDC8344-1B24-198C-2EE7-DFAC1BE626F0}"/>
              </a:ext>
            </a:extLst>
          </p:cNvPr>
          <p:cNvSpPr/>
          <p:nvPr/>
        </p:nvSpPr>
        <p:spPr>
          <a:xfrm>
            <a:off x="3889514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" name="L">
            <a:extLst>
              <a:ext uri="{FF2B5EF4-FFF2-40B4-BE49-F238E27FC236}">
                <a16:creationId xmlns:a16="http://schemas.microsoft.com/office/drawing/2014/main" id="{A56B047F-866F-3DC4-8DE5-78A0873B2EF7}"/>
              </a:ext>
            </a:extLst>
          </p:cNvPr>
          <p:cNvSpPr/>
          <p:nvPr/>
        </p:nvSpPr>
        <p:spPr>
          <a:xfrm>
            <a:off x="4575313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" name="LL">
            <a:extLst>
              <a:ext uri="{FF2B5EF4-FFF2-40B4-BE49-F238E27FC236}">
                <a16:creationId xmlns:a16="http://schemas.microsoft.com/office/drawing/2014/main" id="{B2EA1284-CD70-2BB8-1574-726F7284427D}"/>
              </a:ext>
            </a:extLst>
          </p:cNvPr>
          <p:cNvSpPr/>
          <p:nvPr/>
        </p:nvSpPr>
        <p:spPr>
          <a:xfrm>
            <a:off x="5261112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1" name="M">
            <a:extLst>
              <a:ext uri="{FF2B5EF4-FFF2-40B4-BE49-F238E27FC236}">
                <a16:creationId xmlns:a16="http://schemas.microsoft.com/office/drawing/2014/main" id="{AA0E3EEC-00FC-86B5-6A5F-28F7E930F4E1}"/>
              </a:ext>
            </a:extLst>
          </p:cNvPr>
          <p:cNvSpPr/>
          <p:nvPr/>
        </p:nvSpPr>
        <p:spPr>
          <a:xfrm>
            <a:off x="5946911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" name="N">
            <a:extLst>
              <a:ext uri="{FF2B5EF4-FFF2-40B4-BE49-F238E27FC236}">
                <a16:creationId xmlns:a16="http://schemas.microsoft.com/office/drawing/2014/main" id="{5ED9F1C7-30FF-E5DB-668C-48C719F9DF4F}"/>
              </a:ext>
            </a:extLst>
          </p:cNvPr>
          <p:cNvSpPr/>
          <p:nvPr/>
        </p:nvSpPr>
        <p:spPr>
          <a:xfrm>
            <a:off x="6632711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" name="NJ">
            <a:extLst>
              <a:ext uri="{FF2B5EF4-FFF2-40B4-BE49-F238E27FC236}">
                <a16:creationId xmlns:a16="http://schemas.microsoft.com/office/drawing/2014/main" id="{EEDD3EBD-C51D-E59C-131D-17149C6842EF}"/>
              </a:ext>
            </a:extLst>
          </p:cNvPr>
          <p:cNvSpPr/>
          <p:nvPr/>
        </p:nvSpPr>
        <p:spPr>
          <a:xfrm>
            <a:off x="7318510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" name="O">
            <a:extLst>
              <a:ext uri="{FF2B5EF4-FFF2-40B4-BE49-F238E27FC236}">
                <a16:creationId xmlns:a16="http://schemas.microsoft.com/office/drawing/2014/main" id="{71E087F1-503F-F2BB-3E56-373FB7A145F2}"/>
              </a:ext>
            </a:extLst>
          </p:cNvPr>
          <p:cNvSpPr/>
          <p:nvPr/>
        </p:nvSpPr>
        <p:spPr>
          <a:xfrm>
            <a:off x="8004309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" name="P">
            <a:extLst>
              <a:ext uri="{FF2B5EF4-FFF2-40B4-BE49-F238E27FC236}">
                <a16:creationId xmlns:a16="http://schemas.microsoft.com/office/drawing/2014/main" id="{5B5A3B17-D0B4-ACA3-E5BC-77BC99A8A863}"/>
              </a:ext>
            </a:extLst>
          </p:cNvPr>
          <p:cNvSpPr/>
          <p:nvPr/>
        </p:nvSpPr>
        <p:spPr>
          <a:xfrm>
            <a:off x="8690108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" name="Q">
            <a:extLst>
              <a:ext uri="{FF2B5EF4-FFF2-40B4-BE49-F238E27FC236}">
                <a16:creationId xmlns:a16="http://schemas.microsoft.com/office/drawing/2014/main" id="{B2C5BF45-322F-359B-F952-82B39922A824}"/>
              </a:ext>
            </a:extLst>
          </p:cNvPr>
          <p:cNvSpPr/>
          <p:nvPr/>
        </p:nvSpPr>
        <p:spPr>
          <a:xfrm>
            <a:off x="9375908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R">
            <a:extLst>
              <a:ext uri="{FF2B5EF4-FFF2-40B4-BE49-F238E27FC236}">
                <a16:creationId xmlns:a16="http://schemas.microsoft.com/office/drawing/2014/main" id="{DEB7D270-DB38-45CA-4906-9D2D1152395F}"/>
              </a:ext>
            </a:extLst>
          </p:cNvPr>
          <p:cNvSpPr/>
          <p:nvPr/>
        </p:nvSpPr>
        <p:spPr>
          <a:xfrm>
            <a:off x="10061707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8" name="RR">
            <a:extLst>
              <a:ext uri="{FF2B5EF4-FFF2-40B4-BE49-F238E27FC236}">
                <a16:creationId xmlns:a16="http://schemas.microsoft.com/office/drawing/2014/main" id="{04261364-8BFE-E3B5-481C-2274D5F3B486}"/>
              </a:ext>
            </a:extLst>
          </p:cNvPr>
          <p:cNvSpPr/>
          <p:nvPr/>
        </p:nvSpPr>
        <p:spPr>
          <a:xfrm>
            <a:off x="2517915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9" name="S">
            <a:extLst>
              <a:ext uri="{FF2B5EF4-FFF2-40B4-BE49-F238E27FC236}">
                <a16:creationId xmlns:a16="http://schemas.microsoft.com/office/drawing/2014/main" id="{41E4D267-AE9E-D1C8-9E40-90B005AD4000}"/>
              </a:ext>
            </a:extLst>
          </p:cNvPr>
          <p:cNvSpPr/>
          <p:nvPr/>
        </p:nvSpPr>
        <p:spPr>
          <a:xfrm>
            <a:off x="3203714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0" name="SH">
            <a:extLst>
              <a:ext uri="{FF2B5EF4-FFF2-40B4-BE49-F238E27FC236}">
                <a16:creationId xmlns:a16="http://schemas.microsoft.com/office/drawing/2014/main" id="{9B1D0693-572C-E340-F35A-1D4950A1FC5E}"/>
              </a:ext>
            </a:extLst>
          </p:cNvPr>
          <p:cNvSpPr/>
          <p:nvPr/>
        </p:nvSpPr>
        <p:spPr>
          <a:xfrm>
            <a:off x="3889514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1" name="T">
            <a:extLst>
              <a:ext uri="{FF2B5EF4-FFF2-40B4-BE49-F238E27FC236}">
                <a16:creationId xmlns:a16="http://schemas.microsoft.com/office/drawing/2014/main" id="{F43D884D-D460-82DD-B07D-F28D406C1949}"/>
              </a:ext>
            </a:extLst>
          </p:cNvPr>
          <p:cNvSpPr/>
          <p:nvPr/>
        </p:nvSpPr>
        <p:spPr>
          <a:xfrm>
            <a:off x="4575313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" name="TH">
            <a:extLst>
              <a:ext uri="{FF2B5EF4-FFF2-40B4-BE49-F238E27FC236}">
                <a16:creationId xmlns:a16="http://schemas.microsoft.com/office/drawing/2014/main" id="{E6A4BF7D-5B18-86E9-104C-7C7A5E9EE40D}"/>
              </a:ext>
            </a:extLst>
          </p:cNvPr>
          <p:cNvSpPr/>
          <p:nvPr/>
        </p:nvSpPr>
        <p:spPr>
          <a:xfrm>
            <a:off x="5261112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" name="U">
            <a:extLst>
              <a:ext uri="{FF2B5EF4-FFF2-40B4-BE49-F238E27FC236}">
                <a16:creationId xmlns:a16="http://schemas.microsoft.com/office/drawing/2014/main" id="{682A4564-1103-77B4-FD23-3FA5EB762D3E}"/>
              </a:ext>
            </a:extLst>
          </p:cNvPr>
          <p:cNvSpPr/>
          <p:nvPr/>
        </p:nvSpPr>
        <p:spPr>
          <a:xfrm>
            <a:off x="5946911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" name="V">
            <a:extLst>
              <a:ext uri="{FF2B5EF4-FFF2-40B4-BE49-F238E27FC236}">
                <a16:creationId xmlns:a16="http://schemas.microsoft.com/office/drawing/2014/main" id="{67586A16-E175-BF20-6E8C-C95A5571DF85}"/>
              </a:ext>
            </a:extLst>
          </p:cNvPr>
          <p:cNvSpPr/>
          <p:nvPr/>
        </p:nvSpPr>
        <p:spPr>
          <a:xfrm>
            <a:off x="6632711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" name="X">
            <a:extLst>
              <a:ext uri="{FF2B5EF4-FFF2-40B4-BE49-F238E27FC236}">
                <a16:creationId xmlns:a16="http://schemas.microsoft.com/office/drawing/2014/main" id="{F6A306B5-DD78-BF20-1240-DD866FDFFA4B}"/>
              </a:ext>
            </a:extLst>
          </p:cNvPr>
          <p:cNvSpPr/>
          <p:nvPr/>
        </p:nvSpPr>
        <p:spPr>
          <a:xfrm>
            <a:off x="7318510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6" name="XH">
            <a:extLst>
              <a:ext uri="{FF2B5EF4-FFF2-40B4-BE49-F238E27FC236}">
                <a16:creationId xmlns:a16="http://schemas.microsoft.com/office/drawing/2014/main" id="{433598BC-9126-A29C-DC92-4AEF3A7968B5}"/>
              </a:ext>
            </a:extLst>
          </p:cNvPr>
          <p:cNvSpPr/>
          <p:nvPr/>
        </p:nvSpPr>
        <p:spPr>
          <a:xfrm>
            <a:off x="8004309" y="2145593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7" name="Y">
            <a:extLst>
              <a:ext uri="{FF2B5EF4-FFF2-40B4-BE49-F238E27FC236}">
                <a16:creationId xmlns:a16="http://schemas.microsoft.com/office/drawing/2014/main" id="{A8566DF7-5F96-64FF-BD63-AE024337999A}"/>
              </a:ext>
            </a:extLst>
          </p:cNvPr>
          <p:cNvSpPr/>
          <p:nvPr/>
        </p:nvSpPr>
        <p:spPr>
          <a:xfrm>
            <a:off x="8690108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8" name="Z">
            <a:extLst>
              <a:ext uri="{FF2B5EF4-FFF2-40B4-BE49-F238E27FC236}">
                <a16:creationId xmlns:a16="http://schemas.microsoft.com/office/drawing/2014/main" id="{2827B279-48B9-7E98-D7C9-DA32E3E5E4DD}"/>
              </a:ext>
            </a:extLst>
          </p:cNvPr>
          <p:cNvSpPr/>
          <p:nvPr/>
        </p:nvSpPr>
        <p:spPr>
          <a:xfrm>
            <a:off x="9375908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9" name="ZH">
            <a:extLst>
              <a:ext uri="{FF2B5EF4-FFF2-40B4-BE49-F238E27FC236}">
                <a16:creationId xmlns:a16="http://schemas.microsoft.com/office/drawing/2014/main" id="{BD1189F6-21DE-50FF-2D38-1F86361EFC08}"/>
              </a:ext>
            </a:extLst>
          </p:cNvPr>
          <p:cNvSpPr/>
          <p:nvPr/>
        </p:nvSpPr>
        <p:spPr>
          <a:xfrm>
            <a:off x="10061707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132AEE3-0D09-7276-A4DC-806E6FFC5272}"/>
              </a:ext>
            </a:extLst>
          </p:cNvPr>
          <p:cNvSpPr/>
          <p:nvPr/>
        </p:nvSpPr>
        <p:spPr>
          <a:xfrm>
            <a:off x="2517914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11EE965-6BFB-8AD2-FCE6-C9D93146A5AE}"/>
              </a:ext>
            </a:extLst>
          </p:cNvPr>
          <p:cNvSpPr/>
          <p:nvPr/>
        </p:nvSpPr>
        <p:spPr>
          <a:xfrm>
            <a:off x="3203713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056859A-A74B-0B01-D197-62AEBA8EA075}"/>
              </a:ext>
            </a:extLst>
          </p:cNvPr>
          <p:cNvSpPr/>
          <p:nvPr/>
        </p:nvSpPr>
        <p:spPr>
          <a:xfrm>
            <a:off x="3889513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BB2DA79-A36A-221F-5878-1DAB1C4E74D6}"/>
              </a:ext>
            </a:extLst>
          </p:cNvPr>
          <p:cNvSpPr/>
          <p:nvPr/>
        </p:nvSpPr>
        <p:spPr>
          <a:xfrm>
            <a:off x="4575312" y="2852528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EDA5BBA-8F3D-50B5-F553-4BB978F88449}"/>
              </a:ext>
            </a:extLst>
          </p:cNvPr>
          <p:cNvSpPr/>
          <p:nvPr/>
        </p:nvSpPr>
        <p:spPr>
          <a:xfrm>
            <a:off x="5261111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E14932F-3157-6339-A4F2-FBBA3A24C1F8}"/>
              </a:ext>
            </a:extLst>
          </p:cNvPr>
          <p:cNvSpPr/>
          <p:nvPr/>
        </p:nvSpPr>
        <p:spPr>
          <a:xfrm>
            <a:off x="5946910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9AA862D-D2AA-283F-ADB2-9D4CF6F6CD00}"/>
              </a:ext>
            </a:extLst>
          </p:cNvPr>
          <p:cNvSpPr/>
          <p:nvPr/>
        </p:nvSpPr>
        <p:spPr>
          <a:xfrm>
            <a:off x="6632709" y="2843333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8B5C18D-4B01-1343-C792-AD57B5B015CC}"/>
              </a:ext>
            </a:extLst>
          </p:cNvPr>
          <p:cNvSpPr/>
          <p:nvPr/>
        </p:nvSpPr>
        <p:spPr>
          <a:xfrm>
            <a:off x="7326368" y="2866183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CC5BC6F-6962-765B-6CC8-3E887822F976}"/>
              </a:ext>
            </a:extLst>
          </p:cNvPr>
          <p:cNvSpPr/>
          <p:nvPr/>
        </p:nvSpPr>
        <p:spPr>
          <a:xfrm>
            <a:off x="8004308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FABA3FF-FD05-1781-AE5A-DC16EBACCC47}"/>
              </a:ext>
            </a:extLst>
          </p:cNvPr>
          <p:cNvSpPr/>
          <p:nvPr/>
        </p:nvSpPr>
        <p:spPr>
          <a:xfrm>
            <a:off x="8690107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FAD99C-3522-2807-21FD-185CC841C511}"/>
              </a:ext>
            </a:extLst>
          </p:cNvPr>
          <p:cNvSpPr/>
          <p:nvPr/>
        </p:nvSpPr>
        <p:spPr>
          <a:xfrm>
            <a:off x="9375907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3EBEBC0-3E4A-9E68-8819-05CC3BC9C809}"/>
              </a:ext>
            </a:extLst>
          </p:cNvPr>
          <p:cNvSpPr/>
          <p:nvPr/>
        </p:nvSpPr>
        <p:spPr>
          <a:xfrm>
            <a:off x="10061706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33F7786-00BD-0504-12D7-9CCFE17584C3}"/>
              </a:ext>
            </a:extLst>
          </p:cNvPr>
          <p:cNvSpPr/>
          <p:nvPr/>
        </p:nvSpPr>
        <p:spPr>
          <a:xfrm>
            <a:off x="2495865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1C739AA-584D-4E09-7F61-27E20A372504}"/>
              </a:ext>
            </a:extLst>
          </p:cNvPr>
          <p:cNvSpPr/>
          <p:nvPr/>
        </p:nvSpPr>
        <p:spPr>
          <a:xfrm>
            <a:off x="3181664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0FFB601-372C-47A7-3E22-AAA366C58939}"/>
              </a:ext>
            </a:extLst>
          </p:cNvPr>
          <p:cNvSpPr/>
          <p:nvPr/>
        </p:nvSpPr>
        <p:spPr>
          <a:xfrm>
            <a:off x="3856773" y="3543308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60F90C5-6DA8-6680-7630-9301376468ED}"/>
              </a:ext>
            </a:extLst>
          </p:cNvPr>
          <p:cNvSpPr/>
          <p:nvPr/>
        </p:nvSpPr>
        <p:spPr>
          <a:xfrm>
            <a:off x="4553263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994E2DC-468D-AB50-174C-E832683E8A08}"/>
              </a:ext>
            </a:extLst>
          </p:cNvPr>
          <p:cNvSpPr/>
          <p:nvPr/>
        </p:nvSpPr>
        <p:spPr>
          <a:xfrm>
            <a:off x="5239062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F96460-276B-F3B0-1800-4E00A81B4A4B}"/>
              </a:ext>
            </a:extLst>
          </p:cNvPr>
          <p:cNvSpPr/>
          <p:nvPr/>
        </p:nvSpPr>
        <p:spPr>
          <a:xfrm>
            <a:off x="5924861" y="3491127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FAB4D32-4B36-20D2-8830-D28E6789F1F0}"/>
              </a:ext>
            </a:extLst>
          </p:cNvPr>
          <p:cNvSpPr/>
          <p:nvPr/>
        </p:nvSpPr>
        <p:spPr>
          <a:xfrm>
            <a:off x="6610661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D79362E-E9DF-8DE2-07AE-BE79A0C092E6}"/>
              </a:ext>
            </a:extLst>
          </p:cNvPr>
          <p:cNvSpPr/>
          <p:nvPr/>
        </p:nvSpPr>
        <p:spPr>
          <a:xfrm>
            <a:off x="7296460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7BBADBB-8C8C-20D8-BB60-19FA7974CEA4}"/>
              </a:ext>
            </a:extLst>
          </p:cNvPr>
          <p:cNvSpPr/>
          <p:nvPr/>
        </p:nvSpPr>
        <p:spPr>
          <a:xfrm>
            <a:off x="7982259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9E80989-F844-3FC4-540E-F58DF318B904}"/>
              </a:ext>
            </a:extLst>
          </p:cNvPr>
          <p:cNvSpPr/>
          <p:nvPr/>
        </p:nvSpPr>
        <p:spPr>
          <a:xfrm>
            <a:off x="8668058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5E52CD8-C4C3-DAB1-1552-E58D07170FD6}"/>
              </a:ext>
            </a:extLst>
          </p:cNvPr>
          <p:cNvSpPr/>
          <p:nvPr/>
        </p:nvSpPr>
        <p:spPr>
          <a:xfrm>
            <a:off x="9353858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F668EFE-080D-7F56-AACC-C72FD911FF3F}"/>
              </a:ext>
            </a:extLst>
          </p:cNvPr>
          <p:cNvSpPr/>
          <p:nvPr/>
        </p:nvSpPr>
        <p:spPr>
          <a:xfrm>
            <a:off x="10050899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B891D7B-50B7-37FC-C9D1-1EF8A260E4D6}"/>
              </a:ext>
            </a:extLst>
          </p:cNvPr>
          <p:cNvSpPr/>
          <p:nvPr/>
        </p:nvSpPr>
        <p:spPr>
          <a:xfrm>
            <a:off x="2495865" y="4331476"/>
            <a:ext cx="641591" cy="6017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D8D10A8-936E-3F69-3C9B-024B220DF61F}"/>
              </a:ext>
            </a:extLst>
          </p:cNvPr>
          <p:cNvSpPr/>
          <p:nvPr/>
        </p:nvSpPr>
        <p:spPr>
          <a:xfrm>
            <a:off x="31816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5D9D223-9A7A-B0B6-3C4A-433EE9FE70C8}"/>
              </a:ext>
            </a:extLst>
          </p:cNvPr>
          <p:cNvSpPr/>
          <p:nvPr/>
        </p:nvSpPr>
        <p:spPr>
          <a:xfrm>
            <a:off x="38674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4FF2503-5CFE-B80A-1290-F717579BB64C}"/>
              </a:ext>
            </a:extLst>
          </p:cNvPr>
          <p:cNvSpPr/>
          <p:nvPr/>
        </p:nvSpPr>
        <p:spPr>
          <a:xfrm>
            <a:off x="4553266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0EF29A2-B4B8-B07B-5869-B84D72009357}"/>
              </a:ext>
            </a:extLst>
          </p:cNvPr>
          <p:cNvSpPr/>
          <p:nvPr/>
        </p:nvSpPr>
        <p:spPr>
          <a:xfrm>
            <a:off x="5239065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C1F0EA7-9C7D-D0B3-36E7-DFF6C7507203}"/>
              </a:ext>
            </a:extLst>
          </p:cNvPr>
          <p:cNvSpPr/>
          <p:nvPr/>
        </p:nvSpPr>
        <p:spPr>
          <a:xfrm>
            <a:off x="59248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9A1AC8E-BF73-5C6F-E09D-F9848C961625}"/>
              </a:ext>
            </a:extLst>
          </p:cNvPr>
          <p:cNvSpPr/>
          <p:nvPr/>
        </p:nvSpPr>
        <p:spPr>
          <a:xfrm>
            <a:off x="66106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70D308A-0143-DC4B-5E74-41E8678FFB86}"/>
              </a:ext>
            </a:extLst>
          </p:cNvPr>
          <p:cNvSpPr/>
          <p:nvPr/>
        </p:nvSpPr>
        <p:spPr>
          <a:xfrm>
            <a:off x="7296463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68281F9-DDE1-1B9F-5989-9721C9CEA5CC}"/>
              </a:ext>
            </a:extLst>
          </p:cNvPr>
          <p:cNvSpPr/>
          <p:nvPr/>
        </p:nvSpPr>
        <p:spPr>
          <a:xfrm>
            <a:off x="7982262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6EC63DD-B5F8-F7D9-0763-C8C4AD2BEEAF}"/>
              </a:ext>
            </a:extLst>
          </p:cNvPr>
          <p:cNvSpPr/>
          <p:nvPr/>
        </p:nvSpPr>
        <p:spPr>
          <a:xfrm>
            <a:off x="86680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719A5B0-9524-AB54-E64C-CF3C082F6188}"/>
              </a:ext>
            </a:extLst>
          </p:cNvPr>
          <p:cNvSpPr/>
          <p:nvPr/>
        </p:nvSpPr>
        <p:spPr>
          <a:xfrm>
            <a:off x="93538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786E789-5B1A-8CD4-3799-5106E0A75C71}"/>
              </a:ext>
            </a:extLst>
          </p:cNvPr>
          <p:cNvSpPr/>
          <p:nvPr/>
        </p:nvSpPr>
        <p:spPr>
          <a:xfrm>
            <a:off x="10039660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90F6E1C-3F6B-614C-DC24-E85E0EE538E1}"/>
              </a:ext>
            </a:extLst>
          </p:cNvPr>
          <p:cNvSpPr/>
          <p:nvPr/>
        </p:nvSpPr>
        <p:spPr>
          <a:xfrm>
            <a:off x="2495868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13A2AB5-F84A-29FF-56C7-67201DB91A7E}"/>
              </a:ext>
            </a:extLst>
          </p:cNvPr>
          <p:cNvSpPr/>
          <p:nvPr/>
        </p:nvSpPr>
        <p:spPr>
          <a:xfrm>
            <a:off x="31816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7152968-ADB7-12C9-6A00-3253999A9807}"/>
              </a:ext>
            </a:extLst>
          </p:cNvPr>
          <p:cNvSpPr/>
          <p:nvPr/>
        </p:nvSpPr>
        <p:spPr>
          <a:xfrm>
            <a:off x="38674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DEC28FD-2053-814B-B540-D91CF5B4A1B0}"/>
              </a:ext>
            </a:extLst>
          </p:cNvPr>
          <p:cNvSpPr/>
          <p:nvPr/>
        </p:nvSpPr>
        <p:spPr>
          <a:xfrm>
            <a:off x="4553266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A4F4A78-0100-D3A3-D7CC-554772387D1E}"/>
              </a:ext>
            </a:extLst>
          </p:cNvPr>
          <p:cNvSpPr/>
          <p:nvPr/>
        </p:nvSpPr>
        <p:spPr>
          <a:xfrm>
            <a:off x="5239065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4F3D953-9BFD-5F42-FC11-A65126B52219}"/>
              </a:ext>
            </a:extLst>
          </p:cNvPr>
          <p:cNvSpPr/>
          <p:nvPr/>
        </p:nvSpPr>
        <p:spPr>
          <a:xfrm>
            <a:off x="59248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FDEB35D-7830-AD15-8A7F-E421CA56F97B}"/>
              </a:ext>
            </a:extLst>
          </p:cNvPr>
          <p:cNvSpPr/>
          <p:nvPr/>
        </p:nvSpPr>
        <p:spPr>
          <a:xfrm>
            <a:off x="66106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EDFB295-5D2A-6BA5-312F-0E99EA0A384C}"/>
              </a:ext>
            </a:extLst>
          </p:cNvPr>
          <p:cNvSpPr/>
          <p:nvPr/>
        </p:nvSpPr>
        <p:spPr>
          <a:xfrm>
            <a:off x="7296463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71C2299-186B-D8A3-ED62-A9C09CAA7E11}"/>
              </a:ext>
            </a:extLst>
          </p:cNvPr>
          <p:cNvSpPr/>
          <p:nvPr/>
        </p:nvSpPr>
        <p:spPr>
          <a:xfrm>
            <a:off x="7982262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788B37DF-D02D-6E94-C85E-98C816B25CE9}"/>
              </a:ext>
            </a:extLst>
          </p:cNvPr>
          <p:cNvSpPr/>
          <p:nvPr/>
        </p:nvSpPr>
        <p:spPr>
          <a:xfrm>
            <a:off x="86680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82C6E2A-1A8D-3F69-EAA0-B9D761210374}"/>
              </a:ext>
            </a:extLst>
          </p:cNvPr>
          <p:cNvSpPr/>
          <p:nvPr/>
        </p:nvSpPr>
        <p:spPr>
          <a:xfrm>
            <a:off x="93538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9CE646DF-C369-FA3B-D6A7-BABA01D378C6}"/>
              </a:ext>
            </a:extLst>
          </p:cNvPr>
          <p:cNvSpPr/>
          <p:nvPr/>
        </p:nvSpPr>
        <p:spPr>
          <a:xfrm>
            <a:off x="10039660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AC59081-CBB5-3C3D-E705-960C5EC06803}"/>
              </a:ext>
            </a:extLst>
          </p:cNvPr>
          <p:cNvSpPr/>
          <p:nvPr/>
        </p:nvSpPr>
        <p:spPr>
          <a:xfrm>
            <a:off x="2495868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1104B7E-BB38-4874-EE92-3053030B56A6}"/>
              </a:ext>
            </a:extLst>
          </p:cNvPr>
          <p:cNvSpPr/>
          <p:nvPr/>
        </p:nvSpPr>
        <p:spPr>
          <a:xfrm>
            <a:off x="31816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0C4FDC59-1DCD-ABB0-9A5B-6AF9AC9D2067}"/>
              </a:ext>
            </a:extLst>
          </p:cNvPr>
          <p:cNvSpPr/>
          <p:nvPr/>
        </p:nvSpPr>
        <p:spPr>
          <a:xfrm>
            <a:off x="38674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EDED6B3-B2CC-FBF9-6BD1-A1D636792C17}"/>
              </a:ext>
            </a:extLst>
          </p:cNvPr>
          <p:cNvSpPr/>
          <p:nvPr/>
        </p:nvSpPr>
        <p:spPr>
          <a:xfrm>
            <a:off x="4553266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177878DF-87BA-194F-2B9E-4FEF5A24FD6F}"/>
              </a:ext>
            </a:extLst>
          </p:cNvPr>
          <p:cNvSpPr/>
          <p:nvPr/>
        </p:nvSpPr>
        <p:spPr>
          <a:xfrm>
            <a:off x="5239065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3743D90-8526-93D5-1CB3-75500D8FFAC4}"/>
              </a:ext>
            </a:extLst>
          </p:cNvPr>
          <p:cNvSpPr/>
          <p:nvPr/>
        </p:nvSpPr>
        <p:spPr>
          <a:xfrm>
            <a:off x="59248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8DBF9BBC-A139-DC3A-5858-4DB24CA5334F}"/>
              </a:ext>
            </a:extLst>
          </p:cNvPr>
          <p:cNvSpPr/>
          <p:nvPr/>
        </p:nvSpPr>
        <p:spPr>
          <a:xfrm>
            <a:off x="66106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1761048E-C297-D6D3-2411-15BE50FF50AB}"/>
              </a:ext>
            </a:extLst>
          </p:cNvPr>
          <p:cNvSpPr/>
          <p:nvPr/>
        </p:nvSpPr>
        <p:spPr>
          <a:xfrm>
            <a:off x="7296463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312923A-31F0-60B1-D973-46BB27DB1820}"/>
              </a:ext>
            </a:extLst>
          </p:cNvPr>
          <p:cNvSpPr/>
          <p:nvPr/>
        </p:nvSpPr>
        <p:spPr>
          <a:xfrm>
            <a:off x="7982262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8802199-77F7-D461-B2EC-AE1B9FCF9C8C}"/>
              </a:ext>
            </a:extLst>
          </p:cNvPr>
          <p:cNvSpPr/>
          <p:nvPr/>
        </p:nvSpPr>
        <p:spPr>
          <a:xfrm>
            <a:off x="86680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E48E4824-C30A-D611-DAC1-AC332CF53BE8}"/>
              </a:ext>
            </a:extLst>
          </p:cNvPr>
          <p:cNvSpPr/>
          <p:nvPr/>
        </p:nvSpPr>
        <p:spPr>
          <a:xfrm>
            <a:off x="93538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6F46058-6991-32FE-65F1-5A4AAD9B188D}"/>
              </a:ext>
            </a:extLst>
          </p:cNvPr>
          <p:cNvSpPr/>
          <p:nvPr/>
        </p:nvSpPr>
        <p:spPr>
          <a:xfrm>
            <a:off x="10039660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0C5B06DE-E129-033D-9FAA-010FE069DAE5}"/>
              </a:ext>
            </a:extLst>
          </p:cNvPr>
          <p:cNvSpPr/>
          <p:nvPr/>
        </p:nvSpPr>
        <p:spPr>
          <a:xfrm>
            <a:off x="2504130" y="4288440"/>
            <a:ext cx="497669" cy="6017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C9811953-3D1B-DF87-2274-19582C0484ED}"/>
              </a:ext>
            </a:extLst>
          </p:cNvPr>
          <p:cNvSpPr/>
          <p:nvPr/>
        </p:nvSpPr>
        <p:spPr>
          <a:xfrm>
            <a:off x="31816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FE586F1-9C9A-E5A3-210F-35F0C39BC604}"/>
              </a:ext>
            </a:extLst>
          </p:cNvPr>
          <p:cNvSpPr/>
          <p:nvPr/>
        </p:nvSpPr>
        <p:spPr>
          <a:xfrm>
            <a:off x="38674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41697EC4-0E32-C53B-BFCA-44ACC1D534B5}"/>
              </a:ext>
            </a:extLst>
          </p:cNvPr>
          <p:cNvSpPr/>
          <p:nvPr/>
        </p:nvSpPr>
        <p:spPr>
          <a:xfrm>
            <a:off x="4553266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10465B17-5DA6-8B32-9E61-3A4FD8298F43}"/>
              </a:ext>
            </a:extLst>
          </p:cNvPr>
          <p:cNvSpPr/>
          <p:nvPr/>
        </p:nvSpPr>
        <p:spPr>
          <a:xfrm>
            <a:off x="5239065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5145C25E-F3F2-F205-802B-49BC0C2C26B5}"/>
              </a:ext>
            </a:extLst>
          </p:cNvPr>
          <p:cNvSpPr/>
          <p:nvPr/>
        </p:nvSpPr>
        <p:spPr>
          <a:xfrm>
            <a:off x="59248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DF47686E-FE10-1B45-F97A-C86B171E36B8}"/>
              </a:ext>
            </a:extLst>
          </p:cNvPr>
          <p:cNvSpPr/>
          <p:nvPr/>
        </p:nvSpPr>
        <p:spPr>
          <a:xfrm>
            <a:off x="66106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B2801B1-FCB4-B69E-8C64-4D7CB3E521AE}"/>
              </a:ext>
            </a:extLst>
          </p:cNvPr>
          <p:cNvSpPr/>
          <p:nvPr/>
        </p:nvSpPr>
        <p:spPr>
          <a:xfrm>
            <a:off x="7296463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218C40F-6E7D-1F2B-3EFE-FDF1EFA798F4}"/>
              </a:ext>
            </a:extLst>
          </p:cNvPr>
          <p:cNvSpPr/>
          <p:nvPr/>
        </p:nvSpPr>
        <p:spPr>
          <a:xfrm>
            <a:off x="7982262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F24851E5-2777-DB41-4B9E-EE8F2261FA69}"/>
              </a:ext>
            </a:extLst>
          </p:cNvPr>
          <p:cNvSpPr/>
          <p:nvPr/>
        </p:nvSpPr>
        <p:spPr>
          <a:xfrm>
            <a:off x="86680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C643ABF-2027-6DF9-EB4F-FDAFD6D73672}"/>
              </a:ext>
            </a:extLst>
          </p:cNvPr>
          <p:cNvSpPr/>
          <p:nvPr/>
        </p:nvSpPr>
        <p:spPr>
          <a:xfrm>
            <a:off x="93538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9A8DA02A-F2D5-9FA3-FE0F-5F90E0F5A4A2}"/>
              </a:ext>
            </a:extLst>
          </p:cNvPr>
          <p:cNvSpPr/>
          <p:nvPr/>
        </p:nvSpPr>
        <p:spPr>
          <a:xfrm>
            <a:off x="10039660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55F6ACB8-DFEE-D677-0BB5-74AC4EEFBCD7}"/>
              </a:ext>
            </a:extLst>
          </p:cNvPr>
          <p:cNvSpPr/>
          <p:nvPr/>
        </p:nvSpPr>
        <p:spPr>
          <a:xfrm>
            <a:off x="2437027" y="4289303"/>
            <a:ext cx="641591" cy="6017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6153500F-3133-7106-CDAA-133B4AB64DB6}"/>
              </a:ext>
            </a:extLst>
          </p:cNvPr>
          <p:cNvSpPr/>
          <p:nvPr/>
        </p:nvSpPr>
        <p:spPr>
          <a:xfrm>
            <a:off x="31816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38C72E84-8D43-2AEE-CEC2-6634DB71970A}"/>
              </a:ext>
            </a:extLst>
          </p:cNvPr>
          <p:cNvSpPr/>
          <p:nvPr/>
        </p:nvSpPr>
        <p:spPr>
          <a:xfrm>
            <a:off x="38674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07C13FB1-4BD6-9BE9-CBF3-6FF558EAF535}"/>
              </a:ext>
            </a:extLst>
          </p:cNvPr>
          <p:cNvSpPr/>
          <p:nvPr/>
        </p:nvSpPr>
        <p:spPr>
          <a:xfrm>
            <a:off x="4553266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0AEBB16E-90CB-9FB3-1C69-633E5206C287}"/>
              </a:ext>
            </a:extLst>
          </p:cNvPr>
          <p:cNvSpPr/>
          <p:nvPr/>
        </p:nvSpPr>
        <p:spPr>
          <a:xfrm>
            <a:off x="5239065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49BABF1A-326A-BCC8-793E-447F289B0711}"/>
              </a:ext>
            </a:extLst>
          </p:cNvPr>
          <p:cNvSpPr/>
          <p:nvPr/>
        </p:nvSpPr>
        <p:spPr>
          <a:xfrm>
            <a:off x="59248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37FA84B4-BF36-07FB-6E8F-1A6719BA03D0}"/>
              </a:ext>
            </a:extLst>
          </p:cNvPr>
          <p:cNvSpPr/>
          <p:nvPr/>
        </p:nvSpPr>
        <p:spPr>
          <a:xfrm>
            <a:off x="66106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063FB735-5A68-28A1-61ED-3B6C4F573AE4}"/>
              </a:ext>
            </a:extLst>
          </p:cNvPr>
          <p:cNvSpPr/>
          <p:nvPr/>
        </p:nvSpPr>
        <p:spPr>
          <a:xfrm>
            <a:off x="7296463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6AA632E-0D75-6C2A-FD50-C4857536F5F7}"/>
              </a:ext>
            </a:extLst>
          </p:cNvPr>
          <p:cNvSpPr/>
          <p:nvPr/>
        </p:nvSpPr>
        <p:spPr>
          <a:xfrm>
            <a:off x="7982262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2C47E30A-570A-5B0E-688C-7E724BA33512}"/>
              </a:ext>
            </a:extLst>
          </p:cNvPr>
          <p:cNvSpPr/>
          <p:nvPr/>
        </p:nvSpPr>
        <p:spPr>
          <a:xfrm>
            <a:off x="86680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C0499EA7-12BE-B359-60F6-6D174D5C1E7F}"/>
              </a:ext>
            </a:extLst>
          </p:cNvPr>
          <p:cNvSpPr/>
          <p:nvPr/>
        </p:nvSpPr>
        <p:spPr>
          <a:xfrm>
            <a:off x="93538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04C0EA4D-B6B8-D457-42AA-6539F307634F}"/>
              </a:ext>
            </a:extLst>
          </p:cNvPr>
          <p:cNvSpPr/>
          <p:nvPr/>
        </p:nvSpPr>
        <p:spPr>
          <a:xfrm>
            <a:off x="10039660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E8070D34-F11E-431C-9083-D6046B021C0D}"/>
              </a:ext>
            </a:extLst>
          </p:cNvPr>
          <p:cNvSpPr/>
          <p:nvPr/>
        </p:nvSpPr>
        <p:spPr>
          <a:xfrm>
            <a:off x="2480789" y="4280091"/>
            <a:ext cx="641591" cy="6017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A3F7BE2F-63D5-6940-FED1-5BB03808B81D}"/>
              </a:ext>
            </a:extLst>
          </p:cNvPr>
          <p:cNvSpPr/>
          <p:nvPr/>
        </p:nvSpPr>
        <p:spPr>
          <a:xfrm>
            <a:off x="31816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DFA09F6A-6BC1-57FA-345E-2153F04ECD3B}"/>
              </a:ext>
            </a:extLst>
          </p:cNvPr>
          <p:cNvSpPr/>
          <p:nvPr/>
        </p:nvSpPr>
        <p:spPr>
          <a:xfrm>
            <a:off x="38674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B46828EA-8F34-F7D4-B57F-7CE5FCE44648}"/>
              </a:ext>
            </a:extLst>
          </p:cNvPr>
          <p:cNvSpPr/>
          <p:nvPr/>
        </p:nvSpPr>
        <p:spPr>
          <a:xfrm>
            <a:off x="4553266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634957C-0809-6E00-07F1-C0DC2BF84532}"/>
              </a:ext>
            </a:extLst>
          </p:cNvPr>
          <p:cNvSpPr/>
          <p:nvPr/>
        </p:nvSpPr>
        <p:spPr>
          <a:xfrm>
            <a:off x="7332809" y="2843333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F706BD7-CF3C-7195-9057-4EF68294D71F}"/>
              </a:ext>
            </a:extLst>
          </p:cNvPr>
          <p:cNvSpPr/>
          <p:nvPr/>
        </p:nvSpPr>
        <p:spPr>
          <a:xfrm>
            <a:off x="5275411" y="2866183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3D54AF17-C4A1-6378-0987-1539714C98CF}"/>
              </a:ext>
            </a:extLst>
          </p:cNvPr>
          <p:cNvSpPr/>
          <p:nvPr/>
        </p:nvSpPr>
        <p:spPr>
          <a:xfrm>
            <a:off x="5948570" y="2866183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7F478E4A-024B-C09E-AE78-1CC3D040688D}"/>
              </a:ext>
            </a:extLst>
          </p:cNvPr>
          <p:cNvSpPr/>
          <p:nvPr/>
        </p:nvSpPr>
        <p:spPr>
          <a:xfrm>
            <a:off x="7296463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BD56D49E-39E1-F649-0A02-121D37755151}"/>
              </a:ext>
            </a:extLst>
          </p:cNvPr>
          <p:cNvSpPr/>
          <p:nvPr/>
        </p:nvSpPr>
        <p:spPr>
          <a:xfrm>
            <a:off x="7982262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4D35B59F-F58B-27FB-4E29-8BDA0A74DEBB}"/>
              </a:ext>
            </a:extLst>
          </p:cNvPr>
          <p:cNvSpPr/>
          <p:nvPr/>
        </p:nvSpPr>
        <p:spPr>
          <a:xfrm>
            <a:off x="86680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43A2FA6D-0783-2651-408C-5F835CB56A96}"/>
              </a:ext>
            </a:extLst>
          </p:cNvPr>
          <p:cNvSpPr/>
          <p:nvPr/>
        </p:nvSpPr>
        <p:spPr>
          <a:xfrm>
            <a:off x="93538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3872BA4-48B8-F0C9-3EBA-2916FAE09F19}"/>
              </a:ext>
            </a:extLst>
          </p:cNvPr>
          <p:cNvSpPr/>
          <p:nvPr/>
        </p:nvSpPr>
        <p:spPr>
          <a:xfrm>
            <a:off x="3165946" y="2875564"/>
            <a:ext cx="641591" cy="551622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E92B0F3A-0F05-CF16-D3AE-5440A39E2678}"/>
              </a:ext>
            </a:extLst>
          </p:cNvPr>
          <p:cNvSpPr/>
          <p:nvPr/>
        </p:nvSpPr>
        <p:spPr>
          <a:xfrm>
            <a:off x="2465847" y="2866183"/>
            <a:ext cx="641591" cy="601739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9945DABA-B079-6578-0B34-2452034C2247}"/>
              </a:ext>
            </a:extLst>
          </p:cNvPr>
          <p:cNvSpPr/>
          <p:nvPr/>
        </p:nvSpPr>
        <p:spPr>
          <a:xfrm>
            <a:off x="2495868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30AD58B9-FD6E-AB00-AED2-CF76635AA45F}"/>
              </a:ext>
            </a:extLst>
          </p:cNvPr>
          <p:cNvSpPr/>
          <p:nvPr/>
        </p:nvSpPr>
        <p:spPr>
          <a:xfrm>
            <a:off x="31816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5A37472E-262F-A584-5F6A-D02AF03AC165}"/>
              </a:ext>
            </a:extLst>
          </p:cNvPr>
          <p:cNvSpPr/>
          <p:nvPr/>
        </p:nvSpPr>
        <p:spPr>
          <a:xfrm>
            <a:off x="38674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051DF5CF-9B83-DDAB-0893-192BA585915B}"/>
              </a:ext>
            </a:extLst>
          </p:cNvPr>
          <p:cNvSpPr/>
          <p:nvPr/>
        </p:nvSpPr>
        <p:spPr>
          <a:xfrm>
            <a:off x="4553266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09556395-BE10-D196-0C89-EB22338AA6EA}"/>
              </a:ext>
            </a:extLst>
          </p:cNvPr>
          <p:cNvSpPr/>
          <p:nvPr/>
        </p:nvSpPr>
        <p:spPr>
          <a:xfrm>
            <a:off x="5239065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EFE89962-6C0E-0F04-B3AD-C53883BD50A8}"/>
              </a:ext>
            </a:extLst>
          </p:cNvPr>
          <p:cNvSpPr/>
          <p:nvPr/>
        </p:nvSpPr>
        <p:spPr>
          <a:xfrm>
            <a:off x="59248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FC3CA0A9-8D35-F48F-3B49-2E513BB4B182}"/>
              </a:ext>
            </a:extLst>
          </p:cNvPr>
          <p:cNvSpPr/>
          <p:nvPr/>
        </p:nvSpPr>
        <p:spPr>
          <a:xfrm>
            <a:off x="66106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99F62584-5A7D-29A0-7072-CD276B90F7E2}"/>
              </a:ext>
            </a:extLst>
          </p:cNvPr>
          <p:cNvSpPr/>
          <p:nvPr/>
        </p:nvSpPr>
        <p:spPr>
          <a:xfrm>
            <a:off x="7296463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875B1E7E-A0A6-62F8-C936-228CBE8C999C}"/>
              </a:ext>
            </a:extLst>
          </p:cNvPr>
          <p:cNvSpPr/>
          <p:nvPr/>
        </p:nvSpPr>
        <p:spPr>
          <a:xfrm>
            <a:off x="7982262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85142299-473F-03D3-BAB0-F9C0D3DFA676}"/>
              </a:ext>
            </a:extLst>
          </p:cNvPr>
          <p:cNvSpPr/>
          <p:nvPr/>
        </p:nvSpPr>
        <p:spPr>
          <a:xfrm>
            <a:off x="86680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AF3FEC98-6BB8-A7D6-2EC7-6B391A579167}"/>
              </a:ext>
            </a:extLst>
          </p:cNvPr>
          <p:cNvSpPr/>
          <p:nvPr/>
        </p:nvSpPr>
        <p:spPr>
          <a:xfrm>
            <a:off x="93538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82D7CFB-54E2-F352-23CF-D3B2C0A2FB68}"/>
              </a:ext>
            </a:extLst>
          </p:cNvPr>
          <p:cNvSpPr/>
          <p:nvPr/>
        </p:nvSpPr>
        <p:spPr>
          <a:xfrm>
            <a:off x="10039660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40EAE8B0-39B7-8DB1-F37C-D103F5282AF6}"/>
              </a:ext>
            </a:extLst>
          </p:cNvPr>
          <p:cNvSpPr/>
          <p:nvPr/>
        </p:nvSpPr>
        <p:spPr>
          <a:xfrm>
            <a:off x="2495868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451234D9-37B2-AB07-D019-1C4111E7C0B5}"/>
              </a:ext>
            </a:extLst>
          </p:cNvPr>
          <p:cNvSpPr/>
          <p:nvPr/>
        </p:nvSpPr>
        <p:spPr>
          <a:xfrm>
            <a:off x="31816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12E66507-DB00-E881-F7B2-2698132E554E}"/>
              </a:ext>
            </a:extLst>
          </p:cNvPr>
          <p:cNvSpPr/>
          <p:nvPr/>
        </p:nvSpPr>
        <p:spPr>
          <a:xfrm>
            <a:off x="38674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7C87C6C0-BBE8-F202-63F6-D13F45DA6FE5}"/>
              </a:ext>
            </a:extLst>
          </p:cNvPr>
          <p:cNvSpPr/>
          <p:nvPr/>
        </p:nvSpPr>
        <p:spPr>
          <a:xfrm>
            <a:off x="4553266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CF66B55F-4EFA-A1E0-1259-803E201656E1}"/>
              </a:ext>
            </a:extLst>
          </p:cNvPr>
          <p:cNvSpPr/>
          <p:nvPr/>
        </p:nvSpPr>
        <p:spPr>
          <a:xfrm>
            <a:off x="5239065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62D7BD8D-BADD-7230-25DE-A8737129B472}"/>
              </a:ext>
            </a:extLst>
          </p:cNvPr>
          <p:cNvSpPr/>
          <p:nvPr/>
        </p:nvSpPr>
        <p:spPr>
          <a:xfrm>
            <a:off x="59248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0B0A412F-5E32-8E21-DCF2-554584BB889A}"/>
              </a:ext>
            </a:extLst>
          </p:cNvPr>
          <p:cNvSpPr/>
          <p:nvPr/>
        </p:nvSpPr>
        <p:spPr>
          <a:xfrm>
            <a:off x="66106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B326AA63-5479-76FD-CD96-818C9B31B2F1}"/>
              </a:ext>
            </a:extLst>
          </p:cNvPr>
          <p:cNvSpPr/>
          <p:nvPr/>
        </p:nvSpPr>
        <p:spPr>
          <a:xfrm>
            <a:off x="7296463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F566092A-F191-E535-5DD3-3D7B1AC23049}"/>
              </a:ext>
            </a:extLst>
          </p:cNvPr>
          <p:cNvSpPr/>
          <p:nvPr/>
        </p:nvSpPr>
        <p:spPr>
          <a:xfrm>
            <a:off x="7982262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8BCAA616-27CB-E36E-7AFB-EA66C757641A}"/>
              </a:ext>
            </a:extLst>
          </p:cNvPr>
          <p:cNvSpPr/>
          <p:nvPr/>
        </p:nvSpPr>
        <p:spPr>
          <a:xfrm>
            <a:off x="86680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C9E336E9-5297-12DC-9E5F-DAC99D8CB7B1}"/>
              </a:ext>
            </a:extLst>
          </p:cNvPr>
          <p:cNvSpPr/>
          <p:nvPr/>
        </p:nvSpPr>
        <p:spPr>
          <a:xfrm>
            <a:off x="93538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4CEA828D-02C5-CF35-46D5-8B32034EB50A}"/>
              </a:ext>
            </a:extLst>
          </p:cNvPr>
          <p:cNvSpPr/>
          <p:nvPr/>
        </p:nvSpPr>
        <p:spPr>
          <a:xfrm>
            <a:off x="10039660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D49782CC-6C79-EFBF-AC21-C6294826927F}"/>
              </a:ext>
            </a:extLst>
          </p:cNvPr>
          <p:cNvSpPr/>
          <p:nvPr/>
        </p:nvSpPr>
        <p:spPr>
          <a:xfrm>
            <a:off x="2495868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DA28AB4C-47C7-B7BD-8FA0-22691043D78E}"/>
              </a:ext>
            </a:extLst>
          </p:cNvPr>
          <p:cNvSpPr/>
          <p:nvPr/>
        </p:nvSpPr>
        <p:spPr>
          <a:xfrm>
            <a:off x="31816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C93B984-1FEC-7276-9642-0CA9F6E3A27E}"/>
              </a:ext>
            </a:extLst>
          </p:cNvPr>
          <p:cNvSpPr/>
          <p:nvPr/>
        </p:nvSpPr>
        <p:spPr>
          <a:xfrm>
            <a:off x="9390310" y="2859186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8E9CF374-4FDC-A82C-DC4B-0E3C3F221C3A}"/>
              </a:ext>
            </a:extLst>
          </p:cNvPr>
          <p:cNvSpPr/>
          <p:nvPr/>
        </p:nvSpPr>
        <p:spPr>
          <a:xfrm>
            <a:off x="4553266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FF0BE43A-A502-29CA-30E0-BE9AC018620E}"/>
              </a:ext>
            </a:extLst>
          </p:cNvPr>
          <p:cNvSpPr/>
          <p:nvPr/>
        </p:nvSpPr>
        <p:spPr>
          <a:xfrm>
            <a:off x="5239065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1149859E-1CAD-5522-DCD7-AB2E224ABB8F}"/>
              </a:ext>
            </a:extLst>
          </p:cNvPr>
          <p:cNvSpPr/>
          <p:nvPr/>
        </p:nvSpPr>
        <p:spPr>
          <a:xfrm>
            <a:off x="59248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F5083649-0103-0AF9-F544-4D159C001F74}"/>
              </a:ext>
            </a:extLst>
          </p:cNvPr>
          <p:cNvSpPr/>
          <p:nvPr/>
        </p:nvSpPr>
        <p:spPr>
          <a:xfrm>
            <a:off x="66106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84638100-B869-FFCE-31F5-3AA764CDF174}"/>
              </a:ext>
            </a:extLst>
          </p:cNvPr>
          <p:cNvSpPr/>
          <p:nvPr/>
        </p:nvSpPr>
        <p:spPr>
          <a:xfrm>
            <a:off x="7296463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BF8FD7BF-9B88-26EA-FCB2-833623BEB227}"/>
              </a:ext>
            </a:extLst>
          </p:cNvPr>
          <p:cNvSpPr/>
          <p:nvPr/>
        </p:nvSpPr>
        <p:spPr>
          <a:xfrm>
            <a:off x="7982262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27D41337-CCEC-FDB0-E7F1-E51C4FA0AB1D}"/>
              </a:ext>
            </a:extLst>
          </p:cNvPr>
          <p:cNvSpPr/>
          <p:nvPr/>
        </p:nvSpPr>
        <p:spPr>
          <a:xfrm>
            <a:off x="86680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B46E759E-A161-7629-6000-7C958D9DDEB6}"/>
              </a:ext>
            </a:extLst>
          </p:cNvPr>
          <p:cNvSpPr/>
          <p:nvPr/>
        </p:nvSpPr>
        <p:spPr>
          <a:xfrm>
            <a:off x="93538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BC482177-C9E8-D8CD-AA06-A79678F3009A}"/>
              </a:ext>
            </a:extLst>
          </p:cNvPr>
          <p:cNvSpPr/>
          <p:nvPr/>
        </p:nvSpPr>
        <p:spPr>
          <a:xfrm>
            <a:off x="10039660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96B4946D-482D-1C7A-BCF4-0411B202FBAA}"/>
              </a:ext>
            </a:extLst>
          </p:cNvPr>
          <p:cNvSpPr/>
          <p:nvPr/>
        </p:nvSpPr>
        <p:spPr>
          <a:xfrm>
            <a:off x="2495868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E721BD8E-FD2E-B43F-A567-FE5F24A7D49C}"/>
              </a:ext>
            </a:extLst>
          </p:cNvPr>
          <p:cNvSpPr/>
          <p:nvPr/>
        </p:nvSpPr>
        <p:spPr>
          <a:xfrm>
            <a:off x="31816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1FF4894E-EB45-C76D-3661-8B3FB89F75BA}"/>
              </a:ext>
            </a:extLst>
          </p:cNvPr>
          <p:cNvSpPr/>
          <p:nvPr/>
        </p:nvSpPr>
        <p:spPr>
          <a:xfrm>
            <a:off x="38674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28A618AB-85A2-46B8-5A0C-E85F6538A328}"/>
              </a:ext>
            </a:extLst>
          </p:cNvPr>
          <p:cNvSpPr/>
          <p:nvPr/>
        </p:nvSpPr>
        <p:spPr>
          <a:xfrm>
            <a:off x="4553266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D6D24D90-6AFA-8EE3-E494-594074DA8F61}"/>
              </a:ext>
            </a:extLst>
          </p:cNvPr>
          <p:cNvSpPr/>
          <p:nvPr/>
        </p:nvSpPr>
        <p:spPr>
          <a:xfrm>
            <a:off x="5239065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9F7B4C1B-D6B0-4009-DA2B-EE65AC10AF43}"/>
              </a:ext>
            </a:extLst>
          </p:cNvPr>
          <p:cNvSpPr/>
          <p:nvPr/>
        </p:nvSpPr>
        <p:spPr>
          <a:xfrm>
            <a:off x="10046304" y="2875564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F7727415-BC5D-E795-8B5C-A560AA6A32F9}"/>
              </a:ext>
            </a:extLst>
          </p:cNvPr>
          <p:cNvSpPr/>
          <p:nvPr/>
        </p:nvSpPr>
        <p:spPr>
          <a:xfrm>
            <a:off x="66106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AF7015AD-A3B5-9595-C34E-CC072AD3B173}"/>
              </a:ext>
            </a:extLst>
          </p:cNvPr>
          <p:cNvSpPr/>
          <p:nvPr/>
        </p:nvSpPr>
        <p:spPr>
          <a:xfrm>
            <a:off x="7296463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DA72FC83-9190-5B00-C4B0-E64F872056F8}"/>
              </a:ext>
            </a:extLst>
          </p:cNvPr>
          <p:cNvSpPr/>
          <p:nvPr/>
        </p:nvSpPr>
        <p:spPr>
          <a:xfrm>
            <a:off x="7982262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7B3DF3F4-6FA4-D5F3-4B94-13C6EB646E57}"/>
              </a:ext>
            </a:extLst>
          </p:cNvPr>
          <p:cNvSpPr/>
          <p:nvPr/>
        </p:nvSpPr>
        <p:spPr>
          <a:xfrm>
            <a:off x="86680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D5E31437-6A82-7751-C257-6A4B30BA568A}"/>
              </a:ext>
            </a:extLst>
          </p:cNvPr>
          <p:cNvSpPr/>
          <p:nvPr/>
        </p:nvSpPr>
        <p:spPr>
          <a:xfrm>
            <a:off x="93538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82EB03A1-4A05-45FB-B54A-E04446B929EE}"/>
              </a:ext>
            </a:extLst>
          </p:cNvPr>
          <p:cNvSpPr/>
          <p:nvPr/>
        </p:nvSpPr>
        <p:spPr>
          <a:xfrm>
            <a:off x="10039660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7476830C-AC27-DCB6-19BA-4D86719C020D}"/>
              </a:ext>
            </a:extLst>
          </p:cNvPr>
          <p:cNvSpPr/>
          <p:nvPr/>
        </p:nvSpPr>
        <p:spPr>
          <a:xfrm>
            <a:off x="2495868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CE10446A-C58E-00CD-4F10-B95CEECCF1B9}"/>
              </a:ext>
            </a:extLst>
          </p:cNvPr>
          <p:cNvSpPr/>
          <p:nvPr/>
        </p:nvSpPr>
        <p:spPr>
          <a:xfrm>
            <a:off x="31816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68810288-DD86-7631-7280-8D7F3FADF277}"/>
              </a:ext>
            </a:extLst>
          </p:cNvPr>
          <p:cNvSpPr/>
          <p:nvPr/>
        </p:nvSpPr>
        <p:spPr>
          <a:xfrm>
            <a:off x="38674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D858F001-19EE-9E00-88B2-2BC4225CC6F3}"/>
              </a:ext>
            </a:extLst>
          </p:cNvPr>
          <p:cNvSpPr/>
          <p:nvPr/>
        </p:nvSpPr>
        <p:spPr>
          <a:xfrm>
            <a:off x="4553266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D0E7A16F-28A3-EF06-350F-82C67F86B76D}"/>
              </a:ext>
            </a:extLst>
          </p:cNvPr>
          <p:cNvSpPr/>
          <p:nvPr/>
        </p:nvSpPr>
        <p:spPr>
          <a:xfrm>
            <a:off x="5239065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C678DAAF-DFE9-5C48-0341-F7FDEF2A79CB}"/>
              </a:ext>
            </a:extLst>
          </p:cNvPr>
          <p:cNvSpPr/>
          <p:nvPr/>
        </p:nvSpPr>
        <p:spPr>
          <a:xfrm>
            <a:off x="8018742" y="2843333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B562E6E9-69EA-F376-C298-15302A660F87}"/>
              </a:ext>
            </a:extLst>
          </p:cNvPr>
          <p:cNvSpPr/>
          <p:nvPr/>
        </p:nvSpPr>
        <p:spPr>
          <a:xfrm>
            <a:off x="66106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0F2B26F2-F361-7F25-DCC9-4E58E6EFD089}"/>
              </a:ext>
            </a:extLst>
          </p:cNvPr>
          <p:cNvSpPr/>
          <p:nvPr/>
        </p:nvSpPr>
        <p:spPr>
          <a:xfrm>
            <a:off x="7296463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A7EEA813-356B-42B5-C072-1510E23C686E}"/>
              </a:ext>
            </a:extLst>
          </p:cNvPr>
          <p:cNvSpPr/>
          <p:nvPr/>
        </p:nvSpPr>
        <p:spPr>
          <a:xfrm>
            <a:off x="7982262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D7354BAA-3B58-2AB4-F419-3A00E2999F34}"/>
              </a:ext>
            </a:extLst>
          </p:cNvPr>
          <p:cNvSpPr/>
          <p:nvPr/>
        </p:nvSpPr>
        <p:spPr>
          <a:xfrm>
            <a:off x="86680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C98D7C64-B9B2-4535-667B-D381815C8E30}"/>
              </a:ext>
            </a:extLst>
          </p:cNvPr>
          <p:cNvSpPr/>
          <p:nvPr/>
        </p:nvSpPr>
        <p:spPr>
          <a:xfrm>
            <a:off x="93538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3C48C0B4-0A7D-C467-3866-326EBED5830D}"/>
              </a:ext>
            </a:extLst>
          </p:cNvPr>
          <p:cNvSpPr/>
          <p:nvPr/>
        </p:nvSpPr>
        <p:spPr>
          <a:xfrm>
            <a:off x="10039660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536D1505-391C-5FC9-5773-6D4B7715ADDE}"/>
              </a:ext>
            </a:extLst>
          </p:cNvPr>
          <p:cNvSpPr/>
          <p:nvPr/>
        </p:nvSpPr>
        <p:spPr>
          <a:xfrm>
            <a:off x="2495868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4E9D8871-AEA2-2D18-CA90-A86F7C0F044E}"/>
              </a:ext>
            </a:extLst>
          </p:cNvPr>
          <p:cNvSpPr/>
          <p:nvPr/>
        </p:nvSpPr>
        <p:spPr>
          <a:xfrm>
            <a:off x="31816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E767CC74-14FA-6366-3E3B-D2BC7F6F4C0E}"/>
              </a:ext>
            </a:extLst>
          </p:cNvPr>
          <p:cNvSpPr/>
          <p:nvPr/>
        </p:nvSpPr>
        <p:spPr>
          <a:xfrm>
            <a:off x="8690107" y="2852528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5480E54B-5B99-8271-2276-94737C1C9CCF}"/>
              </a:ext>
            </a:extLst>
          </p:cNvPr>
          <p:cNvSpPr/>
          <p:nvPr/>
        </p:nvSpPr>
        <p:spPr>
          <a:xfrm>
            <a:off x="4553266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767CFC3F-E09F-BA73-294F-C2E6D9B77232}"/>
              </a:ext>
            </a:extLst>
          </p:cNvPr>
          <p:cNvSpPr/>
          <p:nvPr/>
        </p:nvSpPr>
        <p:spPr>
          <a:xfrm>
            <a:off x="5239065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8BC78733-7D49-5F45-8405-0024C31D7734}"/>
              </a:ext>
            </a:extLst>
          </p:cNvPr>
          <p:cNvSpPr/>
          <p:nvPr/>
        </p:nvSpPr>
        <p:spPr>
          <a:xfrm>
            <a:off x="3897308" y="2875564"/>
            <a:ext cx="641591" cy="592358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4F98D31F-C7C1-932F-24D5-FFB1ACFCFD55}"/>
              </a:ext>
            </a:extLst>
          </p:cNvPr>
          <p:cNvSpPr/>
          <p:nvPr/>
        </p:nvSpPr>
        <p:spPr>
          <a:xfrm>
            <a:off x="66106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19F72285-DAE2-A3A7-14C3-2BA585AB056B}"/>
              </a:ext>
            </a:extLst>
          </p:cNvPr>
          <p:cNvSpPr/>
          <p:nvPr/>
        </p:nvSpPr>
        <p:spPr>
          <a:xfrm>
            <a:off x="7296463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05DA3390-DC84-8A82-C9D2-A04D777A3CCE}"/>
              </a:ext>
            </a:extLst>
          </p:cNvPr>
          <p:cNvSpPr/>
          <p:nvPr/>
        </p:nvSpPr>
        <p:spPr>
          <a:xfrm>
            <a:off x="7982262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F5E48ACA-6E5C-174C-F9D9-5D7B060369CE}"/>
              </a:ext>
            </a:extLst>
          </p:cNvPr>
          <p:cNvSpPr/>
          <p:nvPr/>
        </p:nvSpPr>
        <p:spPr>
          <a:xfrm>
            <a:off x="86680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099F806D-ECC3-01F1-E146-F03D6C5521BF}"/>
              </a:ext>
            </a:extLst>
          </p:cNvPr>
          <p:cNvSpPr/>
          <p:nvPr/>
        </p:nvSpPr>
        <p:spPr>
          <a:xfrm>
            <a:off x="93538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C2EBF555-B008-71D1-9B44-F4FC360DECB4}"/>
              </a:ext>
            </a:extLst>
          </p:cNvPr>
          <p:cNvSpPr/>
          <p:nvPr/>
        </p:nvSpPr>
        <p:spPr>
          <a:xfrm>
            <a:off x="10039660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34B8178-7FC3-46F6-09A7-19BE65FD25D9}"/>
              </a:ext>
            </a:extLst>
          </p:cNvPr>
          <p:cNvSpPr/>
          <p:nvPr/>
        </p:nvSpPr>
        <p:spPr>
          <a:xfrm>
            <a:off x="929047" y="936116"/>
            <a:ext cx="663446" cy="81997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sq-XK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14A0C39-AD0A-0B86-646D-683D1888FDCE}"/>
              </a:ext>
            </a:extLst>
          </p:cNvPr>
          <p:cNvSpPr/>
          <p:nvPr/>
        </p:nvSpPr>
        <p:spPr>
          <a:xfrm>
            <a:off x="606252" y="3322132"/>
            <a:ext cx="1086547" cy="6017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Kthehu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sq-AL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në fillim</a:t>
            </a:r>
            <a:endParaRPr kumimoji="0" lang="sq-XK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4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CAB2628-3E7F-D0A7-3E80-491A2AD41D2C}"/>
              </a:ext>
            </a:extLst>
          </p:cNvPr>
          <p:cNvSpPr/>
          <p:nvPr/>
        </p:nvSpPr>
        <p:spPr>
          <a:xfrm>
            <a:off x="606251" y="4310032"/>
            <a:ext cx="1086547" cy="6017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Vazhdo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B7B5266-1B6B-2A3C-CFBC-372FE0188AA8}"/>
              </a:ext>
            </a:extLst>
          </p:cNvPr>
          <p:cNvSpPr/>
          <p:nvPr/>
        </p:nvSpPr>
        <p:spPr>
          <a:xfrm>
            <a:off x="707914" y="2060482"/>
            <a:ext cx="944216" cy="93924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20B0604020202020204" pitchFamily="2" charset="-78"/>
                <a:ea typeface="+mn-ea"/>
                <a:cs typeface="Aldhabi" panose="020B0604020202020204" pitchFamily="2" charset="-78"/>
              </a:rPr>
              <a:t>GJEJ FRAZËN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dhabi" panose="020B0604020202020204" pitchFamily="2" charset="-78"/>
              <a:ea typeface="+mn-ea"/>
              <a:cs typeface="Aldhabi" panose="020B06040202020202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87463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15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5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85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" fill="hold">
                      <p:stCondLst>
                        <p:cond delay="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9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9" fill="hold">
                      <p:stCondLst>
                        <p:cond delay="0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7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5" fill="hold">
                      <p:stCondLst>
                        <p:cond delay="0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2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6" fill="hold">
                      <p:stCondLst>
                        <p:cond delay="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4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6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59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0" fill="hold">
                      <p:stCondLst>
                        <p:cond delay="0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7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7" fill="hold">
                      <p:stCondLst>
                        <p:cond delay="0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4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0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9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4" fill="hold">
                      <p:stCondLst>
                        <p:cond delay="0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4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42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8" fill="hold">
                      <p:stCondLst>
                        <p:cond delay="0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8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44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5" fill="hold">
                      <p:stCondLst>
                        <p:cond delay="0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2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5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8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461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2" fill="hold">
                      <p:stCondLst>
                        <p:cond delay="0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9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5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478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9" fill="hold">
                      <p:stCondLst>
                        <p:cond delay="0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6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2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3" fill="hold">
                      <p:stCondLst>
                        <p:cond delay="indefinite"/>
                      </p:stCondLst>
                      <p:childTnLst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id="4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497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8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2" fill="hold">
                      <p:stCondLst>
                        <p:cond delay="indefinite"/>
                      </p:stCondLst>
                      <p:childTnLst>
                        <p:par>
                          <p:cTn id="513" fill="hold">
                            <p:stCondLst>
                              <p:cond delay="0"/>
                            </p:stCondLst>
                            <p:childTnLst>
                              <p:par>
                                <p:cTn id="5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>
                      <p:stCondLst>
                        <p:cond delay="0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4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7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0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fill="hold">
                      <p:stCondLst>
                        <p:cond delay="indefinite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535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6" fill="hold">
                      <p:stCondLst>
                        <p:cond delay="0"/>
                      </p:stCondLst>
                      <p:childTnLst>
                        <p:par>
                          <p:cTn id="537" fill="hold">
                            <p:stCondLst>
                              <p:cond delay="0"/>
                            </p:stCondLst>
                            <p:childTnLst>
                              <p:par>
                                <p:cTn id="5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6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9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0" fill="hold">
                      <p:stCondLst>
                        <p:cond delay="indefinite"/>
                      </p:stCondLst>
                      <p:childTnLst>
                        <p:par>
                          <p:cTn id="551" fill="hold">
                            <p:stCondLst>
                              <p:cond delay="0"/>
                            </p:stCondLst>
                            <p:childTnLst>
                              <p:par>
                                <p:cTn id="55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2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5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8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fill="hold">
                      <p:stCondLst>
                        <p:cond delay="indefinite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id="57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573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4" fill="hold">
                      <p:stCondLst>
                        <p:cond delay="0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1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4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7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8" fill="hold">
                      <p:stCondLst>
                        <p:cond delay="indefinite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59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3" fill="hold">
                      <p:stCondLst>
                        <p:cond delay="0"/>
                      </p:stCondLst>
                      <p:childTnLst>
                        <p:par>
                          <p:cTn id="594" fill="hold">
                            <p:stCondLst>
                              <p:cond delay="0"/>
                            </p:stCondLst>
                            <p:childTnLst>
                              <p:par>
                                <p:cTn id="5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0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6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7" fill="hold">
                      <p:stCondLst>
                        <p:cond delay="indefinite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611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2" fill="hold">
                      <p:stCondLst>
                        <p:cond delay="0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id="6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9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2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5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6" fill="hold">
                      <p:stCondLst>
                        <p:cond delay="indefinite"/>
                      </p:stCondLst>
                      <p:childTnLst>
                        <p:par>
                          <p:cTn id="627" fill="hold">
                            <p:stCondLst>
                              <p:cond delay="0"/>
                            </p:stCondLst>
                            <p:childTnLst>
                              <p:par>
                                <p:cTn id="62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630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1" fill="hold">
                      <p:stCondLst>
                        <p:cond delay="0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8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1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4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5" fill="hold">
                      <p:stCondLst>
                        <p:cond delay="indefinite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212" grpId="0" animBg="1"/>
      <p:bldP spid="236" grpId="0" animBg="1"/>
      <p:bldP spid="23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  <p:bldP spid="256" grpId="0" animBg="1"/>
      <p:bldP spid="257" grpId="0" animBg="1"/>
      <p:bldP spid="258" grpId="0" animBg="1"/>
      <p:bldP spid="259" grpId="0" animBg="1"/>
      <p:bldP spid="260" grpId="0" animBg="1"/>
      <p:bldP spid="261" grpId="0" animBg="1"/>
      <p:bldP spid="262" grpId="0" animBg="1"/>
      <p:bldP spid="263" grpId="0" animBg="1"/>
      <p:bldP spid="264" grpId="0" animBg="1"/>
      <p:bldP spid="265" grpId="0" animBg="1"/>
      <p:bldP spid="266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320" grpId="0" animBg="1"/>
      <p:bldP spid="321" grpId="0" animBg="1"/>
      <p:bldP spid="322" grpId="0" animBg="1"/>
      <p:bldP spid="323" grpId="0" animBg="1"/>
      <p:bldP spid="324" grpId="0" animBg="1"/>
      <p:bldP spid="325" grpId="0" animBg="1"/>
      <p:bldP spid="326" grpId="0" animBg="1"/>
      <p:bldP spid="327" grpId="0" animBg="1"/>
      <p:bldP spid="328" grpId="0" animBg="1"/>
      <p:bldP spid="329" grpId="0" animBg="1"/>
      <p:bldP spid="330" grpId="0" animBg="1"/>
      <p:bldP spid="331" grpId="0" animBg="1"/>
      <p:bldP spid="332" grpId="0" animBg="1"/>
      <p:bldP spid="333" grpId="0" animBg="1"/>
      <p:bldP spid="334" grpId="0" animBg="1"/>
      <p:bldP spid="335" grpId="0" animBg="1"/>
      <p:bldP spid="336" grpId="0" animBg="1"/>
      <p:bldP spid="337" grpId="0" animBg="1"/>
      <p:bldP spid="338" grpId="0" animBg="1"/>
      <p:bldP spid="339" grpId="0" animBg="1"/>
      <p:bldP spid="340" grpId="0" animBg="1"/>
      <p:bldP spid="341" grpId="0" animBg="1"/>
      <p:bldP spid="342" grpId="0" animBg="1"/>
      <p:bldP spid="343" grpId="0" animBg="1"/>
      <p:bldP spid="344" grpId="0" animBg="1"/>
      <p:bldP spid="345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">
            <a:extLst>
              <a:ext uri="{FF2B5EF4-FFF2-40B4-BE49-F238E27FC236}">
                <a16:creationId xmlns:a16="http://schemas.microsoft.com/office/drawing/2014/main" id="{606A89B5-0B52-BFE9-3292-2D70D020B49A}"/>
              </a:ext>
            </a:extLst>
          </p:cNvPr>
          <p:cNvSpPr/>
          <p:nvPr/>
        </p:nvSpPr>
        <p:spPr>
          <a:xfrm>
            <a:off x="2517915" y="1038635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B">
            <a:extLst>
              <a:ext uri="{FF2B5EF4-FFF2-40B4-BE49-F238E27FC236}">
                <a16:creationId xmlns:a16="http://schemas.microsoft.com/office/drawing/2014/main" id="{1D797C57-D75A-57DA-D559-AA7FEBB32ACA}"/>
              </a:ext>
            </a:extLst>
          </p:cNvPr>
          <p:cNvSpPr/>
          <p:nvPr/>
        </p:nvSpPr>
        <p:spPr>
          <a:xfrm>
            <a:off x="3203714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C">
            <a:extLst>
              <a:ext uri="{FF2B5EF4-FFF2-40B4-BE49-F238E27FC236}">
                <a16:creationId xmlns:a16="http://schemas.microsoft.com/office/drawing/2014/main" id="{319CAA0E-CBEE-30AB-C1D3-0CC823DBA8F6}"/>
              </a:ext>
            </a:extLst>
          </p:cNvPr>
          <p:cNvSpPr/>
          <p:nvPr/>
        </p:nvSpPr>
        <p:spPr>
          <a:xfrm>
            <a:off x="3889514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Ç">
            <a:extLst>
              <a:ext uri="{FF2B5EF4-FFF2-40B4-BE49-F238E27FC236}">
                <a16:creationId xmlns:a16="http://schemas.microsoft.com/office/drawing/2014/main" id="{DFCE9167-2939-4843-9C4A-8EA2B893D87E}"/>
              </a:ext>
            </a:extLst>
          </p:cNvPr>
          <p:cNvSpPr/>
          <p:nvPr/>
        </p:nvSpPr>
        <p:spPr>
          <a:xfrm>
            <a:off x="4575313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D">
            <a:extLst>
              <a:ext uri="{FF2B5EF4-FFF2-40B4-BE49-F238E27FC236}">
                <a16:creationId xmlns:a16="http://schemas.microsoft.com/office/drawing/2014/main" id="{B52962E2-93E2-A318-C07C-579656A02B3F}"/>
              </a:ext>
            </a:extLst>
          </p:cNvPr>
          <p:cNvSpPr/>
          <p:nvPr/>
        </p:nvSpPr>
        <p:spPr>
          <a:xfrm>
            <a:off x="5261112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DH">
            <a:extLst>
              <a:ext uri="{FF2B5EF4-FFF2-40B4-BE49-F238E27FC236}">
                <a16:creationId xmlns:a16="http://schemas.microsoft.com/office/drawing/2014/main" id="{ADF2E653-303C-7973-F886-A31FCE6FD22D}"/>
              </a:ext>
            </a:extLst>
          </p:cNvPr>
          <p:cNvSpPr/>
          <p:nvPr/>
        </p:nvSpPr>
        <p:spPr>
          <a:xfrm>
            <a:off x="5946911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E">
            <a:extLst>
              <a:ext uri="{FF2B5EF4-FFF2-40B4-BE49-F238E27FC236}">
                <a16:creationId xmlns:a16="http://schemas.microsoft.com/office/drawing/2014/main" id="{5C538432-8755-DE6A-C3EC-DBB43EEDBE2C}"/>
              </a:ext>
            </a:extLst>
          </p:cNvPr>
          <p:cNvSpPr/>
          <p:nvPr/>
        </p:nvSpPr>
        <p:spPr>
          <a:xfrm>
            <a:off x="6632710" y="1053550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Ë">
            <a:extLst>
              <a:ext uri="{FF2B5EF4-FFF2-40B4-BE49-F238E27FC236}">
                <a16:creationId xmlns:a16="http://schemas.microsoft.com/office/drawing/2014/main" id="{5FA49FAB-35B3-CC49-AA51-B5832780B76E}"/>
              </a:ext>
            </a:extLst>
          </p:cNvPr>
          <p:cNvSpPr/>
          <p:nvPr/>
        </p:nvSpPr>
        <p:spPr>
          <a:xfrm>
            <a:off x="7318510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F">
            <a:extLst>
              <a:ext uri="{FF2B5EF4-FFF2-40B4-BE49-F238E27FC236}">
                <a16:creationId xmlns:a16="http://schemas.microsoft.com/office/drawing/2014/main" id="{091B041A-A3DA-8ADA-C97B-7316B5CBFD10}"/>
              </a:ext>
            </a:extLst>
          </p:cNvPr>
          <p:cNvSpPr/>
          <p:nvPr/>
        </p:nvSpPr>
        <p:spPr>
          <a:xfrm>
            <a:off x="8004309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G">
            <a:extLst>
              <a:ext uri="{FF2B5EF4-FFF2-40B4-BE49-F238E27FC236}">
                <a16:creationId xmlns:a16="http://schemas.microsoft.com/office/drawing/2014/main" id="{DCA0BA8C-4E04-97C6-AACD-CECF2C4B5F7C}"/>
              </a:ext>
            </a:extLst>
          </p:cNvPr>
          <p:cNvSpPr/>
          <p:nvPr/>
        </p:nvSpPr>
        <p:spPr>
          <a:xfrm>
            <a:off x="8690108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GJ">
            <a:extLst>
              <a:ext uri="{FF2B5EF4-FFF2-40B4-BE49-F238E27FC236}">
                <a16:creationId xmlns:a16="http://schemas.microsoft.com/office/drawing/2014/main" id="{28B86291-404C-B9DE-AD4B-2861012CA757}"/>
              </a:ext>
            </a:extLst>
          </p:cNvPr>
          <p:cNvSpPr/>
          <p:nvPr/>
        </p:nvSpPr>
        <p:spPr>
          <a:xfrm>
            <a:off x="9375908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H">
            <a:extLst>
              <a:ext uri="{FF2B5EF4-FFF2-40B4-BE49-F238E27FC236}">
                <a16:creationId xmlns:a16="http://schemas.microsoft.com/office/drawing/2014/main" id="{0C49EAC2-DB38-8EB9-98F2-28FCF6FDB83A}"/>
              </a:ext>
            </a:extLst>
          </p:cNvPr>
          <p:cNvSpPr/>
          <p:nvPr/>
        </p:nvSpPr>
        <p:spPr>
          <a:xfrm>
            <a:off x="10061707" y="1068452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I">
            <a:extLst>
              <a:ext uri="{FF2B5EF4-FFF2-40B4-BE49-F238E27FC236}">
                <a16:creationId xmlns:a16="http://schemas.microsoft.com/office/drawing/2014/main" id="{B0709C58-18BD-3BD2-936A-87678D988535}"/>
              </a:ext>
            </a:extLst>
          </p:cNvPr>
          <p:cNvSpPr/>
          <p:nvPr/>
        </p:nvSpPr>
        <p:spPr>
          <a:xfrm>
            <a:off x="2517915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J">
            <a:extLst>
              <a:ext uri="{FF2B5EF4-FFF2-40B4-BE49-F238E27FC236}">
                <a16:creationId xmlns:a16="http://schemas.microsoft.com/office/drawing/2014/main" id="{A57604B4-D669-A935-73B1-36ED0843F5E3}"/>
              </a:ext>
            </a:extLst>
          </p:cNvPr>
          <p:cNvSpPr/>
          <p:nvPr/>
        </p:nvSpPr>
        <p:spPr>
          <a:xfrm>
            <a:off x="3203714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K">
            <a:extLst>
              <a:ext uri="{FF2B5EF4-FFF2-40B4-BE49-F238E27FC236}">
                <a16:creationId xmlns:a16="http://schemas.microsoft.com/office/drawing/2014/main" id="{9EDC8344-1B24-198C-2EE7-DFAC1BE626F0}"/>
              </a:ext>
            </a:extLst>
          </p:cNvPr>
          <p:cNvSpPr/>
          <p:nvPr/>
        </p:nvSpPr>
        <p:spPr>
          <a:xfrm>
            <a:off x="3889514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" name="L">
            <a:extLst>
              <a:ext uri="{FF2B5EF4-FFF2-40B4-BE49-F238E27FC236}">
                <a16:creationId xmlns:a16="http://schemas.microsoft.com/office/drawing/2014/main" id="{A56B047F-866F-3DC4-8DE5-78A0873B2EF7}"/>
              </a:ext>
            </a:extLst>
          </p:cNvPr>
          <p:cNvSpPr/>
          <p:nvPr/>
        </p:nvSpPr>
        <p:spPr>
          <a:xfrm>
            <a:off x="4575313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" name="LL">
            <a:extLst>
              <a:ext uri="{FF2B5EF4-FFF2-40B4-BE49-F238E27FC236}">
                <a16:creationId xmlns:a16="http://schemas.microsoft.com/office/drawing/2014/main" id="{B2EA1284-CD70-2BB8-1574-726F7284427D}"/>
              </a:ext>
            </a:extLst>
          </p:cNvPr>
          <p:cNvSpPr/>
          <p:nvPr/>
        </p:nvSpPr>
        <p:spPr>
          <a:xfrm>
            <a:off x="5261112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1" name="M">
            <a:extLst>
              <a:ext uri="{FF2B5EF4-FFF2-40B4-BE49-F238E27FC236}">
                <a16:creationId xmlns:a16="http://schemas.microsoft.com/office/drawing/2014/main" id="{AA0E3EEC-00FC-86B5-6A5F-28F7E930F4E1}"/>
              </a:ext>
            </a:extLst>
          </p:cNvPr>
          <p:cNvSpPr/>
          <p:nvPr/>
        </p:nvSpPr>
        <p:spPr>
          <a:xfrm>
            <a:off x="5946911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" name="N">
            <a:extLst>
              <a:ext uri="{FF2B5EF4-FFF2-40B4-BE49-F238E27FC236}">
                <a16:creationId xmlns:a16="http://schemas.microsoft.com/office/drawing/2014/main" id="{5ED9F1C7-30FF-E5DB-668C-48C719F9DF4F}"/>
              </a:ext>
            </a:extLst>
          </p:cNvPr>
          <p:cNvSpPr/>
          <p:nvPr/>
        </p:nvSpPr>
        <p:spPr>
          <a:xfrm>
            <a:off x="6632711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" name="NJ">
            <a:extLst>
              <a:ext uri="{FF2B5EF4-FFF2-40B4-BE49-F238E27FC236}">
                <a16:creationId xmlns:a16="http://schemas.microsoft.com/office/drawing/2014/main" id="{EEDD3EBD-C51D-E59C-131D-17149C6842EF}"/>
              </a:ext>
            </a:extLst>
          </p:cNvPr>
          <p:cNvSpPr/>
          <p:nvPr/>
        </p:nvSpPr>
        <p:spPr>
          <a:xfrm>
            <a:off x="7318510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" name="O">
            <a:extLst>
              <a:ext uri="{FF2B5EF4-FFF2-40B4-BE49-F238E27FC236}">
                <a16:creationId xmlns:a16="http://schemas.microsoft.com/office/drawing/2014/main" id="{71E087F1-503F-F2BB-3E56-373FB7A145F2}"/>
              </a:ext>
            </a:extLst>
          </p:cNvPr>
          <p:cNvSpPr/>
          <p:nvPr/>
        </p:nvSpPr>
        <p:spPr>
          <a:xfrm>
            <a:off x="8004309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" name="P">
            <a:extLst>
              <a:ext uri="{FF2B5EF4-FFF2-40B4-BE49-F238E27FC236}">
                <a16:creationId xmlns:a16="http://schemas.microsoft.com/office/drawing/2014/main" id="{5B5A3B17-D0B4-ACA3-E5BC-77BC99A8A863}"/>
              </a:ext>
            </a:extLst>
          </p:cNvPr>
          <p:cNvSpPr/>
          <p:nvPr/>
        </p:nvSpPr>
        <p:spPr>
          <a:xfrm>
            <a:off x="8690108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" name="Q">
            <a:extLst>
              <a:ext uri="{FF2B5EF4-FFF2-40B4-BE49-F238E27FC236}">
                <a16:creationId xmlns:a16="http://schemas.microsoft.com/office/drawing/2014/main" id="{B2C5BF45-322F-359B-F952-82B39922A824}"/>
              </a:ext>
            </a:extLst>
          </p:cNvPr>
          <p:cNvSpPr/>
          <p:nvPr/>
        </p:nvSpPr>
        <p:spPr>
          <a:xfrm>
            <a:off x="9375908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R">
            <a:extLst>
              <a:ext uri="{FF2B5EF4-FFF2-40B4-BE49-F238E27FC236}">
                <a16:creationId xmlns:a16="http://schemas.microsoft.com/office/drawing/2014/main" id="{DEB7D270-DB38-45CA-4906-9D2D1152395F}"/>
              </a:ext>
            </a:extLst>
          </p:cNvPr>
          <p:cNvSpPr/>
          <p:nvPr/>
        </p:nvSpPr>
        <p:spPr>
          <a:xfrm>
            <a:off x="10061707" y="1620074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8" name="RR">
            <a:extLst>
              <a:ext uri="{FF2B5EF4-FFF2-40B4-BE49-F238E27FC236}">
                <a16:creationId xmlns:a16="http://schemas.microsoft.com/office/drawing/2014/main" id="{04261364-8BFE-E3B5-481C-2274D5F3B486}"/>
              </a:ext>
            </a:extLst>
          </p:cNvPr>
          <p:cNvSpPr/>
          <p:nvPr/>
        </p:nvSpPr>
        <p:spPr>
          <a:xfrm>
            <a:off x="2517915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9" name="S">
            <a:extLst>
              <a:ext uri="{FF2B5EF4-FFF2-40B4-BE49-F238E27FC236}">
                <a16:creationId xmlns:a16="http://schemas.microsoft.com/office/drawing/2014/main" id="{41E4D267-AE9E-D1C8-9E40-90B005AD4000}"/>
              </a:ext>
            </a:extLst>
          </p:cNvPr>
          <p:cNvSpPr/>
          <p:nvPr/>
        </p:nvSpPr>
        <p:spPr>
          <a:xfrm>
            <a:off x="3203714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0" name="SH">
            <a:extLst>
              <a:ext uri="{FF2B5EF4-FFF2-40B4-BE49-F238E27FC236}">
                <a16:creationId xmlns:a16="http://schemas.microsoft.com/office/drawing/2014/main" id="{9B1D0693-572C-E340-F35A-1D4950A1FC5E}"/>
              </a:ext>
            </a:extLst>
          </p:cNvPr>
          <p:cNvSpPr/>
          <p:nvPr/>
        </p:nvSpPr>
        <p:spPr>
          <a:xfrm>
            <a:off x="3889514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1" name="T">
            <a:extLst>
              <a:ext uri="{FF2B5EF4-FFF2-40B4-BE49-F238E27FC236}">
                <a16:creationId xmlns:a16="http://schemas.microsoft.com/office/drawing/2014/main" id="{F43D884D-D460-82DD-B07D-F28D406C1949}"/>
              </a:ext>
            </a:extLst>
          </p:cNvPr>
          <p:cNvSpPr/>
          <p:nvPr/>
        </p:nvSpPr>
        <p:spPr>
          <a:xfrm>
            <a:off x="4575313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" name="TH">
            <a:extLst>
              <a:ext uri="{FF2B5EF4-FFF2-40B4-BE49-F238E27FC236}">
                <a16:creationId xmlns:a16="http://schemas.microsoft.com/office/drawing/2014/main" id="{E6A4BF7D-5B18-86E9-104C-7C7A5E9EE40D}"/>
              </a:ext>
            </a:extLst>
          </p:cNvPr>
          <p:cNvSpPr/>
          <p:nvPr/>
        </p:nvSpPr>
        <p:spPr>
          <a:xfrm>
            <a:off x="5261112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" name="U">
            <a:extLst>
              <a:ext uri="{FF2B5EF4-FFF2-40B4-BE49-F238E27FC236}">
                <a16:creationId xmlns:a16="http://schemas.microsoft.com/office/drawing/2014/main" id="{682A4564-1103-77B4-FD23-3FA5EB762D3E}"/>
              </a:ext>
            </a:extLst>
          </p:cNvPr>
          <p:cNvSpPr/>
          <p:nvPr/>
        </p:nvSpPr>
        <p:spPr>
          <a:xfrm>
            <a:off x="5946911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" name="V">
            <a:extLst>
              <a:ext uri="{FF2B5EF4-FFF2-40B4-BE49-F238E27FC236}">
                <a16:creationId xmlns:a16="http://schemas.microsoft.com/office/drawing/2014/main" id="{67586A16-E175-BF20-6E8C-C95A5571DF85}"/>
              </a:ext>
            </a:extLst>
          </p:cNvPr>
          <p:cNvSpPr/>
          <p:nvPr/>
        </p:nvSpPr>
        <p:spPr>
          <a:xfrm>
            <a:off x="6632711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" name="X">
            <a:extLst>
              <a:ext uri="{FF2B5EF4-FFF2-40B4-BE49-F238E27FC236}">
                <a16:creationId xmlns:a16="http://schemas.microsoft.com/office/drawing/2014/main" id="{F6A306B5-DD78-BF20-1240-DD866FDFFA4B}"/>
              </a:ext>
            </a:extLst>
          </p:cNvPr>
          <p:cNvSpPr/>
          <p:nvPr/>
        </p:nvSpPr>
        <p:spPr>
          <a:xfrm>
            <a:off x="7318510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6" name="XH">
            <a:extLst>
              <a:ext uri="{FF2B5EF4-FFF2-40B4-BE49-F238E27FC236}">
                <a16:creationId xmlns:a16="http://schemas.microsoft.com/office/drawing/2014/main" id="{433598BC-9126-A29C-DC92-4AEF3A7968B5}"/>
              </a:ext>
            </a:extLst>
          </p:cNvPr>
          <p:cNvSpPr/>
          <p:nvPr/>
        </p:nvSpPr>
        <p:spPr>
          <a:xfrm>
            <a:off x="8004309" y="2145593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7" name="Y">
            <a:extLst>
              <a:ext uri="{FF2B5EF4-FFF2-40B4-BE49-F238E27FC236}">
                <a16:creationId xmlns:a16="http://schemas.microsoft.com/office/drawing/2014/main" id="{A8566DF7-5F96-64FF-BD63-AE024337999A}"/>
              </a:ext>
            </a:extLst>
          </p:cNvPr>
          <p:cNvSpPr/>
          <p:nvPr/>
        </p:nvSpPr>
        <p:spPr>
          <a:xfrm>
            <a:off x="8690108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8" name="Z">
            <a:extLst>
              <a:ext uri="{FF2B5EF4-FFF2-40B4-BE49-F238E27FC236}">
                <a16:creationId xmlns:a16="http://schemas.microsoft.com/office/drawing/2014/main" id="{2827B279-48B9-7E98-D7C9-DA32E3E5E4DD}"/>
              </a:ext>
            </a:extLst>
          </p:cNvPr>
          <p:cNvSpPr/>
          <p:nvPr/>
        </p:nvSpPr>
        <p:spPr>
          <a:xfrm>
            <a:off x="9375908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9" name="ZH">
            <a:extLst>
              <a:ext uri="{FF2B5EF4-FFF2-40B4-BE49-F238E27FC236}">
                <a16:creationId xmlns:a16="http://schemas.microsoft.com/office/drawing/2014/main" id="{BD1189F6-21DE-50FF-2D38-1F86361EFC08}"/>
              </a:ext>
            </a:extLst>
          </p:cNvPr>
          <p:cNvSpPr/>
          <p:nvPr/>
        </p:nvSpPr>
        <p:spPr>
          <a:xfrm>
            <a:off x="10061707" y="2171696"/>
            <a:ext cx="467147" cy="47707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132AEE3-0D09-7276-A4DC-806E6FFC5272}"/>
              </a:ext>
            </a:extLst>
          </p:cNvPr>
          <p:cNvSpPr/>
          <p:nvPr/>
        </p:nvSpPr>
        <p:spPr>
          <a:xfrm>
            <a:off x="2517914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11EE965-6BFB-8AD2-FCE6-C9D93146A5AE}"/>
              </a:ext>
            </a:extLst>
          </p:cNvPr>
          <p:cNvSpPr/>
          <p:nvPr/>
        </p:nvSpPr>
        <p:spPr>
          <a:xfrm>
            <a:off x="3203713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056859A-A74B-0B01-D197-62AEBA8EA075}"/>
              </a:ext>
            </a:extLst>
          </p:cNvPr>
          <p:cNvSpPr/>
          <p:nvPr/>
        </p:nvSpPr>
        <p:spPr>
          <a:xfrm>
            <a:off x="3889513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BB2DA79-A36A-221F-5878-1DAB1C4E74D6}"/>
              </a:ext>
            </a:extLst>
          </p:cNvPr>
          <p:cNvSpPr/>
          <p:nvPr/>
        </p:nvSpPr>
        <p:spPr>
          <a:xfrm>
            <a:off x="4575312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EDA5BBA-8F3D-50B5-F553-4BB978F88449}"/>
              </a:ext>
            </a:extLst>
          </p:cNvPr>
          <p:cNvSpPr/>
          <p:nvPr/>
        </p:nvSpPr>
        <p:spPr>
          <a:xfrm>
            <a:off x="5261111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E14932F-3157-6339-A4F2-FBBA3A24C1F8}"/>
              </a:ext>
            </a:extLst>
          </p:cNvPr>
          <p:cNvSpPr/>
          <p:nvPr/>
        </p:nvSpPr>
        <p:spPr>
          <a:xfrm>
            <a:off x="5946910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9AA862D-D2AA-283F-ADB2-9D4CF6F6CD00}"/>
              </a:ext>
            </a:extLst>
          </p:cNvPr>
          <p:cNvSpPr/>
          <p:nvPr/>
        </p:nvSpPr>
        <p:spPr>
          <a:xfrm>
            <a:off x="6632710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8B5C18D-4B01-1343-C792-AD57B5B015CC}"/>
              </a:ext>
            </a:extLst>
          </p:cNvPr>
          <p:cNvSpPr/>
          <p:nvPr/>
        </p:nvSpPr>
        <p:spPr>
          <a:xfrm>
            <a:off x="7326368" y="2866183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CC5BC6F-6962-765B-6CC8-3E887822F976}"/>
              </a:ext>
            </a:extLst>
          </p:cNvPr>
          <p:cNvSpPr/>
          <p:nvPr/>
        </p:nvSpPr>
        <p:spPr>
          <a:xfrm>
            <a:off x="8004308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FABA3FF-FD05-1781-AE5A-DC16EBACCC47}"/>
              </a:ext>
            </a:extLst>
          </p:cNvPr>
          <p:cNvSpPr/>
          <p:nvPr/>
        </p:nvSpPr>
        <p:spPr>
          <a:xfrm>
            <a:off x="8690107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FAD99C-3522-2807-21FD-185CC841C511}"/>
              </a:ext>
            </a:extLst>
          </p:cNvPr>
          <p:cNvSpPr/>
          <p:nvPr/>
        </p:nvSpPr>
        <p:spPr>
          <a:xfrm>
            <a:off x="9375907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3EBEBC0-3E4A-9E68-8819-05CC3BC9C809}"/>
              </a:ext>
            </a:extLst>
          </p:cNvPr>
          <p:cNvSpPr/>
          <p:nvPr/>
        </p:nvSpPr>
        <p:spPr>
          <a:xfrm>
            <a:off x="10061706" y="2852528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33F7786-00BD-0504-12D7-9CCFE17584C3}"/>
              </a:ext>
            </a:extLst>
          </p:cNvPr>
          <p:cNvSpPr/>
          <p:nvPr/>
        </p:nvSpPr>
        <p:spPr>
          <a:xfrm>
            <a:off x="2495865" y="3513491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1C739AA-584D-4E09-7F61-27E20A372504}"/>
              </a:ext>
            </a:extLst>
          </p:cNvPr>
          <p:cNvSpPr/>
          <p:nvPr/>
        </p:nvSpPr>
        <p:spPr>
          <a:xfrm>
            <a:off x="3181664" y="3513491"/>
            <a:ext cx="641591" cy="6677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0FFB601-372C-47A7-3E22-AAA366C58939}"/>
              </a:ext>
            </a:extLst>
          </p:cNvPr>
          <p:cNvSpPr/>
          <p:nvPr/>
        </p:nvSpPr>
        <p:spPr>
          <a:xfrm>
            <a:off x="3856773" y="3543308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60F90C5-6DA8-6680-7630-9301376468ED}"/>
              </a:ext>
            </a:extLst>
          </p:cNvPr>
          <p:cNvSpPr/>
          <p:nvPr/>
        </p:nvSpPr>
        <p:spPr>
          <a:xfrm>
            <a:off x="4553263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994E2DC-468D-AB50-174C-E832683E8A08}"/>
              </a:ext>
            </a:extLst>
          </p:cNvPr>
          <p:cNvSpPr/>
          <p:nvPr/>
        </p:nvSpPr>
        <p:spPr>
          <a:xfrm>
            <a:off x="5239062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F96460-276B-F3B0-1800-4E00A81B4A4B}"/>
              </a:ext>
            </a:extLst>
          </p:cNvPr>
          <p:cNvSpPr/>
          <p:nvPr/>
        </p:nvSpPr>
        <p:spPr>
          <a:xfrm>
            <a:off x="5924861" y="3491127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FAB4D32-4B36-20D2-8830-D28E6789F1F0}"/>
              </a:ext>
            </a:extLst>
          </p:cNvPr>
          <p:cNvSpPr/>
          <p:nvPr/>
        </p:nvSpPr>
        <p:spPr>
          <a:xfrm>
            <a:off x="6610661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D79362E-E9DF-8DE2-07AE-BE79A0C092E6}"/>
              </a:ext>
            </a:extLst>
          </p:cNvPr>
          <p:cNvSpPr/>
          <p:nvPr/>
        </p:nvSpPr>
        <p:spPr>
          <a:xfrm>
            <a:off x="7296460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7BBADBB-8C8C-20D8-BB60-19FA7974CEA4}"/>
              </a:ext>
            </a:extLst>
          </p:cNvPr>
          <p:cNvSpPr/>
          <p:nvPr/>
        </p:nvSpPr>
        <p:spPr>
          <a:xfrm>
            <a:off x="7982259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9E80989-F844-3FC4-540E-F58DF318B904}"/>
              </a:ext>
            </a:extLst>
          </p:cNvPr>
          <p:cNvSpPr/>
          <p:nvPr/>
        </p:nvSpPr>
        <p:spPr>
          <a:xfrm>
            <a:off x="8668058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5E52CD8-C4C3-DAB1-1552-E58D07170FD6}"/>
              </a:ext>
            </a:extLst>
          </p:cNvPr>
          <p:cNvSpPr/>
          <p:nvPr/>
        </p:nvSpPr>
        <p:spPr>
          <a:xfrm>
            <a:off x="9353858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F668EFE-080D-7F56-AACC-C72FD911FF3F}"/>
              </a:ext>
            </a:extLst>
          </p:cNvPr>
          <p:cNvSpPr/>
          <p:nvPr/>
        </p:nvSpPr>
        <p:spPr>
          <a:xfrm>
            <a:off x="10050899" y="3513491"/>
            <a:ext cx="641591" cy="66774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B891D7B-50B7-37FC-C9D1-1EF8A260E4D6}"/>
              </a:ext>
            </a:extLst>
          </p:cNvPr>
          <p:cNvSpPr/>
          <p:nvPr/>
        </p:nvSpPr>
        <p:spPr>
          <a:xfrm>
            <a:off x="2495865" y="4331476"/>
            <a:ext cx="641591" cy="6017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D8D10A8-936E-3F69-3C9B-024B220DF61F}"/>
              </a:ext>
            </a:extLst>
          </p:cNvPr>
          <p:cNvSpPr/>
          <p:nvPr/>
        </p:nvSpPr>
        <p:spPr>
          <a:xfrm>
            <a:off x="31816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5D9D223-9A7A-B0B6-3C4A-433EE9FE70C8}"/>
              </a:ext>
            </a:extLst>
          </p:cNvPr>
          <p:cNvSpPr/>
          <p:nvPr/>
        </p:nvSpPr>
        <p:spPr>
          <a:xfrm>
            <a:off x="38674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4FF2503-5CFE-B80A-1290-F717579BB64C}"/>
              </a:ext>
            </a:extLst>
          </p:cNvPr>
          <p:cNvSpPr/>
          <p:nvPr/>
        </p:nvSpPr>
        <p:spPr>
          <a:xfrm>
            <a:off x="4553266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0EF29A2-B4B8-B07B-5869-B84D72009357}"/>
              </a:ext>
            </a:extLst>
          </p:cNvPr>
          <p:cNvSpPr/>
          <p:nvPr/>
        </p:nvSpPr>
        <p:spPr>
          <a:xfrm>
            <a:off x="5239065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C1F0EA7-9C7D-D0B3-36E7-DFF6C7507203}"/>
              </a:ext>
            </a:extLst>
          </p:cNvPr>
          <p:cNvSpPr/>
          <p:nvPr/>
        </p:nvSpPr>
        <p:spPr>
          <a:xfrm>
            <a:off x="59248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9A1AC8E-BF73-5C6F-E09D-F9848C961625}"/>
              </a:ext>
            </a:extLst>
          </p:cNvPr>
          <p:cNvSpPr/>
          <p:nvPr/>
        </p:nvSpPr>
        <p:spPr>
          <a:xfrm>
            <a:off x="66106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70D308A-0143-DC4B-5E74-41E8678FFB86}"/>
              </a:ext>
            </a:extLst>
          </p:cNvPr>
          <p:cNvSpPr/>
          <p:nvPr/>
        </p:nvSpPr>
        <p:spPr>
          <a:xfrm>
            <a:off x="7296463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68281F9-DDE1-1B9F-5989-9721C9CEA5CC}"/>
              </a:ext>
            </a:extLst>
          </p:cNvPr>
          <p:cNvSpPr/>
          <p:nvPr/>
        </p:nvSpPr>
        <p:spPr>
          <a:xfrm>
            <a:off x="7982262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6EC63DD-B5F8-F7D9-0763-C8C4AD2BEEAF}"/>
              </a:ext>
            </a:extLst>
          </p:cNvPr>
          <p:cNvSpPr/>
          <p:nvPr/>
        </p:nvSpPr>
        <p:spPr>
          <a:xfrm>
            <a:off x="86680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719A5B0-9524-AB54-E64C-CF3C082F6188}"/>
              </a:ext>
            </a:extLst>
          </p:cNvPr>
          <p:cNvSpPr/>
          <p:nvPr/>
        </p:nvSpPr>
        <p:spPr>
          <a:xfrm>
            <a:off x="93538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786E789-5B1A-8CD4-3799-5106E0A75C71}"/>
              </a:ext>
            </a:extLst>
          </p:cNvPr>
          <p:cNvSpPr/>
          <p:nvPr/>
        </p:nvSpPr>
        <p:spPr>
          <a:xfrm>
            <a:off x="10039660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90F6E1C-3F6B-614C-DC24-E85E0EE538E1}"/>
              </a:ext>
            </a:extLst>
          </p:cNvPr>
          <p:cNvSpPr/>
          <p:nvPr/>
        </p:nvSpPr>
        <p:spPr>
          <a:xfrm>
            <a:off x="2495868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13A2AB5-F84A-29FF-56C7-67201DB91A7E}"/>
              </a:ext>
            </a:extLst>
          </p:cNvPr>
          <p:cNvSpPr/>
          <p:nvPr/>
        </p:nvSpPr>
        <p:spPr>
          <a:xfrm>
            <a:off x="31816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7152968-ADB7-12C9-6A00-3253999A9807}"/>
              </a:ext>
            </a:extLst>
          </p:cNvPr>
          <p:cNvSpPr/>
          <p:nvPr/>
        </p:nvSpPr>
        <p:spPr>
          <a:xfrm>
            <a:off x="38674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DEC28FD-2053-814B-B540-D91CF5B4A1B0}"/>
              </a:ext>
            </a:extLst>
          </p:cNvPr>
          <p:cNvSpPr/>
          <p:nvPr/>
        </p:nvSpPr>
        <p:spPr>
          <a:xfrm>
            <a:off x="4553266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A4F4A78-0100-D3A3-D7CC-554772387D1E}"/>
              </a:ext>
            </a:extLst>
          </p:cNvPr>
          <p:cNvSpPr/>
          <p:nvPr/>
        </p:nvSpPr>
        <p:spPr>
          <a:xfrm>
            <a:off x="5239065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4F3D953-9BFD-5F42-FC11-A65126B52219}"/>
              </a:ext>
            </a:extLst>
          </p:cNvPr>
          <p:cNvSpPr/>
          <p:nvPr/>
        </p:nvSpPr>
        <p:spPr>
          <a:xfrm>
            <a:off x="59248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FDEB35D-7830-AD15-8A7F-E421CA56F97B}"/>
              </a:ext>
            </a:extLst>
          </p:cNvPr>
          <p:cNvSpPr/>
          <p:nvPr/>
        </p:nvSpPr>
        <p:spPr>
          <a:xfrm>
            <a:off x="66106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EDFB295-5D2A-6BA5-312F-0E99EA0A384C}"/>
              </a:ext>
            </a:extLst>
          </p:cNvPr>
          <p:cNvSpPr/>
          <p:nvPr/>
        </p:nvSpPr>
        <p:spPr>
          <a:xfrm>
            <a:off x="7296463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71C2299-186B-D8A3-ED62-A9C09CAA7E11}"/>
              </a:ext>
            </a:extLst>
          </p:cNvPr>
          <p:cNvSpPr/>
          <p:nvPr/>
        </p:nvSpPr>
        <p:spPr>
          <a:xfrm>
            <a:off x="7982262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788B37DF-D02D-6E94-C85E-98C816B25CE9}"/>
              </a:ext>
            </a:extLst>
          </p:cNvPr>
          <p:cNvSpPr/>
          <p:nvPr/>
        </p:nvSpPr>
        <p:spPr>
          <a:xfrm>
            <a:off x="86680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82C6E2A-1A8D-3F69-EAA0-B9D761210374}"/>
              </a:ext>
            </a:extLst>
          </p:cNvPr>
          <p:cNvSpPr/>
          <p:nvPr/>
        </p:nvSpPr>
        <p:spPr>
          <a:xfrm>
            <a:off x="93538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9CE646DF-C369-FA3B-D6A7-BABA01D378C6}"/>
              </a:ext>
            </a:extLst>
          </p:cNvPr>
          <p:cNvSpPr/>
          <p:nvPr/>
        </p:nvSpPr>
        <p:spPr>
          <a:xfrm>
            <a:off x="10039660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AC59081-CBB5-3C3D-E705-960C5EC06803}"/>
              </a:ext>
            </a:extLst>
          </p:cNvPr>
          <p:cNvSpPr/>
          <p:nvPr/>
        </p:nvSpPr>
        <p:spPr>
          <a:xfrm>
            <a:off x="2495868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1104B7E-BB38-4874-EE92-3053030B56A6}"/>
              </a:ext>
            </a:extLst>
          </p:cNvPr>
          <p:cNvSpPr/>
          <p:nvPr/>
        </p:nvSpPr>
        <p:spPr>
          <a:xfrm>
            <a:off x="31816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0C4FDC59-1DCD-ABB0-9A5B-6AF9AC9D2067}"/>
              </a:ext>
            </a:extLst>
          </p:cNvPr>
          <p:cNvSpPr/>
          <p:nvPr/>
        </p:nvSpPr>
        <p:spPr>
          <a:xfrm>
            <a:off x="38674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EDED6B3-B2CC-FBF9-6BD1-A1D636792C17}"/>
              </a:ext>
            </a:extLst>
          </p:cNvPr>
          <p:cNvSpPr/>
          <p:nvPr/>
        </p:nvSpPr>
        <p:spPr>
          <a:xfrm>
            <a:off x="4553266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177878DF-87BA-194F-2B9E-4FEF5A24FD6F}"/>
              </a:ext>
            </a:extLst>
          </p:cNvPr>
          <p:cNvSpPr/>
          <p:nvPr/>
        </p:nvSpPr>
        <p:spPr>
          <a:xfrm>
            <a:off x="5239065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3743D90-8526-93D5-1CB3-75500D8FFAC4}"/>
              </a:ext>
            </a:extLst>
          </p:cNvPr>
          <p:cNvSpPr/>
          <p:nvPr/>
        </p:nvSpPr>
        <p:spPr>
          <a:xfrm>
            <a:off x="59248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8DBF9BBC-A139-DC3A-5858-4DB24CA5334F}"/>
              </a:ext>
            </a:extLst>
          </p:cNvPr>
          <p:cNvSpPr/>
          <p:nvPr/>
        </p:nvSpPr>
        <p:spPr>
          <a:xfrm>
            <a:off x="66106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1761048E-C297-D6D3-2411-15BE50FF50AB}"/>
              </a:ext>
            </a:extLst>
          </p:cNvPr>
          <p:cNvSpPr/>
          <p:nvPr/>
        </p:nvSpPr>
        <p:spPr>
          <a:xfrm>
            <a:off x="7296463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312923A-31F0-60B1-D973-46BB27DB1820}"/>
              </a:ext>
            </a:extLst>
          </p:cNvPr>
          <p:cNvSpPr/>
          <p:nvPr/>
        </p:nvSpPr>
        <p:spPr>
          <a:xfrm>
            <a:off x="7982262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8802199-77F7-D461-B2EC-AE1B9FCF9C8C}"/>
              </a:ext>
            </a:extLst>
          </p:cNvPr>
          <p:cNvSpPr/>
          <p:nvPr/>
        </p:nvSpPr>
        <p:spPr>
          <a:xfrm>
            <a:off x="86680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E48E4824-C30A-D611-DAC1-AC332CF53BE8}"/>
              </a:ext>
            </a:extLst>
          </p:cNvPr>
          <p:cNvSpPr/>
          <p:nvPr/>
        </p:nvSpPr>
        <p:spPr>
          <a:xfrm>
            <a:off x="93538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6F46058-6991-32FE-65F1-5A4AAD9B188D}"/>
              </a:ext>
            </a:extLst>
          </p:cNvPr>
          <p:cNvSpPr/>
          <p:nvPr/>
        </p:nvSpPr>
        <p:spPr>
          <a:xfrm>
            <a:off x="10039660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0C5B06DE-E129-033D-9FAA-010FE069DAE5}"/>
              </a:ext>
            </a:extLst>
          </p:cNvPr>
          <p:cNvSpPr/>
          <p:nvPr/>
        </p:nvSpPr>
        <p:spPr>
          <a:xfrm>
            <a:off x="2504130" y="4288440"/>
            <a:ext cx="497669" cy="6017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C9811953-3D1B-DF87-2274-19582C0484ED}"/>
              </a:ext>
            </a:extLst>
          </p:cNvPr>
          <p:cNvSpPr/>
          <p:nvPr/>
        </p:nvSpPr>
        <p:spPr>
          <a:xfrm>
            <a:off x="31816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FE586F1-9C9A-E5A3-210F-35F0C39BC604}"/>
              </a:ext>
            </a:extLst>
          </p:cNvPr>
          <p:cNvSpPr/>
          <p:nvPr/>
        </p:nvSpPr>
        <p:spPr>
          <a:xfrm>
            <a:off x="38674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41697EC4-0E32-C53B-BFCA-44ACC1D534B5}"/>
              </a:ext>
            </a:extLst>
          </p:cNvPr>
          <p:cNvSpPr/>
          <p:nvPr/>
        </p:nvSpPr>
        <p:spPr>
          <a:xfrm>
            <a:off x="4553266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10465B17-5DA6-8B32-9E61-3A4FD8298F43}"/>
              </a:ext>
            </a:extLst>
          </p:cNvPr>
          <p:cNvSpPr/>
          <p:nvPr/>
        </p:nvSpPr>
        <p:spPr>
          <a:xfrm>
            <a:off x="5239065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5145C25E-F3F2-F205-802B-49BC0C2C26B5}"/>
              </a:ext>
            </a:extLst>
          </p:cNvPr>
          <p:cNvSpPr/>
          <p:nvPr/>
        </p:nvSpPr>
        <p:spPr>
          <a:xfrm>
            <a:off x="59248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DF47686E-FE10-1B45-F97A-C86B171E36B8}"/>
              </a:ext>
            </a:extLst>
          </p:cNvPr>
          <p:cNvSpPr/>
          <p:nvPr/>
        </p:nvSpPr>
        <p:spPr>
          <a:xfrm>
            <a:off x="66106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B2801B1-FCB4-B69E-8C64-4D7CB3E521AE}"/>
              </a:ext>
            </a:extLst>
          </p:cNvPr>
          <p:cNvSpPr/>
          <p:nvPr/>
        </p:nvSpPr>
        <p:spPr>
          <a:xfrm>
            <a:off x="7296463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218C40F-6E7D-1F2B-3EFE-FDF1EFA798F4}"/>
              </a:ext>
            </a:extLst>
          </p:cNvPr>
          <p:cNvSpPr/>
          <p:nvPr/>
        </p:nvSpPr>
        <p:spPr>
          <a:xfrm>
            <a:off x="7982262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F24851E5-2777-DB41-4B9E-EE8F2261FA69}"/>
              </a:ext>
            </a:extLst>
          </p:cNvPr>
          <p:cNvSpPr/>
          <p:nvPr/>
        </p:nvSpPr>
        <p:spPr>
          <a:xfrm>
            <a:off x="86680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C643ABF-2027-6DF9-EB4F-FDAFD6D73672}"/>
              </a:ext>
            </a:extLst>
          </p:cNvPr>
          <p:cNvSpPr/>
          <p:nvPr/>
        </p:nvSpPr>
        <p:spPr>
          <a:xfrm>
            <a:off x="93538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9A8DA02A-F2D5-9FA3-FE0F-5F90E0F5A4A2}"/>
              </a:ext>
            </a:extLst>
          </p:cNvPr>
          <p:cNvSpPr/>
          <p:nvPr/>
        </p:nvSpPr>
        <p:spPr>
          <a:xfrm>
            <a:off x="10039660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55F6ACB8-DFEE-D677-0BB5-74AC4EEFBCD7}"/>
              </a:ext>
            </a:extLst>
          </p:cNvPr>
          <p:cNvSpPr/>
          <p:nvPr/>
        </p:nvSpPr>
        <p:spPr>
          <a:xfrm>
            <a:off x="2437027" y="4289303"/>
            <a:ext cx="641591" cy="6017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6153500F-3133-7106-CDAA-133B4AB64DB6}"/>
              </a:ext>
            </a:extLst>
          </p:cNvPr>
          <p:cNvSpPr/>
          <p:nvPr/>
        </p:nvSpPr>
        <p:spPr>
          <a:xfrm>
            <a:off x="31816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38C72E84-8D43-2AEE-CEC2-6634DB71970A}"/>
              </a:ext>
            </a:extLst>
          </p:cNvPr>
          <p:cNvSpPr/>
          <p:nvPr/>
        </p:nvSpPr>
        <p:spPr>
          <a:xfrm>
            <a:off x="38674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07C13FB1-4BD6-9BE9-CBF3-6FF558EAF535}"/>
              </a:ext>
            </a:extLst>
          </p:cNvPr>
          <p:cNvSpPr/>
          <p:nvPr/>
        </p:nvSpPr>
        <p:spPr>
          <a:xfrm>
            <a:off x="4553266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0AEBB16E-90CB-9FB3-1C69-633E5206C287}"/>
              </a:ext>
            </a:extLst>
          </p:cNvPr>
          <p:cNvSpPr/>
          <p:nvPr/>
        </p:nvSpPr>
        <p:spPr>
          <a:xfrm>
            <a:off x="5239065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49BABF1A-326A-BCC8-793E-447F289B0711}"/>
              </a:ext>
            </a:extLst>
          </p:cNvPr>
          <p:cNvSpPr/>
          <p:nvPr/>
        </p:nvSpPr>
        <p:spPr>
          <a:xfrm>
            <a:off x="59248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37FA84B4-BF36-07FB-6E8F-1A6719BA03D0}"/>
              </a:ext>
            </a:extLst>
          </p:cNvPr>
          <p:cNvSpPr/>
          <p:nvPr/>
        </p:nvSpPr>
        <p:spPr>
          <a:xfrm>
            <a:off x="66106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063FB735-5A68-28A1-61ED-3B6C4F573AE4}"/>
              </a:ext>
            </a:extLst>
          </p:cNvPr>
          <p:cNvSpPr/>
          <p:nvPr/>
        </p:nvSpPr>
        <p:spPr>
          <a:xfrm>
            <a:off x="7296463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6AA632E-0D75-6C2A-FD50-C4857536F5F7}"/>
              </a:ext>
            </a:extLst>
          </p:cNvPr>
          <p:cNvSpPr/>
          <p:nvPr/>
        </p:nvSpPr>
        <p:spPr>
          <a:xfrm>
            <a:off x="7982262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2C47E30A-570A-5B0E-688C-7E724BA33512}"/>
              </a:ext>
            </a:extLst>
          </p:cNvPr>
          <p:cNvSpPr/>
          <p:nvPr/>
        </p:nvSpPr>
        <p:spPr>
          <a:xfrm>
            <a:off x="86680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C0499EA7-12BE-B359-60F6-6D174D5C1E7F}"/>
              </a:ext>
            </a:extLst>
          </p:cNvPr>
          <p:cNvSpPr/>
          <p:nvPr/>
        </p:nvSpPr>
        <p:spPr>
          <a:xfrm>
            <a:off x="93538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04C0EA4D-B6B8-D457-42AA-6539F307634F}"/>
              </a:ext>
            </a:extLst>
          </p:cNvPr>
          <p:cNvSpPr/>
          <p:nvPr/>
        </p:nvSpPr>
        <p:spPr>
          <a:xfrm>
            <a:off x="10039660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E8070D34-F11E-431C-9083-D6046B021C0D}"/>
              </a:ext>
            </a:extLst>
          </p:cNvPr>
          <p:cNvSpPr/>
          <p:nvPr/>
        </p:nvSpPr>
        <p:spPr>
          <a:xfrm>
            <a:off x="2480789" y="4280091"/>
            <a:ext cx="641591" cy="6017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A3F7BE2F-63D5-6940-FED1-5BB03808B81D}"/>
              </a:ext>
            </a:extLst>
          </p:cNvPr>
          <p:cNvSpPr/>
          <p:nvPr/>
        </p:nvSpPr>
        <p:spPr>
          <a:xfrm>
            <a:off x="31816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DFA09F6A-6BC1-57FA-345E-2153F04ECD3B}"/>
              </a:ext>
            </a:extLst>
          </p:cNvPr>
          <p:cNvSpPr/>
          <p:nvPr/>
        </p:nvSpPr>
        <p:spPr>
          <a:xfrm>
            <a:off x="3867467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B46828EA-8F34-F7D4-B57F-7CE5FCE44648}"/>
              </a:ext>
            </a:extLst>
          </p:cNvPr>
          <p:cNvSpPr/>
          <p:nvPr/>
        </p:nvSpPr>
        <p:spPr>
          <a:xfrm>
            <a:off x="4553266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Ç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634957C-0809-6E00-07F1-C0DC2BF84532}"/>
              </a:ext>
            </a:extLst>
          </p:cNvPr>
          <p:cNvSpPr/>
          <p:nvPr/>
        </p:nvSpPr>
        <p:spPr>
          <a:xfrm>
            <a:off x="8684542" y="2840689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F706BD7-CF3C-7195-9057-4EF68294D71F}"/>
              </a:ext>
            </a:extLst>
          </p:cNvPr>
          <p:cNvSpPr/>
          <p:nvPr/>
        </p:nvSpPr>
        <p:spPr>
          <a:xfrm>
            <a:off x="5924864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3D54AF17-C4A1-6378-0987-1539714C98CF}"/>
              </a:ext>
            </a:extLst>
          </p:cNvPr>
          <p:cNvSpPr/>
          <p:nvPr/>
        </p:nvSpPr>
        <p:spPr>
          <a:xfrm>
            <a:off x="5910561" y="2840689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7F478E4A-024B-C09E-AE78-1CC3D040688D}"/>
              </a:ext>
            </a:extLst>
          </p:cNvPr>
          <p:cNvSpPr/>
          <p:nvPr/>
        </p:nvSpPr>
        <p:spPr>
          <a:xfrm>
            <a:off x="7296463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BD56D49E-39E1-F649-0A02-121D37755151}"/>
              </a:ext>
            </a:extLst>
          </p:cNvPr>
          <p:cNvSpPr/>
          <p:nvPr/>
        </p:nvSpPr>
        <p:spPr>
          <a:xfrm>
            <a:off x="2561340" y="2831220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4D35B59F-F58B-27FB-4E29-8BDA0A74DEBB}"/>
              </a:ext>
            </a:extLst>
          </p:cNvPr>
          <p:cNvSpPr/>
          <p:nvPr/>
        </p:nvSpPr>
        <p:spPr>
          <a:xfrm>
            <a:off x="86680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43A2FA6D-0783-2651-408C-5F835CB56A96}"/>
              </a:ext>
            </a:extLst>
          </p:cNvPr>
          <p:cNvSpPr/>
          <p:nvPr/>
        </p:nvSpPr>
        <p:spPr>
          <a:xfrm>
            <a:off x="9353861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3872BA4-48B8-F0C9-3EBA-2916FAE09F19}"/>
              </a:ext>
            </a:extLst>
          </p:cNvPr>
          <p:cNvSpPr/>
          <p:nvPr/>
        </p:nvSpPr>
        <p:spPr>
          <a:xfrm>
            <a:off x="10039660" y="4351516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E92B0F3A-0F05-CF16-D3AE-5440A39E2678}"/>
              </a:ext>
            </a:extLst>
          </p:cNvPr>
          <p:cNvSpPr/>
          <p:nvPr/>
        </p:nvSpPr>
        <p:spPr>
          <a:xfrm>
            <a:off x="2491697" y="4350715"/>
            <a:ext cx="641591" cy="6017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9945DABA-B079-6578-0B34-2452034C2247}"/>
              </a:ext>
            </a:extLst>
          </p:cNvPr>
          <p:cNvSpPr/>
          <p:nvPr/>
        </p:nvSpPr>
        <p:spPr>
          <a:xfrm>
            <a:off x="3250897" y="3582144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30AD58B9-FD6E-AB00-AED2-CF76635AA45F}"/>
              </a:ext>
            </a:extLst>
          </p:cNvPr>
          <p:cNvSpPr/>
          <p:nvPr/>
        </p:nvSpPr>
        <p:spPr>
          <a:xfrm>
            <a:off x="31816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5A37472E-262F-A584-5F6A-D02AF03AC165}"/>
              </a:ext>
            </a:extLst>
          </p:cNvPr>
          <p:cNvSpPr/>
          <p:nvPr/>
        </p:nvSpPr>
        <p:spPr>
          <a:xfrm>
            <a:off x="38674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051DF5CF-9B83-DDAB-0893-192BA585915B}"/>
              </a:ext>
            </a:extLst>
          </p:cNvPr>
          <p:cNvSpPr/>
          <p:nvPr/>
        </p:nvSpPr>
        <p:spPr>
          <a:xfrm>
            <a:off x="4553266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09556395-BE10-D196-0C89-EB22338AA6EA}"/>
              </a:ext>
            </a:extLst>
          </p:cNvPr>
          <p:cNvSpPr/>
          <p:nvPr/>
        </p:nvSpPr>
        <p:spPr>
          <a:xfrm>
            <a:off x="5239065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EFE89962-6C0E-0F04-B3AD-C53883BD50A8}"/>
              </a:ext>
            </a:extLst>
          </p:cNvPr>
          <p:cNvSpPr/>
          <p:nvPr/>
        </p:nvSpPr>
        <p:spPr>
          <a:xfrm>
            <a:off x="59248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FC3CA0A9-8D35-F48F-3B49-2E513BB4B182}"/>
              </a:ext>
            </a:extLst>
          </p:cNvPr>
          <p:cNvSpPr/>
          <p:nvPr/>
        </p:nvSpPr>
        <p:spPr>
          <a:xfrm>
            <a:off x="66106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99F62584-5A7D-29A0-7072-CD276B90F7E2}"/>
              </a:ext>
            </a:extLst>
          </p:cNvPr>
          <p:cNvSpPr/>
          <p:nvPr/>
        </p:nvSpPr>
        <p:spPr>
          <a:xfrm>
            <a:off x="7296463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875B1E7E-A0A6-62F8-C936-228CBE8C999C}"/>
              </a:ext>
            </a:extLst>
          </p:cNvPr>
          <p:cNvSpPr/>
          <p:nvPr/>
        </p:nvSpPr>
        <p:spPr>
          <a:xfrm>
            <a:off x="7985663" y="2859122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85142299-473F-03D3-BAB0-F9C0D3DFA676}"/>
              </a:ext>
            </a:extLst>
          </p:cNvPr>
          <p:cNvSpPr/>
          <p:nvPr/>
        </p:nvSpPr>
        <p:spPr>
          <a:xfrm>
            <a:off x="86680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AF3FEC98-6BB8-A7D6-2EC7-6B391A579167}"/>
              </a:ext>
            </a:extLst>
          </p:cNvPr>
          <p:cNvSpPr/>
          <p:nvPr/>
        </p:nvSpPr>
        <p:spPr>
          <a:xfrm>
            <a:off x="93538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82D7CFB-54E2-F352-23CF-D3B2C0A2FB68}"/>
              </a:ext>
            </a:extLst>
          </p:cNvPr>
          <p:cNvSpPr/>
          <p:nvPr/>
        </p:nvSpPr>
        <p:spPr>
          <a:xfrm>
            <a:off x="10039660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40EAE8B0-39B7-8DB1-F37C-D103F5282AF6}"/>
              </a:ext>
            </a:extLst>
          </p:cNvPr>
          <p:cNvSpPr/>
          <p:nvPr/>
        </p:nvSpPr>
        <p:spPr>
          <a:xfrm>
            <a:off x="9397956" y="2875564"/>
            <a:ext cx="641591" cy="600302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451234D9-37B2-AB07-D019-1C4111E7C0B5}"/>
              </a:ext>
            </a:extLst>
          </p:cNvPr>
          <p:cNvSpPr/>
          <p:nvPr/>
        </p:nvSpPr>
        <p:spPr>
          <a:xfrm>
            <a:off x="31816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12E66507-DB00-E881-F7B2-2698132E554E}"/>
              </a:ext>
            </a:extLst>
          </p:cNvPr>
          <p:cNvSpPr/>
          <p:nvPr/>
        </p:nvSpPr>
        <p:spPr>
          <a:xfrm>
            <a:off x="38674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7C87C6C0-BBE8-F202-63F6-D13F45DA6FE5}"/>
              </a:ext>
            </a:extLst>
          </p:cNvPr>
          <p:cNvSpPr/>
          <p:nvPr/>
        </p:nvSpPr>
        <p:spPr>
          <a:xfrm>
            <a:off x="4553266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CF66B55F-4EFA-A1E0-1259-803E201656E1}"/>
              </a:ext>
            </a:extLst>
          </p:cNvPr>
          <p:cNvSpPr/>
          <p:nvPr/>
        </p:nvSpPr>
        <p:spPr>
          <a:xfrm>
            <a:off x="5239065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62D7BD8D-BADD-7230-25DE-A8737129B472}"/>
              </a:ext>
            </a:extLst>
          </p:cNvPr>
          <p:cNvSpPr/>
          <p:nvPr/>
        </p:nvSpPr>
        <p:spPr>
          <a:xfrm>
            <a:off x="59248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0B0A412F-5E32-8E21-DCF2-554584BB889A}"/>
              </a:ext>
            </a:extLst>
          </p:cNvPr>
          <p:cNvSpPr/>
          <p:nvPr/>
        </p:nvSpPr>
        <p:spPr>
          <a:xfrm>
            <a:off x="66106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B326AA63-5479-76FD-CD96-818C9B31B2F1}"/>
              </a:ext>
            </a:extLst>
          </p:cNvPr>
          <p:cNvSpPr/>
          <p:nvPr/>
        </p:nvSpPr>
        <p:spPr>
          <a:xfrm>
            <a:off x="7296463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F566092A-F191-E535-5DD3-3D7B1AC23049}"/>
              </a:ext>
            </a:extLst>
          </p:cNvPr>
          <p:cNvSpPr/>
          <p:nvPr/>
        </p:nvSpPr>
        <p:spPr>
          <a:xfrm>
            <a:off x="4617957" y="2849138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8BCAA616-27CB-E36E-7AFB-EA66C757641A}"/>
              </a:ext>
            </a:extLst>
          </p:cNvPr>
          <p:cNvSpPr/>
          <p:nvPr/>
        </p:nvSpPr>
        <p:spPr>
          <a:xfrm>
            <a:off x="86680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C9E336E9-5297-12DC-9E5F-DAC99D8CB7B1}"/>
              </a:ext>
            </a:extLst>
          </p:cNvPr>
          <p:cNvSpPr/>
          <p:nvPr/>
        </p:nvSpPr>
        <p:spPr>
          <a:xfrm>
            <a:off x="93538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4CEA828D-02C5-CF35-46D5-8B32034EB50A}"/>
              </a:ext>
            </a:extLst>
          </p:cNvPr>
          <p:cNvSpPr/>
          <p:nvPr/>
        </p:nvSpPr>
        <p:spPr>
          <a:xfrm>
            <a:off x="10039660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D49782CC-6C79-EFBF-AC21-C6294826927F}"/>
              </a:ext>
            </a:extLst>
          </p:cNvPr>
          <p:cNvSpPr/>
          <p:nvPr/>
        </p:nvSpPr>
        <p:spPr>
          <a:xfrm>
            <a:off x="7296460" y="2808122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DA28AB4C-47C7-B7BD-8FA0-22691043D78E}"/>
              </a:ext>
            </a:extLst>
          </p:cNvPr>
          <p:cNvSpPr/>
          <p:nvPr/>
        </p:nvSpPr>
        <p:spPr>
          <a:xfrm>
            <a:off x="31816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C93B984-1FEC-7276-9642-0CA9F6E3A27E}"/>
              </a:ext>
            </a:extLst>
          </p:cNvPr>
          <p:cNvSpPr/>
          <p:nvPr/>
        </p:nvSpPr>
        <p:spPr>
          <a:xfrm>
            <a:off x="3867467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8E9CF374-4FDC-A82C-DC4B-0E3C3F221C3A}"/>
              </a:ext>
            </a:extLst>
          </p:cNvPr>
          <p:cNvSpPr/>
          <p:nvPr/>
        </p:nvSpPr>
        <p:spPr>
          <a:xfrm>
            <a:off x="4553266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FF0BE43A-A502-29CA-30E0-BE9AC018620E}"/>
              </a:ext>
            </a:extLst>
          </p:cNvPr>
          <p:cNvSpPr/>
          <p:nvPr/>
        </p:nvSpPr>
        <p:spPr>
          <a:xfrm>
            <a:off x="5239065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1149859E-1CAD-5522-DCD7-AB2E224ABB8F}"/>
              </a:ext>
            </a:extLst>
          </p:cNvPr>
          <p:cNvSpPr/>
          <p:nvPr/>
        </p:nvSpPr>
        <p:spPr>
          <a:xfrm>
            <a:off x="2517913" y="3578523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F5083649-0103-0AF9-F544-4D159C001F74}"/>
              </a:ext>
            </a:extLst>
          </p:cNvPr>
          <p:cNvSpPr/>
          <p:nvPr/>
        </p:nvSpPr>
        <p:spPr>
          <a:xfrm>
            <a:off x="6610664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84638100-B869-FFCE-31F5-3AA764CDF174}"/>
              </a:ext>
            </a:extLst>
          </p:cNvPr>
          <p:cNvSpPr/>
          <p:nvPr/>
        </p:nvSpPr>
        <p:spPr>
          <a:xfrm>
            <a:off x="7296463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BF8FD7BF-9B88-26EA-FCB2-833623BEB227}"/>
              </a:ext>
            </a:extLst>
          </p:cNvPr>
          <p:cNvSpPr/>
          <p:nvPr/>
        </p:nvSpPr>
        <p:spPr>
          <a:xfrm>
            <a:off x="3304563" y="2849138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27D41337-CCEC-FDB0-E7F1-E51C4FA0AB1D}"/>
              </a:ext>
            </a:extLst>
          </p:cNvPr>
          <p:cNvSpPr/>
          <p:nvPr/>
        </p:nvSpPr>
        <p:spPr>
          <a:xfrm>
            <a:off x="5246921" y="2859186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B46E759E-A161-7629-6000-7C958D9DDEB6}"/>
              </a:ext>
            </a:extLst>
          </p:cNvPr>
          <p:cNvSpPr/>
          <p:nvPr/>
        </p:nvSpPr>
        <p:spPr>
          <a:xfrm>
            <a:off x="9353861" y="4903138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BC482177-C9E8-D8CD-AA06-A79678F3009A}"/>
              </a:ext>
            </a:extLst>
          </p:cNvPr>
          <p:cNvSpPr/>
          <p:nvPr/>
        </p:nvSpPr>
        <p:spPr>
          <a:xfrm>
            <a:off x="6654869" y="2823383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96B4946D-482D-1C7A-BCF4-0411B202FBAA}"/>
              </a:ext>
            </a:extLst>
          </p:cNvPr>
          <p:cNvSpPr/>
          <p:nvPr/>
        </p:nvSpPr>
        <p:spPr>
          <a:xfrm>
            <a:off x="2495868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E721BD8E-FD2E-B43F-A567-FE5F24A7D49C}"/>
              </a:ext>
            </a:extLst>
          </p:cNvPr>
          <p:cNvSpPr/>
          <p:nvPr/>
        </p:nvSpPr>
        <p:spPr>
          <a:xfrm>
            <a:off x="31816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1FF4894E-EB45-C76D-3661-8B3FB89F75BA}"/>
              </a:ext>
            </a:extLst>
          </p:cNvPr>
          <p:cNvSpPr/>
          <p:nvPr/>
        </p:nvSpPr>
        <p:spPr>
          <a:xfrm>
            <a:off x="38674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28A618AB-85A2-46B8-5A0C-E85F6538A328}"/>
              </a:ext>
            </a:extLst>
          </p:cNvPr>
          <p:cNvSpPr/>
          <p:nvPr/>
        </p:nvSpPr>
        <p:spPr>
          <a:xfrm>
            <a:off x="4553266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D6D24D90-6AFA-8EE3-E494-594074DA8F61}"/>
              </a:ext>
            </a:extLst>
          </p:cNvPr>
          <p:cNvSpPr/>
          <p:nvPr/>
        </p:nvSpPr>
        <p:spPr>
          <a:xfrm>
            <a:off x="5239065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9F7B4C1B-D6B0-4009-DA2B-EE65AC10AF43}"/>
              </a:ext>
            </a:extLst>
          </p:cNvPr>
          <p:cNvSpPr/>
          <p:nvPr/>
        </p:nvSpPr>
        <p:spPr>
          <a:xfrm>
            <a:off x="59248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F7727415-BC5D-E795-8B5C-A560AA6A32F9}"/>
              </a:ext>
            </a:extLst>
          </p:cNvPr>
          <p:cNvSpPr/>
          <p:nvPr/>
        </p:nvSpPr>
        <p:spPr>
          <a:xfrm>
            <a:off x="66106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AF7015AD-A3B5-9595-C34E-CC072AD3B173}"/>
              </a:ext>
            </a:extLst>
          </p:cNvPr>
          <p:cNvSpPr/>
          <p:nvPr/>
        </p:nvSpPr>
        <p:spPr>
          <a:xfrm>
            <a:off x="7296463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DA72FC83-9190-5B00-C4B0-E64F872056F8}"/>
              </a:ext>
            </a:extLst>
          </p:cNvPr>
          <p:cNvSpPr/>
          <p:nvPr/>
        </p:nvSpPr>
        <p:spPr>
          <a:xfrm>
            <a:off x="7982262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7B3DF3F4-6FA4-D5F3-4B94-13C6EB646E57}"/>
              </a:ext>
            </a:extLst>
          </p:cNvPr>
          <p:cNvSpPr/>
          <p:nvPr/>
        </p:nvSpPr>
        <p:spPr>
          <a:xfrm>
            <a:off x="86680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D5E31437-6A82-7751-C257-6A4B30BA568A}"/>
              </a:ext>
            </a:extLst>
          </p:cNvPr>
          <p:cNvSpPr/>
          <p:nvPr/>
        </p:nvSpPr>
        <p:spPr>
          <a:xfrm>
            <a:off x="93538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82EB03A1-4A05-45FB-B54A-E04446B929EE}"/>
              </a:ext>
            </a:extLst>
          </p:cNvPr>
          <p:cNvSpPr/>
          <p:nvPr/>
        </p:nvSpPr>
        <p:spPr>
          <a:xfrm>
            <a:off x="10039660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7476830C-AC27-DCB6-19BA-4D86719C020D}"/>
              </a:ext>
            </a:extLst>
          </p:cNvPr>
          <p:cNvSpPr/>
          <p:nvPr/>
        </p:nvSpPr>
        <p:spPr>
          <a:xfrm>
            <a:off x="2495868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CE10446A-C58E-00CD-4F10-B95CEECCF1B9}"/>
              </a:ext>
            </a:extLst>
          </p:cNvPr>
          <p:cNvSpPr/>
          <p:nvPr/>
        </p:nvSpPr>
        <p:spPr>
          <a:xfrm>
            <a:off x="31816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68810288-DD86-7631-7280-8D7F3FADF277}"/>
              </a:ext>
            </a:extLst>
          </p:cNvPr>
          <p:cNvSpPr/>
          <p:nvPr/>
        </p:nvSpPr>
        <p:spPr>
          <a:xfrm>
            <a:off x="38674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D858F001-19EE-9E00-88B2-2BC4225CC6F3}"/>
              </a:ext>
            </a:extLst>
          </p:cNvPr>
          <p:cNvSpPr/>
          <p:nvPr/>
        </p:nvSpPr>
        <p:spPr>
          <a:xfrm>
            <a:off x="4553266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D0E7A16F-28A3-EF06-350F-82C67F86B76D}"/>
              </a:ext>
            </a:extLst>
          </p:cNvPr>
          <p:cNvSpPr/>
          <p:nvPr/>
        </p:nvSpPr>
        <p:spPr>
          <a:xfrm>
            <a:off x="5239065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C678DAAF-DFE9-5C48-0341-F7FDEF2A79CB}"/>
              </a:ext>
            </a:extLst>
          </p:cNvPr>
          <p:cNvSpPr/>
          <p:nvPr/>
        </p:nvSpPr>
        <p:spPr>
          <a:xfrm>
            <a:off x="59248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B562E6E9-69EA-F376-C298-15302A660F87}"/>
              </a:ext>
            </a:extLst>
          </p:cNvPr>
          <p:cNvSpPr/>
          <p:nvPr/>
        </p:nvSpPr>
        <p:spPr>
          <a:xfrm>
            <a:off x="66106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0F2B26F2-F361-7F25-DCC9-4E58E6EFD089}"/>
              </a:ext>
            </a:extLst>
          </p:cNvPr>
          <p:cNvSpPr/>
          <p:nvPr/>
        </p:nvSpPr>
        <p:spPr>
          <a:xfrm>
            <a:off x="7296463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A7EEA813-356B-42B5-C072-1510E23C686E}"/>
              </a:ext>
            </a:extLst>
          </p:cNvPr>
          <p:cNvSpPr/>
          <p:nvPr/>
        </p:nvSpPr>
        <p:spPr>
          <a:xfrm>
            <a:off x="7982262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D7354BAA-3B58-2AB4-F419-3A00E2999F34}"/>
              </a:ext>
            </a:extLst>
          </p:cNvPr>
          <p:cNvSpPr/>
          <p:nvPr/>
        </p:nvSpPr>
        <p:spPr>
          <a:xfrm>
            <a:off x="86680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C98D7C64-B9B2-4535-667B-D381815C8E30}"/>
              </a:ext>
            </a:extLst>
          </p:cNvPr>
          <p:cNvSpPr/>
          <p:nvPr/>
        </p:nvSpPr>
        <p:spPr>
          <a:xfrm>
            <a:off x="93538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3C48C0B4-0A7D-C467-3866-326EBED5830D}"/>
              </a:ext>
            </a:extLst>
          </p:cNvPr>
          <p:cNvSpPr/>
          <p:nvPr/>
        </p:nvSpPr>
        <p:spPr>
          <a:xfrm>
            <a:off x="10039660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536D1505-391C-5FC9-5773-6D4B7715ADDE}"/>
              </a:ext>
            </a:extLst>
          </p:cNvPr>
          <p:cNvSpPr/>
          <p:nvPr/>
        </p:nvSpPr>
        <p:spPr>
          <a:xfrm>
            <a:off x="2495868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4E9D8871-AEA2-2D18-CA90-A86F7C0F044E}"/>
              </a:ext>
            </a:extLst>
          </p:cNvPr>
          <p:cNvSpPr/>
          <p:nvPr/>
        </p:nvSpPr>
        <p:spPr>
          <a:xfrm>
            <a:off x="31816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E767CC74-14FA-6366-3E3B-D2BC7F6F4C0E}"/>
              </a:ext>
            </a:extLst>
          </p:cNvPr>
          <p:cNvSpPr/>
          <p:nvPr/>
        </p:nvSpPr>
        <p:spPr>
          <a:xfrm>
            <a:off x="3867467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5480E54B-5B99-8271-2276-94737C1C9CCF}"/>
              </a:ext>
            </a:extLst>
          </p:cNvPr>
          <p:cNvSpPr/>
          <p:nvPr/>
        </p:nvSpPr>
        <p:spPr>
          <a:xfrm>
            <a:off x="4025148" y="2857529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767CFC3F-E09F-BA73-294F-C2E6D9B77232}"/>
              </a:ext>
            </a:extLst>
          </p:cNvPr>
          <p:cNvSpPr/>
          <p:nvPr/>
        </p:nvSpPr>
        <p:spPr>
          <a:xfrm>
            <a:off x="5239065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8BC78733-7D49-5F45-8405-0024C31D7734}"/>
              </a:ext>
            </a:extLst>
          </p:cNvPr>
          <p:cNvSpPr/>
          <p:nvPr/>
        </p:nvSpPr>
        <p:spPr>
          <a:xfrm>
            <a:off x="59248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4F98D31F-C7C1-932F-24D5-FFB1ACFCFD55}"/>
              </a:ext>
            </a:extLst>
          </p:cNvPr>
          <p:cNvSpPr/>
          <p:nvPr/>
        </p:nvSpPr>
        <p:spPr>
          <a:xfrm>
            <a:off x="6610664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19F72285-DAE2-A3A7-14C3-2BA585AB056B}"/>
              </a:ext>
            </a:extLst>
          </p:cNvPr>
          <p:cNvSpPr/>
          <p:nvPr/>
        </p:nvSpPr>
        <p:spPr>
          <a:xfrm>
            <a:off x="7296463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05DA3390-DC84-8A82-C9D2-A04D777A3CCE}"/>
              </a:ext>
            </a:extLst>
          </p:cNvPr>
          <p:cNvSpPr/>
          <p:nvPr/>
        </p:nvSpPr>
        <p:spPr>
          <a:xfrm>
            <a:off x="7982262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XH</a:t>
            </a:r>
            <a:endParaRPr kumimoji="0" lang="sq-XK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F5E48ACA-6E5C-174C-F9D9-5D7B060369CE}"/>
              </a:ext>
            </a:extLst>
          </p:cNvPr>
          <p:cNvSpPr/>
          <p:nvPr/>
        </p:nvSpPr>
        <p:spPr>
          <a:xfrm>
            <a:off x="8668061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099F806D-ECC3-01F1-E146-F03D6C5521BF}"/>
              </a:ext>
            </a:extLst>
          </p:cNvPr>
          <p:cNvSpPr/>
          <p:nvPr/>
        </p:nvSpPr>
        <p:spPr>
          <a:xfrm>
            <a:off x="10138577" y="2833732"/>
            <a:ext cx="641591" cy="667744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C2EBF555-B008-71D1-9B44-F4FC360DECB4}"/>
              </a:ext>
            </a:extLst>
          </p:cNvPr>
          <p:cNvSpPr/>
          <p:nvPr/>
        </p:nvSpPr>
        <p:spPr>
          <a:xfrm>
            <a:off x="10039660" y="5454760"/>
            <a:ext cx="641591" cy="66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ZH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34B8178-7FC3-46F6-09A7-19BE65FD25D9}"/>
              </a:ext>
            </a:extLst>
          </p:cNvPr>
          <p:cNvSpPr/>
          <p:nvPr/>
        </p:nvSpPr>
        <p:spPr>
          <a:xfrm>
            <a:off x="929047" y="936116"/>
            <a:ext cx="663446" cy="81997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sq-XK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14A0C39-AD0A-0B86-646D-683D1888FDCE}"/>
              </a:ext>
            </a:extLst>
          </p:cNvPr>
          <p:cNvSpPr/>
          <p:nvPr/>
        </p:nvSpPr>
        <p:spPr>
          <a:xfrm>
            <a:off x="606252" y="3322132"/>
            <a:ext cx="1086547" cy="6017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Kthehu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sq-AL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në fillim</a:t>
            </a:r>
            <a:endParaRPr kumimoji="0" lang="sq-XK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4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CAB2628-3E7F-D0A7-3E80-491A2AD41D2C}"/>
              </a:ext>
            </a:extLst>
          </p:cNvPr>
          <p:cNvSpPr/>
          <p:nvPr/>
        </p:nvSpPr>
        <p:spPr>
          <a:xfrm>
            <a:off x="606251" y="4310032"/>
            <a:ext cx="1086547" cy="6017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Vazhdo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B7B5266-1B6B-2A3C-CFBC-372FE0188AA8}"/>
              </a:ext>
            </a:extLst>
          </p:cNvPr>
          <p:cNvSpPr/>
          <p:nvPr/>
        </p:nvSpPr>
        <p:spPr>
          <a:xfrm>
            <a:off x="707914" y="2060482"/>
            <a:ext cx="944216" cy="93924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dhabi" panose="020B0604020202020204" pitchFamily="2" charset="-78"/>
                <a:ea typeface="+mn-ea"/>
                <a:cs typeface="Aldhabi" panose="020B0604020202020204" pitchFamily="2" charset="-78"/>
              </a:rPr>
              <a:t>GJEJ FRAZËN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dhabi" panose="020B0604020202020204" pitchFamily="2" charset="-78"/>
              <a:ea typeface="+mn-ea"/>
              <a:cs typeface="Aldhabi" panose="020B06040202020202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83918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15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5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85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" fill="hold">
                      <p:stCondLst>
                        <p:cond delay="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9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9" fill="hold">
                      <p:stCondLst>
                        <p:cond delay="0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7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5" fill="hold">
                      <p:stCondLst>
                        <p:cond delay="0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2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6" fill="hold">
                      <p:stCondLst>
                        <p:cond delay="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4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6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59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0" fill="hold">
                      <p:stCondLst>
                        <p:cond delay="0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7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7" fill="hold">
                      <p:stCondLst>
                        <p:cond delay="0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4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0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9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4" fill="hold">
                      <p:stCondLst>
                        <p:cond delay="0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4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42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8" fill="hold">
                      <p:stCondLst>
                        <p:cond delay="0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8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44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5" fill="hold">
                      <p:stCondLst>
                        <p:cond delay="0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2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5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8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461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2" fill="hold">
                      <p:stCondLst>
                        <p:cond delay="0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9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5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478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9" fill="hold">
                      <p:stCondLst>
                        <p:cond delay="0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6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2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3" fill="hold">
                      <p:stCondLst>
                        <p:cond delay="indefinite"/>
                      </p:stCondLst>
                      <p:childTnLst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id="4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497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8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2" fill="hold">
                      <p:stCondLst>
                        <p:cond delay="indefinite"/>
                      </p:stCondLst>
                      <p:childTnLst>
                        <p:par>
                          <p:cTn id="513" fill="hold">
                            <p:stCondLst>
                              <p:cond delay="0"/>
                            </p:stCondLst>
                            <p:childTnLst>
                              <p:par>
                                <p:cTn id="5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>
                      <p:stCondLst>
                        <p:cond delay="0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4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7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0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fill="hold">
                      <p:stCondLst>
                        <p:cond delay="indefinite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535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6" fill="hold">
                      <p:stCondLst>
                        <p:cond delay="0"/>
                      </p:stCondLst>
                      <p:childTnLst>
                        <p:par>
                          <p:cTn id="537" fill="hold">
                            <p:stCondLst>
                              <p:cond delay="0"/>
                            </p:stCondLst>
                            <p:childTnLst>
                              <p:par>
                                <p:cTn id="5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6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9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0" fill="hold">
                      <p:stCondLst>
                        <p:cond delay="indefinite"/>
                      </p:stCondLst>
                      <p:childTnLst>
                        <p:par>
                          <p:cTn id="551" fill="hold">
                            <p:stCondLst>
                              <p:cond delay="0"/>
                            </p:stCondLst>
                            <p:childTnLst>
                              <p:par>
                                <p:cTn id="55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2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5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8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fill="hold">
                      <p:stCondLst>
                        <p:cond delay="indefinite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id="57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573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4" fill="hold">
                      <p:stCondLst>
                        <p:cond delay="0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1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4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7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8" fill="hold">
                      <p:stCondLst>
                        <p:cond delay="indefinite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59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3" fill="hold">
                      <p:stCondLst>
                        <p:cond delay="0"/>
                      </p:stCondLst>
                      <p:childTnLst>
                        <p:par>
                          <p:cTn id="594" fill="hold">
                            <p:stCondLst>
                              <p:cond delay="0"/>
                            </p:stCondLst>
                            <p:childTnLst>
                              <p:par>
                                <p:cTn id="5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0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6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7" fill="hold">
                      <p:stCondLst>
                        <p:cond delay="indefinite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611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2" fill="hold">
                      <p:stCondLst>
                        <p:cond delay="0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id="6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9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2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5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6" fill="hold">
                      <p:stCondLst>
                        <p:cond delay="indefinite"/>
                      </p:stCondLst>
                      <p:childTnLst>
                        <p:par>
                          <p:cTn id="627" fill="hold">
                            <p:stCondLst>
                              <p:cond delay="0"/>
                            </p:stCondLst>
                            <p:childTnLst>
                              <p:par>
                                <p:cTn id="62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630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1" fill="hold">
                      <p:stCondLst>
                        <p:cond delay="0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8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1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4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5" fill="hold">
                      <p:stCondLst>
                        <p:cond delay="indefinite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212" grpId="0" animBg="1"/>
      <p:bldP spid="236" grpId="0" animBg="1"/>
      <p:bldP spid="23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  <p:bldP spid="256" grpId="0" animBg="1"/>
      <p:bldP spid="257" grpId="0" animBg="1"/>
      <p:bldP spid="258" grpId="0" animBg="1"/>
      <p:bldP spid="259" grpId="0" animBg="1"/>
      <p:bldP spid="260" grpId="0" animBg="1"/>
      <p:bldP spid="261" grpId="0" animBg="1"/>
      <p:bldP spid="262" grpId="0" animBg="1"/>
      <p:bldP spid="263" grpId="0" animBg="1"/>
      <p:bldP spid="264" grpId="0" animBg="1"/>
      <p:bldP spid="265" grpId="0" animBg="1"/>
      <p:bldP spid="266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320" grpId="0" animBg="1"/>
      <p:bldP spid="321" grpId="0" animBg="1"/>
      <p:bldP spid="322" grpId="0" animBg="1"/>
      <p:bldP spid="323" grpId="0" animBg="1"/>
      <p:bldP spid="324" grpId="0" animBg="1"/>
      <p:bldP spid="325" grpId="0" animBg="1"/>
      <p:bldP spid="326" grpId="0" animBg="1"/>
      <p:bldP spid="327" grpId="0" animBg="1"/>
      <p:bldP spid="328" grpId="0" animBg="1"/>
      <p:bldP spid="329" grpId="0" animBg="1"/>
      <p:bldP spid="330" grpId="0" animBg="1"/>
      <p:bldP spid="331" grpId="0" animBg="1"/>
      <p:bldP spid="332" grpId="0" animBg="1"/>
      <p:bldP spid="333" grpId="0" animBg="1"/>
      <p:bldP spid="334" grpId="0" animBg="1"/>
      <p:bldP spid="335" grpId="0" animBg="1"/>
      <p:bldP spid="336" grpId="0" animBg="1"/>
      <p:bldP spid="337" grpId="0" animBg="1"/>
      <p:bldP spid="338" grpId="0" animBg="1"/>
      <p:bldP spid="339" grpId="0" animBg="1"/>
      <p:bldP spid="340" grpId="0" animBg="1"/>
      <p:bldP spid="341" grpId="0" animBg="1"/>
      <p:bldP spid="342" grpId="0" animBg="1"/>
      <p:bldP spid="343" grpId="0" animBg="1"/>
      <p:bldP spid="344" grpId="0" animBg="1"/>
      <p:bldP spid="345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3AD0D4C-3D16-770B-D91C-88820C1ADD46}"/>
              </a:ext>
            </a:extLst>
          </p:cNvPr>
          <p:cNvSpPr/>
          <p:nvPr/>
        </p:nvSpPr>
        <p:spPr>
          <a:xfrm>
            <a:off x="1590261" y="1736035"/>
            <a:ext cx="5049078" cy="169296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7200" dirty="0">
                <a:latin typeface="Algerian" panose="04020705040A02060702" pitchFamily="82" charset="0"/>
              </a:rPr>
              <a:t>PAZËLL</a:t>
            </a:r>
            <a:endParaRPr lang="en-US" sz="7200" dirty="0">
              <a:latin typeface="Algerian" panose="04020705040A02060702" pitchFamily="82" charset="0"/>
            </a:endParaRPr>
          </a:p>
        </p:txBody>
      </p:sp>
      <p:sp>
        <p:nvSpPr>
          <p:cNvPr id="3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11277B8-2A31-FA98-37D5-EDCE3A9D7918}"/>
              </a:ext>
            </a:extLst>
          </p:cNvPr>
          <p:cNvSpPr/>
          <p:nvPr/>
        </p:nvSpPr>
        <p:spPr>
          <a:xfrm>
            <a:off x="685765" y="4037750"/>
            <a:ext cx="1086547" cy="6017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Kthehu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sq-AL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në fillim</a:t>
            </a:r>
            <a:endParaRPr kumimoji="0" lang="sq-XK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E066233-D5BF-EFF2-E881-DD62F1DE9CEB}"/>
              </a:ext>
            </a:extLst>
          </p:cNvPr>
          <p:cNvSpPr/>
          <p:nvPr/>
        </p:nvSpPr>
        <p:spPr>
          <a:xfrm>
            <a:off x="685764" y="5025650"/>
            <a:ext cx="1086547" cy="6017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Vazhdo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9585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3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74FD52AF-D5DF-56E6-2C7B-12111AE48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308345" y="3010488"/>
            <a:ext cx="1359578" cy="622866"/>
          </a:xfrm>
          <a:custGeom>
            <a:avLst/>
            <a:gdLst>
              <a:gd name="connsiteX0" fmla="*/ 393781 w 1754959"/>
              <a:gd name="connsiteY0" fmla="*/ 91 h 804002"/>
              <a:gd name="connsiteX1" fmla="*/ 639947 w 1754959"/>
              <a:gd name="connsiteY1" fmla="*/ 46627 h 804002"/>
              <a:gd name="connsiteX2" fmla="*/ 577003 w 1754959"/>
              <a:gd name="connsiteY2" fmla="*/ 183160 h 804002"/>
              <a:gd name="connsiteX3" fmla="*/ 757345 w 1754959"/>
              <a:gd name="connsiteY3" fmla="*/ 235390 h 804002"/>
              <a:gd name="connsiteX4" fmla="*/ 976280 w 1754959"/>
              <a:gd name="connsiteY4" fmla="*/ 200235 h 804002"/>
              <a:gd name="connsiteX5" fmla="*/ 939764 w 1754959"/>
              <a:gd name="connsiteY5" fmla="*/ 82086 h 804002"/>
              <a:gd name="connsiteX6" fmla="*/ 1502826 w 1754959"/>
              <a:gd name="connsiteY6" fmla="*/ 6649 h 804002"/>
              <a:gd name="connsiteX7" fmla="*/ 1484263 w 1754959"/>
              <a:gd name="connsiteY7" fmla="*/ 201993 h 804002"/>
              <a:gd name="connsiteX8" fmla="*/ 1670120 w 1754959"/>
              <a:gd name="connsiteY8" fmla="*/ 322349 h 804002"/>
              <a:gd name="connsiteX9" fmla="*/ 1727883 w 1754959"/>
              <a:gd name="connsiteY9" fmla="*/ 306698 h 804002"/>
              <a:gd name="connsiteX10" fmla="*/ 1754959 w 1754959"/>
              <a:gd name="connsiteY10" fmla="*/ 301682 h 804002"/>
              <a:gd name="connsiteX11" fmla="*/ 1754959 w 1754959"/>
              <a:gd name="connsiteY11" fmla="*/ 513314 h 804002"/>
              <a:gd name="connsiteX12" fmla="*/ 1674862 w 1754959"/>
              <a:gd name="connsiteY12" fmla="*/ 491127 h 804002"/>
              <a:gd name="connsiteX13" fmla="*/ 1596957 w 1754959"/>
              <a:gd name="connsiteY13" fmla="*/ 478297 h 804002"/>
              <a:gd name="connsiteX14" fmla="*/ 1500657 w 1754959"/>
              <a:gd name="connsiteY14" fmla="*/ 765637 h 804002"/>
              <a:gd name="connsiteX15" fmla="*/ 1511761 w 1754959"/>
              <a:gd name="connsiteY15" fmla="*/ 804002 h 804002"/>
              <a:gd name="connsiteX16" fmla="*/ 940658 w 1754959"/>
              <a:gd name="connsiteY16" fmla="*/ 804002 h 804002"/>
              <a:gd name="connsiteX17" fmla="*/ 945757 w 1754959"/>
              <a:gd name="connsiteY17" fmla="*/ 796147 h 804002"/>
              <a:gd name="connsiteX18" fmla="*/ 998241 w 1754959"/>
              <a:gd name="connsiteY18" fmla="*/ 733006 h 804002"/>
              <a:gd name="connsiteX19" fmla="*/ 861693 w 1754959"/>
              <a:gd name="connsiteY19" fmla="*/ 654650 h 804002"/>
              <a:gd name="connsiteX20" fmla="*/ 614457 w 1754959"/>
              <a:gd name="connsiteY20" fmla="*/ 675332 h 804002"/>
              <a:gd name="connsiteX21" fmla="*/ 629213 w 1754959"/>
              <a:gd name="connsiteY21" fmla="*/ 777636 h 804002"/>
              <a:gd name="connsiteX22" fmla="*/ 639019 w 1754959"/>
              <a:gd name="connsiteY22" fmla="*/ 801701 h 804002"/>
              <a:gd name="connsiteX23" fmla="*/ 638685 w 1754959"/>
              <a:gd name="connsiteY23" fmla="*/ 804002 h 804002"/>
              <a:gd name="connsiteX24" fmla="*/ 49885 w 1754959"/>
              <a:gd name="connsiteY24" fmla="*/ 804002 h 804002"/>
              <a:gd name="connsiteX25" fmla="*/ 37831 w 1754959"/>
              <a:gd name="connsiteY25" fmla="*/ 779711 h 804002"/>
              <a:gd name="connsiteX26" fmla="*/ 61171 w 1754959"/>
              <a:gd name="connsiteY26" fmla="*/ 508416 h 804002"/>
              <a:gd name="connsiteX27" fmla="*/ 365343 w 1754959"/>
              <a:gd name="connsiteY27" fmla="*/ 515698 h 804002"/>
              <a:gd name="connsiteX28" fmla="*/ 295820 w 1754959"/>
              <a:gd name="connsiteY28" fmla="*/ 297663 h 804002"/>
              <a:gd name="connsiteX29" fmla="*/ 10 w 1754959"/>
              <a:gd name="connsiteY29" fmla="*/ 222676 h 804002"/>
              <a:gd name="connsiteX30" fmla="*/ 52276 w 1754959"/>
              <a:gd name="connsiteY30" fmla="*/ 44711 h 804002"/>
              <a:gd name="connsiteX31" fmla="*/ 53195 w 1754959"/>
              <a:gd name="connsiteY31" fmla="*/ 28680 h 804002"/>
              <a:gd name="connsiteX32" fmla="*/ 136631 w 1754959"/>
              <a:gd name="connsiteY32" fmla="*/ 27914 h 804002"/>
              <a:gd name="connsiteX33" fmla="*/ 393781 w 1754959"/>
              <a:gd name="connsiteY33" fmla="*/ 91 h 804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754959" h="804002">
                <a:moveTo>
                  <a:pt x="393781" y="91"/>
                </a:moveTo>
                <a:cubicBezTo>
                  <a:pt x="480734" y="-1141"/>
                  <a:pt x="565856" y="10019"/>
                  <a:pt x="639947" y="46627"/>
                </a:cubicBezTo>
                <a:cubicBezTo>
                  <a:pt x="657553" y="95605"/>
                  <a:pt x="552302" y="149751"/>
                  <a:pt x="577003" y="183160"/>
                </a:cubicBezTo>
                <a:cubicBezTo>
                  <a:pt x="608815" y="226164"/>
                  <a:pt x="697305" y="233010"/>
                  <a:pt x="757345" y="235390"/>
                </a:cubicBezTo>
                <a:cubicBezTo>
                  <a:pt x="832915" y="238363"/>
                  <a:pt x="910213" y="227288"/>
                  <a:pt x="976280" y="200235"/>
                </a:cubicBezTo>
                <a:cubicBezTo>
                  <a:pt x="1068702" y="162412"/>
                  <a:pt x="945056" y="129266"/>
                  <a:pt x="939764" y="82086"/>
                </a:cubicBezTo>
                <a:cubicBezTo>
                  <a:pt x="932320" y="15847"/>
                  <a:pt x="1220285" y="2446"/>
                  <a:pt x="1502826" y="6649"/>
                </a:cubicBezTo>
                <a:cubicBezTo>
                  <a:pt x="1513577" y="69451"/>
                  <a:pt x="1515672" y="127125"/>
                  <a:pt x="1484263" y="201993"/>
                </a:cubicBezTo>
                <a:cubicBezTo>
                  <a:pt x="1446056" y="293050"/>
                  <a:pt x="1543091" y="354888"/>
                  <a:pt x="1670120" y="322349"/>
                </a:cubicBezTo>
                <a:cubicBezTo>
                  <a:pt x="1689063" y="317492"/>
                  <a:pt x="1708539" y="311671"/>
                  <a:pt x="1727883" y="306698"/>
                </a:cubicBezTo>
                <a:lnTo>
                  <a:pt x="1754959" y="301682"/>
                </a:lnTo>
                <a:lnTo>
                  <a:pt x="1754959" y="513314"/>
                </a:lnTo>
                <a:lnTo>
                  <a:pt x="1674862" y="491127"/>
                </a:lnTo>
                <a:cubicBezTo>
                  <a:pt x="1647462" y="483500"/>
                  <a:pt x="1620779" y="477530"/>
                  <a:pt x="1596957" y="478297"/>
                </a:cubicBezTo>
                <a:cubicBezTo>
                  <a:pt x="1437015" y="483464"/>
                  <a:pt x="1481085" y="699372"/>
                  <a:pt x="1500657" y="765637"/>
                </a:cubicBezTo>
                <a:lnTo>
                  <a:pt x="1511761" y="804002"/>
                </a:lnTo>
                <a:lnTo>
                  <a:pt x="940658" y="804002"/>
                </a:lnTo>
                <a:lnTo>
                  <a:pt x="945757" y="796147"/>
                </a:lnTo>
                <a:cubicBezTo>
                  <a:pt x="962768" y="776807"/>
                  <a:pt x="996515" y="753470"/>
                  <a:pt x="998241" y="733006"/>
                </a:cubicBezTo>
                <a:cubicBezTo>
                  <a:pt x="1057658" y="681914"/>
                  <a:pt x="907050" y="660556"/>
                  <a:pt x="861693" y="654650"/>
                </a:cubicBezTo>
                <a:cubicBezTo>
                  <a:pt x="783348" y="644434"/>
                  <a:pt x="683612" y="644500"/>
                  <a:pt x="614457" y="675332"/>
                </a:cubicBezTo>
                <a:cubicBezTo>
                  <a:pt x="543278" y="707076"/>
                  <a:pt x="604495" y="737632"/>
                  <a:pt x="629213" y="777636"/>
                </a:cubicBezTo>
                <a:cubicBezTo>
                  <a:pt x="634814" y="786700"/>
                  <a:pt x="637956" y="794674"/>
                  <a:pt x="639019" y="801701"/>
                </a:cubicBezTo>
                <a:lnTo>
                  <a:pt x="638685" y="804002"/>
                </a:lnTo>
                <a:lnTo>
                  <a:pt x="49885" y="804002"/>
                </a:lnTo>
                <a:lnTo>
                  <a:pt x="37831" y="779711"/>
                </a:lnTo>
                <a:cubicBezTo>
                  <a:pt x="-5099" y="687662"/>
                  <a:pt x="-21198" y="592218"/>
                  <a:pt x="61171" y="508416"/>
                </a:cubicBezTo>
                <a:cubicBezTo>
                  <a:pt x="173351" y="438054"/>
                  <a:pt x="246789" y="548923"/>
                  <a:pt x="365343" y="515698"/>
                </a:cubicBezTo>
                <a:cubicBezTo>
                  <a:pt x="443837" y="457151"/>
                  <a:pt x="472653" y="270266"/>
                  <a:pt x="295820" y="297663"/>
                </a:cubicBezTo>
                <a:cubicBezTo>
                  <a:pt x="176750" y="316111"/>
                  <a:pt x="1883" y="372477"/>
                  <a:pt x="10" y="222676"/>
                </a:cubicBezTo>
                <a:cubicBezTo>
                  <a:pt x="-745" y="161248"/>
                  <a:pt x="44173" y="105265"/>
                  <a:pt x="52276" y="44711"/>
                </a:cubicBezTo>
                <a:cubicBezTo>
                  <a:pt x="52992" y="39358"/>
                  <a:pt x="53104" y="34006"/>
                  <a:pt x="53195" y="28680"/>
                </a:cubicBezTo>
                <a:cubicBezTo>
                  <a:pt x="77712" y="32248"/>
                  <a:pt x="103974" y="33120"/>
                  <a:pt x="136631" y="27914"/>
                </a:cubicBezTo>
                <a:cubicBezTo>
                  <a:pt x="218045" y="14949"/>
                  <a:pt x="306829" y="1323"/>
                  <a:pt x="393781" y="91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pic>
        <p:nvPicPr>
          <p:cNvPr id="75" name="Picture 22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22CE03CB-392D-5600-D83D-AF806938F9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7520792" y="5396666"/>
            <a:ext cx="2175691" cy="804736"/>
          </a:xfrm>
          <a:custGeom>
            <a:avLst/>
            <a:gdLst>
              <a:gd name="connsiteX0" fmla="*/ 1547782 w 2175691"/>
              <a:gd name="connsiteY0" fmla="*/ 1498 h 804736"/>
              <a:gd name="connsiteX1" fmla="*/ 1666495 w 2175691"/>
              <a:gd name="connsiteY1" fmla="*/ 3261 h 804736"/>
              <a:gd name="connsiteX2" fmla="*/ 1801940 w 2175691"/>
              <a:gd name="connsiteY2" fmla="*/ 29414 h 804736"/>
              <a:gd name="connsiteX3" fmla="*/ 1801021 w 2175691"/>
              <a:gd name="connsiteY3" fmla="*/ 45445 h 804736"/>
              <a:gd name="connsiteX4" fmla="*/ 1748755 w 2175691"/>
              <a:gd name="connsiteY4" fmla="*/ 223410 h 804736"/>
              <a:gd name="connsiteX5" fmla="*/ 2044565 w 2175691"/>
              <a:gd name="connsiteY5" fmla="*/ 298397 h 804736"/>
              <a:gd name="connsiteX6" fmla="*/ 2114088 w 2175691"/>
              <a:gd name="connsiteY6" fmla="*/ 516432 h 804736"/>
              <a:gd name="connsiteX7" fmla="*/ 1809916 w 2175691"/>
              <a:gd name="connsiteY7" fmla="*/ 509150 h 804736"/>
              <a:gd name="connsiteX8" fmla="*/ 1786593 w 2175691"/>
              <a:gd name="connsiteY8" fmla="*/ 780433 h 804736"/>
              <a:gd name="connsiteX9" fmla="*/ 1798654 w 2175691"/>
              <a:gd name="connsiteY9" fmla="*/ 804736 h 804736"/>
              <a:gd name="connsiteX10" fmla="*/ 1652483 w 2175691"/>
              <a:gd name="connsiteY10" fmla="*/ 804736 h 804736"/>
              <a:gd name="connsiteX11" fmla="*/ 1508316 w 2175691"/>
              <a:gd name="connsiteY11" fmla="*/ 796529 h 804736"/>
              <a:gd name="connsiteX12" fmla="*/ 1405450 w 2175691"/>
              <a:gd name="connsiteY12" fmla="*/ 802332 h 804736"/>
              <a:gd name="connsiteX13" fmla="*/ 1388049 w 2175691"/>
              <a:gd name="connsiteY13" fmla="*/ 804736 h 804736"/>
              <a:gd name="connsiteX14" fmla="*/ 742759 w 2175691"/>
              <a:gd name="connsiteY14" fmla="*/ 804736 h 804736"/>
              <a:gd name="connsiteX15" fmla="*/ 697252 w 2175691"/>
              <a:gd name="connsiteY15" fmla="*/ 799860 h 804736"/>
              <a:gd name="connsiteX16" fmla="*/ 585533 w 2175691"/>
              <a:gd name="connsiteY16" fmla="*/ 800821 h 804736"/>
              <a:gd name="connsiteX17" fmla="*/ 542134 w 2175691"/>
              <a:gd name="connsiteY17" fmla="*/ 804736 h 804736"/>
              <a:gd name="connsiteX18" fmla="*/ 365878 w 2175691"/>
              <a:gd name="connsiteY18" fmla="*/ 804736 h 804736"/>
              <a:gd name="connsiteX19" fmla="*/ 369823 w 2175691"/>
              <a:gd name="connsiteY19" fmla="*/ 778226 h 804736"/>
              <a:gd name="connsiteX20" fmla="*/ 247499 w 2175691"/>
              <a:gd name="connsiteY20" fmla="*/ 482494 h 804736"/>
              <a:gd name="connsiteX21" fmla="*/ 4747 w 2175691"/>
              <a:gd name="connsiteY21" fmla="*/ 425124 h 804736"/>
              <a:gd name="connsiteX22" fmla="*/ 14137 w 2175691"/>
              <a:gd name="connsiteY22" fmla="*/ 344427 h 804736"/>
              <a:gd name="connsiteX23" fmla="*/ 83753 w 2175691"/>
              <a:gd name="connsiteY23" fmla="*/ 298687 h 804736"/>
              <a:gd name="connsiteX24" fmla="*/ 307541 w 2175691"/>
              <a:gd name="connsiteY24" fmla="*/ 330063 h 804736"/>
              <a:gd name="connsiteX25" fmla="*/ 359734 w 2175691"/>
              <a:gd name="connsiteY25" fmla="*/ 65930 h 804736"/>
              <a:gd name="connsiteX26" fmla="*/ 365762 w 2175691"/>
              <a:gd name="connsiteY26" fmla="*/ 4938 h 804736"/>
              <a:gd name="connsiteX27" fmla="*/ 650472 w 2175691"/>
              <a:gd name="connsiteY27" fmla="*/ 15089 h 804736"/>
              <a:gd name="connsiteX28" fmla="*/ 918457 w 2175691"/>
              <a:gd name="connsiteY28" fmla="*/ 47361 h 804736"/>
              <a:gd name="connsiteX29" fmla="*/ 872753 w 2175691"/>
              <a:gd name="connsiteY29" fmla="*/ 198538 h 804736"/>
              <a:gd name="connsiteX30" fmla="*/ 1286990 w 2175691"/>
              <a:gd name="connsiteY30" fmla="*/ 186035 h 804736"/>
              <a:gd name="connsiteX31" fmla="*/ 1218277 w 2175691"/>
              <a:gd name="connsiteY31" fmla="*/ 82807 h 804736"/>
              <a:gd name="connsiteX32" fmla="*/ 1430117 w 2175691"/>
              <a:gd name="connsiteY32" fmla="*/ 14058 h 804736"/>
              <a:gd name="connsiteX33" fmla="*/ 1547782 w 2175691"/>
              <a:gd name="connsiteY33" fmla="*/ 1498 h 804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175691" h="804736">
                <a:moveTo>
                  <a:pt x="1547782" y="1498"/>
                </a:moveTo>
                <a:cubicBezTo>
                  <a:pt x="1587369" y="-777"/>
                  <a:pt x="1627130" y="-665"/>
                  <a:pt x="1666495" y="3261"/>
                </a:cubicBezTo>
                <a:cubicBezTo>
                  <a:pt x="1722344" y="8837"/>
                  <a:pt x="1759505" y="23216"/>
                  <a:pt x="1801940" y="29414"/>
                </a:cubicBezTo>
                <a:cubicBezTo>
                  <a:pt x="1801847" y="34740"/>
                  <a:pt x="1801737" y="40093"/>
                  <a:pt x="1801021" y="45445"/>
                </a:cubicBezTo>
                <a:cubicBezTo>
                  <a:pt x="1792898" y="106001"/>
                  <a:pt x="1748000" y="161996"/>
                  <a:pt x="1748755" y="223410"/>
                </a:cubicBezTo>
                <a:cubicBezTo>
                  <a:pt x="1750628" y="373212"/>
                  <a:pt x="1925495" y="316847"/>
                  <a:pt x="2044565" y="298397"/>
                </a:cubicBezTo>
                <a:cubicBezTo>
                  <a:pt x="2221396" y="271000"/>
                  <a:pt x="2192580" y="457887"/>
                  <a:pt x="2114088" y="516432"/>
                </a:cubicBezTo>
                <a:cubicBezTo>
                  <a:pt x="1995532" y="549644"/>
                  <a:pt x="1922093" y="438789"/>
                  <a:pt x="1809916" y="509150"/>
                </a:cubicBezTo>
                <a:cubicBezTo>
                  <a:pt x="1727527" y="592940"/>
                  <a:pt x="1743626" y="688384"/>
                  <a:pt x="1786593" y="780433"/>
                </a:cubicBezTo>
                <a:lnTo>
                  <a:pt x="1798654" y="804736"/>
                </a:lnTo>
                <a:lnTo>
                  <a:pt x="1652483" y="804736"/>
                </a:lnTo>
                <a:lnTo>
                  <a:pt x="1508316" y="796529"/>
                </a:lnTo>
                <a:cubicBezTo>
                  <a:pt x="1482168" y="796582"/>
                  <a:pt x="1444679" y="798216"/>
                  <a:pt x="1405450" y="802332"/>
                </a:cubicBezTo>
                <a:lnTo>
                  <a:pt x="1388049" y="804736"/>
                </a:lnTo>
                <a:lnTo>
                  <a:pt x="742759" y="804736"/>
                </a:lnTo>
                <a:lnTo>
                  <a:pt x="697252" y="799860"/>
                </a:lnTo>
                <a:cubicBezTo>
                  <a:pt x="659955" y="798233"/>
                  <a:pt x="622723" y="798769"/>
                  <a:pt x="585533" y="800821"/>
                </a:cubicBezTo>
                <a:lnTo>
                  <a:pt x="542134" y="804736"/>
                </a:lnTo>
                <a:lnTo>
                  <a:pt x="365878" y="804736"/>
                </a:lnTo>
                <a:lnTo>
                  <a:pt x="369823" y="778226"/>
                </a:lnTo>
                <a:cubicBezTo>
                  <a:pt x="389376" y="689178"/>
                  <a:pt x="459102" y="461956"/>
                  <a:pt x="247499" y="482494"/>
                </a:cubicBezTo>
                <a:cubicBezTo>
                  <a:pt x="157724" y="549209"/>
                  <a:pt x="31780" y="510248"/>
                  <a:pt x="4747" y="425124"/>
                </a:cubicBezTo>
                <a:cubicBezTo>
                  <a:pt x="-3781" y="398295"/>
                  <a:pt x="-914" y="369816"/>
                  <a:pt x="14137" y="344427"/>
                </a:cubicBezTo>
                <a:cubicBezTo>
                  <a:pt x="30366" y="317045"/>
                  <a:pt x="59512" y="320442"/>
                  <a:pt x="83753" y="298687"/>
                </a:cubicBezTo>
                <a:cubicBezTo>
                  <a:pt x="152119" y="282406"/>
                  <a:pt x="235114" y="327432"/>
                  <a:pt x="307541" y="330063"/>
                </a:cubicBezTo>
                <a:cubicBezTo>
                  <a:pt x="485733" y="336564"/>
                  <a:pt x="360541" y="128217"/>
                  <a:pt x="359734" y="65930"/>
                </a:cubicBezTo>
                <a:cubicBezTo>
                  <a:pt x="359476" y="45789"/>
                  <a:pt x="362013" y="25423"/>
                  <a:pt x="365762" y="4938"/>
                </a:cubicBezTo>
                <a:cubicBezTo>
                  <a:pt x="460849" y="4754"/>
                  <a:pt x="555918" y="7912"/>
                  <a:pt x="650472" y="15089"/>
                </a:cubicBezTo>
                <a:cubicBezTo>
                  <a:pt x="740598" y="21921"/>
                  <a:pt x="830226" y="32401"/>
                  <a:pt x="918457" y="47361"/>
                </a:cubicBezTo>
                <a:cubicBezTo>
                  <a:pt x="938344" y="102657"/>
                  <a:pt x="814200" y="158850"/>
                  <a:pt x="872753" y="198538"/>
                </a:cubicBezTo>
                <a:cubicBezTo>
                  <a:pt x="974180" y="267287"/>
                  <a:pt x="1184000" y="239917"/>
                  <a:pt x="1286990" y="186035"/>
                </a:cubicBezTo>
                <a:cubicBezTo>
                  <a:pt x="1302153" y="139001"/>
                  <a:pt x="1223257" y="127106"/>
                  <a:pt x="1218277" y="82807"/>
                </a:cubicBezTo>
                <a:cubicBezTo>
                  <a:pt x="1212101" y="27894"/>
                  <a:pt x="1376786" y="21816"/>
                  <a:pt x="1430117" y="14058"/>
                </a:cubicBezTo>
                <a:cubicBezTo>
                  <a:pt x="1468784" y="8435"/>
                  <a:pt x="1508196" y="3773"/>
                  <a:pt x="1547782" y="1498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pic>
        <p:nvPicPr>
          <p:cNvPr id="73" name="Picture 17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983ACC14-90FA-B924-F52A-E0FDE9741D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3676402" y="5873659"/>
            <a:ext cx="1869104" cy="799785"/>
          </a:xfrm>
          <a:custGeom>
            <a:avLst/>
            <a:gdLst>
              <a:gd name="connsiteX0" fmla="*/ 1831653 w 1869104"/>
              <a:gd name="connsiteY0" fmla="*/ 0 h 799785"/>
              <a:gd name="connsiteX1" fmla="*/ 1825625 w 1869104"/>
              <a:gd name="connsiteY1" fmla="*/ 60992 h 799785"/>
              <a:gd name="connsiteX2" fmla="*/ 1773432 w 1869104"/>
              <a:gd name="connsiteY2" fmla="*/ 325123 h 799785"/>
              <a:gd name="connsiteX3" fmla="*/ 1549644 w 1869104"/>
              <a:gd name="connsiteY3" fmla="*/ 293749 h 799785"/>
              <a:gd name="connsiteX4" fmla="*/ 1480028 w 1869104"/>
              <a:gd name="connsiteY4" fmla="*/ 339489 h 799785"/>
              <a:gd name="connsiteX5" fmla="*/ 1470637 w 1869104"/>
              <a:gd name="connsiteY5" fmla="*/ 420186 h 799785"/>
              <a:gd name="connsiteX6" fmla="*/ 1713392 w 1869104"/>
              <a:gd name="connsiteY6" fmla="*/ 477556 h 799785"/>
              <a:gd name="connsiteX7" fmla="*/ 1835751 w 1869104"/>
              <a:gd name="connsiteY7" fmla="*/ 773300 h 799785"/>
              <a:gd name="connsiteX8" fmla="*/ 1831810 w 1869104"/>
              <a:gd name="connsiteY8" fmla="*/ 799785 h 799785"/>
              <a:gd name="connsiteX9" fmla="*/ 1215886 w 1869104"/>
              <a:gd name="connsiteY9" fmla="*/ 799785 h 799785"/>
              <a:gd name="connsiteX10" fmla="*/ 1219649 w 1869104"/>
              <a:gd name="connsiteY10" fmla="*/ 785061 h 799785"/>
              <a:gd name="connsiteX11" fmla="*/ 1269196 w 1869104"/>
              <a:gd name="connsiteY11" fmla="*/ 738544 h 799785"/>
              <a:gd name="connsiteX12" fmla="*/ 1147702 w 1869104"/>
              <a:gd name="connsiteY12" fmla="*/ 651965 h 799785"/>
              <a:gd name="connsiteX13" fmla="*/ 904818 w 1869104"/>
              <a:gd name="connsiteY13" fmla="*/ 662789 h 799785"/>
              <a:gd name="connsiteX14" fmla="*/ 887820 w 1869104"/>
              <a:gd name="connsiteY14" fmla="*/ 752776 h 799785"/>
              <a:gd name="connsiteX15" fmla="*/ 908783 w 1869104"/>
              <a:gd name="connsiteY15" fmla="*/ 780188 h 799785"/>
              <a:gd name="connsiteX16" fmla="*/ 915580 w 1869104"/>
              <a:gd name="connsiteY16" fmla="*/ 799785 h 799785"/>
              <a:gd name="connsiteX17" fmla="*/ 350125 w 1869104"/>
              <a:gd name="connsiteY17" fmla="*/ 799785 h 799785"/>
              <a:gd name="connsiteX18" fmla="*/ 374101 w 1869104"/>
              <a:gd name="connsiteY18" fmla="*/ 749406 h 799785"/>
              <a:gd name="connsiteX19" fmla="*/ 314373 w 1869104"/>
              <a:gd name="connsiteY19" fmla="*/ 476207 h 799785"/>
              <a:gd name="connsiteX20" fmla="*/ 119384 w 1869104"/>
              <a:gd name="connsiteY20" fmla="*/ 514243 h 799785"/>
              <a:gd name="connsiteX21" fmla="*/ 1453 w 1869104"/>
              <a:gd name="connsiteY21" fmla="*/ 410922 h 799785"/>
              <a:gd name="connsiteX22" fmla="*/ 78052 w 1869104"/>
              <a:gd name="connsiteY22" fmla="*/ 292732 h 799785"/>
              <a:gd name="connsiteX23" fmla="*/ 343795 w 1869104"/>
              <a:gd name="connsiteY23" fmla="*/ 325204 h 799785"/>
              <a:gd name="connsiteX24" fmla="*/ 337640 w 1869104"/>
              <a:gd name="connsiteY24" fmla="*/ 33041 h 799785"/>
              <a:gd name="connsiteX25" fmla="*/ 768968 w 1869104"/>
              <a:gd name="connsiteY25" fmla="*/ 8537 h 799785"/>
              <a:gd name="connsiteX26" fmla="*/ 913530 w 1869104"/>
              <a:gd name="connsiteY26" fmla="*/ 87436 h 799785"/>
              <a:gd name="connsiteX27" fmla="*/ 921396 w 1869104"/>
              <a:gd name="connsiteY27" fmla="*/ 216569 h 799785"/>
              <a:gd name="connsiteX28" fmla="*/ 1281253 w 1869104"/>
              <a:gd name="connsiteY28" fmla="*/ 148283 h 799785"/>
              <a:gd name="connsiteX29" fmla="*/ 1235987 w 1869104"/>
              <a:gd name="connsiteY29" fmla="*/ 41908 h 799785"/>
              <a:gd name="connsiteX30" fmla="*/ 1557877 w 1869104"/>
              <a:gd name="connsiteY30" fmla="*/ 9475 h 799785"/>
              <a:gd name="connsiteX31" fmla="*/ 1831653 w 1869104"/>
              <a:gd name="connsiteY31" fmla="*/ 0 h 799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69104" h="799785">
                <a:moveTo>
                  <a:pt x="1831653" y="0"/>
                </a:moveTo>
                <a:cubicBezTo>
                  <a:pt x="1827904" y="20485"/>
                  <a:pt x="1825367" y="40851"/>
                  <a:pt x="1825625" y="60992"/>
                </a:cubicBezTo>
                <a:cubicBezTo>
                  <a:pt x="1826434" y="123278"/>
                  <a:pt x="1951623" y="331613"/>
                  <a:pt x="1773432" y="325123"/>
                </a:cubicBezTo>
                <a:cubicBezTo>
                  <a:pt x="1701005" y="322494"/>
                  <a:pt x="1618027" y="277467"/>
                  <a:pt x="1549644" y="293749"/>
                </a:cubicBezTo>
                <a:cubicBezTo>
                  <a:pt x="1525403" y="315516"/>
                  <a:pt x="1496257" y="312106"/>
                  <a:pt x="1480028" y="339489"/>
                </a:cubicBezTo>
                <a:cubicBezTo>
                  <a:pt x="1464959" y="364864"/>
                  <a:pt x="1462109" y="393357"/>
                  <a:pt x="1470637" y="420186"/>
                </a:cubicBezTo>
                <a:cubicBezTo>
                  <a:pt x="1497671" y="505323"/>
                  <a:pt x="1623615" y="544270"/>
                  <a:pt x="1713392" y="477556"/>
                </a:cubicBezTo>
                <a:cubicBezTo>
                  <a:pt x="1925013" y="457018"/>
                  <a:pt x="1855286" y="684238"/>
                  <a:pt x="1835751" y="773300"/>
                </a:cubicBezTo>
                <a:lnTo>
                  <a:pt x="1831810" y="799785"/>
                </a:lnTo>
                <a:lnTo>
                  <a:pt x="1215886" y="799785"/>
                </a:lnTo>
                <a:lnTo>
                  <a:pt x="1219649" y="785061"/>
                </a:lnTo>
                <a:cubicBezTo>
                  <a:pt x="1229942" y="767793"/>
                  <a:pt x="1253001" y="758863"/>
                  <a:pt x="1269196" y="738544"/>
                </a:cubicBezTo>
                <a:cubicBezTo>
                  <a:pt x="1321336" y="673137"/>
                  <a:pt x="1217721" y="661416"/>
                  <a:pt x="1147702" y="651965"/>
                </a:cubicBezTo>
                <a:cubicBezTo>
                  <a:pt x="1067371" y="641115"/>
                  <a:pt x="982152" y="642397"/>
                  <a:pt x="904818" y="662789"/>
                </a:cubicBezTo>
                <a:cubicBezTo>
                  <a:pt x="844668" y="695196"/>
                  <a:pt x="846671" y="705742"/>
                  <a:pt x="887820" y="752776"/>
                </a:cubicBezTo>
                <a:cubicBezTo>
                  <a:pt x="896085" y="762219"/>
                  <a:pt x="903488" y="771489"/>
                  <a:pt x="908783" y="780188"/>
                </a:cubicBezTo>
                <a:lnTo>
                  <a:pt x="915580" y="799785"/>
                </a:lnTo>
                <a:lnTo>
                  <a:pt x="350125" y="799785"/>
                </a:lnTo>
                <a:lnTo>
                  <a:pt x="374101" y="749406"/>
                </a:lnTo>
                <a:cubicBezTo>
                  <a:pt x="400748" y="686869"/>
                  <a:pt x="447319" y="500776"/>
                  <a:pt x="314373" y="476207"/>
                </a:cubicBezTo>
                <a:cubicBezTo>
                  <a:pt x="239631" y="462398"/>
                  <a:pt x="189973" y="513741"/>
                  <a:pt x="119384" y="514243"/>
                </a:cubicBezTo>
                <a:cubicBezTo>
                  <a:pt x="44053" y="514785"/>
                  <a:pt x="8308" y="458961"/>
                  <a:pt x="1453" y="410922"/>
                </a:cubicBezTo>
                <a:cubicBezTo>
                  <a:pt x="-7332" y="349230"/>
                  <a:pt x="24425" y="331098"/>
                  <a:pt x="78052" y="292732"/>
                </a:cubicBezTo>
                <a:cubicBezTo>
                  <a:pt x="166432" y="285476"/>
                  <a:pt x="257310" y="349243"/>
                  <a:pt x="343795" y="325204"/>
                </a:cubicBezTo>
                <a:cubicBezTo>
                  <a:pt x="435318" y="230406"/>
                  <a:pt x="387665" y="132238"/>
                  <a:pt x="337640" y="33041"/>
                </a:cubicBezTo>
                <a:cubicBezTo>
                  <a:pt x="478910" y="12053"/>
                  <a:pt x="624905" y="-9647"/>
                  <a:pt x="768968" y="8537"/>
                </a:cubicBezTo>
                <a:cubicBezTo>
                  <a:pt x="830977" y="16374"/>
                  <a:pt x="943503" y="25507"/>
                  <a:pt x="913530" y="87436"/>
                </a:cubicBezTo>
                <a:cubicBezTo>
                  <a:pt x="879309" y="141185"/>
                  <a:pt x="800837" y="188577"/>
                  <a:pt x="921396" y="216569"/>
                </a:cubicBezTo>
                <a:cubicBezTo>
                  <a:pt x="994705" y="233578"/>
                  <a:pt x="1315233" y="246794"/>
                  <a:pt x="1281253" y="148283"/>
                </a:cubicBezTo>
                <a:cubicBezTo>
                  <a:pt x="1239848" y="115877"/>
                  <a:pt x="1187433" y="84555"/>
                  <a:pt x="1235987" y="41908"/>
                </a:cubicBezTo>
                <a:cubicBezTo>
                  <a:pt x="1342507" y="27489"/>
                  <a:pt x="1449944" y="16586"/>
                  <a:pt x="1557877" y="9475"/>
                </a:cubicBezTo>
                <a:cubicBezTo>
                  <a:pt x="1648829" y="3490"/>
                  <a:pt x="1740242" y="199"/>
                  <a:pt x="1831653" y="0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pic>
        <p:nvPicPr>
          <p:cNvPr id="71" name="Picture 16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2C51EBE0-15E7-AEE8-53B4-352ABC7EDC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568457" y="4749970"/>
            <a:ext cx="1239730" cy="734597"/>
          </a:xfrm>
          <a:custGeom>
            <a:avLst/>
            <a:gdLst>
              <a:gd name="connsiteX0" fmla="*/ 740602 w 1600258"/>
              <a:gd name="connsiteY0" fmla="*/ 629 h 948226"/>
              <a:gd name="connsiteX1" fmla="*/ 873536 w 1600258"/>
              <a:gd name="connsiteY1" fmla="*/ 7468 h 948226"/>
              <a:gd name="connsiteX2" fmla="*/ 995033 w 1600258"/>
              <a:gd name="connsiteY2" fmla="*/ 94046 h 948226"/>
              <a:gd name="connsiteX3" fmla="*/ 1021148 w 1600258"/>
              <a:gd name="connsiteY3" fmla="*/ 201292 h 948226"/>
              <a:gd name="connsiteX4" fmla="*/ 1516965 w 1600258"/>
              <a:gd name="connsiteY4" fmla="*/ 183953 h 948226"/>
              <a:gd name="connsiteX5" fmla="*/ 1533707 w 1600258"/>
              <a:gd name="connsiteY5" fmla="*/ 181468 h 948226"/>
              <a:gd name="connsiteX6" fmla="*/ 1539864 w 1600258"/>
              <a:gd name="connsiteY6" fmla="*/ 473632 h 948226"/>
              <a:gd name="connsiteX7" fmla="*/ 1274120 w 1600258"/>
              <a:gd name="connsiteY7" fmla="*/ 441160 h 948226"/>
              <a:gd name="connsiteX8" fmla="*/ 1197520 w 1600258"/>
              <a:gd name="connsiteY8" fmla="*/ 559350 h 948226"/>
              <a:gd name="connsiteX9" fmla="*/ 1315451 w 1600258"/>
              <a:gd name="connsiteY9" fmla="*/ 662671 h 948226"/>
              <a:gd name="connsiteX10" fmla="*/ 1510440 w 1600258"/>
              <a:gd name="connsiteY10" fmla="*/ 624635 h 948226"/>
              <a:gd name="connsiteX11" fmla="*/ 1570187 w 1600258"/>
              <a:gd name="connsiteY11" fmla="*/ 897848 h 948226"/>
              <a:gd name="connsiteX12" fmla="*/ 1546211 w 1600258"/>
              <a:gd name="connsiteY12" fmla="*/ 948226 h 948226"/>
              <a:gd name="connsiteX13" fmla="*/ 943100 w 1600258"/>
              <a:gd name="connsiteY13" fmla="*/ 948226 h 948226"/>
              <a:gd name="connsiteX14" fmla="*/ 943372 w 1600258"/>
              <a:gd name="connsiteY14" fmla="*/ 930160 h 948226"/>
              <a:gd name="connsiteX15" fmla="*/ 1012290 w 1600258"/>
              <a:gd name="connsiteY15" fmla="*/ 861346 h 948226"/>
              <a:gd name="connsiteX16" fmla="*/ 832921 w 1600258"/>
              <a:gd name="connsiteY16" fmla="*/ 796020 h 948226"/>
              <a:gd name="connsiteX17" fmla="*/ 614555 w 1600258"/>
              <a:gd name="connsiteY17" fmla="*/ 819557 h 948226"/>
              <a:gd name="connsiteX18" fmla="*/ 629312 w 1600258"/>
              <a:gd name="connsiteY18" fmla="*/ 921861 h 948226"/>
              <a:gd name="connsiteX19" fmla="*/ 638841 w 1600258"/>
              <a:gd name="connsiteY19" fmla="*/ 948160 h 948226"/>
              <a:gd name="connsiteX20" fmla="*/ 638820 w 1600258"/>
              <a:gd name="connsiteY20" fmla="*/ 948226 h 948226"/>
              <a:gd name="connsiteX21" fmla="*/ 49593 w 1600258"/>
              <a:gd name="connsiteY21" fmla="*/ 948226 h 948226"/>
              <a:gd name="connsiteX22" fmla="*/ 32105 w 1600258"/>
              <a:gd name="connsiteY22" fmla="*/ 912411 h 948226"/>
              <a:gd name="connsiteX23" fmla="*/ 8158 w 1600258"/>
              <a:gd name="connsiteY23" fmla="*/ 737222 h 948226"/>
              <a:gd name="connsiteX24" fmla="*/ 97989 w 1600258"/>
              <a:gd name="connsiteY24" fmla="*/ 626209 h 948226"/>
              <a:gd name="connsiteX25" fmla="*/ 281052 w 1600258"/>
              <a:gd name="connsiteY25" fmla="*/ 660927 h 948226"/>
              <a:gd name="connsiteX26" fmla="*/ 410303 w 1600258"/>
              <a:gd name="connsiteY26" fmla="*/ 478086 h 948226"/>
              <a:gd name="connsiteX27" fmla="*/ 45705 w 1600258"/>
              <a:gd name="connsiteY27" fmla="*/ 440671 h 948226"/>
              <a:gd name="connsiteX28" fmla="*/ 48369 w 1600258"/>
              <a:gd name="connsiteY28" fmla="*/ 208205 h 948226"/>
              <a:gd name="connsiteX29" fmla="*/ 157240 w 1600258"/>
              <a:gd name="connsiteY29" fmla="*/ 208336 h 948226"/>
              <a:gd name="connsiteX30" fmla="*/ 447481 w 1600258"/>
              <a:gd name="connsiteY30" fmla="*/ 198649 h 948226"/>
              <a:gd name="connsiteX31" fmla="*/ 629275 w 1600258"/>
              <a:gd name="connsiteY31" fmla="*/ 128922 h 948226"/>
              <a:gd name="connsiteX32" fmla="*/ 614519 w 1600258"/>
              <a:gd name="connsiteY32" fmla="*/ 26618 h 948226"/>
              <a:gd name="connsiteX33" fmla="*/ 740602 w 1600258"/>
              <a:gd name="connsiteY33" fmla="*/ 629 h 94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600258" h="948226">
                <a:moveTo>
                  <a:pt x="740602" y="629"/>
                </a:moveTo>
                <a:cubicBezTo>
                  <a:pt x="785906" y="-1469"/>
                  <a:pt x="832351" y="1904"/>
                  <a:pt x="873536" y="7468"/>
                </a:cubicBezTo>
                <a:cubicBezTo>
                  <a:pt x="943556" y="16918"/>
                  <a:pt x="1047170" y="28639"/>
                  <a:pt x="995033" y="94046"/>
                </a:cubicBezTo>
                <a:cubicBezTo>
                  <a:pt x="949363" y="151323"/>
                  <a:pt x="898879" y="178693"/>
                  <a:pt x="1021148" y="201292"/>
                </a:cubicBezTo>
                <a:cubicBezTo>
                  <a:pt x="1185318" y="231635"/>
                  <a:pt x="1354505" y="207980"/>
                  <a:pt x="1516965" y="183953"/>
                </a:cubicBezTo>
                <a:cubicBezTo>
                  <a:pt x="1522534" y="183120"/>
                  <a:pt x="1528121" y="182300"/>
                  <a:pt x="1533707" y="181468"/>
                </a:cubicBezTo>
                <a:cubicBezTo>
                  <a:pt x="1583732" y="280654"/>
                  <a:pt x="1631387" y="378820"/>
                  <a:pt x="1539864" y="473632"/>
                </a:cubicBezTo>
                <a:cubicBezTo>
                  <a:pt x="1453377" y="497672"/>
                  <a:pt x="1362498" y="433905"/>
                  <a:pt x="1274120" y="441160"/>
                </a:cubicBezTo>
                <a:cubicBezTo>
                  <a:pt x="1220494" y="479526"/>
                  <a:pt x="1188735" y="497658"/>
                  <a:pt x="1197520" y="559350"/>
                </a:cubicBezTo>
                <a:cubicBezTo>
                  <a:pt x="1204375" y="607376"/>
                  <a:pt x="1240139" y="663213"/>
                  <a:pt x="1315451" y="662671"/>
                </a:cubicBezTo>
                <a:cubicBezTo>
                  <a:pt x="1386041" y="662168"/>
                  <a:pt x="1435697" y="610826"/>
                  <a:pt x="1510440" y="624635"/>
                </a:cubicBezTo>
                <a:cubicBezTo>
                  <a:pt x="1643386" y="649218"/>
                  <a:pt x="1596817" y="835309"/>
                  <a:pt x="1570187" y="897848"/>
                </a:cubicBezTo>
                <a:lnTo>
                  <a:pt x="1546211" y="948226"/>
                </a:lnTo>
                <a:lnTo>
                  <a:pt x="943100" y="948226"/>
                </a:lnTo>
                <a:lnTo>
                  <a:pt x="943372" y="930160"/>
                </a:lnTo>
                <a:cubicBezTo>
                  <a:pt x="975571" y="912543"/>
                  <a:pt x="997165" y="887936"/>
                  <a:pt x="1012290" y="861346"/>
                </a:cubicBezTo>
                <a:cubicBezTo>
                  <a:pt x="1008045" y="806882"/>
                  <a:pt x="893936" y="800922"/>
                  <a:pt x="832921" y="796020"/>
                </a:cubicBezTo>
                <a:cubicBezTo>
                  <a:pt x="761449" y="790258"/>
                  <a:pt x="676818" y="791791"/>
                  <a:pt x="614555" y="819557"/>
                </a:cubicBezTo>
                <a:cubicBezTo>
                  <a:pt x="543378" y="851288"/>
                  <a:pt x="604594" y="881869"/>
                  <a:pt x="629312" y="921861"/>
                </a:cubicBezTo>
                <a:cubicBezTo>
                  <a:pt x="635457" y="931804"/>
                  <a:pt x="638454" y="940518"/>
                  <a:pt x="638841" y="948160"/>
                </a:cubicBezTo>
                <a:lnTo>
                  <a:pt x="638820" y="948226"/>
                </a:lnTo>
                <a:lnTo>
                  <a:pt x="49593" y="948226"/>
                </a:lnTo>
                <a:lnTo>
                  <a:pt x="32105" y="912411"/>
                </a:lnTo>
                <a:cubicBezTo>
                  <a:pt x="6383" y="855446"/>
                  <a:pt x="-11042" y="796386"/>
                  <a:pt x="8158" y="737222"/>
                </a:cubicBezTo>
                <a:cubicBezTo>
                  <a:pt x="22841" y="691984"/>
                  <a:pt x="56639" y="660200"/>
                  <a:pt x="97989" y="626209"/>
                </a:cubicBezTo>
                <a:cubicBezTo>
                  <a:pt x="165509" y="611037"/>
                  <a:pt x="220350" y="647539"/>
                  <a:pt x="281052" y="660927"/>
                </a:cubicBezTo>
                <a:cubicBezTo>
                  <a:pt x="420375" y="691626"/>
                  <a:pt x="461558" y="545089"/>
                  <a:pt x="410303" y="478086"/>
                </a:cubicBezTo>
                <a:cubicBezTo>
                  <a:pt x="324993" y="366544"/>
                  <a:pt x="125261" y="551367"/>
                  <a:pt x="45705" y="440671"/>
                </a:cubicBezTo>
                <a:cubicBezTo>
                  <a:pt x="-9724" y="363557"/>
                  <a:pt x="12771" y="286139"/>
                  <a:pt x="48369" y="208205"/>
                </a:cubicBezTo>
                <a:cubicBezTo>
                  <a:pt x="84664" y="208521"/>
                  <a:pt x="120943" y="208626"/>
                  <a:pt x="157240" y="208336"/>
                </a:cubicBezTo>
                <a:cubicBezTo>
                  <a:pt x="254109" y="207543"/>
                  <a:pt x="350942" y="204476"/>
                  <a:pt x="447481" y="198649"/>
                </a:cubicBezTo>
                <a:cubicBezTo>
                  <a:pt x="524393" y="194011"/>
                  <a:pt x="679631" y="210398"/>
                  <a:pt x="629275" y="128922"/>
                </a:cubicBezTo>
                <a:cubicBezTo>
                  <a:pt x="604557" y="88932"/>
                  <a:pt x="543340" y="58348"/>
                  <a:pt x="614519" y="26618"/>
                </a:cubicBezTo>
                <a:cubicBezTo>
                  <a:pt x="651136" y="10296"/>
                  <a:pt x="695298" y="2727"/>
                  <a:pt x="740602" y="629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pic>
        <p:nvPicPr>
          <p:cNvPr id="69" name="Picture 19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49AC00C5-2151-A111-3048-C709427664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10623370" y="4274362"/>
            <a:ext cx="1353322" cy="794642"/>
          </a:xfrm>
          <a:custGeom>
            <a:avLst/>
            <a:gdLst>
              <a:gd name="connsiteX0" fmla="*/ 1230639 w 1746884"/>
              <a:gd name="connsiteY0" fmla="*/ 20 h 1025734"/>
              <a:gd name="connsiteX1" fmla="*/ 1488098 w 1746884"/>
              <a:gd name="connsiteY1" fmla="*/ 23344 h 1025734"/>
              <a:gd name="connsiteX2" fmla="*/ 1482730 w 1746884"/>
              <a:gd name="connsiteY2" fmla="*/ 165798 h 1025734"/>
              <a:gd name="connsiteX3" fmla="*/ 1596324 w 1746884"/>
              <a:gd name="connsiteY3" fmla="*/ 329213 h 1025734"/>
              <a:gd name="connsiteX4" fmla="*/ 1743715 w 1746884"/>
              <a:gd name="connsiteY4" fmla="*/ 306867 h 1025734"/>
              <a:gd name="connsiteX5" fmla="*/ 1746884 w 1746884"/>
              <a:gd name="connsiteY5" fmla="*/ 306483 h 1025734"/>
              <a:gd name="connsiteX6" fmla="*/ 1746884 w 1746884"/>
              <a:gd name="connsiteY6" fmla="*/ 513845 h 1025734"/>
              <a:gd name="connsiteX7" fmla="*/ 1717249 w 1746884"/>
              <a:gd name="connsiteY7" fmla="*/ 506622 h 1025734"/>
              <a:gd name="connsiteX8" fmla="*/ 1642251 w 1746884"/>
              <a:gd name="connsiteY8" fmla="*/ 481843 h 1025734"/>
              <a:gd name="connsiteX9" fmla="*/ 1473486 w 1746884"/>
              <a:gd name="connsiteY9" fmla="*/ 685300 h 1025734"/>
              <a:gd name="connsiteX10" fmla="*/ 1494768 w 1746884"/>
              <a:gd name="connsiteY10" fmla="*/ 796525 h 1025734"/>
              <a:gd name="connsiteX11" fmla="*/ 931706 w 1746884"/>
              <a:gd name="connsiteY11" fmla="*/ 871961 h 1025734"/>
              <a:gd name="connsiteX12" fmla="*/ 968223 w 1746884"/>
              <a:gd name="connsiteY12" fmla="*/ 990112 h 1025734"/>
              <a:gd name="connsiteX13" fmla="*/ 749287 w 1746884"/>
              <a:gd name="connsiteY13" fmla="*/ 1025265 h 1025734"/>
              <a:gd name="connsiteX14" fmla="*/ 568944 w 1746884"/>
              <a:gd name="connsiteY14" fmla="*/ 973037 h 1025734"/>
              <a:gd name="connsiteX15" fmla="*/ 631889 w 1746884"/>
              <a:gd name="connsiteY15" fmla="*/ 836504 h 1025734"/>
              <a:gd name="connsiteX16" fmla="*/ 128573 w 1746884"/>
              <a:gd name="connsiteY16" fmla="*/ 817789 h 1025734"/>
              <a:gd name="connsiteX17" fmla="*/ 45139 w 1746884"/>
              <a:gd name="connsiteY17" fmla="*/ 818557 h 1025734"/>
              <a:gd name="connsiteX18" fmla="*/ 8088 w 1746884"/>
              <a:gd name="connsiteY18" fmla="*/ 669745 h 1025734"/>
              <a:gd name="connsiteX19" fmla="*/ 197894 w 1746884"/>
              <a:gd name="connsiteY19" fmla="*/ 489296 h 1025734"/>
              <a:gd name="connsiteX20" fmla="*/ 377098 w 1746884"/>
              <a:gd name="connsiteY20" fmla="*/ 495640 h 1025734"/>
              <a:gd name="connsiteX21" fmla="*/ 420654 w 1746884"/>
              <a:gd name="connsiteY21" fmla="*/ 369256 h 1025734"/>
              <a:gd name="connsiteX22" fmla="*/ 89575 w 1746884"/>
              <a:gd name="connsiteY22" fmla="*/ 327798 h 1025734"/>
              <a:gd name="connsiteX23" fmla="*/ 44201 w 1746884"/>
              <a:gd name="connsiteY23" fmla="*/ 41634 h 1025734"/>
              <a:gd name="connsiteX24" fmla="*/ 44789 w 1746884"/>
              <a:gd name="connsiteY24" fmla="*/ 35635 h 1025734"/>
              <a:gd name="connsiteX25" fmla="*/ 413210 w 1746884"/>
              <a:gd name="connsiteY25" fmla="*/ 3692 h 1025734"/>
              <a:gd name="connsiteX26" fmla="*/ 631852 w 1746884"/>
              <a:gd name="connsiteY26" fmla="*/ 43564 h 1025734"/>
              <a:gd name="connsiteX27" fmla="*/ 586147 w 1746884"/>
              <a:gd name="connsiteY27" fmla="*/ 194741 h 1025734"/>
              <a:gd name="connsiteX28" fmla="*/ 1000384 w 1746884"/>
              <a:gd name="connsiteY28" fmla="*/ 182239 h 1025734"/>
              <a:gd name="connsiteX29" fmla="*/ 931669 w 1746884"/>
              <a:gd name="connsiteY29" fmla="*/ 79009 h 1025734"/>
              <a:gd name="connsiteX30" fmla="*/ 1144540 w 1746884"/>
              <a:gd name="connsiteY30" fmla="*/ 3124 h 1025734"/>
              <a:gd name="connsiteX31" fmla="*/ 1230639 w 1746884"/>
              <a:gd name="connsiteY31" fmla="*/ 20 h 102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746884" h="1025734">
                <a:moveTo>
                  <a:pt x="1230639" y="20"/>
                </a:moveTo>
                <a:cubicBezTo>
                  <a:pt x="1316665" y="524"/>
                  <a:pt x="1402474" y="10964"/>
                  <a:pt x="1488098" y="23344"/>
                </a:cubicBezTo>
                <a:cubicBezTo>
                  <a:pt x="1497269" y="68185"/>
                  <a:pt x="1502468" y="112815"/>
                  <a:pt x="1482730" y="165798"/>
                </a:cubicBezTo>
                <a:cubicBezTo>
                  <a:pt x="1455807" y="238010"/>
                  <a:pt x="1451452" y="331010"/>
                  <a:pt x="1596324" y="329213"/>
                </a:cubicBezTo>
                <a:cubicBezTo>
                  <a:pt x="1640900" y="328663"/>
                  <a:pt x="1694462" y="315077"/>
                  <a:pt x="1743715" y="306867"/>
                </a:cubicBezTo>
                <a:lnTo>
                  <a:pt x="1746884" y="306483"/>
                </a:lnTo>
                <a:lnTo>
                  <a:pt x="1746884" y="513845"/>
                </a:lnTo>
                <a:lnTo>
                  <a:pt x="1717249" y="506622"/>
                </a:lnTo>
                <a:cubicBezTo>
                  <a:pt x="1691987" y="498663"/>
                  <a:pt x="1667512" y="488371"/>
                  <a:pt x="1642251" y="481843"/>
                </a:cubicBezTo>
                <a:cubicBezTo>
                  <a:pt x="1487969" y="441983"/>
                  <a:pt x="1460972" y="612243"/>
                  <a:pt x="1473486" y="685300"/>
                </a:cubicBezTo>
                <a:cubicBezTo>
                  <a:pt x="1480488" y="726362"/>
                  <a:pt x="1488906" y="762191"/>
                  <a:pt x="1494768" y="796525"/>
                </a:cubicBezTo>
                <a:cubicBezTo>
                  <a:pt x="1212227" y="792323"/>
                  <a:pt x="924264" y="805724"/>
                  <a:pt x="931706" y="871961"/>
                </a:cubicBezTo>
                <a:cubicBezTo>
                  <a:pt x="936998" y="919143"/>
                  <a:pt x="1060627" y="952287"/>
                  <a:pt x="968223" y="990112"/>
                </a:cubicBezTo>
                <a:cubicBezTo>
                  <a:pt x="902155" y="1017164"/>
                  <a:pt x="824858" y="1028239"/>
                  <a:pt x="749287" y="1025265"/>
                </a:cubicBezTo>
                <a:cubicBezTo>
                  <a:pt x="689247" y="1022887"/>
                  <a:pt x="600740" y="1016041"/>
                  <a:pt x="568944" y="973037"/>
                </a:cubicBezTo>
                <a:cubicBezTo>
                  <a:pt x="544246" y="939626"/>
                  <a:pt x="649495" y="885481"/>
                  <a:pt x="631889" y="836504"/>
                </a:cubicBezTo>
                <a:cubicBezTo>
                  <a:pt x="483690" y="763287"/>
                  <a:pt x="291383" y="791860"/>
                  <a:pt x="128573" y="817789"/>
                </a:cubicBezTo>
                <a:cubicBezTo>
                  <a:pt x="95916" y="822997"/>
                  <a:pt x="69654" y="822138"/>
                  <a:pt x="45139" y="818557"/>
                </a:cubicBezTo>
                <a:cubicBezTo>
                  <a:pt x="45964" y="768177"/>
                  <a:pt x="21026" y="718657"/>
                  <a:pt x="8088" y="669745"/>
                </a:cubicBezTo>
                <a:cubicBezTo>
                  <a:pt x="-15290" y="581424"/>
                  <a:pt x="38137" y="436340"/>
                  <a:pt x="197894" y="489296"/>
                </a:cubicBezTo>
                <a:cubicBezTo>
                  <a:pt x="253230" y="507639"/>
                  <a:pt x="330584" y="541366"/>
                  <a:pt x="377098" y="495640"/>
                </a:cubicBezTo>
                <a:cubicBezTo>
                  <a:pt x="413322" y="460035"/>
                  <a:pt x="432122" y="413106"/>
                  <a:pt x="420654" y="369256"/>
                </a:cubicBezTo>
                <a:cubicBezTo>
                  <a:pt x="382115" y="222137"/>
                  <a:pt x="207673" y="345864"/>
                  <a:pt x="89575" y="327798"/>
                </a:cubicBezTo>
                <a:cubicBezTo>
                  <a:pt x="-69486" y="243666"/>
                  <a:pt x="28543" y="158371"/>
                  <a:pt x="44201" y="41634"/>
                </a:cubicBezTo>
                <a:cubicBezTo>
                  <a:pt x="44457" y="39639"/>
                  <a:pt x="44587" y="37630"/>
                  <a:pt x="44789" y="35635"/>
                </a:cubicBezTo>
                <a:cubicBezTo>
                  <a:pt x="166267" y="17450"/>
                  <a:pt x="288848" y="-1211"/>
                  <a:pt x="413210" y="3692"/>
                </a:cubicBezTo>
                <a:cubicBezTo>
                  <a:pt x="489000" y="6692"/>
                  <a:pt x="563579" y="19433"/>
                  <a:pt x="631852" y="43564"/>
                </a:cubicBezTo>
                <a:cubicBezTo>
                  <a:pt x="651737" y="98860"/>
                  <a:pt x="527595" y="155054"/>
                  <a:pt x="586147" y="194741"/>
                </a:cubicBezTo>
                <a:cubicBezTo>
                  <a:pt x="687574" y="263490"/>
                  <a:pt x="897395" y="236119"/>
                  <a:pt x="1000384" y="182239"/>
                </a:cubicBezTo>
                <a:cubicBezTo>
                  <a:pt x="1015546" y="135203"/>
                  <a:pt x="936649" y="123309"/>
                  <a:pt x="931669" y="79009"/>
                </a:cubicBezTo>
                <a:cubicBezTo>
                  <a:pt x="925127" y="20596"/>
                  <a:pt x="1088342" y="7696"/>
                  <a:pt x="1144540" y="3124"/>
                </a:cubicBezTo>
                <a:cubicBezTo>
                  <a:pt x="1173264" y="788"/>
                  <a:pt x="1201964" y="-148"/>
                  <a:pt x="1230639" y="20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pic>
        <p:nvPicPr>
          <p:cNvPr id="67" name="Picture 13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632CA4BF-A89E-0CDE-FFDB-10B1F1597C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4373193" y="62368"/>
            <a:ext cx="1689174" cy="910481"/>
          </a:xfrm>
          <a:custGeom>
            <a:avLst/>
            <a:gdLst>
              <a:gd name="connsiteX0" fmla="*/ 1069843 w 2180406"/>
              <a:gd name="connsiteY0" fmla="*/ 291 h 1175259"/>
              <a:gd name="connsiteX1" fmla="*/ 1286590 w 2180406"/>
              <a:gd name="connsiteY1" fmla="*/ 44128 h 1175259"/>
              <a:gd name="connsiteX2" fmla="*/ 1222911 w 2180406"/>
              <a:gd name="connsiteY2" fmla="*/ 182486 h 1175259"/>
              <a:gd name="connsiteX3" fmla="*/ 1719114 w 2180406"/>
              <a:gd name="connsiteY3" fmla="*/ 194286 h 1175259"/>
              <a:gd name="connsiteX4" fmla="*/ 1801191 w 2180406"/>
              <a:gd name="connsiteY4" fmla="*/ 182314 h 1175259"/>
              <a:gd name="connsiteX5" fmla="*/ 1800602 w 2180406"/>
              <a:gd name="connsiteY5" fmla="*/ 188313 h 1175259"/>
              <a:gd name="connsiteX6" fmla="*/ 1845979 w 2180406"/>
              <a:gd name="connsiteY6" fmla="*/ 474477 h 1175259"/>
              <a:gd name="connsiteX7" fmla="*/ 2177055 w 2180406"/>
              <a:gd name="connsiteY7" fmla="*/ 515935 h 1175259"/>
              <a:gd name="connsiteX8" fmla="*/ 2133500 w 2180406"/>
              <a:gd name="connsiteY8" fmla="*/ 642317 h 1175259"/>
              <a:gd name="connsiteX9" fmla="*/ 1954297 w 2180406"/>
              <a:gd name="connsiteY9" fmla="*/ 635974 h 1175259"/>
              <a:gd name="connsiteX10" fmla="*/ 1764489 w 2180406"/>
              <a:gd name="connsiteY10" fmla="*/ 816424 h 1175259"/>
              <a:gd name="connsiteX11" fmla="*/ 1801520 w 2180406"/>
              <a:gd name="connsiteY11" fmla="*/ 965222 h 1175259"/>
              <a:gd name="connsiteX12" fmla="*/ 1666076 w 2180406"/>
              <a:gd name="connsiteY12" fmla="*/ 939067 h 1175259"/>
              <a:gd name="connsiteX13" fmla="*/ 1429700 w 2180406"/>
              <a:gd name="connsiteY13" fmla="*/ 949865 h 1175259"/>
              <a:gd name="connsiteX14" fmla="*/ 1217858 w 2180406"/>
              <a:gd name="connsiteY14" fmla="*/ 1018614 h 1175259"/>
              <a:gd name="connsiteX15" fmla="*/ 1286573 w 2180406"/>
              <a:gd name="connsiteY15" fmla="*/ 1121843 h 1175259"/>
              <a:gd name="connsiteX16" fmla="*/ 872336 w 2180406"/>
              <a:gd name="connsiteY16" fmla="*/ 1134344 h 1175259"/>
              <a:gd name="connsiteX17" fmla="*/ 918040 w 2180406"/>
              <a:gd name="connsiteY17" fmla="*/ 983169 h 1175259"/>
              <a:gd name="connsiteX18" fmla="*/ 650055 w 2180406"/>
              <a:gd name="connsiteY18" fmla="*/ 950896 h 1175259"/>
              <a:gd name="connsiteX19" fmla="*/ 365343 w 2180406"/>
              <a:gd name="connsiteY19" fmla="*/ 940745 h 1175259"/>
              <a:gd name="connsiteX20" fmla="*/ 358800 w 2180406"/>
              <a:gd name="connsiteY20" fmla="*/ 651926 h 1175259"/>
              <a:gd name="connsiteX21" fmla="*/ 38217 w 2180406"/>
              <a:gd name="connsiteY21" fmla="*/ 620459 h 1175259"/>
              <a:gd name="connsiteX22" fmla="*/ 184065 w 2180406"/>
              <a:gd name="connsiteY22" fmla="*/ 454692 h 1175259"/>
              <a:gd name="connsiteX23" fmla="*/ 378209 w 2180406"/>
              <a:gd name="connsiteY23" fmla="*/ 433865 h 1175259"/>
              <a:gd name="connsiteX24" fmla="*/ 394785 w 2180406"/>
              <a:gd name="connsiteY24" fmla="*/ 313759 h 1175259"/>
              <a:gd name="connsiteX25" fmla="*/ 338549 w 2180406"/>
              <a:gd name="connsiteY25" fmla="*/ 175203 h 1175259"/>
              <a:gd name="connsiteX26" fmla="*/ 457858 w 2180406"/>
              <a:gd name="connsiteY26" fmla="*/ 192953 h 1175259"/>
              <a:gd name="connsiteX27" fmla="*/ 917747 w 2180406"/>
              <a:gd name="connsiteY27" fmla="*/ 182538 h 1175259"/>
              <a:gd name="connsiteX28" fmla="*/ 861822 w 2180406"/>
              <a:gd name="connsiteY28" fmla="*/ 48158 h 1175259"/>
              <a:gd name="connsiteX29" fmla="*/ 1069843 w 2180406"/>
              <a:gd name="connsiteY29" fmla="*/ 291 h 1175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180406" h="1175259">
                <a:moveTo>
                  <a:pt x="1069843" y="291"/>
                </a:moveTo>
                <a:cubicBezTo>
                  <a:pt x="1141498" y="1970"/>
                  <a:pt x="1230299" y="10878"/>
                  <a:pt x="1286590" y="44128"/>
                </a:cubicBezTo>
                <a:cubicBezTo>
                  <a:pt x="1305576" y="104313"/>
                  <a:pt x="1192771" y="122459"/>
                  <a:pt x="1222911" y="182486"/>
                </a:cubicBezTo>
                <a:cubicBezTo>
                  <a:pt x="1382340" y="229322"/>
                  <a:pt x="1554248" y="217137"/>
                  <a:pt x="1719114" y="194286"/>
                </a:cubicBezTo>
                <a:cubicBezTo>
                  <a:pt x="1746423" y="190507"/>
                  <a:pt x="1773771" y="186437"/>
                  <a:pt x="1801191" y="182314"/>
                </a:cubicBezTo>
                <a:cubicBezTo>
                  <a:pt x="1800988" y="184309"/>
                  <a:pt x="1800878" y="186318"/>
                  <a:pt x="1800602" y="188313"/>
                </a:cubicBezTo>
                <a:cubicBezTo>
                  <a:pt x="1784962" y="305050"/>
                  <a:pt x="1686935" y="390345"/>
                  <a:pt x="1845979" y="474477"/>
                </a:cubicBezTo>
                <a:cubicBezTo>
                  <a:pt x="1964074" y="492543"/>
                  <a:pt x="2138518" y="368816"/>
                  <a:pt x="2177055" y="515935"/>
                </a:cubicBezTo>
                <a:cubicBezTo>
                  <a:pt x="2188523" y="559785"/>
                  <a:pt x="2169723" y="606714"/>
                  <a:pt x="2133500" y="642317"/>
                </a:cubicBezTo>
                <a:cubicBezTo>
                  <a:pt x="2086985" y="688045"/>
                  <a:pt x="2009634" y="654332"/>
                  <a:pt x="1954297" y="635974"/>
                </a:cubicBezTo>
                <a:cubicBezTo>
                  <a:pt x="1794538" y="583019"/>
                  <a:pt x="1741131" y="728089"/>
                  <a:pt x="1764489" y="816424"/>
                </a:cubicBezTo>
                <a:cubicBezTo>
                  <a:pt x="1777447" y="865336"/>
                  <a:pt x="1802368" y="914856"/>
                  <a:pt x="1801520" y="965222"/>
                </a:cubicBezTo>
                <a:cubicBezTo>
                  <a:pt x="1759106" y="959022"/>
                  <a:pt x="1721927" y="944644"/>
                  <a:pt x="1666076" y="939067"/>
                </a:cubicBezTo>
                <a:cubicBezTo>
                  <a:pt x="1587345" y="931217"/>
                  <a:pt x="1507034" y="938605"/>
                  <a:pt x="1429700" y="949865"/>
                </a:cubicBezTo>
                <a:cubicBezTo>
                  <a:pt x="1376367" y="957622"/>
                  <a:pt x="1211684" y="963701"/>
                  <a:pt x="1217858" y="1018614"/>
                </a:cubicBezTo>
                <a:cubicBezTo>
                  <a:pt x="1222820" y="1062914"/>
                  <a:pt x="1301734" y="1074807"/>
                  <a:pt x="1286573" y="1121843"/>
                </a:cubicBezTo>
                <a:cubicBezTo>
                  <a:pt x="1183601" y="1175724"/>
                  <a:pt x="973780" y="1203093"/>
                  <a:pt x="872336" y="1134344"/>
                </a:cubicBezTo>
                <a:cubicBezTo>
                  <a:pt x="813783" y="1094670"/>
                  <a:pt x="937925" y="1038477"/>
                  <a:pt x="918040" y="983169"/>
                </a:cubicBezTo>
                <a:cubicBezTo>
                  <a:pt x="829809" y="968221"/>
                  <a:pt x="740179" y="957742"/>
                  <a:pt x="650055" y="950896"/>
                </a:cubicBezTo>
                <a:cubicBezTo>
                  <a:pt x="555518" y="943720"/>
                  <a:pt x="460432" y="940548"/>
                  <a:pt x="365343" y="940745"/>
                </a:cubicBezTo>
                <a:cubicBezTo>
                  <a:pt x="383245" y="843172"/>
                  <a:pt x="430915" y="743063"/>
                  <a:pt x="358800" y="651926"/>
                </a:cubicBezTo>
                <a:cubicBezTo>
                  <a:pt x="290178" y="565230"/>
                  <a:pt x="141758" y="718112"/>
                  <a:pt x="38217" y="620459"/>
                </a:cubicBezTo>
                <a:cubicBezTo>
                  <a:pt x="-54003" y="533473"/>
                  <a:pt x="30848" y="407194"/>
                  <a:pt x="184065" y="454692"/>
                </a:cubicBezTo>
                <a:cubicBezTo>
                  <a:pt x="257098" y="477331"/>
                  <a:pt x="344430" y="492900"/>
                  <a:pt x="378209" y="433865"/>
                </a:cubicBezTo>
                <a:cubicBezTo>
                  <a:pt x="400023" y="395696"/>
                  <a:pt x="403293" y="354238"/>
                  <a:pt x="394785" y="313759"/>
                </a:cubicBezTo>
                <a:cubicBezTo>
                  <a:pt x="384732" y="265864"/>
                  <a:pt x="361594" y="220560"/>
                  <a:pt x="338549" y="175203"/>
                </a:cubicBezTo>
                <a:cubicBezTo>
                  <a:pt x="378448" y="181242"/>
                  <a:pt x="418218" y="187440"/>
                  <a:pt x="457858" y="192953"/>
                </a:cubicBezTo>
                <a:cubicBezTo>
                  <a:pt x="610708" y="214190"/>
                  <a:pt x="769510" y="224459"/>
                  <a:pt x="917747" y="182538"/>
                </a:cubicBezTo>
                <a:cubicBezTo>
                  <a:pt x="940702" y="128934"/>
                  <a:pt x="836076" y="91336"/>
                  <a:pt x="861822" y="48158"/>
                </a:cubicBezTo>
                <a:cubicBezTo>
                  <a:pt x="889959" y="952"/>
                  <a:pt x="1008919" y="-1136"/>
                  <a:pt x="1069843" y="291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pic>
        <p:nvPicPr>
          <p:cNvPr id="65" name="Picture 21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58FA2649-E8BB-9169-529F-C8069DD453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1934583" y="5832569"/>
            <a:ext cx="1590962" cy="1025431"/>
          </a:xfrm>
          <a:custGeom>
            <a:avLst/>
            <a:gdLst>
              <a:gd name="connsiteX0" fmla="*/ 455614 w 1590962"/>
              <a:gd name="connsiteY0" fmla="*/ 1551 h 1025431"/>
              <a:gd name="connsiteX1" fmla="*/ 643601 w 1590962"/>
              <a:gd name="connsiteY1" fmla="*/ 69905 h 1025431"/>
              <a:gd name="connsiteX2" fmla="*/ 593943 w 1590962"/>
              <a:gd name="connsiteY2" fmla="*/ 197675 h 1025431"/>
              <a:gd name="connsiteX3" fmla="*/ 1010185 w 1590962"/>
              <a:gd name="connsiteY3" fmla="*/ 167860 h 1025431"/>
              <a:gd name="connsiteX4" fmla="*/ 944520 w 1590962"/>
              <a:gd name="connsiteY4" fmla="*/ 59914 h 1025431"/>
              <a:gd name="connsiteX5" fmla="*/ 1153037 w 1590962"/>
              <a:gd name="connsiteY5" fmla="*/ 5821 h 1025431"/>
              <a:gd name="connsiteX6" fmla="*/ 1530390 w 1590962"/>
              <a:gd name="connsiteY6" fmla="*/ 31459 h 1025431"/>
              <a:gd name="connsiteX7" fmla="*/ 1586626 w 1590962"/>
              <a:gd name="connsiteY7" fmla="*/ 170015 h 1025431"/>
              <a:gd name="connsiteX8" fmla="*/ 1570050 w 1590962"/>
              <a:gd name="connsiteY8" fmla="*/ 290121 h 1025431"/>
              <a:gd name="connsiteX9" fmla="*/ 1375904 w 1590962"/>
              <a:gd name="connsiteY9" fmla="*/ 310948 h 1025431"/>
              <a:gd name="connsiteX10" fmla="*/ 1230058 w 1590962"/>
              <a:gd name="connsiteY10" fmla="*/ 476715 h 1025431"/>
              <a:gd name="connsiteX11" fmla="*/ 1550642 w 1590962"/>
              <a:gd name="connsiteY11" fmla="*/ 508182 h 1025431"/>
              <a:gd name="connsiteX12" fmla="*/ 1557167 w 1590962"/>
              <a:gd name="connsiteY12" fmla="*/ 797002 h 1025431"/>
              <a:gd name="connsiteX13" fmla="*/ 1283391 w 1590962"/>
              <a:gd name="connsiteY13" fmla="*/ 806477 h 1025431"/>
              <a:gd name="connsiteX14" fmla="*/ 961501 w 1590962"/>
              <a:gd name="connsiteY14" fmla="*/ 838909 h 1025431"/>
              <a:gd name="connsiteX15" fmla="*/ 1006766 w 1590962"/>
              <a:gd name="connsiteY15" fmla="*/ 945283 h 1025431"/>
              <a:gd name="connsiteX16" fmla="*/ 646908 w 1590962"/>
              <a:gd name="connsiteY16" fmla="*/ 1013570 h 1025431"/>
              <a:gd name="connsiteX17" fmla="*/ 639044 w 1590962"/>
              <a:gd name="connsiteY17" fmla="*/ 884438 h 1025431"/>
              <a:gd name="connsiteX18" fmla="*/ 494483 w 1590962"/>
              <a:gd name="connsiteY18" fmla="*/ 805539 h 1025431"/>
              <a:gd name="connsiteX19" fmla="*/ 63153 w 1590962"/>
              <a:gd name="connsiteY19" fmla="*/ 830041 h 1025431"/>
              <a:gd name="connsiteX20" fmla="*/ 2727 w 1590962"/>
              <a:gd name="connsiteY20" fmla="*/ 613751 h 1025431"/>
              <a:gd name="connsiteX21" fmla="*/ 230153 w 1590962"/>
              <a:gd name="connsiteY21" fmla="*/ 501137 h 1025431"/>
              <a:gd name="connsiteX22" fmla="*/ 422165 w 1590962"/>
              <a:gd name="connsiteY22" fmla="*/ 354442 h 1025431"/>
              <a:gd name="connsiteX23" fmla="*/ 80925 w 1590962"/>
              <a:gd name="connsiteY23" fmla="*/ 322698 h 1025431"/>
              <a:gd name="connsiteX24" fmla="*/ 52917 w 1590962"/>
              <a:gd name="connsiteY24" fmla="*/ 79710 h 1025431"/>
              <a:gd name="connsiteX25" fmla="*/ 50123 w 1590962"/>
              <a:gd name="connsiteY25" fmla="*/ 35186 h 1025431"/>
              <a:gd name="connsiteX26" fmla="*/ 60837 w 1590962"/>
              <a:gd name="connsiteY26" fmla="*/ 39732 h 1025431"/>
              <a:gd name="connsiteX27" fmla="*/ 175350 w 1590962"/>
              <a:gd name="connsiteY27" fmla="*/ 21666 h 1025431"/>
              <a:gd name="connsiteX28" fmla="*/ 455614 w 1590962"/>
              <a:gd name="connsiteY28" fmla="*/ 1551 h 1025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590962" h="1025431">
                <a:moveTo>
                  <a:pt x="455614" y="1551"/>
                </a:moveTo>
                <a:cubicBezTo>
                  <a:pt x="511757" y="5108"/>
                  <a:pt x="644024" y="18257"/>
                  <a:pt x="643601" y="69905"/>
                </a:cubicBezTo>
                <a:cubicBezTo>
                  <a:pt x="643233" y="115023"/>
                  <a:pt x="536311" y="158623"/>
                  <a:pt x="593943" y="197675"/>
                </a:cubicBezTo>
                <a:cubicBezTo>
                  <a:pt x="655915" y="239676"/>
                  <a:pt x="1017389" y="262909"/>
                  <a:pt x="1010185" y="167860"/>
                </a:cubicBezTo>
                <a:cubicBezTo>
                  <a:pt x="1007024" y="126362"/>
                  <a:pt x="915374" y="110728"/>
                  <a:pt x="944520" y="59914"/>
                </a:cubicBezTo>
                <a:cubicBezTo>
                  <a:pt x="995060" y="23239"/>
                  <a:pt x="1082961" y="11583"/>
                  <a:pt x="1153037" y="5821"/>
                </a:cubicBezTo>
                <a:cubicBezTo>
                  <a:pt x="1280175" y="-4620"/>
                  <a:pt x="1405934" y="12614"/>
                  <a:pt x="1530390" y="31459"/>
                </a:cubicBezTo>
                <a:cubicBezTo>
                  <a:pt x="1553436" y="76803"/>
                  <a:pt x="1576573" y="122120"/>
                  <a:pt x="1586626" y="170015"/>
                </a:cubicBezTo>
                <a:cubicBezTo>
                  <a:pt x="1595135" y="210495"/>
                  <a:pt x="1591882" y="251952"/>
                  <a:pt x="1570050" y="290121"/>
                </a:cubicBezTo>
                <a:cubicBezTo>
                  <a:pt x="1536271" y="349156"/>
                  <a:pt x="1448939" y="333587"/>
                  <a:pt x="1375904" y="310948"/>
                </a:cubicBezTo>
                <a:cubicBezTo>
                  <a:pt x="1222687" y="263450"/>
                  <a:pt x="1137838" y="389729"/>
                  <a:pt x="1230058" y="476715"/>
                </a:cubicBezTo>
                <a:cubicBezTo>
                  <a:pt x="1333599" y="574367"/>
                  <a:pt x="1482037" y="421486"/>
                  <a:pt x="1550642" y="508182"/>
                </a:cubicBezTo>
                <a:cubicBezTo>
                  <a:pt x="1622756" y="599319"/>
                  <a:pt x="1575066" y="699416"/>
                  <a:pt x="1557167" y="797002"/>
                </a:cubicBezTo>
                <a:cubicBezTo>
                  <a:pt x="1465754" y="797201"/>
                  <a:pt x="1374343" y="800490"/>
                  <a:pt x="1283391" y="806477"/>
                </a:cubicBezTo>
                <a:cubicBezTo>
                  <a:pt x="1175457" y="813587"/>
                  <a:pt x="1068002" y="824491"/>
                  <a:pt x="961501" y="838909"/>
                </a:cubicBezTo>
                <a:cubicBezTo>
                  <a:pt x="912947" y="881557"/>
                  <a:pt x="965379" y="912879"/>
                  <a:pt x="1006766" y="945283"/>
                </a:cubicBezTo>
                <a:cubicBezTo>
                  <a:pt x="1040747" y="1043795"/>
                  <a:pt x="720219" y="1030580"/>
                  <a:pt x="646908" y="1013570"/>
                </a:cubicBezTo>
                <a:cubicBezTo>
                  <a:pt x="526349" y="985579"/>
                  <a:pt x="604843" y="938186"/>
                  <a:pt x="639044" y="884438"/>
                </a:cubicBezTo>
                <a:cubicBezTo>
                  <a:pt x="669018" y="822508"/>
                  <a:pt x="556489" y="813376"/>
                  <a:pt x="494483" y="805539"/>
                </a:cubicBezTo>
                <a:cubicBezTo>
                  <a:pt x="350419" y="787367"/>
                  <a:pt x="204424" y="809054"/>
                  <a:pt x="63153" y="830041"/>
                </a:cubicBezTo>
                <a:cubicBezTo>
                  <a:pt x="26929" y="758200"/>
                  <a:pt x="-10523" y="685803"/>
                  <a:pt x="2727" y="613751"/>
                </a:cubicBezTo>
                <a:cubicBezTo>
                  <a:pt x="20939" y="514631"/>
                  <a:pt x="98274" y="454473"/>
                  <a:pt x="230153" y="501137"/>
                </a:cubicBezTo>
                <a:cubicBezTo>
                  <a:pt x="375191" y="552429"/>
                  <a:pt x="466218" y="456507"/>
                  <a:pt x="422165" y="354442"/>
                </a:cubicBezTo>
                <a:cubicBezTo>
                  <a:pt x="367693" y="228204"/>
                  <a:pt x="195310" y="354944"/>
                  <a:pt x="80925" y="322698"/>
                </a:cubicBezTo>
                <a:cubicBezTo>
                  <a:pt x="-74314" y="278914"/>
                  <a:pt x="48763" y="163419"/>
                  <a:pt x="52917" y="79710"/>
                </a:cubicBezTo>
                <a:cubicBezTo>
                  <a:pt x="53652" y="64710"/>
                  <a:pt x="52421" y="49896"/>
                  <a:pt x="50123" y="35186"/>
                </a:cubicBezTo>
                <a:cubicBezTo>
                  <a:pt x="53689" y="36706"/>
                  <a:pt x="57364" y="38094"/>
                  <a:pt x="60837" y="39732"/>
                </a:cubicBezTo>
                <a:cubicBezTo>
                  <a:pt x="99063" y="33877"/>
                  <a:pt x="137124" y="27507"/>
                  <a:pt x="175350" y="21666"/>
                </a:cubicBezTo>
                <a:cubicBezTo>
                  <a:pt x="267019" y="7644"/>
                  <a:pt x="361556" y="-4381"/>
                  <a:pt x="455614" y="1551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pic>
        <p:nvPicPr>
          <p:cNvPr id="63" name="Picture 1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1A38CB33-BB68-4C30-A314-8C630EE295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663681" y="62368"/>
            <a:ext cx="1474971" cy="670561"/>
          </a:xfrm>
          <a:custGeom>
            <a:avLst/>
            <a:gdLst>
              <a:gd name="connsiteX0" fmla="*/ 1309053 w 1903911"/>
              <a:gd name="connsiteY0" fmla="*/ 31 h 865568"/>
              <a:gd name="connsiteX1" fmla="*/ 1425627 w 1903911"/>
              <a:gd name="connsiteY1" fmla="*/ 8782 h 865568"/>
              <a:gd name="connsiteX2" fmla="*/ 1520715 w 1903911"/>
              <a:gd name="connsiteY2" fmla="*/ 36562 h 865568"/>
              <a:gd name="connsiteX3" fmla="*/ 1523509 w 1903911"/>
              <a:gd name="connsiteY3" fmla="*/ 81087 h 865568"/>
              <a:gd name="connsiteX4" fmla="*/ 1551517 w 1903911"/>
              <a:gd name="connsiteY4" fmla="*/ 324073 h 865568"/>
              <a:gd name="connsiteX5" fmla="*/ 1892757 w 1903911"/>
              <a:gd name="connsiteY5" fmla="*/ 355817 h 865568"/>
              <a:gd name="connsiteX6" fmla="*/ 1700745 w 1903911"/>
              <a:gd name="connsiteY6" fmla="*/ 502514 h 865568"/>
              <a:gd name="connsiteX7" fmla="*/ 1473318 w 1903911"/>
              <a:gd name="connsiteY7" fmla="*/ 615126 h 865568"/>
              <a:gd name="connsiteX8" fmla="*/ 1533689 w 1903911"/>
              <a:gd name="connsiteY8" fmla="*/ 831404 h 865568"/>
              <a:gd name="connsiteX9" fmla="*/ 1516947 w 1903911"/>
              <a:gd name="connsiteY9" fmla="*/ 833889 h 865568"/>
              <a:gd name="connsiteX10" fmla="*/ 1021129 w 1903911"/>
              <a:gd name="connsiteY10" fmla="*/ 851228 h 865568"/>
              <a:gd name="connsiteX11" fmla="*/ 995015 w 1903911"/>
              <a:gd name="connsiteY11" fmla="*/ 743981 h 865568"/>
              <a:gd name="connsiteX12" fmla="*/ 873518 w 1903911"/>
              <a:gd name="connsiteY12" fmla="*/ 657404 h 865568"/>
              <a:gd name="connsiteX13" fmla="*/ 614500 w 1903911"/>
              <a:gd name="connsiteY13" fmla="*/ 676554 h 865568"/>
              <a:gd name="connsiteX14" fmla="*/ 629257 w 1903911"/>
              <a:gd name="connsiteY14" fmla="*/ 778858 h 865568"/>
              <a:gd name="connsiteX15" fmla="*/ 447463 w 1903911"/>
              <a:gd name="connsiteY15" fmla="*/ 848584 h 865568"/>
              <a:gd name="connsiteX16" fmla="*/ 157221 w 1903911"/>
              <a:gd name="connsiteY16" fmla="*/ 858271 h 865568"/>
              <a:gd name="connsiteX17" fmla="*/ 48351 w 1903911"/>
              <a:gd name="connsiteY17" fmla="*/ 858140 h 865568"/>
              <a:gd name="connsiteX18" fmla="*/ 115320 w 1903911"/>
              <a:gd name="connsiteY18" fmla="*/ 559104 h 865568"/>
              <a:gd name="connsiteX19" fmla="*/ 3167 w 1903911"/>
              <a:gd name="connsiteY19" fmla="*/ 487548 h 865568"/>
              <a:gd name="connsiteX20" fmla="*/ 0 w 1903911"/>
              <a:gd name="connsiteY20" fmla="*/ 488265 h 865568"/>
              <a:gd name="connsiteX21" fmla="*/ 0 w 1903911"/>
              <a:gd name="connsiteY21" fmla="*/ 330733 h 865568"/>
              <a:gd name="connsiteX22" fmla="*/ 26629 w 1903911"/>
              <a:gd name="connsiteY22" fmla="*/ 333844 h 865568"/>
              <a:gd name="connsiteX23" fmla="*/ 101812 w 1903911"/>
              <a:gd name="connsiteY23" fmla="*/ 294879 h 865568"/>
              <a:gd name="connsiteX24" fmla="*/ 114751 w 1903911"/>
              <a:gd name="connsiteY24" fmla="*/ 144456 h 865568"/>
              <a:gd name="connsiteX25" fmla="*/ 114492 w 1903911"/>
              <a:gd name="connsiteY25" fmla="*/ 5624 h 865568"/>
              <a:gd name="connsiteX26" fmla="*/ 140903 w 1903911"/>
              <a:gd name="connsiteY26" fmla="*/ 5703 h 865568"/>
              <a:gd name="connsiteX27" fmla="*/ 417545 w 1903911"/>
              <a:gd name="connsiteY27" fmla="*/ 19342 h 865568"/>
              <a:gd name="connsiteX28" fmla="*/ 639402 w 1903911"/>
              <a:gd name="connsiteY28" fmla="*/ 92861 h 865568"/>
              <a:gd name="connsiteX29" fmla="*/ 612827 w 1903911"/>
              <a:gd name="connsiteY29" fmla="*/ 212769 h 865568"/>
              <a:gd name="connsiteX30" fmla="*/ 832922 w 1903911"/>
              <a:gd name="connsiteY30" fmla="*/ 234853 h 865568"/>
              <a:gd name="connsiteX31" fmla="*/ 1010545 w 1903911"/>
              <a:gd name="connsiteY31" fmla="*/ 169223 h 865568"/>
              <a:gd name="connsiteX32" fmla="*/ 961878 w 1903911"/>
              <a:gd name="connsiteY32" fmla="*/ 47333 h 865568"/>
              <a:gd name="connsiteX33" fmla="*/ 1309053 w 1903911"/>
              <a:gd name="connsiteY33" fmla="*/ 31 h 865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03911" h="865568">
                <a:moveTo>
                  <a:pt x="1309053" y="31"/>
                </a:moveTo>
                <a:cubicBezTo>
                  <a:pt x="1348123" y="-311"/>
                  <a:pt x="1387075" y="2201"/>
                  <a:pt x="1425627" y="8782"/>
                </a:cubicBezTo>
                <a:cubicBezTo>
                  <a:pt x="1459093" y="14505"/>
                  <a:pt x="1491200" y="23848"/>
                  <a:pt x="1520715" y="36562"/>
                </a:cubicBezTo>
                <a:cubicBezTo>
                  <a:pt x="1523011" y="51271"/>
                  <a:pt x="1524261" y="66087"/>
                  <a:pt x="1523509" y="81087"/>
                </a:cubicBezTo>
                <a:cubicBezTo>
                  <a:pt x="1519355" y="164796"/>
                  <a:pt x="1396278" y="280289"/>
                  <a:pt x="1551517" y="324073"/>
                </a:cubicBezTo>
                <a:cubicBezTo>
                  <a:pt x="1665900" y="356320"/>
                  <a:pt x="1838266" y="229566"/>
                  <a:pt x="1892757" y="355817"/>
                </a:cubicBezTo>
                <a:cubicBezTo>
                  <a:pt x="1936808" y="457884"/>
                  <a:pt x="1845783" y="553818"/>
                  <a:pt x="1700745" y="502514"/>
                </a:cubicBezTo>
                <a:cubicBezTo>
                  <a:pt x="1568884" y="455849"/>
                  <a:pt x="1491548" y="516020"/>
                  <a:pt x="1473318" y="615126"/>
                </a:cubicBezTo>
                <a:cubicBezTo>
                  <a:pt x="1460050" y="687178"/>
                  <a:pt x="1497504" y="759575"/>
                  <a:pt x="1533689" y="831404"/>
                </a:cubicBezTo>
                <a:cubicBezTo>
                  <a:pt x="1528103" y="832236"/>
                  <a:pt x="1522515" y="833056"/>
                  <a:pt x="1516947" y="833889"/>
                </a:cubicBezTo>
                <a:cubicBezTo>
                  <a:pt x="1354506" y="857929"/>
                  <a:pt x="1185317" y="881584"/>
                  <a:pt x="1021129" y="851228"/>
                </a:cubicBezTo>
                <a:cubicBezTo>
                  <a:pt x="898861" y="828629"/>
                  <a:pt x="949345" y="801258"/>
                  <a:pt x="995015" y="743981"/>
                </a:cubicBezTo>
                <a:cubicBezTo>
                  <a:pt x="1047152" y="678576"/>
                  <a:pt x="943537" y="666853"/>
                  <a:pt x="873518" y="657404"/>
                </a:cubicBezTo>
                <a:cubicBezTo>
                  <a:pt x="791148" y="646276"/>
                  <a:pt x="687736" y="643897"/>
                  <a:pt x="614500" y="676554"/>
                </a:cubicBezTo>
                <a:cubicBezTo>
                  <a:pt x="543324" y="708285"/>
                  <a:pt x="604539" y="738867"/>
                  <a:pt x="629257" y="778858"/>
                </a:cubicBezTo>
                <a:cubicBezTo>
                  <a:pt x="679613" y="860333"/>
                  <a:pt x="524374" y="843933"/>
                  <a:pt x="447463" y="848584"/>
                </a:cubicBezTo>
                <a:cubicBezTo>
                  <a:pt x="350943" y="854413"/>
                  <a:pt x="254091" y="857465"/>
                  <a:pt x="157221" y="858271"/>
                </a:cubicBezTo>
                <a:cubicBezTo>
                  <a:pt x="120925" y="858563"/>
                  <a:pt x="84648" y="858443"/>
                  <a:pt x="48351" y="858140"/>
                </a:cubicBezTo>
                <a:cubicBezTo>
                  <a:pt x="93432" y="759443"/>
                  <a:pt x="159556" y="659915"/>
                  <a:pt x="115320" y="559104"/>
                </a:cubicBezTo>
                <a:cubicBezTo>
                  <a:pt x="86726" y="493958"/>
                  <a:pt x="47172" y="481894"/>
                  <a:pt x="3167" y="487548"/>
                </a:cubicBezTo>
                <a:lnTo>
                  <a:pt x="0" y="488265"/>
                </a:lnTo>
                <a:lnTo>
                  <a:pt x="0" y="330733"/>
                </a:lnTo>
                <a:lnTo>
                  <a:pt x="26629" y="333844"/>
                </a:lnTo>
                <a:cubicBezTo>
                  <a:pt x="58087" y="333780"/>
                  <a:pt x="85281" y="324172"/>
                  <a:pt x="101812" y="294879"/>
                </a:cubicBezTo>
                <a:cubicBezTo>
                  <a:pt x="128183" y="248135"/>
                  <a:pt x="119785" y="193382"/>
                  <a:pt x="114751" y="144456"/>
                </a:cubicBezTo>
                <a:cubicBezTo>
                  <a:pt x="110064" y="99020"/>
                  <a:pt x="112030" y="52434"/>
                  <a:pt x="114492" y="5624"/>
                </a:cubicBezTo>
                <a:cubicBezTo>
                  <a:pt x="123296" y="5676"/>
                  <a:pt x="132098" y="5597"/>
                  <a:pt x="140903" y="5703"/>
                </a:cubicBezTo>
                <a:cubicBezTo>
                  <a:pt x="233361" y="6760"/>
                  <a:pt x="325766" y="11082"/>
                  <a:pt x="417545" y="19342"/>
                </a:cubicBezTo>
                <a:cubicBezTo>
                  <a:pt x="484458" y="25382"/>
                  <a:pt x="674301" y="20768"/>
                  <a:pt x="639402" y="92861"/>
                </a:cubicBezTo>
                <a:cubicBezTo>
                  <a:pt x="601488" y="152465"/>
                  <a:pt x="555745" y="156627"/>
                  <a:pt x="612827" y="212769"/>
                </a:cubicBezTo>
                <a:cubicBezTo>
                  <a:pt x="681689" y="233796"/>
                  <a:pt x="758693" y="241342"/>
                  <a:pt x="832922" y="234853"/>
                </a:cubicBezTo>
                <a:cubicBezTo>
                  <a:pt x="879086" y="230822"/>
                  <a:pt x="1013834" y="212849"/>
                  <a:pt x="1010545" y="169223"/>
                </a:cubicBezTo>
                <a:cubicBezTo>
                  <a:pt x="1006813" y="119874"/>
                  <a:pt x="896748" y="104426"/>
                  <a:pt x="961878" y="47333"/>
                </a:cubicBezTo>
                <a:cubicBezTo>
                  <a:pt x="1073580" y="27766"/>
                  <a:pt x="1191845" y="1057"/>
                  <a:pt x="1309053" y="31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pic>
        <p:nvPicPr>
          <p:cNvPr id="61" name="Picture 5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3D4D8748-3217-163C-764D-1319385F87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8353645" y="-546"/>
            <a:ext cx="1351151" cy="909325"/>
          </a:xfrm>
          <a:custGeom>
            <a:avLst/>
            <a:gdLst>
              <a:gd name="connsiteX0" fmla="*/ 767017 w 1744082"/>
              <a:gd name="connsiteY0" fmla="*/ 10 h 1173768"/>
              <a:gd name="connsiteX1" fmla="*/ 961691 w 1744082"/>
              <a:gd name="connsiteY1" fmla="*/ 115059 h 1173768"/>
              <a:gd name="connsiteX2" fmla="*/ 1316293 w 1744082"/>
              <a:gd name="connsiteY2" fmla="*/ 206381 h 1173768"/>
              <a:gd name="connsiteX3" fmla="*/ 1519644 w 1744082"/>
              <a:gd name="connsiteY3" fmla="*/ 179526 h 1173768"/>
              <a:gd name="connsiteX4" fmla="*/ 1593524 w 1744082"/>
              <a:gd name="connsiteY4" fmla="*/ 474399 h 1173768"/>
              <a:gd name="connsiteX5" fmla="*/ 1708224 w 1744082"/>
              <a:gd name="connsiteY5" fmla="*/ 451040 h 1173768"/>
              <a:gd name="connsiteX6" fmla="*/ 1744082 w 1744082"/>
              <a:gd name="connsiteY6" fmla="*/ 443084 h 1173768"/>
              <a:gd name="connsiteX7" fmla="*/ 1744082 w 1744082"/>
              <a:gd name="connsiteY7" fmla="*/ 649609 h 1173768"/>
              <a:gd name="connsiteX8" fmla="*/ 1726502 w 1744082"/>
              <a:gd name="connsiteY8" fmla="*/ 648143 h 1173768"/>
              <a:gd name="connsiteX9" fmla="*/ 1639450 w 1744082"/>
              <a:gd name="connsiteY9" fmla="*/ 627015 h 1173768"/>
              <a:gd name="connsiteX10" fmla="*/ 1466090 w 1744082"/>
              <a:gd name="connsiteY10" fmla="*/ 839447 h 1173768"/>
              <a:gd name="connsiteX11" fmla="*/ 1485296 w 1744082"/>
              <a:gd name="connsiteY11" fmla="*/ 961456 h 1173768"/>
              <a:gd name="connsiteX12" fmla="*/ 1141740 w 1744082"/>
              <a:gd name="connsiteY12" fmla="*/ 941236 h 1173768"/>
              <a:gd name="connsiteX13" fmla="*/ 928869 w 1744082"/>
              <a:gd name="connsiteY13" fmla="*/ 1017121 h 1173768"/>
              <a:gd name="connsiteX14" fmla="*/ 997584 w 1744082"/>
              <a:gd name="connsiteY14" fmla="*/ 1120350 h 1173768"/>
              <a:gd name="connsiteX15" fmla="*/ 583346 w 1744082"/>
              <a:gd name="connsiteY15" fmla="*/ 1132853 h 1173768"/>
              <a:gd name="connsiteX16" fmla="*/ 629052 w 1744082"/>
              <a:gd name="connsiteY16" fmla="*/ 981676 h 1173768"/>
              <a:gd name="connsiteX17" fmla="*/ 410410 w 1744082"/>
              <a:gd name="connsiteY17" fmla="*/ 941804 h 1173768"/>
              <a:gd name="connsiteX18" fmla="*/ 41988 w 1744082"/>
              <a:gd name="connsiteY18" fmla="*/ 973746 h 1173768"/>
              <a:gd name="connsiteX19" fmla="*/ 50296 w 1744082"/>
              <a:gd name="connsiteY19" fmla="*/ 650500 h 1173768"/>
              <a:gd name="connsiteX20" fmla="*/ 220032 w 1744082"/>
              <a:gd name="connsiteY20" fmla="*/ 643139 h 1173768"/>
              <a:gd name="connsiteX21" fmla="*/ 374279 w 1744082"/>
              <a:gd name="connsiteY21" fmla="*/ 640800 h 1173768"/>
              <a:gd name="connsiteX22" fmla="*/ 284944 w 1744082"/>
              <a:gd name="connsiteY22" fmla="*/ 439734 h 1173768"/>
              <a:gd name="connsiteX23" fmla="*/ 70584 w 1744082"/>
              <a:gd name="connsiteY23" fmla="*/ 464777 h 1173768"/>
              <a:gd name="connsiteX24" fmla="*/ 3762 w 1744082"/>
              <a:gd name="connsiteY24" fmla="*/ 358535 h 1173768"/>
              <a:gd name="connsiteX25" fmla="*/ 54431 w 1744082"/>
              <a:gd name="connsiteY25" fmla="*/ 174491 h 1173768"/>
              <a:gd name="connsiteX26" fmla="*/ 513473 w 1744082"/>
              <a:gd name="connsiteY26" fmla="*/ 204002 h 1173768"/>
              <a:gd name="connsiteX27" fmla="*/ 602735 w 1744082"/>
              <a:gd name="connsiteY27" fmla="*/ 106099 h 1173768"/>
              <a:gd name="connsiteX28" fmla="*/ 658806 w 1744082"/>
              <a:gd name="connsiteY28" fmla="*/ 7536 h 1173768"/>
              <a:gd name="connsiteX29" fmla="*/ 767017 w 1744082"/>
              <a:gd name="connsiteY29" fmla="*/ 10 h 117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744082" h="1173768">
                <a:moveTo>
                  <a:pt x="767017" y="10"/>
                </a:moveTo>
                <a:cubicBezTo>
                  <a:pt x="899253" y="-568"/>
                  <a:pt x="1068706" y="24216"/>
                  <a:pt x="961691" y="115059"/>
                </a:cubicBezTo>
                <a:cubicBezTo>
                  <a:pt x="827883" y="228649"/>
                  <a:pt x="1229219" y="214759"/>
                  <a:pt x="1316293" y="206381"/>
                </a:cubicBezTo>
                <a:cubicBezTo>
                  <a:pt x="1384604" y="199799"/>
                  <a:pt x="1452106" y="189597"/>
                  <a:pt x="1519644" y="179526"/>
                </a:cubicBezTo>
                <a:cubicBezTo>
                  <a:pt x="1466202" y="317870"/>
                  <a:pt x="1426819" y="476447"/>
                  <a:pt x="1593524" y="474399"/>
                </a:cubicBezTo>
                <a:cubicBezTo>
                  <a:pt x="1633808" y="473903"/>
                  <a:pt x="1670867" y="461523"/>
                  <a:pt x="1708224" y="451040"/>
                </a:cubicBezTo>
                <a:lnTo>
                  <a:pt x="1744082" y="443084"/>
                </a:lnTo>
                <a:lnTo>
                  <a:pt x="1744082" y="649609"/>
                </a:lnTo>
                <a:lnTo>
                  <a:pt x="1726502" y="648143"/>
                </a:lnTo>
                <a:cubicBezTo>
                  <a:pt x="1699473" y="642800"/>
                  <a:pt x="1670187" y="634957"/>
                  <a:pt x="1639450" y="627015"/>
                </a:cubicBezTo>
                <a:cubicBezTo>
                  <a:pt x="1485701" y="587288"/>
                  <a:pt x="1465375" y="767988"/>
                  <a:pt x="1466090" y="839447"/>
                </a:cubicBezTo>
                <a:cubicBezTo>
                  <a:pt x="1466532" y="883945"/>
                  <a:pt x="1477395" y="922773"/>
                  <a:pt x="1485296" y="961456"/>
                </a:cubicBezTo>
                <a:cubicBezTo>
                  <a:pt x="1371133" y="944949"/>
                  <a:pt x="1256638" y="931893"/>
                  <a:pt x="1141740" y="941236"/>
                </a:cubicBezTo>
                <a:cubicBezTo>
                  <a:pt x="1085540" y="945808"/>
                  <a:pt x="922327" y="958707"/>
                  <a:pt x="928869" y="1017121"/>
                </a:cubicBezTo>
                <a:cubicBezTo>
                  <a:pt x="933830" y="1061421"/>
                  <a:pt x="1012746" y="1073314"/>
                  <a:pt x="997584" y="1120350"/>
                </a:cubicBezTo>
                <a:cubicBezTo>
                  <a:pt x="894612" y="1174232"/>
                  <a:pt x="684792" y="1201602"/>
                  <a:pt x="583346" y="1132853"/>
                </a:cubicBezTo>
                <a:cubicBezTo>
                  <a:pt x="524795" y="1093179"/>
                  <a:pt x="648937" y="1036984"/>
                  <a:pt x="629052" y="981676"/>
                </a:cubicBezTo>
                <a:cubicBezTo>
                  <a:pt x="560796" y="957531"/>
                  <a:pt x="486200" y="944803"/>
                  <a:pt x="410410" y="941804"/>
                </a:cubicBezTo>
                <a:cubicBezTo>
                  <a:pt x="286046" y="936902"/>
                  <a:pt x="163465" y="955562"/>
                  <a:pt x="41988" y="973746"/>
                </a:cubicBezTo>
                <a:cubicBezTo>
                  <a:pt x="52465" y="861491"/>
                  <a:pt x="-63261" y="753980"/>
                  <a:pt x="50296" y="650500"/>
                </a:cubicBezTo>
                <a:cubicBezTo>
                  <a:pt x="109765" y="613179"/>
                  <a:pt x="150123" y="618399"/>
                  <a:pt x="220032" y="643139"/>
                </a:cubicBezTo>
                <a:cubicBezTo>
                  <a:pt x="269966" y="660795"/>
                  <a:pt x="334913" y="679495"/>
                  <a:pt x="374279" y="640800"/>
                </a:cubicBezTo>
                <a:cubicBezTo>
                  <a:pt x="437590" y="578579"/>
                  <a:pt x="446265" y="414728"/>
                  <a:pt x="284944" y="439734"/>
                </a:cubicBezTo>
                <a:cubicBezTo>
                  <a:pt x="215844" y="450451"/>
                  <a:pt x="139538" y="494183"/>
                  <a:pt x="70584" y="464777"/>
                </a:cubicBezTo>
                <a:cubicBezTo>
                  <a:pt x="23168" y="444597"/>
                  <a:pt x="7401" y="398011"/>
                  <a:pt x="3762" y="358535"/>
                </a:cubicBezTo>
                <a:cubicBezTo>
                  <a:pt x="-2063" y="295389"/>
                  <a:pt x="25539" y="234292"/>
                  <a:pt x="54431" y="174491"/>
                </a:cubicBezTo>
                <a:cubicBezTo>
                  <a:pt x="204707" y="197143"/>
                  <a:pt x="359484" y="222755"/>
                  <a:pt x="513473" y="204002"/>
                </a:cubicBezTo>
                <a:cubicBezTo>
                  <a:pt x="605878" y="192742"/>
                  <a:pt x="663749" y="175838"/>
                  <a:pt x="602735" y="106099"/>
                </a:cubicBezTo>
                <a:cubicBezTo>
                  <a:pt x="555853" y="52522"/>
                  <a:pt x="568497" y="23671"/>
                  <a:pt x="658806" y="7536"/>
                </a:cubicBezTo>
                <a:cubicBezTo>
                  <a:pt x="682996" y="3214"/>
                  <a:pt x="722939" y="203"/>
                  <a:pt x="767017" y="10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pic>
        <p:nvPicPr>
          <p:cNvPr id="59" name="Picture 14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C9130A13-3A32-976D-533D-5039644EB43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8840254" y="3158713"/>
            <a:ext cx="1468449" cy="669085"/>
          </a:xfrm>
          <a:custGeom>
            <a:avLst/>
            <a:gdLst>
              <a:gd name="connsiteX0" fmla="*/ 452117 w 1895491"/>
              <a:gd name="connsiteY0" fmla="*/ 1406 h 863663"/>
              <a:gd name="connsiteX1" fmla="*/ 567443 w 1895491"/>
              <a:gd name="connsiteY1" fmla="*/ 19809 h 863663"/>
              <a:gd name="connsiteX2" fmla="*/ 595065 w 1895491"/>
              <a:gd name="connsiteY2" fmla="*/ 140431 h 863663"/>
              <a:gd name="connsiteX3" fmla="*/ 940000 w 1895491"/>
              <a:gd name="connsiteY3" fmla="*/ 212285 h 863663"/>
              <a:gd name="connsiteX4" fmla="*/ 1036208 w 1895491"/>
              <a:gd name="connsiteY4" fmla="*/ 23510 h 863663"/>
              <a:gd name="connsiteX5" fmla="*/ 1533127 w 1895491"/>
              <a:gd name="connsiteY5" fmla="*/ 32180 h 863663"/>
              <a:gd name="connsiteX6" fmla="*/ 1533276 w 1895491"/>
              <a:gd name="connsiteY6" fmla="*/ 32193 h 863663"/>
              <a:gd name="connsiteX7" fmla="*/ 1482607 w 1895491"/>
              <a:gd name="connsiteY7" fmla="*/ 216237 h 863663"/>
              <a:gd name="connsiteX8" fmla="*/ 1549429 w 1895491"/>
              <a:gd name="connsiteY8" fmla="*/ 322480 h 863663"/>
              <a:gd name="connsiteX9" fmla="*/ 1763790 w 1895491"/>
              <a:gd name="connsiteY9" fmla="*/ 297436 h 863663"/>
              <a:gd name="connsiteX10" fmla="*/ 1853125 w 1895491"/>
              <a:gd name="connsiteY10" fmla="*/ 498501 h 863663"/>
              <a:gd name="connsiteX11" fmla="*/ 1698877 w 1895491"/>
              <a:gd name="connsiteY11" fmla="*/ 500841 h 863663"/>
              <a:gd name="connsiteX12" fmla="*/ 1529141 w 1895491"/>
              <a:gd name="connsiteY12" fmla="*/ 508203 h 863663"/>
              <a:gd name="connsiteX13" fmla="*/ 1520815 w 1895491"/>
              <a:gd name="connsiteY13" fmla="*/ 831462 h 863663"/>
              <a:gd name="connsiteX14" fmla="*/ 1438739 w 1895491"/>
              <a:gd name="connsiteY14" fmla="*/ 843436 h 863663"/>
              <a:gd name="connsiteX15" fmla="*/ 942536 w 1895491"/>
              <a:gd name="connsiteY15" fmla="*/ 831634 h 863663"/>
              <a:gd name="connsiteX16" fmla="*/ 1006215 w 1895491"/>
              <a:gd name="connsiteY16" fmla="*/ 693278 h 863663"/>
              <a:gd name="connsiteX17" fmla="*/ 789466 w 1895491"/>
              <a:gd name="connsiteY17" fmla="*/ 649440 h 863663"/>
              <a:gd name="connsiteX18" fmla="*/ 581447 w 1895491"/>
              <a:gd name="connsiteY18" fmla="*/ 697308 h 863663"/>
              <a:gd name="connsiteX19" fmla="*/ 637370 w 1895491"/>
              <a:gd name="connsiteY19" fmla="*/ 831687 h 863663"/>
              <a:gd name="connsiteX20" fmla="*/ 177483 w 1895491"/>
              <a:gd name="connsiteY20" fmla="*/ 842102 h 863663"/>
              <a:gd name="connsiteX21" fmla="*/ 58172 w 1895491"/>
              <a:gd name="connsiteY21" fmla="*/ 824353 h 863663"/>
              <a:gd name="connsiteX22" fmla="*/ 4931 w 1895491"/>
              <a:gd name="connsiteY22" fmla="*/ 696767 h 863663"/>
              <a:gd name="connsiteX23" fmla="*/ 125490 w 1895491"/>
              <a:gd name="connsiteY23" fmla="*/ 478652 h 863663"/>
              <a:gd name="connsiteX24" fmla="*/ 422606 w 1895491"/>
              <a:gd name="connsiteY24" fmla="*/ 437868 h 863663"/>
              <a:gd name="connsiteX25" fmla="*/ 386273 w 1895491"/>
              <a:gd name="connsiteY25" fmla="*/ 313560 h 863663"/>
              <a:gd name="connsiteX26" fmla="*/ 196742 w 1895491"/>
              <a:gd name="connsiteY26" fmla="*/ 322016 h 863663"/>
              <a:gd name="connsiteX27" fmla="*/ 25865 w 1895491"/>
              <a:gd name="connsiteY27" fmla="*/ 121479 h 863663"/>
              <a:gd name="connsiteX28" fmla="*/ 39501 w 1895491"/>
              <a:gd name="connsiteY28" fmla="*/ 31903 h 863663"/>
              <a:gd name="connsiteX29" fmla="*/ 58504 w 1895491"/>
              <a:gd name="connsiteY29" fmla="*/ 39673 h 863663"/>
              <a:gd name="connsiteX30" fmla="*/ 333676 w 1895491"/>
              <a:gd name="connsiteY30" fmla="*/ 2577 h 863663"/>
              <a:gd name="connsiteX31" fmla="*/ 452117 w 1895491"/>
              <a:gd name="connsiteY31" fmla="*/ 1406 h 863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95491" h="863663">
                <a:moveTo>
                  <a:pt x="452117" y="1406"/>
                </a:moveTo>
                <a:cubicBezTo>
                  <a:pt x="491496" y="3806"/>
                  <a:pt x="530356" y="9468"/>
                  <a:pt x="567443" y="19809"/>
                </a:cubicBezTo>
                <a:cubicBezTo>
                  <a:pt x="666205" y="47339"/>
                  <a:pt x="648213" y="85386"/>
                  <a:pt x="595065" y="140431"/>
                </a:cubicBezTo>
                <a:cubicBezTo>
                  <a:pt x="486561" y="252792"/>
                  <a:pt x="867278" y="235083"/>
                  <a:pt x="940000" y="212285"/>
                </a:cubicBezTo>
                <a:cubicBezTo>
                  <a:pt x="1117127" y="156752"/>
                  <a:pt x="809553" y="76334"/>
                  <a:pt x="1036208" y="23510"/>
                </a:cubicBezTo>
                <a:cubicBezTo>
                  <a:pt x="1199220" y="-14485"/>
                  <a:pt x="1369841" y="7559"/>
                  <a:pt x="1533127" y="32180"/>
                </a:cubicBezTo>
                <a:cubicBezTo>
                  <a:pt x="1533183" y="32180"/>
                  <a:pt x="1533220" y="32193"/>
                  <a:pt x="1533276" y="32193"/>
                </a:cubicBezTo>
                <a:cubicBezTo>
                  <a:pt x="1504384" y="92008"/>
                  <a:pt x="1476782" y="153106"/>
                  <a:pt x="1482607" y="216237"/>
                </a:cubicBezTo>
                <a:cubicBezTo>
                  <a:pt x="1486246" y="255714"/>
                  <a:pt x="1502015" y="302299"/>
                  <a:pt x="1549429" y="322480"/>
                </a:cubicBezTo>
                <a:cubicBezTo>
                  <a:pt x="1618383" y="351871"/>
                  <a:pt x="1694689" y="308154"/>
                  <a:pt x="1763790" y="297436"/>
                </a:cubicBezTo>
                <a:cubicBezTo>
                  <a:pt x="1925110" y="272444"/>
                  <a:pt x="1916418" y="436282"/>
                  <a:pt x="1853125" y="498501"/>
                </a:cubicBezTo>
                <a:cubicBezTo>
                  <a:pt x="1813758" y="537199"/>
                  <a:pt x="1748811" y="518498"/>
                  <a:pt x="1698877" y="500841"/>
                </a:cubicBezTo>
                <a:cubicBezTo>
                  <a:pt x="1628987" y="476100"/>
                  <a:pt x="1588610" y="470895"/>
                  <a:pt x="1529141" y="508203"/>
                </a:cubicBezTo>
                <a:cubicBezTo>
                  <a:pt x="1415582" y="611682"/>
                  <a:pt x="1531308" y="719181"/>
                  <a:pt x="1520815" y="831462"/>
                </a:cubicBezTo>
                <a:cubicBezTo>
                  <a:pt x="1493394" y="835573"/>
                  <a:pt x="1466029" y="839657"/>
                  <a:pt x="1438739" y="843436"/>
                </a:cubicBezTo>
                <a:cubicBezTo>
                  <a:pt x="1273870" y="866273"/>
                  <a:pt x="1101963" y="878472"/>
                  <a:pt x="942536" y="831634"/>
                </a:cubicBezTo>
                <a:cubicBezTo>
                  <a:pt x="912413" y="771609"/>
                  <a:pt x="1025199" y="753463"/>
                  <a:pt x="1006215" y="693278"/>
                </a:cubicBezTo>
                <a:cubicBezTo>
                  <a:pt x="949924" y="660039"/>
                  <a:pt x="861121" y="651119"/>
                  <a:pt x="789466" y="649440"/>
                </a:cubicBezTo>
                <a:cubicBezTo>
                  <a:pt x="728544" y="648014"/>
                  <a:pt x="609584" y="650102"/>
                  <a:pt x="581447" y="697308"/>
                </a:cubicBezTo>
                <a:cubicBezTo>
                  <a:pt x="555699" y="740484"/>
                  <a:pt x="660324" y="778084"/>
                  <a:pt x="637370" y="831687"/>
                </a:cubicBezTo>
                <a:cubicBezTo>
                  <a:pt x="489135" y="873607"/>
                  <a:pt x="330331" y="863326"/>
                  <a:pt x="177483" y="842102"/>
                </a:cubicBezTo>
                <a:cubicBezTo>
                  <a:pt x="137823" y="836590"/>
                  <a:pt x="98053" y="830393"/>
                  <a:pt x="58172" y="824353"/>
                </a:cubicBezTo>
                <a:cubicBezTo>
                  <a:pt x="36909" y="782538"/>
                  <a:pt x="15720" y="740683"/>
                  <a:pt x="4931" y="696767"/>
                </a:cubicBezTo>
                <a:cubicBezTo>
                  <a:pt x="-10285" y="634850"/>
                  <a:pt x="4398" y="484321"/>
                  <a:pt x="125490" y="478652"/>
                </a:cubicBezTo>
                <a:cubicBezTo>
                  <a:pt x="251949" y="472744"/>
                  <a:pt x="369604" y="587352"/>
                  <a:pt x="422606" y="437868"/>
                </a:cubicBezTo>
                <a:cubicBezTo>
                  <a:pt x="437824" y="394956"/>
                  <a:pt x="429002" y="347101"/>
                  <a:pt x="386273" y="313560"/>
                </a:cubicBezTo>
                <a:cubicBezTo>
                  <a:pt x="334851" y="273211"/>
                  <a:pt x="254816" y="306925"/>
                  <a:pt x="196742" y="322016"/>
                </a:cubicBezTo>
                <a:cubicBezTo>
                  <a:pt x="1257" y="372819"/>
                  <a:pt x="-13335" y="217123"/>
                  <a:pt x="25865" y="121479"/>
                </a:cubicBezTo>
                <a:cubicBezTo>
                  <a:pt x="38636" y="90316"/>
                  <a:pt x="41486" y="60727"/>
                  <a:pt x="39501" y="31903"/>
                </a:cubicBezTo>
                <a:cubicBezTo>
                  <a:pt x="45897" y="34386"/>
                  <a:pt x="52310" y="36859"/>
                  <a:pt x="58504" y="39673"/>
                </a:cubicBezTo>
                <a:cubicBezTo>
                  <a:pt x="149787" y="25758"/>
                  <a:pt x="240573" y="9012"/>
                  <a:pt x="333676" y="2577"/>
                </a:cubicBezTo>
                <a:cubicBezTo>
                  <a:pt x="372839" y="-132"/>
                  <a:pt x="412737" y="-995"/>
                  <a:pt x="452117" y="1406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pic>
        <p:nvPicPr>
          <p:cNvPr id="57" name="Picture 12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A362F159-BBF1-7409-679A-410DA240C2B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6418525" y="112589"/>
            <a:ext cx="1467946" cy="796190"/>
          </a:xfrm>
          <a:custGeom>
            <a:avLst/>
            <a:gdLst>
              <a:gd name="connsiteX0" fmla="*/ 1301095 w 1894842"/>
              <a:gd name="connsiteY0" fmla="*/ 49 h 1027732"/>
              <a:gd name="connsiteX1" fmla="*/ 1504796 w 1894842"/>
              <a:gd name="connsiteY1" fmla="*/ 32560 h 1027732"/>
              <a:gd name="connsiteX2" fmla="*/ 1491158 w 1894842"/>
              <a:gd name="connsiteY2" fmla="*/ 122137 h 1027732"/>
              <a:gd name="connsiteX3" fmla="*/ 1662037 w 1894842"/>
              <a:gd name="connsiteY3" fmla="*/ 322674 h 1027732"/>
              <a:gd name="connsiteX4" fmla="*/ 1851568 w 1894842"/>
              <a:gd name="connsiteY4" fmla="*/ 314216 h 1027732"/>
              <a:gd name="connsiteX5" fmla="*/ 1887901 w 1894842"/>
              <a:gd name="connsiteY5" fmla="*/ 438525 h 1027732"/>
              <a:gd name="connsiteX6" fmla="*/ 1590785 w 1894842"/>
              <a:gd name="connsiteY6" fmla="*/ 479309 h 1027732"/>
              <a:gd name="connsiteX7" fmla="*/ 1470226 w 1894842"/>
              <a:gd name="connsiteY7" fmla="*/ 697411 h 1027732"/>
              <a:gd name="connsiteX8" fmla="*/ 1523467 w 1894842"/>
              <a:gd name="connsiteY8" fmla="*/ 824996 h 1027732"/>
              <a:gd name="connsiteX9" fmla="*/ 1146115 w 1894842"/>
              <a:gd name="connsiteY9" fmla="*/ 799358 h 1027732"/>
              <a:gd name="connsiteX10" fmla="*/ 937598 w 1894842"/>
              <a:gd name="connsiteY10" fmla="*/ 853451 h 1027732"/>
              <a:gd name="connsiteX11" fmla="*/ 1003263 w 1894842"/>
              <a:gd name="connsiteY11" fmla="*/ 961398 h 1027732"/>
              <a:gd name="connsiteX12" fmla="*/ 587021 w 1894842"/>
              <a:gd name="connsiteY12" fmla="*/ 991212 h 1027732"/>
              <a:gd name="connsiteX13" fmla="*/ 636677 w 1894842"/>
              <a:gd name="connsiteY13" fmla="*/ 863441 h 1027732"/>
              <a:gd name="connsiteX14" fmla="*/ 448690 w 1894842"/>
              <a:gd name="connsiteY14" fmla="*/ 795089 h 1027732"/>
              <a:gd name="connsiteX15" fmla="*/ 168428 w 1894842"/>
              <a:gd name="connsiteY15" fmla="*/ 815203 h 1027732"/>
              <a:gd name="connsiteX16" fmla="*/ 53916 w 1894842"/>
              <a:gd name="connsiteY16" fmla="*/ 833270 h 1027732"/>
              <a:gd name="connsiteX17" fmla="*/ 43201 w 1894842"/>
              <a:gd name="connsiteY17" fmla="*/ 828723 h 1027732"/>
              <a:gd name="connsiteX18" fmla="*/ 7897 w 1894842"/>
              <a:gd name="connsiteY18" fmla="*/ 583185 h 1027732"/>
              <a:gd name="connsiteX19" fmla="*/ 119505 w 1894842"/>
              <a:gd name="connsiteY19" fmla="*/ 478740 h 1027732"/>
              <a:gd name="connsiteX20" fmla="*/ 300087 w 1894842"/>
              <a:gd name="connsiteY20" fmla="*/ 521151 h 1027732"/>
              <a:gd name="connsiteX21" fmla="*/ 384257 w 1894842"/>
              <a:gd name="connsiteY21" fmla="*/ 314957 h 1027732"/>
              <a:gd name="connsiteX22" fmla="*/ 25796 w 1894842"/>
              <a:gd name="connsiteY22" fmla="*/ 276948 h 1027732"/>
              <a:gd name="connsiteX23" fmla="*/ 53584 w 1894842"/>
              <a:gd name="connsiteY23" fmla="*/ 36828 h 1027732"/>
              <a:gd name="connsiteX24" fmla="*/ 596485 w 1894842"/>
              <a:gd name="connsiteY24" fmla="*/ 35467 h 1027732"/>
              <a:gd name="connsiteX25" fmla="*/ 568001 w 1894842"/>
              <a:gd name="connsiteY25" fmla="*/ 165207 h 1027732"/>
              <a:gd name="connsiteX26" fmla="*/ 712634 w 1894842"/>
              <a:gd name="connsiteY26" fmla="*/ 233190 h 1027732"/>
              <a:gd name="connsiteX27" fmla="*/ 935044 w 1894842"/>
              <a:gd name="connsiteY27" fmla="*/ 212930 h 1027732"/>
              <a:gd name="connsiteX28" fmla="*/ 940796 w 1894842"/>
              <a:gd name="connsiteY28" fmla="*/ 102511 h 1027732"/>
              <a:gd name="connsiteX29" fmla="*/ 1301095 w 1894842"/>
              <a:gd name="connsiteY29" fmla="*/ 49 h 1027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894842" h="1027732">
                <a:moveTo>
                  <a:pt x="1301095" y="49"/>
                </a:moveTo>
                <a:cubicBezTo>
                  <a:pt x="1371684" y="-757"/>
                  <a:pt x="1442550" y="8375"/>
                  <a:pt x="1504796" y="32560"/>
                </a:cubicBezTo>
                <a:cubicBezTo>
                  <a:pt x="1506781" y="61384"/>
                  <a:pt x="1503931" y="90988"/>
                  <a:pt x="1491158" y="122137"/>
                </a:cubicBezTo>
                <a:cubicBezTo>
                  <a:pt x="1451960" y="217781"/>
                  <a:pt x="1466550" y="373477"/>
                  <a:pt x="1662037" y="322674"/>
                </a:cubicBezTo>
                <a:cubicBezTo>
                  <a:pt x="1720111" y="307582"/>
                  <a:pt x="1800129" y="273855"/>
                  <a:pt x="1851568" y="314216"/>
                </a:cubicBezTo>
                <a:cubicBezTo>
                  <a:pt x="1894314" y="347758"/>
                  <a:pt x="1903118" y="395613"/>
                  <a:pt x="1887901" y="438525"/>
                </a:cubicBezTo>
                <a:cubicBezTo>
                  <a:pt x="1834899" y="588010"/>
                  <a:pt x="1717244" y="473401"/>
                  <a:pt x="1590785" y="479309"/>
                </a:cubicBezTo>
                <a:cubicBezTo>
                  <a:pt x="1469693" y="484979"/>
                  <a:pt x="1455010" y="635520"/>
                  <a:pt x="1470226" y="697411"/>
                </a:cubicBezTo>
                <a:cubicBezTo>
                  <a:pt x="1481015" y="741326"/>
                  <a:pt x="1502204" y="783181"/>
                  <a:pt x="1523467" y="824996"/>
                </a:cubicBezTo>
                <a:cubicBezTo>
                  <a:pt x="1399012" y="806164"/>
                  <a:pt x="1273251" y="788917"/>
                  <a:pt x="1146115" y="799358"/>
                </a:cubicBezTo>
                <a:cubicBezTo>
                  <a:pt x="1076020" y="805119"/>
                  <a:pt x="988138" y="816789"/>
                  <a:pt x="937598" y="853451"/>
                </a:cubicBezTo>
                <a:cubicBezTo>
                  <a:pt x="908450" y="904265"/>
                  <a:pt x="1000120" y="919899"/>
                  <a:pt x="1003263" y="961398"/>
                </a:cubicBezTo>
                <a:cubicBezTo>
                  <a:pt x="1010466" y="1056459"/>
                  <a:pt x="648991" y="1033211"/>
                  <a:pt x="587021" y="991212"/>
                </a:cubicBezTo>
                <a:cubicBezTo>
                  <a:pt x="529387" y="952160"/>
                  <a:pt x="636311" y="908561"/>
                  <a:pt x="636677" y="863441"/>
                </a:cubicBezTo>
                <a:cubicBezTo>
                  <a:pt x="637083" y="811794"/>
                  <a:pt x="504816" y="798643"/>
                  <a:pt x="448690" y="795089"/>
                </a:cubicBezTo>
                <a:cubicBezTo>
                  <a:pt x="354632" y="789142"/>
                  <a:pt x="260097" y="801169"/>
                  <a:pt x="168428" y="815203"/>
                </a:cubicBezTo>
                <a:cubicBezTo>
                  <a:pt x="130202" y="821044"/>
                  <a:pt x="92142" y="827414"/>
                  <a:pt x="53916" y="833270"/>
                </a:cubicBezTo>
                <a:cubicBezTo>
                  <a:pt x="50441" y="831631"/>
                  <a:pt x="46748" y="830244"/>
                  <a:pt x="43201" y="828723"/>
                </a:cubicBezTo>
                <a:cubicBezTo>
                  <a:pt x="30446" y="746785"/>
                  <a:pt x="-19010" y="668269"/>
                  <a:pt x="7897" y="583185"/>
                </a:cubicBezTo>
                <a:cubicBezTo>
                  <a:pt x="19622" y="546142"/>
                  <a:pt x="57481" y="480737"/>
                  <a:pt x="119505" y="478740"/>
                </a:cubicBezTo>
                <a:cubicBezTo>
                  <a:pt x="185851" y="476600"/>
                  <a:pt x="235948" y="516089"/>
                  <a:pt x="300087" y="521151"/>
                </a:cubicBezTo>
                <a:cubicBezTo>
                  <a:pt x="437094" y="531961"/>
                  <a:pt x="450822" y="370159"/>
                  <a:pt x="384257" y="314957"/>
                </a:cubicBezTo>
                <a:cubicBezTo>
                  <a:pt x="287075" y="234353"/>
                  <a:pt x="99859" y="414380"/>
                  <a:pt x="25796" y="276948"/>
                </a:cubicBezTo>
                <a:cubicBezTo>
                  <a:pt x="-17833" y="196014"/>
                  <a:pt x="14769" y="116454"/>
                  <a:pt x="53584" y="36828"/>
                </a:cubicBezTo>
                <a:cubicBezTo>
                  <a:pt x="236205" y="9498"/>
                  <a:pt x="418275" y="-16021"/>
                  <a:pt x="596485" y="35467"/>
                </a:cubicBezTo>
                <a:cubicBezTo>
                  <a:pt x="688284" y="61978"/>
                  <a:pt x="600271" y="126578"/>
                  <a:pt x="568001" y="165207"/>
                </a:cubicBezTo>
                <a:cubicBezTo>
                  <a:pt x="544477" y="212137"/>
                  <a:pt x="676723" y="229555"/>
                  <a:pt x="712634" y="233190"/>
                </a:cubicBezTo>
                <a:cubicBezTo>
                  <a:pt x="787413" y="240776"/>
                  <a:pt x="865574" y="234697"/>
                  <a:pt x="935044" y="212930"/>
                </a:cubicBezTo>
                <a:cubicBezTo>
                  <a:pt x="1052479" y="176124"/>
                  <a:pt x="979095" y="156960"/>
                  <a:pt x="940796" y="102511"/>
                </a:cubicBezTo>
                <a:cubicBezTo>
                  <a:pt x="881508" y="18273"/>
                  <a:pt x="1230873" y="855"/>
                  <a:pt x="1301095" y="49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pic>
        <p:nvPicPr>
          <p:cNvPr id="55" name="Picture 20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3CD6F918-0BAB-C3C9-EC7E-A275FC1D50D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335844" y="5644810"/>
            <a:ext cx="1472343" cy="909584"/>
          </a:xfrm>
          <a:custGeom>
            <a:avLst/>
            <a:gdLst>
              <a:gd name="connsiteX0" fmla="*/ 738503 w 1900518"/>
              <a:gd name="connsiteY0" fmla="*/ 111 h 1174102"/>
              <a:gd name="connsiteX1" fmla="*/ 952102 w 1900518"/>
              <a:gd name="connsiteY1" fmla="*/ 23242 h 1174102"/>
              <a:gd name="connsiteX2" fmla="*/ 943355 w 1900518"/>
              <a:gd name="connsiteY2" fmla="*/ 138247 h 1174102"/>
              <a:gd name="connsiteX3" fmla="*/ 1136341 w 1900518"/>
              <a:gd name="connsiteY3" fmla="*/ 215414 h 1174102"/>
              <a:gd name="connsiteX4" fmla="*/ 1531098 w 1900518"/>
              <a:gd name="connsiteY4" fmla="*/ 181660 h 1174102"/>
              <a:gd name="connsiteX5" fmla="*/ 1503310 w 1900518"/>
              <a:gd name="connsiteY5" fmla="*/ 421780 h 1174102"/>
              <a:gd name="connsiteX6" fmla="*/ 1861773 w 1900518"/>
              <a:gd name="connsiteY6" fmla="*/ 459789 h 1174102"/>
              <a:gd name="connsiteX7" fmla="*/ 1777601 w 1900518"/>
              <a:gd name="connsiteY7" fmla="*/ 665983 h 1174102"/>
              <a:gd name="connsiteX8" fmla="*/ 1597021 w 1900518"/>
              <a:gd name="connsiteY8" fmla="*/ 623573 h 1174102"/>
              <a:gd name="connsiteX9" fmla="*/ 1485411 w 1900518"/>
              <a:gd name="connsiteY9" fmla="*/ 728017 h 1174102"/>
              <a:gd name="connsiteX10" fmla="*/ 1520716 w 1900518"/>
              <a:gd name="connsiteY10" fmla="*/ 973555 h 1174102"/>
              <a:gd name="connsiteX11" fmla="*/ 1425627 w 1900518"/>
              <a:gd name="connsiteY11" fmla="*/ 945776 h 1174102"/>
              <a:gd name="connsiteX12" fmla="*/ 961879 w 1900518"/>
              <a:gd name="connsiteY12" fmla="*/ 984326 h 1174102"/>
              <a:gd name="connsiteX13" fmla="*/ 1010545 w 1900518"/>
              <a:gd name="connsiteY13" fmla="*/ 1106216 h 1174102"/>
              <a:gd name="connsiteX14" fmla="*/ 832921 w 1900518"/>
              <a:gd name="connsiteY14" fmla="*/ 1171846 h 1174102"/>
              <a:gd name="connsiteX15" fmla="*/ 612828 w 1900518"/>
              <a:gd name="connsiteY15" fmla="*/ 1149762 h 1174102"/>
              <a:gd name="connsiteX16" fmla="*/ 639402 w 1900518"/>
              <a:gd name="connsiteY16" fmla="*/ 1029855 h 1174102"/>
              <a:gd name="connsiteX17" fmla="*/ 417546 w 1900518"/>
              <a:gd name="connsiteY17" fmla="*/ 956335 h 1174102"/>
              <a:gd name="connsiteX18" fmla="*/ 140920 w 1900518"/>
              <a:gd name="connsiteY18" fmla="*/ 942710 h 1174102"/>
              <a:gd name="connsiteX19" fmla="*/ 114512 w 1900518"/>
              <a:gd name="connsiteY19" fmla="*/ 942631 h 1174102"/>
              <a:gd name="connsiteX20" fmla="*/ 94828 w 1900518"/>
              <a:gd name="connsiteY20" fmla="*/ 686679 h 1174102"/>
              <a:gd name="connsiteX21" fmla="*/ 31716 w 1900518"/>
              <a:gd name="connsiteY21" fmla="*/ 628510 h 1174102"/>
              <a:gd name="connsiteX22" fmla="*/ 0 w 1900518"/>
              <a:gd name="connsiteY22" fmla="*/ 629628 h 1174102"/>
              <a:gd name="connsiteX23" fmla="*/ 0 w 1900518"/>
              <a:gd name="connsiteY23" fmla="*/ 473447 h 1174102"/>
              <a:gd name="connsiteX24" fmla="*/ 29060 w 1900518"/>
              <a:gd name="connsiteY24" fmla="*/ 476766 h 1174102"/>
              <a:gd name="connsiteX25" fmla="*/ 73399 w 1900518"/>
              <a:gd name="connsiteY25" fmla="*/ 209639 h 1174102"/>
              <a:gd name="connsiteX26" fmla="*/ 254660 w 1900518"/>
              <a:gd name="connsiteY26" fmla="*/ 208001 h 1174102"/>
              <a:gd name="connsiteX27" fmla="*/ 544113 w 1900518"/>
              <a:gd name="connsiteY27" fmla="*/ 193000 h 1174102"/>
              <a:gd name="connsiteX28" fmla="*/ 639292 w 1900518"/>
              <a:gd name="connsiteY28" fmla="*/ 152547 h 1174102"/>
              <a:gd name="connsiteX29" fmla="*/ 575889 w 1900518"/>
              <a:gd name="connsiteY29" fmla="*/ 68942 h 1174102"/>
              <a:gd name="connsiteX30" fmla="*/ 738503 w 1900518"/>
              <a:gd name="connsiteY30" fmla="*/ 111 h 1174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900518" h="1174102">
                <a:moveTo>
                  <a:pt x="738503" y="111"/>
                </a:moveTo>
                <a:cubicBezTo>
                  <a:pt x="818789" y="-1379"/>
                  <a:pt x="907573" y="12458"/>
                  <a:pt x="952102" y="23242"/>
                </a:cubicBezTo>
                <a:cubicBezTo>
                  <a:pt x="1045885" y="45959"/>
                  <a:pt x="1007991" y="102881"/>
                  <a:pt x="943355" y="138247"/>
                </a:cubicBezTo>
                <a:cubicBezTo>
                  <a:pt x="923709" y="210431"/>
                  <a:pt x="1060973" y="211620"/>
                  <a:pt x="1136341" y="215414"/>
                </a:cubicBezTo>
                <a:cubicBezTo>
                  <a:pt x="1267375" y="222023"/>
                  <a:pt x="1399385" y="201366"/>
                  <a:pt x="1531098" y="181660"/>
                </a:cubicBezTo>
                <a:cubicBezTo>
                  <a:pt x="1492286" y="261286"/>
                  <a:pt x="1459682" y="340846"/>
                  <a:pt x="1503310" y="421780"/>
                </a:cubicBezTo>
                <a:cubicBezTo>
                  <a:pt x="1577374" y="559211"/>
                  <a:pt x="1764589" y="379185"/>
                  <a:pt x="1861773" y="459789"/>
                </a:cubicBezTo>
                <a:cubicBezTo>
                  <a:pt x="1928337" y="514992"/>
                  <a:pt x="1914609" y="676793"/>
                  <a:pt x="1777601" y="665983"/>
                </a:cubicBezTo>
                <a:cubicBezTo>
                  <a:pt x="1713463" y="660921"/>
                  <a:pt x="1663365" y="621432"/>
                  <a:pt x="1597021" y="623573"/>
                </a:cubicBezTo>
                <a:cubicBezTo>
                  <a:pt x="1534996" y="625568"/>
                  <a:pt x="1497136" y="690960"/>
                  <a:pt x="1485411" y="728017"/>
                </a:cubicBezTo>
                <a:cubicBezTo>
                  <a:pt x="1458507" y="813089"/>
                  <a:pt x="1507960" y="891617"/>
                  <a:pt x="1520716" y="973555"/>
                </a:cubicBezTo>
                <a:cubicBezTo>
                  <a:pt x="1491199" y="960841"/>
                  <a:pt x="1459093" y="951498"/>
                  <a:pt x="1425627" y="945776"/>
                </a:cubicBezTo>
                <a:cubicBezTo>
                  <a:pt x="1271438" y="919450"/>
                  <a:pt x="1110814" y="958239"/>
                  <a:pt x="961879" y="984326"/>
                </a:cubicBezTo>
                <a:cubicBezTo>
                  <a:pt x="896749" y="1041433"/>
                  <a:pt x="1006814" y="1056881"/>
                  <a:pt x="1010545" y="1106216"/>
                </a:cubicBezTo>
                <a:cubicBezTo>
                  <a:pt x="1013835" y="1149841"/>
                  <a:pt x="879069" y="1167815"/>
                  <a:pt x="832921" y="1171846"/>
                </a:cubicBezTo>
                <a:cubicBezTo>
                  <a:pt x="758713" y="1178335"/>
                  <a:pt x="681690" y="1170788"/>
                  <a:pt x="612828" y="1149762"/>
                </a:cubicBezTo>
                <a:cubicBezTo>
                  <a:pt x="555746" y="1093622"/>
                  <a:pt x="601489" y="1089459"/>
                  <a:pt x="639402" y="1029855"/>
                </a:cubicBezTo>
                <a:cubicBezTo>
                  <a:pt x="674302" y="957749"/>
                  <a:pt x="484459" y="962362"/>
                  <a:pt x="417546" y="956335"/>
                </a:cubicBezTo>
                <a:cubicBezTo>
                  <a:pt x="325766" y="948075"/>
                  <a:pt x="233342" y="943753"/>
                  <a:pt x="140920" y="942710"/>
                </a:cubicBezTo>
                <a:cubicBezTo>
                  <a:pt x="132118" y="942604"/>
                  <a:pt x="123314" y="942683"/>
                  <a:pt x="114512" y="942631"/>
                </a:cubicBezTo>
                <a:cubicBezTo>
                  <a:pt x="119087" y="856040"/>
                  <a:pt x="125409" y="768736"/>
                  <a:pt x="94828" y="686679"/>
                </a:cubicBezTo>
                <a:cubicBezTo>
                  <a:pt x="80553" y="648383"/>
                  <a:pt x="58416" y="632530"/>
                  <a:pt x="31716" y="628510"/>
                </a:cubicBezTo>
                <a:lnTo>
                  <a:pt x="0" y="629628"/>
                </a:lnTo>
                <a:lnTo>
                  <a:pt x="0" y="473447"/>
                </a:lnTo>
                <a:lnTo>
                  <a:pt x="29060" y="476766"/>
                </a:lnTo>
                <a:cubicBezTo>
                  <a:pt x="153895" y="473297"/>
                  <a:pt x="120725" y="334067"/>
                  <a:pt x="73399" y="209639"/>
                </a:cubicBezTo>
                <a:cubicBezTo>
                  <a:pt x="133827" y="209929"/>
                  <a:pt x="194254" y="209480"/>
                  <a:pt x="254660" y="208001"/>
                </a:cubicBezTo>
                <a:cubicBezTo>
                  <a:pt x="351366" y="205621"/>
                  <a:pt x="447959" y="200811"/>
                  <a:pt x="544113" y="193000"/>
                </a:cubicBezTo>
                <a:cubicBezTo>
                  <a:pt x="590757" y="189207"/>
                  <a:pt x="656862" y="202462"/>
                  <a:pt x="639292" y="152547"/>
                </a:cubicBezTo>
                <a:cubicBezTo>
                  <a:pt x="630820" y="120432"/>
                  <a:pt x="599339" y="95705"/>
                  <a:pt x="575889" y="68942"/>
                </a:cubicBezTo>
                <a:cubicBezTo>
                  <a:pt x="586428" y="18418"/>
                  <a:pt x="658217" y="1601"/>
                  <a:pt x="738503" y="111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pic>
        <p:nvPicPr>
          <p:cNvPr id="51" name="Picture 24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D3965AAE-0C91-7514-2AC1-C6EDBCEE275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9177709" y="5899791"/>
            <a:ext cx="1455784" cy="779519"/>
          </a:xfrm>
          <a:custGeom>
            <a:avLst/>
            <a:gdLst>
              <a:gd name="connsiteX0" fmla="*/ 1029216 w 1879144"/>
              <a:gd name="connsiteY0" fmla="*/ 449 h 1006212"/>
              <a:gd name="connsiteX1" fmla="*/ 1151797 w 1879144"/>
              <a:gd name="connsiteY1" fmla="*/ 6746 h 1006212"/>
              <a:gd name="connsiteX2" fmla="*/ 1273294 w 1879144"/>
              <a:gd name="connsiteY2" fmla="*/ 93323 h 1006212"/>
              <a:gd name="connsiteX3" fmla="*/ 1218417 w 1879144"/>
              <a:gd name="connsiteY3" fmla="*/ 160618 h 1006212"/>
              <a:gd name="connsiteX4" fmla="*/ 1369685 w 1879144"/>
              <a:gd name="connsiteY4" fmla="*/ 192190 h 1006212"/>
              <a:gd name="connsiteX5" fmla="*/ 1825512 w 1879144"/>
              <a:gd name="connsiteY5" fmla="*/ 207719 h 1006212"/>
              <a:gd name="connsiteX6" fmla="*/ 1864950 w 1879144"/>
              <a:gd name="connsiteY6" fmla="*/ 393879 h 1006212"/>
              <a:gd name="connsiteX7" fmla="*/ 1528765 w 1879144"/>
              <a:gd name="connsiteY7" fmla="*/ 456562 h 1006212"/>
              <a:gd name="connsiteX8" fmla="*/ 1662702 w 1879144"/>
              <a:gd name="connsiteY8" fmla="*/ 646698 h 1006212"/>
              <a:gd name="connsiteX9" fmla="*/ 1878551 w 1879144"/>
              <a:gd name="connsiteY9" fmla="*/ 787830 h 1006212"/>
              <a:gd name="connsiteX10" fmla="*/ 1808807 w 1879144"/>
              <a:gd name="connsiteY10" fmla="*/ 973909 h 1006212"/>
              <a:gd name="connsiteX11" fmla="*/ 1605454 w 1879144"/>
              <a:gd name="connsiteY11" fmla="*/ 1000764 h 1006212"/>
              <a:gd name="connsiteX12" fmla="*/ 1250854 w 1879144"/>
              <a:gd name="connsiteY12" fmla="*/ 909456 h 1006212"/>
              <a:gd name="connsiteX13" fmla="*/ 947967 w 1879144"/>
              <a:gd name="connsiteY13" fmla="*/ 801932 h 1006212"/>
              <a:gd name="connsiteX14" fmla="*/ 891896 w 1879144"/>
              <a:gd name="connsiteY14" fmla="*/ 900495 h 1006212"/>
              <a:gd name="connsiteX15" fmla="*/ 802634 w 1879144"/>
              <a:gd name="connsiteY15" fmla="*/ 998398 h 1006212"/>
              <a:gd name="connsiteX16" fmla="*/ 343592 w 1879144"/>
              <a:gd name="connsiteY16" fmla="*/ 968888 h 1006212"/>
              <a:gd name="connsiteX17" fmla="*/ 375146 w 1879144"/>
              <a:gd name="connsiteY17" fmla="*/ 901646 h 1006212"/>
              <a:gd name="connsiteX18" fmla="*/ 335525 w 1879144"/>
              <a:gd name="connsiteY18" fmla="*/ 626570 h 1006212"/>
              <a:gd name="connsiteX19" fmla="*/ 23946 w 1879144"/>
              <a:gd name="connsiteY19" fmla="*/ 604446 h 1006212"/>
              <a:gd name="connsiteX20" fmla="*/ 28393 w 1879144"/>
              <a:gd name="connsiteY20" fmla="*/ 467689 h 1006212"/>
              <a:gd name="connsiteX21" fmla="*/ 223897 w 1879144"/>
              <a:gd name="connsiteY21" fmla="*/ 464293 h 1006212"/>
              <a:gd name="connsiteX22" fmla="*/ 368642 w 1879144"/>
              <a:gd name="connsiteY22" fmla="*/ 258006 h 1006212"/>
              <a:gd name="connsiteX23" fmla="*/ 360646 w 1879144"/>
              <a:gd name="connsiteY23" fmla="*/ 207812 h 1006212"/>
              <a:gd name="connsiteX24" fmla="*/ 435462 w 1879144"/>
              <a:gd name="connsiteY24" fmla="*/ 207640 h 1006212"/>
              <a:gd name="connsiteX25" fmla="*/ 725723 w 1879144"/>
              <a:gd name="connsiteY25" fmla="*/ 197952 h 1006212"/>
              <a:gd name="connsiteX26" fmla="*/ 870008 w 1879144"/>
              <a:gd name="connsiteY26" fmla="*/ 187090 h 1006212"/>
              <a:gd name="connsiteX27" fmla="*/ 891896 w 1879144"/>
              <a:gd name="connsiteY27" fmla="*/ 107556 h 1006212"/>
              <a:gd name="connsiteX28" fmla="*/ 908896 w 1879144"/>
              <a:gd name="connsiteY28" fmla="*/ 17582 h 1006212"/>
              <a:gd name="connsiteX29" fmla="*/ 1029216 w 1879144"/>
              <a:gd name="connsiteY29" fmla="*/ 449 h 1006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879144" h="1006212">
                <a:moveTo>
                  <a:pt x="1029216" y="449"/>
                </a:moveTo>
                <a:cubicBezTo>
                  <a:pt x="1070231" y="-1068"/>
                  <a:pt x="1111623" y="1321"/>
                  <a:pt x="1151797" y="6746"/>
                </a:cubicBezTo>
                <a:cubicBezTo>
                  <a:pt x="1221799" y="16195"/>
                  <a:pt x="1325431" y="27918"/>
                  <a:pt x="1273294" y="93323"/>
                </a:cubicBezTo>
                <a:cubicBezTo>
                  <a:pt x="1251699" y="120415"/>
                  <a:pt x="1217884" y="127261"/>
                  <a:pt x="1218417" y="160618"/>
                </a:cubicBezTo>
                <a:cubicBezTo>
                  <a:pt x="1219078" y="200569"/>
                  <a:pt x="1325817" y="189548"/>
                  <a:pt x="1369685" y="192190"/>
                </a:cubicBezTo>
                <a:cubicBezTo>
                  <a:pt x="1521284" y="201296"/>
                  <a:pt x="1673380" y="207085"/>
                  <a:pt x="1825512" y="207719"/>
                </a:cubicBezTo>
                <a:cubicBezTo>
                  <a:pt x="1855855" y="268116"/>
                  <a:pt x="1881455" y="330653"/>
                  <a:pt x="1864950" y="393879"/>
                </a:cubicBezTo>
                <a:cubicBezTo>
                  <a:pt x="1820459" y="564296"/>
                  <a:pt x="1645445" y="388961"/>
                  <a:pt x="1528765" y="456562"/>
                </a:cubicBezTo>
                <a:cubicBezTo>
                  <a:pt x="1413002" y="523618"/>
                  <a:pt x="1493516" y="706764"/>
                  <a:pt x="1662702" y="646698"/>
                </a:cubicBezTo>
                <a:cubicBezTo>
                  <a:pt x="1817903" y="591601"/>
                  <a:pt x="1886324" y="679672"/>
                  <a:pt x="1878551" y="787830"/>
                </a:cubicBezTo>
                <a:cubicBezTo>
                  <a:pt x="1876363" y="818478"/>
                  <a:pt x="1840159" y="892711"/>
                  <a:pt x="1808807" y="973909"/>
                </a:cubicBezTo>
                <a:cubicBezTo>
                  <a:pt x="1741287" y="983967"/>
                  <a:pt x="1673785" y="994183"/>
                  <a:pt x="1605454" y="1000764"/>
                </a:cubicBezTo>
                <a:cubicBezTo>
                  <a:pt x="1518380" y="1009155"/>
                  <a:pt x="1117044" y="1023046"/>
                  <a:pt x="1250854" y="909456"/>
                </a:cubicBezTo>
                <a:cubicBezTo>
                  <a:pt x="1393540" y="788332"/>
                  <a:pt x="1044746" y="784645"/>
                  <a:pt x="947967" y="801932"/>
                </a:cubicBezTo>
                <a:cubicBezTo>
                  <a:pt x="857658" y="818067"/>
                  <a:pt x="845014" y="846919"/>
                  <a:pt x="891896" y="900495"/>
                </a:cubicBezTo>
                <a:cubicBezTo>
                  <a:pt x="952930" y="970235"/>
                  <a:pt x="895039" y="987139"/>
                  <a:pt x="802634" y="998398"/>
                </a:cubicBezTo>
                <a:cubicBezTo>
                  <a:pt x="648648" y="1017152"/>
                  <a:pt x="493868" y="991552"/>
                  <a:pt x="343592" y="968888"/>
                </a:cubicBezTo>
                <a:cubicBezTo>
                  <a:pt x="354509" y="946302"/>
                  <a:pt x="365589" y="923901"/>
                  <a:pt x="375146" y="901646"/>
                </a:cubicBezTo>
                <a:cubicBezTo>
                  <a:pt x="415963" y="806583"/>
                  <a:pt x="425815" y="709168"/>
                  <a:pt x="335525" y="626570"/>
                </a:cubicBezTo>
                <a:cubicBezTo>
                  <a:pt x="218879" y="603601"/>
                  <a:pt x="113280" y="720191"/>
                  <a:pt x="23946" y="604446"/>
                </a:cubicBezTo>
                <a:cubicBezTo>
                  <a:pt x="-8785" y="562050"/>
                  <a:pt x="-8583" y="508710"/>
                  <a:pt x="28393" y="467689"/>
                </a:cubicBezTo>
                <a:cubicBezTo>
                  <a:pt x="121477" y="435587"/>
                  <a:pt x="124398" y="445750"/>
                  <a:pt x="223897" y="464293"/>
                </a:cubicBezTo>
                <a:cubicBezTo>
                  <a:pt x="447702" y="506028"/>
                  <a:pt x="400857" y="361434"/>
                  <a:pt x="368642" y="258006"/>
                </a:cubicBezTo>
                <a:cubicBezTo>
                  <a:pt x="363403" y="241262"/>
                  <a:pt x="361179" y="224530"/>
                  <a:pt x="360646" y="207812"/>
                </a:cubicBezTo>
                <a:cubicBezTo>
                  <a:pt x="385586" y="207891"/>
                  <a:pt x="410524" y="207852"/>
                  <a:pt x="435462" y="207640"/>
                </a:cubicBezTo>
                <a:cubicBezTo>
                  <a:pt x="532333" y="206848"/>
                  <a:pt x="629185" y="203781"/>
                  <a:pt x="725723" y="197952"/>
                </a:cubicBezTo>
                <a:cubicBezTo>
                  <a:pt x="773911" y="195046"/>
                  <a:pt x="822023" y="191438"/>
                  <a:pt x="870008" y="187090"/>
                </a:cubicBezTo>
                <a:cubicBezTo>
                  <a:pt x="944201" y="180349"/>
                  <a:pt x="924939" y="145314"/>
                  <a:pt x="891896" y="107556"/>
                </a:cubicBezTo>
                <a:cubicBezTo>
                  <a:pt x="850729" y="60507"/>
                  <a:pt x="848782" y="50015"/>
                  <a:pt x="908896" y="17582"/>
                </a:cubicBezTo>
                <a:cubicBezTo>
                  <a:pt x="947563" y="7386"/>
                  <a:pt x="988201" y="1965"/>
                  <a:pt x="1029216" y="449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pic>
        <p:nvPicPr>
          <p:cNvPr id="49" name="Picture 10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821E1EDB-2478-8821-62D4-82E4B232C8F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10744571" y="927937"/>
            <a:ext cx="1232121" cy="903500"/>
          </a:xfrm>
          <a:custGeom>
            <a:avLst/>
            <a:gdLst>
              <a:gd name="connsiteX0" fmla="*/ 713519 w 1590436"/>
              <a:gd name="connsiteY0" fmla="*/ 1909 h 1166249"/>
              <a:gd name="connsiteX1" fmla="*/ 826164 w 1590436"/>
              <a:gd name="connsiteY1" fmla="*/ 2709 h 1166249"/>
              <a:gd name="connsiteX2" fmla="*/ 1005533 w 1590436"/>
              <a:gd name="connsiteY2" fmla="*/ 68034 h 1166249"/>
              <a:gd name="connsiteX3" fmla="*/ 936615 w 1590436"/>
              <a:gd name="connsiteY3" fmla="*/ 136850 h 1166249"/>
              <a:gd name="connsiteX4" fmla="*/ 1035912 w 1590436"/>
              <a:gd name="connsiteY4" fmla="*/ 189489 h 1166249"/>
              <a:gd name="connsiteX5" fmla="*/ 1545936 w 1590436"/>
              <a:gd name="connsiteY5" fmla="*/ 208149 h 1166249"/>
              <a:gd name="connsiteX6" fmla="*/ 1553929 w 1590436"/>
              <a:gd name="connsiteY6" fmla="*/ 258343 h 1166249"/>
              <a:gd name="connsiteX7" fmla="*/ 1409185 w 1590436"/>
              <a:gd name="connsiteY7" fmla="*/ 464630 h 1166249"/>
              <a:gd name="connsiteX8" fmla="*/ 1213681 w 1590436"/>
              <a:gd name="connsiteY8" fmla="*/ 468027 h 1166249"/>
              <a:gd name="connsiteX9" fmla="*/ 1209233 w 1590436"/>
              <a:gd name="connsiteY9" fmla="*/ 604783 h 1166249"/>
              <a:gd name="connsiteX10" fmla="*/ 1520812 w 1590436"/>
              <a:gd name="connsiteY10" fmla="*/ 626907 h 1166249"/>
              <a:gd name="connsiteX11" fmla="*/ 1560435 w 1590436"/>
              <a:gd name="connsiteY11" fmla="*/ 901983 h 1166249"/>
              <a:gd name="connsiteX12" fmla="*/ 1528879 w 1590436"/>
              <a:gd name="connsiteY12" fmla="*/ 969225 h 1166249"/>
              <a:gd name="connsiteX13" fmla="*/ 1528733 w 1590436"/>
              <a:gd name="connsiteY13" fmla="*/ 969211 h 1166249"/>
              <a:gd name="connsiteX14" fmla="*/ 1031814 w 1590436"/>
              <a:gd name="connsiteY14" fmla="*/ 960542 h 1166249"/>
              <a:gd name="connsiteX15" fmla="*/ 935606 w 1590436"/>
              <a:gd name="connsiteY15" fmla="*/ 1149318 h 1166249"/>
              <a:gd name="connsiteX16" fmla="*/ 590671 w 1590436"/>
              <a:gd name="connsiteY16" fmla="*/ 1077464 h 1166249"/>
              <a:gd name="connsiteX17" fmla="*/ 563049 w 1590436"/>
              <a:gd name="connsiteY17" fmla="*/ 956842 h 1166249"/>
              <a:gd name="connsiteX18" fmla="*/ 329282 w 1590436"/>
              <a:gd name="connsiteY18" fmla="*/ 939608 h 1166249"/>
              <a:gd name="connsiteX19" fmla="*/ 54109 w 1590436"/>
              <a:gd name="connsiteY19" fmla="*/ 976705 h 1166249"/>
              <a:gd name="connsiteX20" fmla="*/ 35106 w 1590436"/>
              <a:gd name="connsiteY20" fmla="*/ 968934 h 1166249"/>
              <a:gd name="connsiteX21" fmla="*/ 3865 w 1590436"/>
              <a:gd name="connsiteY21" fmla="*/ 734550 h 1166249"/>
              <a:gd name="connsiteX22" fmla="*/ 148094 w 1590436"/>
              <a:gd name="connsiteY22" fmla="*/ 623814 h 1166249"/>
              <a:gd name="connsiteX23" fmla="*/ 301402 w 1590436"/>
              <a:gd name="connsiteY23" fmla="*/ 664797 h 1166249"/>
              <a:gd name="connsiteX24" fmla="*/ 381879 w 1590436"/>
              <a:gd name="connsiteY24" fmla="*/ 457638 h 1166249"/>
              <a:gd name="connsiteX25" fmla="*/ 26266 w 1590436"/>
              <a:gd name="connsiteY25" fmla="*/ 421203 h 1166249"/>
              <a:gd name="connsiteX26" fmla="*/ 59348 w 1590436"/>
              <a:gd name="connsiteY26" fmla="*/ 175876 h 1166249"/>
              <a:gd name="connsiteX27" fmla="*/ 211847 w 1590436"/>
              <a:gd name="connsiteY27" fmla="*/ 197947 h 1166249"/>
              <a:gd name="connsiteX28" fmla="*/ 441608 w 1590436"/>
              <a:gd name="connsiteY28" fmla="*/ 211479 h 1166249"/>
              <a:gd name="connsiteX29" fmla="*/ 622537 w 1590436"/>
              <a:gd name="connsiteY29" fmla="*/ 128537 h 1166249"/>
              <a:gd name="connsiteX30" fmla="*/ 607781 w 1590436"/>
              <a:gd name="connsiteY30" fmla="*/ 26246 h 1166249"/>
              <a:gd name="connsiteX31" fmla="*/ 713519 w 1590436"/>
              <a:gd name="connsiteY31" fmla="*/ 1909 h 1166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590436" h="1166249">
                <a:moveTo>
                  <a:pt x="713519" y="1909"/>
                </a:moveTo>
                <a:cubicBezTo>
                  <a:pt x="751389" y="-1226"/>
                  <a:pt x="790410" y="-172"/>
                  <a:pt x="826164" y="2709"/>
                </a:cubicBezTo>
                <a:cubicBezTo>
                  <a:pt x="887252" y="7624"/>
                  <a:pt x="1001178" y="13573"/>
                  <a:pt x="1005533" y="68034"/>
                </a:cubicBezTo>
                <a:cubicBezTo>
                  <a:pt x="990408" y="94612"/>
                  <a:pt x="968814" y="119233"/>
                  <a:pt x="936615" y="136850"/>
                </a:cubicBezTo>
                <a:cubicBezTo>
                  <a:pt x="920591" y="195567"/>
                  <a:pt x="970118" y="185233"/>
                  <a:pt x="1035912" y="189489"/>
                </a:cubicBezTo>
                <a:cubicBezTo>
                  <a:pt x="1205484" y="200444"/>
                  <a:pt x="1375665" y="207582"/>
                  <a:pt x="1545936" y="208149"/>
                </a:cubicBezTo>
                <a:cubicBezTo>
                  <a:pt x="1546487" y="224867"/>
                  <a:pt x="1548710" y="241585"/>
                  <a:pt x="1553929" y="258343"/>
                </a:cubicBezTo>
                <a:cubicBezTo>
                  <a:pt x="1586145" y="361757"/>
                  <a:pt x="1632992" y="506352"/>
                  <a:pt x="1409185" y="464630"/>
                </a:cubicBezTo>
                <a:cubicBezTo>
                  <a:pt x="1309687" y="446075"/>
                  <a:pt x="1306747" y="435912"/>
                  <a:pt x="1213681" y="468027"/>
                </a:cubicBezTo>
                <a:cubicBezTo>
                  <a:pt x="1176705" y="509048"/>
                  <a:pt x="1176502" y="562387"/>
                  <a:pt x="1209233" y="604783"/>
                </a:cubicBezTo>
                <a:cubicBezTo>
                  <a:pt x="1298568" y="720529"/>
                  <a:pt x="1404168" y="603938"/>
                  <a:pt x="1520812" y="626907"/>
                </a:cubicBezTo>
                <a:cubicBezTo>
                  <a:pt x="1611102" y="709507"/>
                  <a:pt x="1601253" y="806920"/>
                  <a:pt x="1560435" y="901983"/>
                </a:cubicBezTo>
                <a:cubicBezTo>
                  <a:pt x="1550879" y="924238"/>
                  <a:pt x="1539798" y="946640"/>
                  <a:pt x="1528879" y="969225"/>
                </a:cubicBezTo>
                <a:cubicBezTo>
                  <a:pt x="1528825" y="969225"/>
                  <a:pt x="1528789" y="969211"/>
                  <a:pt x="1528733" y="969211"/>
                </a:cubicBezTo>
                <a:cubicBezTo>
                  <a:pt x="1365446" y="944590"/>
                  <a:pt x="1194826" y="922547"/>
                  <a:pt x="1031814" y="960542"/>
                </a:cubicBezTo>
                <a:cubicBezTo>
                  <a:pt x="805159" y="1013365"/>
                  <a:pt x="1112750" y="1093785"/>
                  <a:pt x="935606" y="1149318"/>
                </a:cubicBezTo>
                <a:cubicBezTo>
                  <a:pt x="862884" y="1172102"/>
                  <a:pt x="482167" y="1189824"/>
                  <a:pt x="590671" y="1077464"/>
                </a:cubicBezTo>
                <a:cubicBezTo>
                  <a:pt x="643819" y="1022419"/>
                  <a:pt x="661811" y="984371"/>
                  <a:pt x="563049" y="956842"/>
                </a:cubicBezTo>
                <a:cubicBezTo>
                  <a:pt x="488876" y="936158"/>
                  <a:pt x="407608" y="934190"/>
                  <a:pt x="329282" y="939608"/>
                </a:cubicBezTo>
                <a:cubicBezTo>
                  <a:pt x="236179" y="946044"/>
                  <a:pt x="145391" y="962789"/>
                  <a:pt x="54109" y="976705"/>
                </a:cubicBezTo>
                <a:cubicBezTo>
                  <a:pt x="47897" y="973890"/>
                  <a:pt x="41502" y="971419"/>
                  <a:pt x="35106" y="968934"/>
                </a:cubicBezTo>
                <a:cubicBezTo>
                  <a:pt x="29704" y="890234"/>
                  <a:pt x="-12842" y="817322"/>
                  <a:pt x="3865" y="734550"/>
                </a:cubicBezTo>
                <a:cubicBezTo>
                  <a:pt x="14008" y="684198"/>
                  <a:pt x="64824" y="613600"/>
                  <a:pt x="148094" y="623814"/>
                </a:cubicBezTo>
                <a:cubicBezTo>
                  <a:pt x="202640" y="630502"/>
                  <a:pt x="246121" y="659854"/>
                  <a:pt x="301402" y="664797"/>
                </a:cubicBezTo>
                <a:cubicBezTo>
                  <a:pt x="437234" y="676916"/>
                  <a:pt x="450208" y="511269"/>
                  <a:pt x="381879" y="457638"/>
                </a:cubicBezTo>
                <a:cubicBezTo>
                  <a:pt x="282179" y="379400"/>
                  <a:pt x="99098" y="557854"/>
                  <a:pt x="26266" y="421203"/>
                </a:cubicBezTo>
                <a:cubicBezTo>
                  <a:pt x="-16884" y="340243"/>
                  <a:pt x="22443" y="253877"/>
                  <a:pt x="59348" y="175876"/>
                </a:cubicBezTo>
                <a:cubicBezTo>
                  <a:pt x="110181" y="183568"/>
                  <a:pt x="160940" y="191498"/>
                  <a:pt x="211847" y="197947"/>
                </a:cubicBezTo>
                <a:cubicBezTo>
                  <a:pt x="287581" y="207541"/>
                  <a:pt x="364585" y="214096"/>
                  <a:pt x="441608" y="211479"/>
                </a:cubicBezTo>
                <a:cubicBezTo>
                  <a:pt x="520026" y="208810"/>
                  <a:pt x="671663" y="208030"/>
                  <a:pt x="622537" y="128537"/>
                </a:cubicBezTo>
                <a:cubicBezTo>
                  <a:pt x="597819" y="88546"/>
                  <a:pt x="536602" y="57978"/>
                  <a:pt x="607781" y="26246"/>
                </a:cubicBezTo>
                <a:cubicBezTo>
                  <a:pt x="638931" y="12370"/>
                  <a:pt x="675650" y="5045"/>
                  <a:pt x="713519" y="1909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pic>
        <p:nvPicPr>
          <p:cNvPr id="47" name="Picture 8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FB84D857-A5B5-0948-A1FD-7ED95CEBB7C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257788" y="2055209"/>
            <a:ext cx="1683538" cy="795036"/>
          </a:xfrm>
          <a:custGeom>
            <a:avLst/>
            <a:gdLst>
              <a:gd name="connsiteX0" fmla="*/ 1503310 w 2173131"/>
              <a:gd name="connsiteY0" fmla="*/ 5 h 1026242"/>
              <a:gd name="connsiteX1" fmla="*/ 1810203 w 2173131"/>
              <a:gd name="connsiteY1" fmla="*/ 29437 h 1026242"/>
              <a:gd name="connsiteX2" fmla="*/ 1777123 w 2173131"/>
              <a:gd name="connsiteY2" fmla="*/ 274764 h 1026242"/>
              <a:gd name="connsiteX3" fmla="*/ 2132735 w 2173131"/>
              <a:gd name="connsiteY3" fmla="*/ 311199 h 1026242"/>
              <a:gd name="connsiteX4" fmla="*/ 2052259 w 2173131"/>
              <a:gd name="connsiteY4" fmla="*/ 518359 h 1026242"/>
              <a:gd name="connsiteX5" fmla="*/ 1898949 w 2173131"/>
              <a:gd name="connsiteY5" fmla="*/ 477377 h 1026242"/>
              <a:gd name="connsiteX6" fmla="*/ 1754720 w 2173131"/>
              <a:gd name="connsiteY6" fmla="*/ 588112 h 1026242"/>
              <a:gd name="connsiteX7" fmla="*/ 1785961 w 2173131"/>
              <a:gd name="connsiteY7" fmla="*/ 822496 h 1026242"/>
              <a:gd name="connsiteX8" fmla="*/ 1582261 w 2173131"/>
              <a:gd name="connsiteY8" fmla="*/ 789984 h 1026242"/>
              <a:gd name="connsiteX9" fmla="*/ 1221964 w 2173131"/>
              <a:gd name="connsiteY9" fmla="*/ 892447 h 1026242"/>
              <a:gd name="connsiteX10" fmla="*/ 1216210 w 2173131"/>
              <a:gd name="connsiteY10" fmla="*/ 1002866 h 1026242"/>
              <a:gd name="connsiteX11" fmla="*/ 993802 w 2173131"/>
              <a:gd name="connsiteY11" fmla="*/ 1023126 h 1026242"/>
              <a:gd name="connsiteX12" fmla="*/ 849167 w 2173131"/>
              <a:gd name="connsiteY12" fmla="*/ 955143 h 1026242"/>
              <a:gd name="connsiteX13" fmla="*/ 877653 w 2173131"/>
              <a:gd name="connsiteY13" fmla="*/ 825403 h 1026242"/>
              <a:gd name="connsiteX14" fmla="*/ 334752 w 2173131"/>
              <a:gd name="connsiteY14" fmla="*/ 826790 h 1026242"/>
              <a:gd name="connsiteX15" fmla="*/ 377958 w 2173131"/>
              <a:gd name="connsiteY15" fmla="*/ 532857 h 1026242"/>
              <a:gd name="connsiteX16" fmla="*/ 31166 w 2173131"/>
              <a:gd name="connsiteY16" fmla="*/ 477468 h 1026242"/>
              <a:gd name="connsiteX17" fmla="*/ 11594 w 2173131"/>
              <a:gd name="connsiteY17" fmla="*/ 343671 h 1026242"/>
              <a:gd name="connsiteX18" fmla="*/ 239334 w 2173131"/>
              <a:gd name="connsiteY18" fmla="*/ 321666 h 1026242"/>
              <a:gd name="connsiteX19" fmla="*/ 336718 w 2173131"/>
              <a:gd name="connsiteY19" fmla="*/ 34763 h 1026242"/>
              <a:gd name="connsiteX20" fmla="*/ 768727 w 2173131"/>
              <a:gd name="connsiteY20" fmla="*/ 10181 h 1026242"/>
              <a:gd name="connsiteX21" fmla="*/ 913288 w 2173131"/>
              <a:gd name="connsiteY21" fmla="*/ 89067 h 1026242"/>
              <a:gd name="connsiteX22" fmla="*/ 921153 w 2173131"/>
              <a:gd name="connsiteY22" fmla="*/ 218200 h 1026242"/>
              <a:gd name="connsiteX23" fmla="*/ 1281010 w 2173131"/>
              <a:gd name="connsiteY23" fmla="*/ 149913 h 1026242"/>
              <a:gd name="connsiteX24" fmla="*/ 1235747 w 2173131"/>
              <a:gd name="connsiteY24" fmla="*/ 43538 h 1026242"/>
              <a:gd name="connsiteX25" fmla="*/ 1503310 w 2173131"/>
              <a:gd name="connsiteY25" fmla="*/ 5 h 1026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173131" h="1026242">
                <a:moveTo>
                  <a:pt x="1503310" y="5"/>
                </a:moveTo>
                <a:cubicBezTo>
                  <a:pt x="1607164" y="-285"/>
                  <a:pt x="1708848" y="14094"/>
                  <a:pt x="1810203" y="29437"/>
                </a:cubicBezTo>
                <a:cubicBezTo>
                  <a:pt x="1773300" y="107450"/>
                  <a:pt x="1733971" y="193803"/>
                  <a:pt x="1777123" y="274764"/>
                </a:cubicBezTo>
                <a:cubicBezTo>
                  <a:pt x="1849953" y="411415"/>
                  <a:pt x="2033036" y="232961"/>
                  <a:pt x="2132735" y="311199"/>
                </a:cubicBezTo>
                <a:cubicBezTo>
                  <a:pt x="2201065" y="364830"/>
                  <a:pt x="2188089" y="530477"/>
                  <a:pt x="2052259" y="518359"/>
                </a:cubicBezTo>
                <a:cubicBezTo>
                  <a:pt x="1996976" y="513429"/>
                  <a:pt x="1953495" y="484063"/>
                  <a:pt x="1898949" y="477377"/>
                </a:cubicBezTo>
                <a:cubicBezTo>
                  <a:pt x="1815679" y="467160"/>
                  <a:pt x="1764865" y="537759"/>
                  <a:pt x="1754720" y="588112"/>
                </a:cubicBezTo>
                <a:cubicBezTo>
                  <a:pt x="1738032" y="670883"/>
                  <a:pt x="1780559" y="743795"/>
                  <a:pt x="1785961" y="822496"/>
                </a:cubicBezTo>
                <a:cubicBezTo>
                  <a:pt x="1723716" y="798311"/>
                  <a:pt x="1652851" y="789164"/>
                  <a:pt x="1582261" y="789984"/>
                </a:cubicBezTo>
                <a:cubicBezTo>
                  <a:pt x="1512039" y="790790"/>
                  <a:pt x="1162676" y="808209"/>
                  <a:pt x="1221964" y="892447"/>
                </a:cubicBezTo>
                <a:cubicBezTo>
                  <a:pt x="1260263" y="946896"/>
                  <a:pt x="1333628" y="966060"/>
                  <a:pt x="1216210" y="1002866"/>
                </a:cubicBezTo>
                <a:cubicBezTo>
                  <a:pt x="1146742" y="1024632"/>
                  <a:pt x="1068581" y="1030712"/>
                  <a:pt x="993802" y="1023126"/>
                </a:cubicBezTo>
                <a:cubicBezTo>
                  <a:pt x="957908" y="1019479"/>
                  <a:pt x="825643" y="1002072"/>
                  <a:pt x="849167" y="955143"/>
                </a:cubicBezTo>
                <a:cubicBezTo>
                  <a:pt x="881439" y="916513"/>
                  <a:pt x="969450" y="851914"/>
                  <a:pt x="877653" y="825403"/>
                </a:cubicBezTo>
                <a:cubicBezTo>
                  <a:pt x="699443" y="773914"/>
                  <a:pt x="517373" y="799421"/>
                  <a:pt x="334752" y="826790"/>
                </a:cubicBezTo>
                <a:cubicBezTo>
                  <a:pt x="382019" y="729813"/>
                  <a:pt x="438513" y="632729"/>
                  <a:pt x="377958" y="532857"/>
                </a:cubicBezTo>
                <a:cubicBezTo>
                  <a:pt x="292960" y="392688"/>
                  <a:pt x="128900" y="591799"/>
                  <a:pt x="31166" y="477468"/>
                </a:cubicBezTo>
                <a:cubicBezTo>
                  <a:pt x="-2649" y="437913"/>
                  <a:pt x="-8584" y="387468"/>
                  <a:pt x="11594" y="343671"/>
                </a:cubicBezTo>
                <a:cubicBezTo>
                  <a:pt x="47561" y="265578"/>
                  <a:pt x="162552" y="304618"/>
                  <a:pt x="239334" y="321666"/>
                </a:cubicBezTo>
                <a:cubicBezTo>
                  <a:pt x="449633" y="368358"/>
                  <a:pt x="395877" y="182451"/>
                  <a:pt x="336718" y="34763"/>
                </a:cubicBezTo>
                <a:cubicBezTo>
                  <a:pt x="478190" y="13764"/>
                  <a:pt x="624442" y="-8044"/>
                  <a:pt x="768727" y="10181"/>
                </a:cubicBezTo>
                <a:cubicBezTo>
                  <a:pt x="830716" y="18005"/>
                  <a:pt x="943281" y="27138"/>
                  <a:pt x="913288" y="89067"/>
                </a:cubicBezTo>
                <a:cubicBezTo>
                  <a:pt x="879068" y="142816"/>
                  <a:pt x="800595" y="190221"/>
                  <a:pt x="921153" y="218200"/>
                </a:cubicBezTo>
                <a:cubicBezTo>
                  <a:pt x="994444" y="235209"/>
                  <a:pt x="1314991" y="248425"/>
                  <a:pt x="1281010" y="149913"/>
                </a:cubicBezTo>
                <a:cubicBezTo>
                  <a:pt x="1239606" y="117494"/>
                  <a:pt x="1187193" y="86173"/>
                  <a:pt x="1235747" y="43538"/>
                </a:cubicBezTo>
                <a:cubicBezTo>
                  <a:pt x="1319016" y="13803"/>
                  <a:pt x="1410649" y="270"/>
                  <a:pt x="1503310" y="5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pic>
        <p:nvPicPr>
          <p:cNvPr id="45" name="Picture 7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F3994F90-7473-6BF6-1FBD-30898779FE6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349545" y="954996"/>
            <a:ext cx="1239011" cy="781371"/>
          </a:xfrm>
          <a:custGeom>
            <a:avLst/>
            <a:gdLst>
              <a:gd name="connsiteX0" fmla="*/ 739350 w 1599331"/>
              <a:gd name="connsiteY0" fmla="*/ 629 h 1008604"/>
              <a:gd name="connsiteX1" fmla="*/ 872286 w 1599331"/>
              <a:gd name="connsiteY1" fmla="*/ 7462 h 1008604"/>
              <a:gd name="connsiteX2" fmla="*/ 993763 w 1599331"/>
              <a:gd name="connsiteY2" fmla="*/ 94039 h 1008604"/>
              <a:gd name="connsiteX3" fmla="*/ 1019878 w 1599331"/>
              <a:gd name="connsiteY3" fmla="*/ 201285 h 1008604"/>
              <a:gd name="connsiteX4" fmla="*/ 1515696 w 1599331"/>
              <a:gd name="connsiteY4" fmla="*/ 183946 h 1008604"/>
              <a:gd name="connsiteX5" fmla="*/ 1531758 w 1599331"/>
              <a:gd name="connsiteY5" fmla="*/ 181567 h 1008604"/>
              <a:gd name="connsiteX6" fmla="*/ 1434374 w 1599331"/>
              <a:gd name="connsiteY6" fmla="*/ 468470 h 1008604"/>
              <a:gd name="connsiteX7" fmla="*/ 1206634 w 1599331"/>
              <a:gd name="connsiteY7" fmla="*/ 490475 h 1008604"/>
              <a:gd name="connsiteX8" fmla="*/ 1226209 w 1599331"/>
              <a:gd name="connsiteY8" fmla="*/ 624272 h 1008604"/>
              <a:gd name="connsiteX9" fmla="*/ 1572998 w 1599331"/>
              <a:gd name="connsiteY9" fmla="*/ 679661 h 1008604"/>
              <a:gd name="connsiteX10" fmla="*/ 1529792 w 1599331"/>
              <a:gd name="connsiteY10" fmla="*/ 973594 h 1008604"/>
              <a:gd name="connsiteX11" fmla="*/ 1135035 w 1599331"/>
              <a:gd name="connsiteY11" fmla="*/ 1007347 h 1008604"/>
              <a:gd name="connsiteX12" fmla="*/ 942049 w 1599331"/>
              <a:gd name="connsiteY12" fmla="*/ 930181 h 1008604"/>
              <a:gd name="connsiteX13" fmla="*/ 950797 w 1599331"/>
              <a:gd name="connsiteY13" fmla="*/ 815176 h 1008604"/>
              <a:gd name="connsiteX14" fmla="*/ 574583 w 1599331"/>
              <a:gd name="connsiteY14" fmla="*/ 860877 h 1008604"/>
              <a:gd name="connsiteX15" fmla="*/ 637986 w 1599331"/>
              <a:gd name="connsiteY15" fmla="*/ 944480 h 1008604"/>
              <a:gd name="connsiteX16" fmla="*/ 542807 w 1599331"/>
              <a:gd name="connsiteY16" fmla="*/ 984934 h 1008604"/>
              <a:gd name="connsiteX17" fmla="*/ 253355 w 1599331"/>
              <a:gd name="connsiteY17" fmla="*/ 999934 h 1008604"/>
              <a:gd name="connsiteX18" fmla="*/ 72113 w 1599331"/>
              <a:gd name="connsiteY18" fmla="*/ 1001546 h 1008604"/>
              <a:gd name="connsiteX19" fmla="*/ 1559 w 1599331"/>
              <a:gd name="connsiteY19" fmla="*/ 820581 h 1008604"/>
              <a:gd name="connsiteX20" fmla="*/ 152773 w 1599331"/>
              <a:gd name="connsiteY20" fmla="*/ 623968 h 1008604"/>
              <a:gd name="connsiteX21" fmla="*/ 306100 w 1599331"/>
              <a:gd name="connsiteY21" fmla="*/ 664950 h 1008604"/>
              <a:gd name="connsiteX22" fmla="*/ 426456 w 1599331"/>
              <a:gd name="connsiteY22" fmla="*/ 566083 h 1008604"/>
              <a:gd name="connsiteX23" fmla="*/ 364155 w 1599331"/>
              <a:gd name="connsiteY23" fmla="*/ 441194 h 1008604"/>
              <a:gd name="connsiteX24" fmla="*/ 166244 w 1599331"/>
              <a:gd name="connsiteY24" fmla="*/ 473519 h 1008604"/>
              <a:gd name="connsiteX25" fmla="*/ 32490 w 1599331"/>
              <a:gd name="connsiteY25" fmla="*/ 300523 h 1008604"/>
              <a:gd name="connsiteX26" fmla="*/ 46236 w 1599331"/>
              <a:gd name="connsiteY26" fmla="*/ 208210 h 1008604"/>
              <a:gd name="connsiteX27" fmla="*/ 155970 w 1599331"/>
              <a:gd name="connsiteY27" fmla="*/ 208356 h 1008604"/>
              <a:gd name="connsiteX28" fmla="*/ 446212 w 1599331"/>
              <a:gd name="connsiteY28" fmla="*/ 198668 h 1008604"/>
              <a:gd name="connsiteX29" fmla="*/ 628007 w 1599331"/>
              <a:gd name="connsiteY29" fmla="*/ 128915 h 1008604"/>
              <a:gd name="connsiteX30" fmla="*/ 613249 w 1599331"/>
              <a:gd name="connsiteY30" fmla="*/ 26625 h 1008604"/>
              <a:gd name="connsiteX31" fmla="*/ 739350 w 1599331"/>
              <a:gd name="connsiteY31" fmla="*/ 629 h 1008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599331" h="1008604">
                <a:moveTo>
                  <a:pt x="739350" y="629"/>
                </a:moveTo>
                <a:cubicBezTo>
                  <a:pt x="784651" y="-1469"/>
                  <a:pt x="831092" y="1905"/>
                  <a:pt x="872286" y="7462"/>
                </a:cubicBezTo>
                <a:cubicBezTo>
                  <a:pt x="942288" y="16911"/>
                  <a:pt x="1045903" y="28634"/>
                  <a:pt x="993763" y="94039"/>
                </a:cubicBezTo>
                <a:cubicBezTo>
                  <a:pt x="948095" y="151316"/>
                  <a:pt x="897610" y="178687"/>
                  <a:pt x="1019878" y="201285"/>
                </a:cubicBezTo>
                <a:cubicBezTo>
                  <a:pt x="1184048" y="231642"/>
                  <a:pt x="1353235" y="207985"/>
                  <a:pt x="1515696" y="183946"/>
                </a:cubicBezTo>
                <a:cubicBezTo>
                  <a:pt x="1521044" y="183153"/>
                  <a:pt x="1526393" y="182360"/>
                  <a:pt x="1531758" y="181567"/>
                </a:cubicBezTo>
                <a:cubicBezTo>
                  <a:pt x="1590917" y="329255"/>
                  <a:pt x="1644673" y="515162"/>
                  <a:pt x="1434374" y="468470"/>
                </a:cubicBezTo>
                <a:cubicBezTo>
                  <a:pt x="1357592" y="451422"/>
                  <a:pt x="1242601" y="412396"/>
                  <a:pt x="1206634" y="490475"/>
                </a:cubicBezTo>
                <a:cubicBezTo>
                  <a:pt x="1186437" y="534272"/>
                  <a:pt x="1192393" y="584717"/>
                  <a:pt x="1226209" y="624272"/>
                </a:cubicBezTo>
                <a:cubicBezTo>
                  <a:pt x="1323960" y="738603"/>
                  <a:pt x="1488001" y="539493"/>
                  <a:pt x="1572998" y="679661"/>
                </a:cubicBezTo>
                <a:cubicBezTo>
                  <a:pt x="1633554" y="779532"/>
                  <a:pt x="1577060" y="876629"/>
                  <a:pt x="1529792" y="973594"/>
                </a:cubicBezTo>
                <a:cubicBezTo>
                  <a:pt x="1398077" y="993299"/>
                  <a:pt x="1266069" y="1013956"/>
                  <a:pt x="1135035" y="1007347"/>
                </a:cubicBezTo>
                <a:cubicBezTo>
                  <a:pt x="1059667" y="1003554"/>
                  <a:pt x="922403" y="1002365"/>
                  <a:pt x="942049" y="930181"/>
                </a:cubicBezTo>
                <a:cubicBezTo>
                  <a:pt x="1006683" y="894815"/>
                  <a:pt x="1044579" y="837894"/>
                  <a:pt x="950797" y="815176"/>
                </a:cubicBezTo>
                <a:cubicBezTo>
                  <a:pt x="861738" y="793607"/>
                  <a:pt x="595662" y="759827"/>
                  <a:pt x="574583" y="860877"/>
                </a:cubicBezTo>
                <a:cubicBezTo>
                  <a:pt x="598032" y="887639"/>
                  <a:pt x="629514" y="912365"/>
                  <a:pt x="637986" y="944480"/>
                </a:cubicBezTo>
                <a:cubicBezTo>
                  <a:pt x="655556" y="994397"/>
                  <a:pt x="589449" y="981141"/>
                  <a:pt x="542807" y="984934"/>
                </a:cubicBezTo>
                <a:cubicBezTo>
                  <a:pt x="446673" y="992744"/>
                  <a:pt x="350060" y="997555"/>
                  <a:pt x="253355" y="999934"/>
                </a:cubicBezTo>
                <a:cubicBezTo>
                  <a:pt x="192946" y="1001413"/>
                  <a:pt x="132502" y="1001850"/>
                  <a:pt x="72113" y="1001546"/>
                </a:cubicBezTo>
                <a:cubicBezTo>
                  <a:pt x="41917" y="922172"/>
                  <a:pt x="5989" y="848797"/>
                  <a:pt x="1559" y="820581"/>
                </a:cubicBezTo>
                <a:cubicBezTo>
                  <a:pt x="-8364" y="757251"/>
                  <a:pt x="27583" y="607343"/>
                  <a:pt x="152773" y="623968"/>
                </a:cubicBezTo>
                <a:cubicBezTo>
                  <a:pt x="207079" y="631184"/>
                  <a:pt x="250671" y="660577"/>
                  <a:pt x="306100" y="664950"/>
                </a:cubicBezTo>
                <a:cubicBezTo>
                  <a:pt x="389720" y="671559"/>
                  <a:pt x="416753" y="614849"/>
                  <a:pt x="426456" y="566083"/>
                </a:cubicBezTo>
                <a:cubicBezTo>
                  <a:pt x="435959" y="518360"/>
                  <a:pt x="419142" y="471524"/>
                  <a:pt x="364155" y="441194"/>
                </a:cubicBezTo>
                <a:cubicBezTo>
                  <a:pt x="293254" y="429074"/>
                  <a:pt x="232386" y="462827"/>
                  <a:pt x="166244" y="473519"/>
                </a:cubicBezTo>
                <a:cubicBezTo>
                  <a:pt x="-13622" y="502594"/>
                  <a:pt x="-94" y="380545"/>
                  <a:pt x="32490" y="300523"/>
                </a:cubicBezTo>
                <a:cubicBezTo>
                  <a:pt x="45463" y="268673"/>
                  <a:pt x="48441" y="238184"/>
                  <a:pt x="46236" y="208210"/>
                </a:cubicBezTo>
                <a:cubicBezTo>
                  <a:pt x="82808" y="208528"/>
                  <a:pt x="119380" y="208660"/>
                  <a:pt x="155970" y="208356"/>
                </a:cubicBezTo>
                <a:cubicBezTo>
                  <a:pt x="252840" y="207563"/>
                  <a:pt x="349674" y="204497"/>
                  <a:pt x="446212" y="198668"/>
                </a:cubicBezTo>
                <a:cubicBezTo>
                  <a:pt x="523125" y="194017"/>
                  <a:pt x="678381" y="210404"/>
                  <a:pt x="628007" y="128915"/>
                </a:cubicBezTo>
                <a:cubicBezTo>
                  <a:pt x="603289" y="88937"/>
                  <a:pt x="542053" y="58343"/>
                  <a:pt x="613249" y="26625"/>
                </a:cubicBezTo>
                <a:cubicBezTo>
                  <a:pt x="649885" y="10297"/>
                  <a:pt x="694048" y="2727"/>
                  <a:pt x="739350" y="629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pic>
        <p:nvPicPr>
          <p:cNvPr id="43" name="Picture 11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85B4489F-1519-4E70-0769-BCFB5BDB1B2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10199406" y="1982076"/>
            <a:ext cx="1573931" cy="775337"/>
          </a:xfrm>
          <a:custGeom>
            <a:avLst/>
            <a:gdLst>
              <a:gd name="connsiteX0" fmla="*/ 1027623 w 2031650"/>
              <a:gd name="connsiteY0" fmla="*/ 448 h 1000815"/>
              <a:gd name="connsiteX1" fmla="*/ 1150204 w 2031650"/>
              <a:gd name="connsiteY1" fmla="*/ 6746 h 1000815"/>
              <a:gd name="connsiteX2" fmla="*/ 1271699 w 2031650"/>
              <a:gd name="connsiteY2" fmla="*/ 93323 h 1000815"/>
              <a:gd name="connsiteX3" fmla="*/ 1216824 w 2031650"/>
              <a:gd name="connsiteY3" fmla="*/ 160618 h 1000815"/>
              <a:gd name="connsiteX4" fmla="*/ 1336924 w 2031650"/>
              <a:gd name="connsiteY4" fmla="*/ 206795 h 1000815"/>
              <a:gd name="connsiteX5" fmla="*/ 1806919 w 2031650"/>
              <a:gd name="connsiteY5" fmla="*/ 180019 h 1000815"/>
              <a:gd name="connsiteX6" fmla="*/ 1764724 w 2031650"/>
              <a:gd name="connsiteY6" fmla="*/ 379248 h 1000815"/>
              <a:gd name="connsiteX7" fmla="*/ 2026135 w 2031650"/>
              <a:gd name="connsiteY7" fmla="*/ 442372 h 1000815"/>
              <a:gd name="connsiteX8" fmla="*/ 2031650 w 2031650"/>
              <a:gd name="connsiteY8" fmla="*/ 441885 h 1000815"/>
              <a:gd name="connsiteX9" fmla="*/ 2031650 w 2031650"/>
              <a:gd name="connsiteY9" fmla="*/ 661337 h 1000815"/>
              <a:gd name="connsiteX10" fmla="*/ 2021142 w 2031650"/>
              <a:gd name="connsiteY10" fmla="*/ 660198 h 1000815"/>
              <a:gd name="connsiteX11" fmla="*/ 1790361 w 2031650"/>
              <a:gd name="connsiteY11" fmla="*/ 673804 h 1000815"/>
              <a:gd name="connsiteX12" fmla="*/ 1784866 w 2031650"/>
              <a:gd name="connsiteY12" fmla="*/ 923306 h 1000815"/>
              <a:gd name="connsiteX13" fmla="*/ 1823974 w 2031650"/>
              <a:gd name="connsiteY13" fmla="*/ 1000671 h 1000815"/>
              <a:gd name="connsiteX14" fmla="*/ 1368148 w 2031650"/>
              <a:gd name="connsiteY14" fmla="*/ 985144 h 1000815"/>
              <a:gd name="connsiteX15" fmla="*/ 1216861 w 2031650"/>
              <a:gd name="connsiteY15" fmla="*/ 953584 h 1000815"/>
              <a:gd name="connsiteX16" fmla="*/ 1271736 w 2031650"/>
              <a:gd name="connsiteY16" fmla="*/ 886289 h 1000815"/>
              <a:gd name="connsiteX17" fmla="*/ 1150241 w 2031650"/>
              <a:gd name="connsiteY17" fmla="*/ 799711 h 1000815"/>
              <a:gd name="connsiteX18" fmla="*/ 907340 w 2031650"/>
              <a:gd name="connsiteY18" fmla="*/ 810549 h 1000815"/>
              <a:gd name="connsiteX19" fmla="*/ 890340 w 2031650"/>
              <a:gd name="connsiteY19" fmla="*/ 900522 h 1000815"/>
              <a:gd name="connsiteX20" fmla="*/ 868452 w 2031650"/>
              <a:gd name="connsiteY20" fmla="*/ 980054 h 1000815"/>
              <a:gd name="connsiteX21" fmla="*/ 724167 w 2031650"/>
              <a:gd name="connsiteY21" fmla="*/ 990919 h 1000815"/>
              <a:gd name="connsiteX22" fmla="*/ 433906 w 2031650"/>
              <a:gd name="connsiteY22" fmla="*/ 1000606 h 1000815"/>
              <a:gd name="connsiteX23" fmla="*/ 359090 w 2031650"/>
              <a:gd name="connsiteY23" fmla="*/ 1000778 h 1000815"/>
              <a:gd name="connsiteX24" fmla="*/ 386326 w 2031650"/>
              <a:gd name="connsiteY24" fmla="*/ 703882 h 1000815"/>
              <a:gd name="connsiteX25" fmla="*/ 219821 w 2031650"/>
              <a:gd name="connsiteY25" fmla="*/ 641716 h 1000815"/>
              <a:gd name="connsiteX26" fmla="*/ 73533 w 2031650"/>
              <a:gd name="connsiteY26" fmla="*/ 645760 h 1000815"/>
              <a:gd name="connsiteX27" fmla="*/ 112477 w 2031650"/>
              <a:gd name="connsiteY27" fmla="*/ 438230 h 1000815"/>
              <a:gd name="connsiteX28" fmla="*/ 346942 w 2031650"/>
              <a:gd name="connsiteY28" fmla="*/ 473438 h 1000815"/>
              <a:gd name="connsiteX29" fmla="*/ 397922 w 2031650"/>
              <a:gd name="connsiteY29" fmla="*/ 353940 h 1000815"/>
              <a:gd name="connsiteX30" fmla="*/ 337183 w 2031650"/>
              <a:gd name="connsiteY30" fmla="*/ 175168 h 1000815"/>
              <a:gd name="connsiteX31" fmla="*/ 532907 w 2031650"/>
              <a:gd name="connsiteY31" fmla="*/ 202513 h 1000815"/>
              <a:gd name="connsiteX32" fmla="*/ 762669 w 2031650"/>
              <a:gd name="connsiteY32" fmla="*/ 209240 h 1000815"/>
              <a:gd name="connsiteX33" fmla="*/ 890303 w 2031650"/>
              <a:gd name="connsiteY33" fmla="*/ 107556 h 1000815"/>
              <a:gd name="connsiteX34" fmla="*/ 907303 w 2031650"/>
              <a:gd name="connsiteY34" fmla="*/ 17582 h 1000815"/>
              <a:gd name="connsiteX35" fmla="*/ 1027623 w 2031650"/>
              <a:gd name="connsiteY35" fmla="*/ 448 h 1000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031650" h="1000815">
                <a:moveTo>
                  <a:pt x="1027623" y="448"/>
                </a:moveTo>
                <a:cubicBezTo>
                  <a:pt x="1068638" y="-1068"/>
                  <a:pt x="1110030" y="1321"/>
                  <a:pt x="1150204" y="6746"/>
                </a:cubicBezTo>
                <a:cubicBezTo>
                  <a:pt x="1220204" y="16195"/>
                  <a:pt x="1323838" y="27918"/>
                  <a:pt x="1271699" y="93323"/>
                </a:cubicBezTo>
                <a:cubicBezTo>
                  <a:pt x="1250107" y="120415"/>
                  <a:pt x="1216291" y="127261"/>
                  <a:pt x="1216824" y="160618"/>
                </a:cubicBezTo>
                <a:cubicBezTo>
                  <a:pt x="1217449" y="198323"/>
                  <a:pt x="1294874" y="201059"/>
                  <a:pt x="1336924" y="206795"/>
                </a:cubicBezTo>
                <a:cubicBezTo>
                  <a:pt x="1495064" y="228363"/>
                  <a:pt x="1651092" y="203504"/>
                  <a:pt x="1806919" y="180019"/>
                </a:cubicBezTo>
                <a:cubicBezTo>
                  <a:pt x="1776135" y="245503"/>
                  <a:pt x="1749837" y="311675"/>
                  <a:pt x="1764724" y="379248"/>
                </a:cubicBezTo>
                <a:cubicBezTo>
                  <a:pt x="1794537" y="514546"/>
                  <a:pt x="1907283" y="459780"/>
                  <a:pt x="2026135" y="442372"/>
                </a:cubicBezTo>
                <a:lnTo>
                  <a:pt x="2031650" y="441885"/>
                </a:lnTo>
                <a:lnTo>
                  <a:pt x="2031650" y="661337"/>
                </a:lnTo>
                <a:lnTo>
                  <a:pt x="2021142" y="660198"/>
                </a:lnTo>
                <a:cubicBezTo>
                  <a:pt x="1935541" y="642591"/>
                  <a:pt x="1861524" y="586460"/>
                  <a:pt x="1790361" y="673804"/>
                </a:cubicBezTo>
                <a:cubicBezTo>
                  <a:pt x="1725910" y="752901"/>
                  <a:pt x="1746071" y="840746"/>
                  <a:pt x="1784866" y="923306"/>
                </a:cubicBezTo>
                <a:cubicBezTo>
                  <a:pt x="1796774" y="948615"/>
                  <a:pt x="1810798" y="974438"/>
                  <a:pt x="1823974" y="1000671"/>
                </a:cubicBezTo>
                <a:cubicBezTo>
                  <a:pt x="1671824" y="1000037"/>
                  <a:pt x="1519746" y="994249"/>
                  <a:pt x="1368148" y="985144"/>
                </a:cubicBezTo>
                <a:cubicBezTo>
                  <a:pt x="1324261" y="982501"/>
                  <a:pt x="1217522" y="993521"/>
                  <a:pt x="1216861" y="953584"/>
                </a:cubicBezTo>
                <a:cubicBezTo>
                  <a:pt x="1216309" y="920227"/>
                  <a:pt x="1250124" y="913381"/>
                  <a:pt x="1271736" y="886289"/>
                </a:cubicBezTo>
                <a:cubicBezTo>
                  <a:pt x="1323875" y="820897"/>
                  <a:pt x="1220260" y="809161"/>
                  <a:pt x="1150241" y="799711"/>
                </a:cubicBezTo>
                <a:cubicBezTo>
                  <a:pt x="1069891" y="788861"/>
                  <a:pt x="984674" y="790157"/>
                  <a:pt x="907340" y="810549"/>
                </a:cubicBezTo>
                <a:cubicBezTo>
                  <a:pt x="847224" y="842980"/>
                  <a:pt x="849173" y="853461"/>
                  <a:pt x="890340" y="900522"/>
                </a:cubicBezTo>
                <a:cubicBezTo>
                  <a:pt x="923383" y="938292"/>
                  <a:pt x="942643" y="973328"/>
                  <a:pt x="868452" y="980054"/>
                </a:cubicBezTo>
                <a:cubicBezTo>
                  <a:pt x="820450" y="984403"/>
                  <a:pt x="772355" y="987998"/>
                  <a:pt x="724167" y="990919"/>
                </a:cubicBezTo>
                <a:cubicBezTo>
                  <a:pt x="627627" y="996747"/>
                  <a:pt x="530777" y="999812"/>
                  <a:pt x="433906" y="1000606"/>
                </a:cubicBezTo>
                <a:cubicBezTo>
                  <a:pt x="408968" y="1000817"/>
                  <a:pt x="384028" y="1000857"/>
                  <a:pt x="359090" y="1000778"/>
                </a:cubicBezTo>
                <a:cubicBezTo>
                  <a:pt x="355966" y="901725"/>
                  <a:pt x="420803" y="803174"/>
                  <a:pt x="386326" y="703882"/>
                </a:cubicBezTo>
                <a:cubicBezTo>
                  <a:pt x="363721" y="638821"/>
                  <a:pt x="306530" y="595883"/>
                  <a:pt x="219821" y="641716"/>
                </a:cubicBezTo>
                <a:cubicBezTo>
                  <a:pt x="175604" y="665095"/>
                  <a:pt x="119589" y="668385"/>
                  <a:pt x="73533" y="645760"/>
                </a:cubicBezTo>
                <a:cubicBezTo>
                  <a:pt x="-22565" y="598552"/>
                  <a:pt x="-38920" y="440121"/>
                  <a:pt x="112477" y="438230"/>
                </a:cubicBezTo>
                <a:cubicBezTo>
                  <a:pt x="188580" y="437280"/>
                  <a:pt x="263249" y="474007"/>
                  <a:pt x="346942" y="473438"/>
                </a:cubicBezTo>
                <a:cubicBezTo>
                  <a:pt x="380482" y="437980"/>
                  <a:pt x="398144" y="396812"/>
                  <a:pt x="397922" y="353940"/>
                </a:cubicBezTo>
                <a:cubicBezTo>
                  <a:pt x="397629" y="298182"/>
                  <a:pt x="367581" y="237112"/>
                  <a:pt x="337183" y="175168"/>
                </a:cubicBezTo>
                <a:cubicBezTo>
                  <a:pt x="402296" y="185002"/>
                  <a:pt x="467299" y="195297"/>
                  <a:pt x="532907" y="202513"/>
                </a:cubicBezTo>
                <a:cubicBezTo>
                  <a:pt x="608810" y="210864"/>
                  <a:pt x="686087" y="215081"/>
                  <a:pt x="762669" y="209240"/>
                </a:cubicBezTo>
                <a:cubicBezTo>
                  <a:pt x="860457" y="201772"/>
                  <a:pt x="962179" y="189719"/>
                  <a:pt x="890303" y="107556"/>
                </a:cubicBezTo>
                <a:cubicBezTo>
                  <a:pt x="849137" y="60507"/>
                  <a:pt x="847188" y="50015"/>
                  <a:pt x="907303" y="17582"/>
                </a:cubicBezTo>
                <a:cubicBezTo>
                  <a:pt x="945970" y="7386"/>
                  <a:pt x="986608" y="1965"/>
                  <a:pt x="1027623" y="448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pic>
        <p:nvPicPr>
          <p:cNvPr id="41" name="Picture 9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6F1C5E8F-5E3B-7CB2-37F0-CB527CCB3E1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8652828" y="1563829"/>
            <a:ext cx="1447251" cy="664727"/>
          </a:xfrm>
          <a:custGeom>
            <a:avLst/>
            <a:gdLst>
              <a:gd name="connsiteX0" fmla="*/ 1544693 w 1868129"/>
              <a:gd name="connsiteY0" fmla="*/ 318 h 858038"/>
              <a:gd name="connsiteX1" fmla="*/ 1807388 w 1868129"/>
              <a:gd name="connsiteY1" fmla="*/ 28508 h 858038"/>
              <a:gd name="connsiteX2" fmla="*/ 1868127 w 1868129"/>
              <a:gd name="connsiteY2" fmla="*/ 207278 h 858038"/>
              <a:gd name="connsiteX3" fmla="*/ 1817148 w 1868129"/>
              <a:gd name="connsiteY3" fmla="*/ 326775 h 858038"/>
              <a:gd name="connsiteX4" fmla="*/ 1582682 w 1868129"/>
              <a:gd name="connsiteY4" fmla="*/ 291569 h 858038"/>
              <a:gd name="connsiteX5" fmla="*/ 1543738 w 1868129"/>
              <a:gd name="connsiteY5" fmla="*/ 499098 h 858038"/>
              <a:gd name="connsiteX6" fmla="*/ 1690026 w 1868129"/>
              <a:gd name="connsiteY6" fmla="*/ 495053 h 858038"/>
              <a:gd name="connsiteX7" fmla="*/ 1856531 w 1868129"/>
              <a:gd name="connsiteY7" fmla="*/ 557221 h 858038"/>
              <a:gd name="connsiteX8" fmla="*/ 1829295 w 1868129"/>
              <a:gd name="connsiteY8" fmla="*/ 854116 h 858038"/>
              <a:gd name="connsiteX9" fmla="*/ 1319271 w 1868129"/>
              <a:gd name="connsiteY9" fmla="*/ 835455 h 858038"/>
              <a:gd name="connsiteX10" fmla="*/ 1220011 w 1868129"/>
              <a:gd name="connsiteY10" fmla="*/ 782829 h 858038"/>
              <a:gd name="connsiteX11" fmla="*/ 1288929 w 1868129"/>
              <a:gd name="connsiteY11" fmla="*/ 714015 h 858038"/>
              <a:gd name="connsiteX12" fmla="*/ 1109561 w 1868129"/>
              <a:gd name="connsiteY12" fmla="*/ 648688 h 858038"/>
              <a:gd name="connsiteX13" fmla="*/ 891175 w 1868129"/>
              <a:gd name="connsiteY13" fmla="*/ 672225 h 858038"/>
              <a:gd name="connsiteX14" fmla="*/ 905933 w 1868129"/>
              <a:gd name="connsiteY14" fmla="*/ 774517 h 858038"/>
              <a:gd name="connsiteX15" fmla="*/ 725002 w 1868129"/>
              <a:gd name="connsiteY15" fmla="*/ 857460 h 858038"/>
              <a:gd name="connsiteX16" fmla="*/ 495243 w 1868129"/>
              <a:gd name="connsiteY16" fmla="*/ 843926 h 858038"/>
              <a:gd name="connsiteX17" fmla="*/ 342742 w 1868129"/>
              <a:gd name="connsiteY17" fmla="*/ 821855 h 858038"/>
              <a:gd name="connsiteX18" fmla="*/ 344268 w 1868129"/>
              <a:gd name="connsiteY18" fmla="*/ 818604 h 858038"/>
              <a:gd name="connsiteX19" fmla="*/ 384626 w 1868129"/>
              <a:gd name="connsiteY19" fmla="*/ 542869 h 858038"/>
              <a:gd name="connsiteX20" fmla="*/ 219794 w 1868129"/>
              <a:gd name="connsiteY20" fmla="*/ 495053 h 858038"/>
              <a:gd name="connsiteX21" fmla="*/ 73525 w 1868129"/>
              <a:gd name="connsiteY21" fmla="*/ 499098 h 858038"/>
              <a:gd name="connsiteX22" fmla="*/ 112487 w 1868129"/>
              <a:gd name="connsiteY22" fmla="*/ 291569 h 858038"/>
              <a:gd name="connsiteX23" fmla="*/ 346933 w 1868129"/>
              <a:gd name="connsiteY23" fmla="*/ 326775 h 858038"/>
              <a:gd name="connsiteX24" fmla="*/ 397876 w 1868129"/>
              <a:gd name="connsiteY24" fmla="*/ 207292 h 858038"/>
              <a:gd name="connsiteX25" fmla="*/ 339911 w 1868129"/>
              <a:gd name="connsiteY25" fmla="*/ 34150 h 858038"/>
              <a:gd name="connsiteX26" fmla="*/ 361268 w 1868129"/>
              <a:gd name="connsiteY26" fmla="*/ 30991 h 858038"/>
              <a:gd name="connsiteX27" fmla="*/ 807997 w 1868129"/>
              <a:gd name="connsiteY27" fmla="*/ 15132 h 858038"/>
              <a:gd name="connsiteX28" fmla="*/ 896543 w 1868129"/>
              <a:gd name="connsiteY28" fmla="*/ 113670 h 858038"/>
              <a:gd name="connsiteX29" fmla="*/ 959707 w 1868129"/>
              <a:gd name="connsiteY29" fmla="*/ 224736 h 858038"/>
              <a:gd name="connsiteX30" fmla="*/ 1262924 w 1868129"/>
              <a:gd name="connsiteY30" fmla="*/ 133878 h 858038"/>
              <a:gd name="connsiteX31" fmla="*/ 1544693 w 1868129"/>
              <a:gd name="connsiteY31" fmla="*/ 318 h 858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68129" h="858038">
                <a:moveTo>
                  <a:pt x="1544693" y="318"/>
                </a:moveTo>
                <a:cubicBezTo>
                  <a:pt x="1633552" y="3133"/>
                  <a:pt x="1720552" y="15397"/>
                  <a:pt x="1807388" y="28508"/>
                </a:cubicBezTo>
                <a:cubicBezTo>
                  <a:pt x="1837804" y="90437"/>
                  <a:pt x="1867834" y="151507"/>
                  <a:pt x="1868127" y="207278"/>
                </a:cubicBezTo>
                <a:cubicBezTo>
                  <a:pt x="1868347" y="250164"/>
                  <a:pt x="1850687" y="291318"/>
                  <a:pt x="1817148" y="326775"/>
                </a:cubicBezTo>
                <a:cubicBezTo>
                  <a:pt x="1733454" y="327344"/>
                  <a:pt x="1658785" y="290617"/>
                  <a:pt x="1582682" y="291569"/>
                </a:cubicBezTo>
                <a:cubicBezTo>
                  <a:pt x="1431285" y="293459"/>
                  <a:pt x="1447641" y="451904"/>
                  <a:pt x="1543738" y="499098"/>
                </a:cubicBezTo>
                <a:cubicBezTo>
                  <a:pt x="1589794" y="521724"/>
                  <a:pt x="1645810" y="518447"/>
                  <a:pt x="1690026" y="495053"/>
                </a:cubicBezTo>
                <a:cubicBezTo>
                  <a:pt x="1776734" y="449222"/>
                  <a:pt x="1833943" y="492159"/>
                  <a:pt x="1856531" y="557221"/>
                </a:cubicBezTo>
                <a:cubicBezTo>
                  <a:pt x="1891006" y="656512"/>
                  <a:pt x="1826170" y="755063"/>
                  <a:pt x="1829295" y="854116"/>
                </a:cubicBezTo>
                <a:cubicBezTo>
                  <a:pt x="1659022" y="853548"/>
                  <a:pt x="1488844" y="846411"/>
                  <a:pt x="1319271" y="835455"/>
                </a:cubicBezTo>
                <a:cubicBezTo>
                  <a:pt x="1253514" y="831212"/>
                  <a:pt x="1203985" y="841560"/>
                  <a:pt x="1220011" y="782829"/>
                </a:cubicBezTo>
                <a:cubicBezTo>
                  <a:pt x="1252210" y="765212"/>
                  <a:pt x="1273804" y="740591"/>
                  <a:pt x="1288929" y="714015"/>
                </a:cubicBezTo>
                <a:cubicBezTo>
                  <a:pt x="1284555" y="659552"/>
                  <a:pt x="1170649" y="653605"/>
                  <a:pt x="1109561" y="648688"/>
                </a:cubicBezTo>
                <a:cubicBezTo>
                  <a:pt x="1038052" y="642927"/>
                  <a:pt x="953477" y="644472"/>
                  <a:pt x="891175" y="672225"/>
                </a:cubicBezTo>
                <a:cubicBezTo>
                  <a:pt x="819998" y="703957"/>
                  <a:pt x="881215" y="734525"/>
                  <a:pt x="905933" y="774517"/>
                </a:cubicBezTo>
                <a:cubicBezTo>
                  <a:pt x="955057" y="853996"/>
                  <a:pt x="803422" y="854790"/>
                  <a:pt x="725002" y="857460"/>
                </a:cubicBezTo>
                <a:cubicBezTo>
                  <a:pt x="647981" y="860076"/>
                  <a:pt x="570977" y="853520"/>
                  <a:pt x="495243" y="843926"/>
                </a:cubicBezTo>
                <a:cubicBezTo>
                  <a:pt x="444354" y="837491"/>
                  <a:pt x="393577" y="829547"/>
                  <a:pt x="342742" y="821855"/>
                </a:cubicBezTo>
                <a:cubicBezTo>
                  <a:pt x="343238" y="820785"/>
                  <a:pt x="343753" y="819689"/>
                  <a:pt x="344268" y="818604"/>
                </a:cubicBezTo>
                <a:cubicBezTo>
                  <a:pt x="385784" y="730865"/>
                  <a:pt x="434155" y="634415"/>
                  <a:pt x="384626" y="542869"/>
                </a:cubicBezTo>
                <a:cubicBezTo>
                  <a:pt x="353089" y="484547"/>
                  <a:pt x="298782" y="453291"/>
                  <a:pt x="219794" y="495053"/>
                </a:cubicBezTo>
                <a:cubicBezTo>
                  <a:pt x="175577" y="518433"/>
                  <a:pt x="119562" y="521724"/>
                  <a:pt x="73525" y="499098"/>
                </a:cubicBezTo>
                <a:cubicBezTo>
                  <a:pt x="-22555" y="451891"/>
                  <a:pt x="-38930" y="293459"/>
                  <a:pt x="112487" y="291569"/>
                </a:cubicBezTo>
                <a:cubicBezTo>
                  <a:pt x="188570" y="290617"/>
                  <a:pt x="263239" y="327344"/>
                  <a:pt x="346933" y="326775"/>
                </a:cubicBezTo>
                <a:cubicBezTo>
                  <a:pt x="380472" y="291318"/>
                  <a:pt x="398134" y="250151"/>
                  <a:pt x="397876" y="207292"/>
                </a:cubicBezTo>
                <a:cubicBezTo>
                  <a:pt x="397619" y="153213"/>
                  <a:pt x="369355" y="94150"/>
                  <a:pt x="339911" y="34150"/>
                </a:cubicBezTo>
                <a:cubicBezTo>
                  <a:pt x="347043" y="33093"/>
                  <a:pt x="354174" y="32036"/>
                  <a:pt x="361268" y="30991"/>
                </a:cubicBezTo>
                <a:cubicBezTo>
                  <a:pt x="507371" y="9516"/>
                  <a:pt x="660275" y="-10903"/>
                  <a:pt x="807997" y="15132"/>
                </a:cubicBezTo>
                <a:cubicBezTo>
                  <a:pt x="891121" y="29790"/>
                  <a:pt x="954617" y="48490"/>
                  <a:pt x="896543" y="113670"/>
                </a:cubicBezTo>
                <a:cubicBezTo>
                  <a:pt x="840527" y="176552"/>
                  <a:pt x="849549" y="206565"/>
                  <a:pt x="959707" y="224736"/>
                </a:cubicBezTo>
                <a:cubicBezTo>
                  <a:pt x="1025005" y="235508"/>
                  <a:pt x="1381812" y="221524"/>
                  <a:pt x="1262924" y="133878"/>
                </a:cubicBezTo>
                <a:cubicBezTo>
                  <a:pt x="1104930" y="17406"/>
                  <a:pt x="1441484" y="-2947"/>
                  <a:pt x="1544693" y="318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pic>
        <p:nvPicPr>
          <p:cNvPr id="37" name="Picture 2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F20CF07F-9188-6B6A-D46E-A7440B3F17F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2533110" y="3709"/>
            <a:ext cx="1237900" cy="905781"/>
          </a:xfrm>
          <a:custGeom>
            <a:avLst/>
            <a:gdLst>
              <a:gd name="connsiteX0" fmla="*/ 770096 w 1597896"/>
              <a:gd name="connsiteY0" fmla="*/ 13 h 1169193"/>
              <a:gd name="connsiteX1" fmla="*/ 912129 w 1597896"/>
              <a:gd name="connsiteY1" fmla="*/ 13230 h 1169193"/>
              <a:gd name="connsiteX2" fmla="*/ 971324 w 1597896"/>
              <a:gd name="connsiteY2" fmla="*/ 116552 h 1169193"/>
              <a:gd name="connsiteX3" fmla="*/ 1058067 w 1597896"/>
              <a:gd name="connsiteY3" fmla="*/ 206750 h 1169193"/>
              <a:gd name="connsiteX4" fmla="*/ 1532236 w 1597896"/>
              <a:gd name="connsiteY4" fmla="*/ 180847 h 1169193"/>
              <a:gd name="connsiteX5" fmla="*/ 1590201 w 1597896"/>
              <a:gd name="connsiteY5" fmla="*/ 353988 h 1169193"/>
              <a:gd name="connsiteX6" fmla="*/ 1539219 w 1597896"/>
              <a:gd name="connsiteY6" fmla="*/ 473486 h 1169193"/>
              <a:gd name="connsiteX7" fmla="*/ 1304773 w 1597896"/>
              <a:gd name="connsiteY7" fmla="*/ 438279 h 1169193"/>
              <a:gd name="connsiteX8" fmla="*/ 1265812 w 1597896"/>
              <a:gd name="connsiteY8" fmla="*/ 645807 h 1169193"/>
              <a:gd name="connsiteX9" fmla="*/ 1412081 w 1597896"/>
              <a:gd name="connsiteY9" fmla="*/ 641764 h 1169193"/>
              <a:gd name="connsiteX10" fmla="*/ 1576913 w 1597896"/>
              <a:gd name="connsiteY10" fmla="*/ 689579 h 1169193"/>
              <a:gd name="connsiteX11" fmla="*/ 1536554 w 1597896"/>
              <a:gd name="connsiteY11" fmla="*/ 965315 h 1169193"/>
              <a:gd name="connsiteX12" fmla="*/ 1535030 w 1597896"/>
              <a:gd name="connsiteY12" fmla="*/ 968566 h 1169193"/>
              <a:gd name="connsiteX13" fmla="*/ 1228138 w 1597896"/>
              <a:gd name="connsiteY13" fmla="*/ 939134 h 1169193"/>
              <a:gd name="connsiteX14" fmla="*/ 960573 w 1597896"/>
              <a:gd name="connsiteY14" fmla="*/ 982667 h 1169193"/>
              <a:gd name="connsiteX15" fmla="*/ 1005838 w 1597896"/>
              <a:gd name="connsiteY15" fmla="*/ 1089042 h 1169193"/>
              <a:gd name="connsiteX16" fmla="*/ 645980 w 1597896"/>
              <a:gd name="connsiteY16" fmla="*/ 1157327 h 1169193"/>
              <a:gd name="connsiteX17" fmla="*/ 638114 w 1597896"/>
              <a:gd name="connsiteY17" fmla="*/ 1028196 h 1169193"/>
              <a:gd name="connsiteX18" fmla="*/ 493554 w 1597896"/>
              <a:gd name="connsiteY18" fmla="*/ 949310 h 1169193"/>
              <a:gd name="connsiteX19" fmla="*/ 61563 w 1597896"/>
              <a:gd name="connsiteY19" fmla="*/ 973852 h 1169193"/>
              <a:gd name="connsiteX20" fmla="*/ 1559 w 1597896"/>
              <a:gd name="connsiteY20" fmla="*/ 819927 h 1169193"/>
              <a:gd name="connsiteX21" fmla="*/ 152773 w 1597896"/>
              <a:gd name="connsiteY21" fmla="*/ 623301 h 1169193"/>
              <a:gd name="connsiteX22" fmla="*/ 306100 w 1597896"/>
              <a:gd name="connsiteY22" fmla="*/ 664283 h 1169193"/>
              <a:gd name="connsiteX23" fmla="*/ 426456 w 1597896"/>
              <a:gd name="connsiteY23" fmla="*/ 565416 h 1169193"/>
              <a:gd name="connsiteX24" fmla="*/ 364155 w 1597896"/>
              <a:gd name="connsiteY24" fmla="*/ 440525 h 1169193"/>
              <a:gd name="connsiteX25" fmla="*/ 166244 w 1597896"/>
              <a:gd name="connsiteY25" fmla="*/ 472852 h 1169193"/>
              <a:gd name="connsiteX26" fmla="*/ 23632 w 1597896"/>
              <a:gd name="connsiteY26" fmla="*/ 274667 h 1169193"/>
              <a:gd name="connsiteX27" fmla="*/ 64945 w 1597896"/>
              <a:gd name="connsiteY27" fmla="*/ 175614 h 1169193"/>
              <a:gd name="connsiteX28" fmla="*/ 293915 w 1597896"/>
              <a:gd name="connsiteY28" fmla="*/ 206064 h 1169193"/>
              <a:gd name="connsiteX29" fmla="*/ 523638 w 1597896"/>
              <a:gd name="connsiteY29" fmla="*/ 205363 h 1169193"/>
              <a:gd name="connsiteX30" fmla="*/ 612386 w 1597896"/>
              <a:gd name="connsiteY30" fmla="*/ 107604 h 1169193"/>
              <a:gd name="connsiteX31" fmla="*/ 629385 w 1597896"/>
              <a:gd name="connsiteY31" fmla="*/ 17631 h 1169193"/>
              <a:gd name="connsiteX32" fmla="*/ 770096 w 1597896"/>
              <a:gd name="connsiteY32" fmla="*/ 13 h 1169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597896" h="1169193">
                <a:moveTo>
                  <a:pt x="770096" y="13"/>
                </a:moveTo>
                <a:cubicBezTo>
                  <a:pt x="818016" y="-280"/>
                  <a:pt x="866157" y="4567"/>
                  <a:pt x="912129" y="13230"/>
                </a:cubicBezTo>
                <a:cubicBezTo>
                  <a:pt x="1001795" y="30120"/>
                  <a:pt x="1041472" y="57015"/>
                  <a:pt x="971324" y="116552"/>
                </a:cubicBezTo>
                <a:cubicBezTo>
                  <a:pt x="898327" y="178521"/>
                  <a:pt x="972335" y="195068"/>
                  <a:pt x="1058067" y="206750"/>
                </a:cubicBezTo>
                <a:cubicBezTo>
                  <a:pt x="1216613" y="228358"/>
                  <a:pt x="1376668" y="203882"/>
                  <a:pt x="1532236" y="180847"/>
                </a:cubicBezTo>
                <a:cubicBezTo>
                  <a:pt x="1561660" y="240847"/>
                  <a:pt x="1589925" y="299908"/>
                  <a:pt x="1590201" y="353988"/>
                </a:cubicBezTo>
                <a:cubicBezTo>
                  <a:pt x="1590421" y="396873"/>
                  <a:pt x="1572758" y="438027"/>
                  <a:pt x="1539219" y="473486"/>
                </a:cubicBezTo>
                <a:cubicBezTo>
                  <a:pt x="1455526" y="474054"/>
                  <a:pt x="1380876" y="437328"/>
                  <a:pt x="1304773" y="438279"/>
                </a:cubicBezTo>
                <a:cubicBezTo>
                  <a:pt x="1153339" y="440168"/>
                  <a:pt x="1169714" y="598601"/>
                  <a:pt x="1265812" y="645807"/>
                </a:cubicBezTo>
                <a:cubicBezTo>
                  <a:pt x="1311848" y="668433"/>
                  <a:pt x="1367864" y="665156"/>
                  <a:pt x="1412081" y="641764"/>
                </a:cubicBezTo>
                <a:cubicBezTo>
                  <a:pt x="1491070" y="600002"/>
                  <a:pt x="1545376" y="631257"/>
                  <a:pt x="1576913" y="689579"/>
                </a:cubicBezTo>
                <a:cubicBezTo>
                  <a:pt x="1626461" y="781125"/>
                  <a:pt x="1578090" y="877574"/>
                  <a:pt x="1536554" y="965315"/>
                </a:cubicBezTo>
                <a:cubicBezTo>
                  <a:pt x="1536059" y="966385"/>
                  <a:pt x="1535543" y="967482"/>
                  <a:pt x="1535030" y="968566"/>
                </a:cubicBezTo>
                <a:cubicBezTo>
                  <a:pt x="1433675" y="953222"/>
                  <a:pt x="1331992" y="938843"/>
                  <a:pt x="1228138" y="939134"/>
                </a:cubicBezTo>
                <a:cubicBezTo>
                  <a:pt x="1135476" y="939398"/>
                  <a:pt x="1043844" y="952932"/>
                  <a:pt x="960573" y="982667"/>
                </a:cubicBezTo>
                <a:cubicBezTo>
                  <a:pt x="912019" y="1025302"/>
                  <a:pt x="964451" y="1056623"/>
                  <a:pt x="1005838" y="1089042"/>
                </a:cubicBezTo>
                <a:cubicBezTo>
                  <a:pt x="1039819" y="1187552"/>
                  <a:pt x="719272" y="1174350"/>
                  <a:pt x="645980" y="1157327"/>
                </a:cubicBezTo>
                <a:cubicBezTo>
                  <a:pt x="525421" y="1129350"/>
                  <a:pt x="603914" y="1081945"/>
                  <a:pt x="638114" y="1028196"/>
                </a:cubicBezTo>
                <a:cubicBezTo>
                  <a:pt x="668107" y="966267"/>
                  <a:pt x="555561" y="957134"/>
                  <a:pt x="493554" y="949310"/>
                </a:cubicBezTo>
                <a:cubicBezTo>
                  <a:pt x="349269" y="931086"/>
                  <a:pt x="203037" y="952891"/>
                  <a:pt x="61563" y="973852"/>
                </a:cubicBezTo>
                <a:cubicBezTo>
                  <a:pt x="34107" y="905275"/>
                  <a:pt x="5474" y="844904"/>
                  <a:pt x="1559" y="819927"/>
                </a:cubicBezTo>
                <a:cubicBezTo>
                  <a:pt x="-8364" y="756583"/>
                  <a:pt x="27582" y="606676"/>
                  <a:pt x="152773" y="623301"/>
                </a:cubicBezTo>
                <a:cubicBezTo>
                  <a:pt x="207079" y="630517"/>
                  <a:pt x="250673" y="659910"/>
                  <a:pt x="306100" y="664283"/>
                </a:cubicBezTo>
                <a:cubicBezTo>
                  <a:pt x="389720" y="670892"/>
                  <a:pt x="416753" y="614182"/>
                  <a:pt x="426456" y="565416"/>
                </a:cubicBezTo>
                <a:cubicBezTo>
                  <a:pt x="435957" y="517693"/>
                  <a:pt x="419142" y="470856"/>
                  <a:pt x="364155" y="440525"/>
                </a:cubicBezTo>
                <a:cubicBezTo>
                  <a:pt x="293254" y="428407"/>
                  <a:pt x="232386" y="462160"/>
                  <a:pt x="166244" y="472852"/>
                </a:cubicBezTo>
                <a:cubicBezTo>
                  <a:pt x="8212" y="498399"/>
                  <a:pt x="494" y="350472"/>
                  <a:pt x="23632" y="274667"/>
                </a:cubicBezTo>
                <a:cubicBezTo>
                  <a:pt x="33924" y="240980"/>
                  <a:pt x="49195" y="208243"/>
                  <a:pt x="64945" y="175614"/>
                </a:cubicBezTo>
                <a:cubicBezTo>
                  <a:pt x="140992" y="187098"/>
                  <a:pt x="216931" y="199151"/>
                  <a:pt x="293915" y="206064"/>
                </a:cubicBezTo>
                <a:cubicBezTo>
                  <a:pt x="370111" y="212908"/>
                  <a:pt x="447665" y="214561"/>
                  <a:pt x="523638" y="205363"/>
                </a:cubicBezTo>
                <a:cubicBezTo>
                  <a:pt x="615969" y="194183"/>
                  <a:pt x="673253" y="177147"/>
                  <a:pt x="612386" y="107604"/>
                </a:cubicBezTo>
                <a:cubicBezTo>
                  <a:pt x="571220" y="60570"/>
                  <a:pt x="569271" y="50050"/>
                  <a:pt x="629385" y="17631"/>
                </a:cubicBezTo>
                <a:cubicBezTo>
                  <a:pt x="674475" y="5737"/>
                  <a:pt x="722175" y="305"/>
                  <a:pt x="770096" y="13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pic>
        <p:nvPicPr>
          <p:cNvPr id="35" name="Picture 18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17E51518-103F-9536-FB7D-9A6879080B4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8971345" y="4437227"/>
            <a:ext cx="1466901" cy="667363"/>
          </a:xfrm>
          <a:custGeom>
            <a:avLst/>
            <a:gdLst>
              <a:gd name="connsiteX0" fmla="*/ 1260717 w 1893494"/>
              <a:gd name="connsiteY0" fmla="*/ 229 h 861441"/>
              <a:gd name="connsiteX1" fmla="*/ 1529477 w 1893494"/>
              <a:gd name="connsiteY1" fmla="*/ 29144 h 861441"/>
              <a:gd name="connsiteX2" fmla="*/ 1488162 w 1893494"/>
              <a:gd name="connsiteY2" fmla="*/ 128197 h 861441"/>
              <a:gd name="connsiteX3" fmla="*/ 1630774 w 1893494"/>
              <a:gd name="connsiteY3" fmla="*/ 326383 h 861441"/>
              <a:gd name="connsiteX4" fmla="*/ 1828686 w 1893494"/>
              <a:gd name="connsiteY4" fmla="*/ 294057 h 861441"/>
              <a:gd name="connsiteX5" fmla="*/ 1890988 w 1893494"/>
              <a:gd name="connsiteY5" fmla="*/ 418946 h 861441"/>
              <a:gd name="connsiteX6" fmla="*/ 1770631 w 1893494"/>
              <a:gd name="connsiteY6" fmla="*/ 517815 h 861441"/>
              <a:gd name="connsiteX7" fmla="*/ 1617305 w 1893494"/>
              <a:gd name="connsiteY7" fmla="*/ 476833 h 861441"/>
              <a:gd name="connsiteX8" fmla="*/ 1466091 w 1893494"/>
              <a:gd name="connsiteY8" fmla="*/ 673458 h 861441"/>
              <a:gd name="connsiteX9" fmla="*/ 1526094 w 1893494"/>
              <a:gd name="connsiteY9" fmla="*/ 827382 h 861441"/>
              <a:gd name="connsiteX10" fmla="*/ 1510032 w 1893494"/>
              <a:gd name="connsiteY10" fmla="*/ 829762 h 861441"/>
              <a:gd name="connsiteX11" fmla="*/ 1014214 w 1893494"/>
              <a:gd name="connsiteY11" fmla="*/ 847101 h 861441"/>
              <a:gd name="connsiteX12" fmla="*/ 988099 w 1893494"/>
              <a:gd name="connsiteY12" fmla="*/ 739854 h 861441"/>
              <a:gd name="connsiteX13" fmla="*/ 866622 w 1893494"/>
              <a:gd name="connsiteY13" fmla="*/ 653277 h 861441"/>
              <a:gd name="connsiteX14" fmla="*/ 607585 w 1893494"/>
              <a:gd name="connsiteY14" fmla="*/ 672440 h 861441"/>
              <a:gd name="connsiteX15" fmla="*/ 622343 w 1893494"/>
              <a:gd name="connsiteY15" fmla="*/ 774731 h 861441"/>
              <a:gd name="connsiteX16" fmla="*/ 440548 w 1893494"/>
              <a:gd name="connsiteY16" fmla="*/ 844485 h 861441"/>
              <a:gd name="connsiteX17" fmla="*/ 150306 w 1893494"/>
              <a:gd name="connsiteY17" fmla="*/ 854171 h 861441"/>
              <a:gd name="connsiteX18" fmla="*/ 40554 w 1893494"/>
              <a:gd name="connsiteY18" fmla="*/ 854026 h 861441"/>
              <a:gd name="connsiteX19" fmla="*/ 912 w 1893494"/>
              <a:gd name="connsiteY19" fmla="*/ 658920 h 861441"/>
              <a:gd name="connsiteX20" fmla="*/ 55532 w 1893494"/>
              <a:gd name="connsiteY20" fmla="*/ 506436 h 861441"/>
              <a:gd name="connsiteX21" fmla="*/ 223561 w 1893494"/>
              <a:gd name="connsiteY21" fmla="*/ 498400 h 861441"/>
              <a:gd name="connsiteX22" fmla="*/ 422023 w 1893494"/>
              <a:gd name="connsiteY22" fmla="*/ 373524 h 861441"/>
              <a:gd name="connsiteX23" fmla="*/ 74313 w 1893494"/>
              <a:gd name="connsiteY23" fmla="*/ 319960 h 861441"/>
              <a:gd name="connsiteX24" fmla="*/ 46931 w 1893494"/>
              <a:gd name="connsiteY24" fmla="*/ 34232 h 861441"/>
              <a:gd name="connsiteX25" fmla="*/ 560428 w 1893494"/>
              <a:gd name="connsiteY25" fmla="*/ 22709 h 861441"/>
              <a:gd name="connsiteX26" fmla="*/ 590402 w 1893494"/>
              <a:gd name="connsiteY26" fmla="*/ 137739 h 861441"/>
              <a:gd name="connsiteX27" fmla="*/ 676117 w 1893494"/>
              <a:gd name="connsiteY27" fmla="*/ 224964 h 861441"/>
              <a:gd name="connsiteX28" fmla="*/ 899868 w 1893494"/>
              <a:gd name="connsiteY28" fmla="*/ 219189 h 861441"/>
              <a:gd name="connsiteX29" fmla="*/ 958106 w 1893494"/>
              <a:gd name="connsiteY29" fmla="*/ 117387 h 861441"/>
              <a:gd name="connsiteX30" fmla="*/ 1260717 w 1893494"/>
              <a:gd name="connsiteY30" fmla="*/ 229 h 861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893494" h="861441">
                <a:moveTo>
                  <a:pt x="1260717" y="229"/>
                </a:moveTo>
                <a:cubicBezTo>
                  <a:pt x="1351669" y="3057"/>
                  <a:pt x="1440638" y="15718"/>
                  <a:pt x="1529477" y="29144"/>
                </a:cubicBezTo>
                <a:cubicBezTo>
                  <a:pt x="1513727" y="61775"/>
                  <a:pt x="1498453" y="94511"/>
                  <a:pt x="1488162" y="128197"/>
                </a:cubicBezTo>
                <a:cubicBezTo>
                  <a:pt x="1465024" y="204004"/>
                  <a:pt x="1472743" y="351929"/>
                  <a:pt x="1630774" y="326383"/>
                </a:cubicBezTo>
                <a:cubicBezTo>
                  <a:pt x="1696935" y="315691"/>
                  <a:pt x="1757803" y="281937"/>
                  <a:pt x="1828686" y="294057"/>
                </a:cubicBezTo>
                <a:cubicBezTo>
                  <a:pt x="1883673" y="324387"/>
                  <a:pt x="1900488" y="371224"/>
                  <a:pt x="1890988" y="418946"/>
                </a:cubicBezTo>
                <a:cubicBezTo>
                  <a:pt x="1881285" y="467713"/>
                  <a:pt x="1854249" y="524422"/>
                  <a:pt x="1770631" y="517815"/>
                </a:cubicBezTo>
                <a:cubicBezTo>
                  <a:pt x="1715202" y="513440"/>
                  <a:pt x="1671630" y="484048"/>
                  <a:pt x="1617305" y="476833"/>
                </a:cubicBezTo>
                <a:cubicBezTo>
                  <a:pt x="1492113" y="460206"/>
                  <a:pt x="1456166" y="610128"/>
                  <a:pt x="1466091" y="673458"/>
                </a:cubicBezTo>
                <a:cubicBezTo>
                  <a:pt x="1470006" y="698436"/>
                  <a:pt x="1498619" y="758806"/>
                  <a:pt x="1526094" y="827382"/>
                </a:cubicBezTo>
                <a:cubicBezTo>
                  <a:pt x="1520746" y="828176"/>
                  <a:pt x="1515380" y="828968"/>
                  <a:pt x="1510032" y="829762"/>
                </a:cubicBezTo>
                <a:cubicBezTo>
                  <a:pt x="1347590" y="853802"/>
                  <a:pt x="1178404" y="877458"/>
                  <a:pt x="1014214" y="847101"/>
                </a:cubicBezTo>
                <a:cubicBezTo>
                  <a:pt x="891946" y="824502"/>
                  <a:pt x="942430" y="797132"/>
                  <a:pt x="988099" y="739854"/>
                </a:cubicBezTo>
                <a:cubicBezTo>
                  <a:pt x="1040256" y="674463"/>
                  <a:pt x="936624" y="662726"/>
                  <a:pt x="866622" y="653277"/>
                </a:cubicBezTo>
                <a:cubicBezTo>
                  <a:pt x="784233" y="642162"/>
                  <a:pt x="680840" y="639796"/>
                  <a:pt x="607585" y="672440"/>
                </a:cubicBezTo>
                <a:cubicBezTo>
                  <a:pt x="536389" y="704158"/>
                  <a:pt x="597623" y="734753"/>
                  <a:pt x="622343" y="774731"/>
                </a:cubicBezTo>
                <a:cubicBezTo>
                  <a:pt x="672717" y="856220"/>
                  <a:pt x="517479" y="839832"/>
                  <a:pt x="440548" y="844485"/>
                </a:cubicBezTo>
                <a:cubicBezTo>
                  <a:pt x="344028" y="850312"/>
                  <a:pt x="247176" y="853378"/>
                  <a:pt x="150306" y="854171"/>
                </a:cubicBezTo>
                <a:cubicBezTo>
                  <a:pt x="113717" y="854476"/>
                  <a:pt x="77144" y="854357"/>
                  <a:pt x="40554" y="854026"/>
                </a:cubicBezTo>
                <a:cubicBezTo>
                  <a:pt x="35794" y="789507"/>
                  <a:pt x="6849" y="727339"/>
                  <a:pt x="912" y="658920"/>
                </a:cubicBezTo>
                <a:cubicBezTo>
                  <a:pt x="-3775" y="605078"/>
                  <a:pt x="8908" y="550206"/>
                  <a:pt x="55532" y="506436"/>
                </a:cubicBezTo>
                <a:cubicBezTo>
                  <a:pt x="108534" y="463524"/>
                  <a:pt x="156646" y="474730"/>
                  <a:pt x="223561" y="498400"/>
                </a:cubicBezTo>
                <a:cubicBezTo>
                  <a:pt x="359245" y="546400"/>
                  <a:pt x="439224" y="473264"/>
                  <a:pt x="422023" y="373524"/>
                </a:cubicBezTo>
                <a:cubicBezTo>
                  <a:pt x="395081" y="217273"/>
                  <a:pt x="192152" y="353197"/>
                  <a:pt x="74313" y="319960"/>
                </a:cubicBezTo>
                <a:cubicBezTo>
                  <a:pt x="-38013" y="288281"/>
                  <a:pt x="-1992" y="158713"/>
                  <a:pt x="46931" y="34232"/>
                </a:cubicBezTo>
                <a:cubicBezTo>
                  <a:pt x="218599" y="8356"/>
                  <a:pt x="389715" y="-16608"/>
                  <a:pt x="560428" y="22709"/>
                </a:cubicBezTo>
                <a:cubicBezTo>
                  <a:pt x="661561" y="46008"/>
                  <a:pt x="644800" y="81414"/>
                  <a:pt x="590402" y="137739"/>
                </a:cubicBezTo>
                <a:cubicBezTo>
                  <a:pt x="539955" y="189995"/>
                  <a:pt x="608670" y="213836"/>
                  <a:pt x="676117" y="224964"/>
                </a:cubicBezTo>
                <a:cubicBezTo>
                  <a:pt x="749573" y="237084"/>
                  <a:pt x="827917" y="235749"/>
                  <a:pt x="899868" y="219189"/>
                </a:cubicBezTo>
                <a:cubicBezTo>
                  <a:pt x="1001754" y="195731"/>
                  <a:pt x="1023258" y="174466"/>
                  <a:pt x="958106" y="117387"/>
                </a:cubicBezTo>
                <a:cubicBezTo>
                  <a:pt x="839127" y="13141"/>
                  <a:pt x="1182703" y="-2191"/>
                  <a:pt x="1260717" y="229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pic>
        <p:nvPicPr>
          <p:cNvPr id="33" name="Picture 15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89CA381C-8B0B-F2A0-F1B1-7A42C690547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10642620" y="2984880"/>
            <a:ext cx="1241035" cy="768813"/>
          </a:xfrm>
          <a:custGeom>
            <a:avLst/>
            <a:gdLst>
              <a:gd name="connsiteX0" fmla="*/ 641161 w 1601943"/>
              <a:gd name="connsiteY0" fmla="*/ 0 h 992393"/>
              <a:gd name="connsiteX1" fmla="*/ 917337 w 1601943"/>
              <a:gd name="connsiteY1" fmla="*/ 0 h 992393"/>
              <a:gd name="connsiteX2" fmla="*/ 991654 w 1601943"/>
              <a:gd name="connsiteY2" fmla="*/ 15920 h 992393"/>
              <a:gd name="connsiteX3" fmla="*/ 942604 w 1601943"/>
              <a:gd name="connsiteY3" fmla="*/ 145027 h 992393"/>
              <a:gd name="connsiteX4" fmla="*/ 1532736 w 1601943"/>
              <a:gd name="connsiteY4" fmla="*/ 192101 h 992393"/>
              <a:gd name="connsiteX5" fmla="*/ 1592593 w 1601943"/>
              <a:gd name="connsiteY5" fmla="*/ 192181 h 992393"/>
              <a:gd name="connsiteX6" fmla="*/ 1512172 w 1601943"/>
              <a:gd name="connsiteY6" fmla="*/ 460938 h 992393"/>
              <a:gd name="connsiteX7" fmla="*/ 1252969 w 1601943"/>
              <a:gd name="connsiteY7" fmla="*/ 440955 h 992393"/>
              <a:gd name="connsiteX8" fmla="*/ 1205499 w 1601943"/>
              <a:gd name="connsiteY8" fmla="*/ 565767 h 992393"/>
              <a:gd name="connsiteX9" fmla="*/ 1360536 w 1601943"/>
              <a:gd name="connsiteY9" fmla="*/ 643819 h 992393"/>
              <a:gd name="connsiteX10" fmla="*/ 1542661 w 1601943"/>
              <a:gd name="connsiteY10" fmla="*/ 619938 h 992393"/>
              <a:gd name="connsiteX11" fmla="*/ 1532682 w 1601943"/>
              <a:gd name="connsiteY11" fmla="*/ 957366 h 992393"/>
              <a:gd name="connsiteX12" fmla="*/ 1062721 w 1601943"/>
              <a:gd name="connsiteY12" fmla="*/ 984141 h 992393"/>
              <a:gd name="connsiteX13" fmla="*/ 942621 w 1601943"/>
              <a:gd name="connsiteY13" fmla="*/ 937965 h 992393"/>
              <a:gd name="connsiteX14" fmla="*/ 997498 w 1601943"/>
              <a:gd name="connsiteY14" fmla="*/ 870670 h 992393"/>
              <a:gd name="connsiteX15" fmla="*/ 876002 w 1601943"/>
              <a:gd name="connsiteY15" fmla="*/ 784093 h 992393"/>
              <a:gd name="connsiteX16" fmla="*/ 633101 w 1601943"/>
              <a:gd name="connsiteY16" fmla="*/ 794930 h 992393"/>
              <a:gd name="connsiteX17" fmla="*/ 616103 w 1601943"/>
              <a:gd name="connsiteY17" fmla="*/ 884903 h 992393"/>
              <a:gd name="connsiteX18" fmla="*/ 488468 w 1601943"/>
              <a:gd name="connsiteY18" fmla="*/ 986587 h 992393"/>
              <a:gd name="connsiteX19" fmla="*/ 258707 w 1601943"/>
              <a:gd name="connsiteY19" fmla="*/ 979859 h 992393"/>
              <a:gd name="connsiteX20" fmla="*/ 62983 w 1601943"/>
              <a:gd name="connsiteY20" fmla="*/ 952516 h 992393"/>
              <a:gd name="connsiteX21" fmla="*/ 82738 w 1601943"/>
              <a:gd name="connsiteY21" fmla="*/ 623626 h 992393"/>
              <a:gd name="connsiteX22" fmla="*/ 404389 w 1601943"/>
              <a:gd name="connsiteY22" fmla="*/ 607767 h 992393"/>
              <a:gd name="connsiteX23" fmla="*/ 265782 w 1601943"/>
              <a:gd name="connsiteY23" fmla="*/ 432365 h 992393"/>
              <a:gd name="connsiteX24" fmla="*/ 63938 w 1601943"/>
              <a:gd name="connsiteY24" fmla="*/ 445211 h 992393"/>
              <a:gd name="connsiteX25" fmla="*/ 16468 w 1601943"/>
              <a:gd name="connsiteY25" fmla="*/ 323850 h 992393"/>
              <a:gd name="connsiteX26" fmla="*/ 67687 w 1601943"/>
              <a:gd name="connsiteY26" fmla="*/ 160303 h 992393"/>
              <a:gd name="connsiteX27" fmla="*/ 144029 w 1601943"/>
              <a:gd name="connsiteY27" fmla="*/ 171789 h 992393"/>
              <a:gd name="connsiteX28" fmla="*/ 603679 w 1601943"/>
              <a:gd name="connsiteY28" fmla="*/ 176611 h 992393"/>
              <a:gd name="connsiteX29" fmla="*/ 578316 w 1601943"/>
              <a:gd name="connsiteY29" fmla="*/ 51576 h 992393"/>
              <a:gd name="connsiteX30" fmla="*/ 601338 w 1601943"/>
              <a:gd name="connsiteY30" fmla="*/ 17782 h 992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601943" h="992393">
                <a:moveTo>
                  <a:pt x="641161" y="0"/>
                </a:moveTo>
                <a:lnTo>
                  <a:pt x="917337" y="0"/>
                </a:lnTo>
                <a:lnTo>
                  <a:pt x="991654" y="15920"/>
                </a:lnTo>
                <a:cubicBezTo>
                  <a:pt x="1058992" y="68030"/>
                  <a:pt x="941796" y="94489"/>
                  <a:pt x="942604" y="145027"/>
                </a:cubicBezTo>
                <a:cubicBezTo>
                  <a:pt x="943449" y="196197"/>
                  <a:pt x="1451580" y="191546"/>
                  <a:pt x="1532736" y="192101"/>
                </a:cubicBezTo>
                <a:cubicBezTo>
                  <a:pt x="1552694" y="192233"/>
                  <a:pt x="1572635" y="192219"/>
                  <a:pt x="1592593" y="192181"/>
                </a:cubicBezTo>
                <a:cubicBezTo>
                  <a:pt x="1602848" y="306048"/>
                  <a:pt x="1607774" y="459682"/>
                  <a:pt x="1512172" y="460938"/>
                </a:cubicBezTo>
                <a:cubicBezTo>
                  <a:pt x="1425153" y="462074"/>
                  <a:pt x="1327602" y="397726"/>
                  <a:pt x="1252969" y="440955"/>
                </a:cubicBezTo>
                <a:cubicBezTo>
                  <a:pt x="1200041" y="471616"/>
                  <a:pt x="1188023" y="515454"/>
                  <a:pt x="1205499" y="565767"/>
                </a:cubicBezTo>
                <a:cubicBezTo>
                  <a:pt x="1226579" y="626467"/>
                  <a:pt x="1274197" y="652132"/>
                  <a:pt x="1360536" y="643819"/>
                </a:cubicBezTo>
                <a:cubicBezTo>
                  <a:pt x="1399203" y="617268"/>
                  <a:pt x="1496845" y="587150"/>
                  <a:pt x="1542661" y="619938"/>
                </a:cubicBezTo>
                <a:cubicBezTo>
                  <a:pt x="1652523" y="732855"/>
                  <a:pt x="1585904" y="844079"/>
                  <a:pt x="1532682" y="957366"/>
                </a:cubicBezTo>
                <a:cubicBezTo>
                  <a:pt x="1376891" y="980851"/>
                  <a:pt x="1220863" y="1005697"/>
                  <a:pt x="1062721" y="984141"/>
                </a:cubicBezTo>
                <a:cubicBezTo>
                  <a:pt x="1020673" y="978406"/>
                  <a:pt x="943247" y="975683"/>
                  <a:pt x="942621" y="937965"/>
                </a:cubicBezTo>
                <a:cubicBezTo>
                  <a:pt x="942072" y="904608"/>
                  <a:pt x="975887" y="897762"/>
                  <a:pt x="997498" y="870670"/>
                </a:cubicBezTo>
                <a:cubicBezTo>
                  <a:pt x="1049636" y="805278"/>
                  <a:pt x="946021" y="793542"/>
                  <a:pt x="876002" y="784093"/>
                </a:cubicBezTo>
                <a:cubicBezTo>
                  <a:pt x="795654" y="773242"/>
                  <a:pt x="710435" y="774538"/>
                  <a:pt x="633101" y="794930"/>
                </a:cubicBezTo>
                <a:cubicBezTo>
                  <a:pt x="572987" y="827361"/>
                  <a:pt x="574936" y="837842"/>
                  <a:pt x="616103" y="884903"/>
                </a:cubicBezTo>
                <a:cubicBezTo>
                  <a:pt x="687978" y="967066"/>
                  <a:pt x="586256" y="979132"/>
                  <a:pt x="488468" y="986587"/>
                </a:cubicBezTo>
                <a:cubicBezTo>
                  <a:pt x="411887" y="992441"/>
                  <a:pt x="334607" y="988212"/>
                  <a:pt x="258707" y="979859"/>
                </a:cubicBezTo>
                <a:cubicBezTo>
                  <a:pt x="193098" y="972644"/>
                  <a:pt x="128096" y="962349"/>
                  <a:pt x="62983" y="952516"/>
                </a:cubicBezTo>
                <a:cubicBezTo>
                  <a:pt x="5846" y="836163"/>
                  <a:pt x="-52540" y="716732"/>
                  <a:pt x="82738" y="623626"/>
                </a:cubicBezTo>
                <a:cubicBezTo>
                  <a:pt x="183469" y="554295"/>
                  <a:pt x="318381" y="720129"/>
                  <a:pt x="404389" y="607767"/>
                </a:cubicBezTo>
                <a:cubicBezTo>
                  <a:pt x="466691" y="526369"/>
                  <a:pt x="425229" y="392256"/>
                  <a:pt x="265782" y="432365"/>
                </a:cubicBezTo>
                <a:cubicBezTo>
                  <a:pt x="180601" y="453788"/>
                  <a:pt x="146657" y="455453"/>
                  <a:pt x="63938" y="445211"/>
                </a:cubicBezTo>
                <a:cubicBezTo>
                  <a:pt x="31114" y="408947"/>
                  <a:pt x="15420" y="367013"/>
                  <a:pt x="16468" y="323850"/>
                </a:cubicBezTo>
                <a:cubicBezTo>
                  <a:pt x="17865" y="267471"/>
                  <a:pt x="42031" y="213630"/>
                  <a:pt x="67687" y="160303"/>
                </a:cubicBezTo>
                <a:cubicBezTo>
                  <a:pt x="93213" y="164163"/>
                  <a:pt x="118686" y="168062"/>
                  <a:pt x="144029" y="171789"/>
                </a:cubicBezTo>
                <a:cubicBezTo>
                  <a:pt x="295335" y="194030"/>
                  <a:pt x="453034" y="210511"/>
                  <a:pt x="603679" y="176611"/>
                </a:cubicBezTo>
                <a:cubicBezTo>
                  <a:pt x="693842" y="156325"/>
                  <a:pt x="609963" y="87695"/>
                  <a:pt x="578316" y="51576"/>
                </a:cubicBezTo>
                <a:cubicBezTo>
                  <a:pt x="581243" y="37521"/>
                  <a:pt x="589530" y="26479"/>
                  <a:pt x="601338" y="17782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pic>
        <p:nvPicPr>
          <p:cNvPr id="31" name="Picture 4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57E55533-A7BF-216E-F91A-A2C923D97E3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266147" y="3878803"/>
            <a:ext cx="1473725" cy="791045"/>
          </a:xfrm>
          <a:custGeom>
            <a:avLst/>
            <a:gdLst>
              <a:gd name="connsiteX0" fmla="*/ 1223176 w 1902302"/>
              <a:gd name="connsiteY0" fmla="*/ 62 h 1021091"/>
              <a:gd name="connsiteX1" fmla="*/ 1537937 w 1902302"/>
              <a:gd name="connsiteY1" fmla="*/ 29537 h 1021091"/>
              <a:gd name="connsiteX2" fmla="*/ 1486718 w 1902302"/>
              <a:gd name="connsiteY2" fmla="*/ 193084 h 1021091"/>
              <a:gd name="connsiteX3" fmla="*/ 1534169 w 1902302"/>
              <a:gd name="connsiteY3" fmla="*/ 314431 h 1021091"/>
              <a:gd name="connsiteX4" fmla="*/ 1736013 w 1902302"/>
              <a:gd name="connsiteY4" fmla="*/ 301586 h 1021091"/>
              <a:gd name="connsiteX5" fmla="*/ 1874620 w 1902302"/>
              <a:gd name="connsiteY5" fmla="*/ 476987 h 1021091"/>
              <a:gd name="connsiteX6" fmla="*/ 1552970 w 1902302"/>
              <a:gd name="connsiteY6" fmla="*/ 492846 h 1021091"/>
              <a:gd name="connsiteX7" fmla="*/ 1533214 w 1902302"/>
              <a:gd name="connsiteY7" fmla="*/ 821736 h 1021091"/>
              <a:gd name="connsiteX8" fmla="*/ 1270519 w 1902302"/>
              <a:gd name="connsiteY8" fmla="*/ 793546 h 1021091"/>
              <a:gd name="connsiteX9" fmla="*/ 988750 w 1902302"/>
              <a:gd name="connsiteY9" fmla="*/ 927107 h 1021091"/>
              <a:gd name="connsiteX10" fmla="*/ 685533 w 1902302"/>
              <a:gd name="connsiteY10" fmla="*/ 1017965 h 1021091"/>
              <a:gd name="connsiteX11" fmla="*/ 622369 w 1902302"/>
              <a:gd name="connsiteY11" fmla="*/ 906899 h 1021091"/>
              <a:gd name="connsiteX12" fmla="*/ 533823 w 1902302"/>
              <a:gd name="connsiteY12" fmla="*/ 808362 h 1021091"/>
              <a:gd name="connsiteX13" fmla="*/ 87092 w 1902302"/>
              <a:gd name="connsiteY13" fmla="*/ 824221 h 1021091"/>
              <a:gd name="connsiteX14" fmla="*/ 65737 w 1902302"/>
              <a:gd name="connsiteY14" fmla="*/ 827379 h 1021091"/>
              <a:gd name="connsiteX15" fmla="*/ 82737 w 1902302"/>
              <a:gd name="connsiteY15" fmla="*/ 492846 h 1021091"/>
              <a:gd name="connsiteX16" fmla="*/ 404388 w 1902302"/>
              <a:gd name="connsiteY16" fmla="*/ 476987 h 1021091"/>
              <a:gd name="connsiteX17" fmla="*/ 265781 w 1902302"/>
              <a:gd name="connsiteY17" fmla="*/ 301586 h 1021091"/>
              <a:gd name="connsiteX18" fmla="*/ 63937 w 1902302"/>
              <a:gd name="connsiteY18" fmla="*/ 314431 h 1021091"/>
              <a:gd name="connsiteX19" fmla="*/ 17092 w 1902302"/>
              <a:gd name="connsiteY19" fmla="*/ 193560 h 1021091"/>
              <a:gd name="connsiteX20" fmla="*/ 67024 w 1902302"/>
              <a:gd name="connsiteY20" fmla="*/ 32590 h 1021091"/>
              <a:gd name="connsiteX21" fmla="*/ 423133 w 1902302"/>
              <a:gd name="connsiteY21" fmla="*/ 3832 h 1021091"/>
              <a:gd name="connsiteX22" fmla="*/ 642437 w 1902302"/>
              <a:gd name="connsiteY22" fmla="*/ 43784 h 1021091"/>
              <a:gd name="connsiteX23" fmla="*/ 579493 w 1902302"/>
              <a:gd name="connsiteY23" fmla="*/ 180317 h 1021091"/>
              <a:gd name="connsiteX24" fmla="*/ 1010969 w 1902302"/>
              <a:gd name="connsiteY24" fmla="*/ 182458 h 1021091"/>
              <a:gd name="connsiteX25" fmla="*/ 942254 w 1902302"/>
              <a:gd name="connsiteY25" fmla="*/ 79229 h 1021091"/>
              <a:gd name="connsiteX26" fmla="*/ 1117561 w 1902302"/>
              <a:gd name="connsiteY26" fmla="*/ 7124 h 1021091"/>
              <a:gd name="connsiteX27" fmla="*/ 1223176 w 1902302"/>
              <a:gd name="connsiteY27" fmla="*/ 62 h 1021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902302" h="1021091">
                <a:moveTo>
                  <a:pt x="1223176" y="62"/>
                </a:moveTo>
                <a:cubicBezTo>
                  <a:pt x="1328763" y="-1078"/>
                  <a:pt x="1434120" y="13847"/>
                  <a:pt x="1537937" y="29537"/>
                </a:cubicBezTo>
                <a:cubicBezTo>
                  <a:pt x="1512282" y="82876"/>
                  <a:pt x="1488113" y="136704"/>
                  <a:pt x="1486718" y="193084"/>
                </a:cubicBezTo>
                <a:cubicBezTo>
                  <a:pt x="1485632" y="236233"/>
                  <a:pt x="1501346" y="278168"/>
                  <a:pt x="1534169" y="314431"/>
                </a:cubicBezTo>
                <a:cubicBezTo>
                  <a:pt x="1616888" y="324674"/>
                  <a:pt x="1650813" y="323022"/>
                  <a:pt x="1736013" y="301586"/>
                </a:cubicBezTo>
                <a:cubicBezTo>
                  <a:pt x="1895460" y="261476"/>
                  <a:pt x="1936922" y="395590"/>
                  <a:pt x="1874620" y="476987"/>
                </a:cubicBezTo>
                <a:cubicBezTo>
                  <a:pt x="1788612" y="589361"/>
                  <a:pt x="1653700" y="423516"/>
                  <a:pt x="1552970" y="492846"/>
                </a:cubicBezTo>
                <a:cubicBezTo>
                  <a:pt x="1417689" y="585952"/>
                  <a:pt x="1476095" y="705370"/>
                  <a:pt x="1533214" y="821736"/>
                </a:cubicBezTo>
                <a:cubicBezTo>
                  <a:pt x="1446378" y="808626"/>
                  <a:pt x="1359377" y="796362"/>
                  <a:pt x="1270519" y="793546"/>
                </a:cubicBezTo>
                <a:cubicBezTo>
                  <a:pt x="1167310" y="790269"/>
                  <a:pt x="830756" y="810635"/>
                  <a:pt x="988750" y="927107"/>
                </a:cubicBezTo>
                <a:cubicBezTo>
                  <a:pt x="1107636" y="1014754"/>
                  <a:pt x="750831" y="1028736"/>
                  <a:pt x="685533" y="1017965"/>
                </a:cubicBezTo>
                <a:cubicBezTo>
                  <a:pt x="575358" y="999793"/>
                  <a:pt x="566334" y="969780"/>
                  <a:pt x="622369" y="906899"/>
                </a:cubicBezTo>
                <a:cubicBezTo>
                  <a:pt x="680460" y="841705"/>
                  <a:pt x="616947" y="823018"/>
                  <a:pt x="533823" y="808362"/>
                </a:cubicBezTo>
                <a:cubicBezTo>
                  <a:pt x="386101" y="782327"/>
                  <a:pt x="233197" y="802745"/>
                  <a:pt x="87092" y="824221"/>
                </a:cubicBezTo>
                <a:cubicBezTo>
                  <a:pt x="79980" y="825265"/>
                  <a:pt x="72868" y="826322"/>
                  <a:pt x="65737" y="827379"/>
                </a:cubicBezTo>
                <a:cubicBezTo>
                  <a:pt x="7792" y="709242"/>
                  <a:pt x="-54729" y="587458"/>
                  <a:pt x="82737" y="492846"/>
                </a:cubicBezTo>
                <a:cubicBezTo>
                  <a:pt x="183468" y="423516"/>
                  <a:pt x="318380" y="589348"/>
                  <a:pt x="404388" y="476987"/>
                </a:cubicBezTo>
                <a:cubicBezTo>
                  <a:pt x="466690" y="395590"/>
                  <a:pt x="425228" y="261476"/>
                  <a:pt x="265781" y="301586"/>
                </a:cubicBezTo>
                <a:cubicBezTo>
                  <a:pt x="180601" y="323009"/>
                  <a:pt x="146656" y="324674"/>
                  <a:pt x="63937" y="314431"/>
                </a:cubicBezTo>
                <a:cubicBezTo>
                  <a:pt x="31260" y="278299"/>
                  <a:pt x="15915" y="236511"/>
                  <a:pt x="17092" y="193560"/>
                </a:cubicBezTo>
                <a:cubicBezTo>
                  <a:pt x="18616" y="138118"/>
                  <a:pt x="41957" y="85096"/>
                  <a:pt x="67024" y="32590"/>
                </a:cubicBezTo>
                <a:cubicBezTo>
                  <a:pt x="185214" y="15290"/>
                  <a:pt x="303805" y="-913"/>
                  <a:pt x="423133" y="3832"/>
                </a:cubicBezTo>
                <a:cubicBezTo>
                  <a:pt x="499145" y="6846"/>
                  <a:pt x="573924" y="19665"/>
                  <a:pt x="642437" y="43784"/>
                </a:cubicBezTo>
                <a:cubicBezTo>
                  <a:pt x="660043" y="92762"/>
                  <a:pt x="554792" y="146920"/>
                  <a:pt x="579493" y="180317"/>
                </a:cubicBezTo>
                <a:cubicBezTo>
                  <a:pt x="650357" y="276132"/>
                  <a:pt x="917773" y="231225"/>
                  <a:pt x="1010969" y="182458"/>
                </a:cubicBezTo>
                <a:cubicBezTo>
                  <a:pt x="1026131" y="135422"/>
                  <a:pt x="947234" y="123529"/>
                  <a:pt x="942254" y="79229"/>
                </a:cubicBezTo>
                <a:cubicBezTo>
                  <a:pt x="936354" y="26629"/>
                  <a:pt x="1066083" y="13731"/>
                  <a:pt x="1117561" y="7124"/>
                </a:cubicBezTo>
                <a:cubicBezTo>
                  <a:pt x="1152759" y="2607"/>
                  <a:pt x="1187981" y="442"/>
                  <a:pt x="1223176" y="62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pic>
        <p:nvPicPr>
          <p:cNvPr id="29" name="Picture 3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735AC152-4C37-5830-D66A-7AAB4677A33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5837689" y="5768407"/>
            <a:ext cx="1683103" cy="768836"/>
          </a:xfrm>
          <a:custGeom>
            <a:avLst/>
            <a:gdLst>
              <a:gd name="connsiteX0" fmla="*/ 912052 w 2172569"/>
              <a:gd name="connsiteY0" fmla="*/ 0 h 992423"/>
              <a:gd name="connsiteX1" fmla="*/ 1187557 w 2172569"/>
              <a:gd name="connsiteY1" fmla="*/ 0 h 992423"/>
              <a:gd name="connsiteX2" fmla="*/ 1261939 w 2172569"/>
              <a:gd name="connsiteY2" fmla="*/ 15934 h 992423"/>
              <a:gd name="connsiteX3" fmla="*/ 1217575 w 2172569"/>
              <a:gd name="connsiteY3" fmla="*/ 166820 h 992423"/>
              <a:gd name="connsiteX4" fmla="*/ 1807524 w 2172569"/>
              <a:gd name="connsiteY4" fmla="*/ 163371 h 992423"/>
              <a:gd name="connsiteX5" fmla="*/ 1757592 w 2172569"/>
              <a:gd name="connsiteY5" fmla="*/ 324340 h 992423"/>
              <a:gd name="connsiteX6" fmla="*/ 1804437 w 2172569"/>
              <a:gd name="connsiteY6" fmla="*/ 445212 h 992423"/>
              <a:gd name="connsiteX7" fmla="*/ 2006281 w 2172569"/>
              <a:gd name="connsiteY7" fmla="*/ 432367 h 992423"/>
              <a:gd name="connsiteX8" fmla="*/ 2144888 w 2172569"/>
              <a:gd name="connsiteY8" fmla="*/ 607767 h 992423"/>
              <a:gd name="connsiteX9" fmla="*/ 1823238 w 2172569"/>
              <a:gd name="connsiteY9" fmla="*/ 623626 h 992423"/>
              <a:gd name="connsiteX10" fmla="*/ 1806237 w 2172569"/>
              <a:gd name="connsiteY10" fmla="*/ 958160 h 992423"/>
              <a:gd name="connsiteX11" fmla="*/ 1332070 w 2172569"/>
              <a:gd name="connsiteY11" fmla="*/ 984064 h 992423"/>
              <a:gd name="connsiteX12" fmla="*/ 1245326 w 2172569"/>
              <a:gd name="connsiteY12" fmla="*/ 893865 h 992423"/>
              <a:gd name="connsiteX13" fmla="*/ 1186131 w 2172569"/>
              <a:gd name="connsiteY13" fmla="*/ 790543 h 992423"/>
              <a:gd name="connsiteX14" fmla="*/ 903387 w 2172569"/>
              <a:gd name="connsiteY14" fmla="*/ 794944 h 992423"/>
              <a:gd name="connsiteX15" fmla="*/ 886387 w 2172569"/>
              <a:gd name="connsiteY15" fmla="*/ 884917 h 992423"/>
              <a:gd name="connsiteX16" fmla="*/ 797641 w 2172569"/>
              <a:gd name="connsiteY16" fmla="*/ 982676 h 992423"/>
              <a:gd name="connsiteX17" fmla="*/ 567916 w 2172569"/>
              <a:gd name="connsiteY17" fmla="*/ 983375 h 992423"/>
              <a:gd name="connsiteX18" fmla="*/ 338946 w 2172569"/>
              <a:gd name="connsiteY18" fmla="*/ 952927 h 992423"/>
              <a:gd name="connsiteX19" fmla="*/ 399758 w 2172569"/>
              <a:gd name="connsiteY19" fmla="*/ 794322 h 992423"/>
              <a:gd name="connsiteX20" fmla="*/ 376695 w 2172569"/>
              <a:gd name="connsiteY20" fmla="*/ 663565 h 992423"/>
              <a:gd name="connsiteX21" fmla="*/ 186979 w 2172569"/>
              <a:gd name="connsiteY21" fmla="*/ 631107 h 992423"/>
              <a:gd name="connsiteX22" fmla="*/ 22902 w 2172569"/>
              <a:gd name="connsiteY22" fmla="*/ 452573 h 992423"/>
              <a:gd name="connsiteX23" fmla="*/ 118560 w 2172569"/>
              <a:gd name="connsiteY23" fmla="*/ 425495 h 992423"/>
              <a:gd name="connsiteX24" fmla="*/ 238161 w 2172569"/>
              <a:gd name="connsiteY24" fmla="*/ 452164 h 992423"/>
              <a:gd name="connsiteX25" fmla="*/ 389229 w 2172569"/>
              <a:gd name="connsiteY25" fmla="*/ 378287 h 992423"/>
              <a:gd name="connsiteX26" fmla="*/ 334554 w 2172569"/>
              <a:gd name="connsiteY26" fmla="*/ 159618 h 992423"/>
              <a:gd name="connsiteX27" fmla="*/ 912429 w 2172569"/>
              <a:gd name="connsiteY27" fmla="*/ 166873 h 992423"/>
              <a:gd name="connsiteX28" fmla="*/ 856487 w 2172569"/>
              <a:gd name="connsiteY28" fmla="*/ 32494 h 992423"/>
              <a:gd name="connsiteX29" fmla="*/ 885096 w 2172569"/>
              <a:gd name="connsiteY29" fmla="*/ 8629 h 99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172569" h="992423">
                <a:moveTo>
                  <a:pt x="912052" y="0"/>
                </a:moveTo>
                <a:lnTo>
                  <a:pt x="1187557" y="0"/>
                </a:lnTo>
                <a:lnTo>
                  <a:pt x="1261939" y="15934"/>
                </a:lnTo>
                <a:cubicBezTo>
                  <a:pt x="1335047" y="72484"/>
                  <a:pt x="1185985" y="103925"/>
                  <a:pt x="1217575" y="166820"/>
                </a:cubicBezTo>
                <a:cubicBezTo>
                  <a:pt x="1414090" y="224190"/>
                  <a:pt x="1610237" y="192247"/>
                  <a:pt x="1807524" y="163371"/>
                </a:cubicBezTo>
                <a:cubicBezTo>
                  <a:pt x="1782457" y="215878"/>
                  <a:pt x="1759117" y="268899"/>
                  <a:pt x="1757592" y="324340"/>
                </a:cubicBezTo>
                <a:cubicBezTo>
                  <a:pt x="1756415" y="367292"/>
                  <a:pt x="1771760" y="409093"/>
                  <a:pt x="1804437" y="445212"/>
                </a:cubicBezTo>
                <a:cubicBezTo>
                  <a:pt x="1887156" y="455467"/>
                  <a:pt x="1921081" y="453802"/>
                  <a:pt x="2006281" y="432367"/>
                </a:cubicBezTo>
                <a:cubicBezTo>
                  <a:pt x="2165728" y="392256"/>
                  <a:pt x="2207188" y="526371"/>
                  <a:pt x="2144888" y="607767"/>
                </a:cubicBezTo>
                <a:cubicBezTo>
                  <a:pt x="2058880" y="720143"/>
                  <a:pt x="1923968" y="554296"/>
                  <a:pt x="1823238" y="623626"/>
                </a:cubicBezTo>
                <a:cubicBezTo>
                  <a:pt x="1685752" y="718239"/>
                  <a:pt x="1748292" y="840024"/>
                  <a:pt x="1806237" y="958160"/>
                </a:cubicBezTo>
                <a:cubicBezTo>
                  <a:pt x="1650669" y="981196"/>
                  <a:pt x="1490599" y="1005671"/>
                  <a:pt x="1332070" y="984064"/>
                </a:cubicBezTo>
                <a:cubicBezTo>
                  <a:pt x="1246337" y="972367"/>
                  <a:pt x="1172328" y="955834"/>
                  <a:pt x="1245326" y="893865"/>
                </a:cubicBezTo>
                <a:cubicBezTo>
                  <a:pt x="1315475" y="834328"/>
                  <a:pt x="1275796" y="807433"/>
                  <a:pt x="1186131" y="790543"/>
                </a:cubicBezTo>
                <a:cubicBezTo>
                  <a:pt x="1094186" y="773217"/>
                  <a:pt x="993585" y="771155"/>
                  <a:pt x="903387" y="794944"/>
                </a:cubicBezTo>
                <a:cubicBezTo>
                  <a:pt x="843272" y="827363"/>
                  <a:pt x="845221" y="837869"/>
                  <a:pt x="886387" y="884917"/>
                </a:cubicBezTo>
                <a:cubicBezTo>
                  <a:pt x="947255" y="954460"/>
                  <a:pt x="889970" y="971494"/>
                  <a:pt x="797641" y="982676"/>
                </a:cubicBezTo>
                <a:cubicBezTo>
                  <a:pt x="721667" y="991874"/>
                  <a:pt x="644111" y="990221"/>
                  <a:pt x="567916" y="983375"/>
                </a:cubicBezTo>
                <a:cubicBezTo>
                  <a:pt x="490931" y="976450"/>
                  <a:pt x="414995" y="964411"/>
                  <a:pt x="338946" y="952927"/>
                </a:cubicBezTo>
                <a:cubicBezTo>
                  <a:pt x="364069" y="900936"/>
                  <a:pt x="390386" y="849209"/>
                  <a:pt x="399758" y="794322"/>
                </a:cubicBezTo>
                <a:cubicBezTo>
                  <a:pt x="407331" y="749943"/>
                  <a:pt x="401541" y="704865"/>
                  <a:pt x="376695" y="663565"/>
                </a:cubicBezTo>
                <a:cubicBezTo>
                  <a:pt x="334425" y="593336"/>
                  <a:pt x="270690" y="601385"/>
                  <a:pt x="186979" y="631107"/>
                </a:cubicBezTo>
                <a:cubicBezTo>
                  <a:pt x="27017" y="687896"/>
                  <a:pt x="-38831" y="540235"/>
                  <a:pt x="22902" y="452573"/>
                </a:cubicBezTo>
                <a:cubicBezTo>
                  <a:pt x="71107" y="442569"/>
                  <a:pt x="60981" y="419520"/>
                  <a:pt x="118560" y="425495"/>
                </a:cubicBezTo>
                <a:cubicBezTo>
                  <a:pt x="160222" y="429815"/>
                  <a:pt x="198319" y="443323"/>
                  <a:pt x="238161" y="452164"/>
                </a:cubicBezTo>
                <a:cubicBezTo>
                  <a:pt x="333617" y="473349"/>
                  <a:pt x="371733" y="445265"/>
                  <a:pt x="389229" y="378287"/>
                </a:cubicBezTo>
                <a:cubicBezTo>
                  <a:pt x="408838" y="303141"/>
                  <a:pt x="371825" y="231115"/>
                  <a:pt x="334554" y="159618"/>
                </a:cubicBezTo>
                <a:cubicBezTo>
                  <a:pt x="528019" y="188480"/>
                  <a:pt x="720546" y="221640"/>
                  <a:pt x="912429" y="166873"/>
                </a:cubicBezTo>
                <a:cubicBezTo>
                  <a:pt x="935310" y="113268"/>
                  <a:pt x="830775" y="75656"/>
                  <a:pt x="856487" y="32494"/>
                </a:cubicBezTo>
                <a:cubicBezTo>
                  <a:pt x="862390" y="22595"/>
                  <a:pt x="872471" y="14794"/>
                  <a:pt x="885096" y="8629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pic>
        <p:nvPicPr>
          <p:cNvPr id="26" name="Picture 6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1A68F245-5517-6212-E67B-1BBE69A513A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10155487" y="18551"/>
            <a:ext cx="1239806" cy="794675"/>
          </a:xfrm>
          <a:custGeom>
            <a:avLst/>
            <a:gdLst>
              <a:gd name="connsiteX0" fmla="*/ 1247778 w 1600357"/>
              <a:gd name="connsiteY0" fmla="*/ 108 h 1025777"/>
              <a:gd name="connsiteX1" fmla="*/ 1532070 w 1600357"/>
              <a:gd name="connsiteY1" fmla="*/ 28617 h 1025777"/>
              <a:gd name="connsiteX2" fmla="*/ 1586728 w 1600357"/>
              <a:gd name="connsiteY2" fmla="*/ 247286 h 1025777"/>
              <a:gd name="connsiteX3" fmla="*/ 1435660 w 1600357"/>
              <a:gd name="connsiteY3" fmla="*/ 321163 h 1025777"/>
              <a:gd name="connsiteX4" fmla="*/ 1316058 w 1600357"/>
              <a:gd name="connsiteY4" fmla="*/ 294494 h 1025777"/>
              <a:gd name="connsiteX5" fmla="*/ 1220401 w 1600357"/>
              <a:gd name="connsiteY5" fmla="*/ 321572 h 1025777"/>
              <a:gd name="connsiteX6" fmla="*/ 1384478 w 1600357"/>
              <a:gd name="connsiteY6" fmla="*/ 500107 h 1025777"/>
              <a:gd name="connsiteX7" fmla="*/ 1574194 w 1600357"/>
              <a:gd name="connsiteY7" fmla="*/ 532564 h 1025777"/>
              <a:gd name="connsiteX8" fmla="*/ 1597258 w 1600357"/>
              <a:gd name="connsiteY8" fmla="*/ 663321 h 1025777"/>
              <a:gd name="connsiteX9" fmla="*/ 1536444 w 1600357"/>
              <a:gd name="connsiteY9" fmla="*/ 821926 h 1025777"/>
              <a:gd name="connsiteX10" fmla="*/ 1267687 w 1600357"/>
              <a:gd name="connsiteY10" fmla="*/ 793009 h 1025777"/>
              <a:gd name="connsiteX11" fmla="*/ 965076 w 1600357"/>
              <a:gd name="connsiteY11" fmla="*/ 910168 h 1025777"/>
              <a:gd name="connsiteX12" fmla="*/ 906836 w 1600357"/>
              <a:gd name="connsiteY12" fmla="*/ 1011971 h 1025777"/>
              <a:gd name="connsiteX13" fmla="*/ 683087 w 1600357"/>
              <a:gd name="connsiteY13" fmla="*/ 1017745 h 1025777"/>
              <a:gd name="connsiteX14" fmla="*/ 597371 w 1600357"/>
              <a:gd name="connsiteY14" fmla="*/ 930521 h 1025777"/>
              <a:gd name="connsiteX15" fmla="*/ 567397 w 1600357"/>
              <a:gd name="connsiteY15" fmla="*/ 815489 h 1025777"/>
              <a:gd name="connsiteX16" fmla="*/ 53918 w 1600357"/>
              <a:gd name="connsiteY16" fmla="*/ 827001 h 1025777"/>
              <a:gd name="connsiteX17" fmla="*/ 128404 w 1600357"/>
              <a:gd name="connsiteY17" fmla="*/ 597639 h 1025777"/>
              <a:gd name="connsiteX18" fmla="*/ 40226 w 1600357"/>
              <a:gd name="connsiteY18" fmla="*/ 477349 h 1025777"/>
              <a:gd name="connsiteX19" fmla="*/ 0 w 1600357"/>
              <a:gd name="connsiteY19" fmla="*/ 477380 h 1025777"/>
              <a:gd name="connsiteX20" fmla="*/ 0 w 1600357"/>
              <a:gd name="connsiteY20" fmla="*/ 328292 h 1025777"/>
              <a:gd name="connsiteX21" fmla="*/ 14134 w 1600357"/>
              <a:gd name="connsiteY21" fmla="*/ 330808 h 1025777"/>
              <a:gd name="connsiteX22" fmla="*/ 69668 w 1600357"/>
              <a:gd name="connsiteY22" fmla="*/ 326330 h 1025777"/>
              <a:gd name="connsiteX23" fmla="*/ 119087 w 1600357"/>
              <a:gd name="connsiteY23" fmla="*/ 196233 h 1025777"/>
              <a:gd name="connsiteX24" fmla="*/ 120630 w 1600357"/>
              <a:gd name="connsiteY24" fmla="*/ 1023 h 1025777"/>
              <a:gd name="connsiteX25" fmla="*/ 372536 w 1600357"/>
              <a:gd name="connsiteY25" fmla="*/ 11079 h 1025777"/>
              <a:gd name="connsiteX26" fmla="*/ 639989 w 1600357"/>
              <a:gd name="connsiteY26" fmla="*/ 43565 h 1025777"/>
              <a:gd name="connsiteX27" fmla="*/ 594284 w 1600357"/>
              <a:gd name="connsiteY27" fmla="*/ 194740 h 1025777"/>
              <a:gd name="connsiteX28" fmla="*/ 1008521 w 1600357"/>
              <a:gd name="connsiteY28" fmla="*/ 182238 h 1025777"/>
              <a:gd name="connsiteX29" fmla="*/ 939789 w 1600357"/>
              <a:gd name="connsiteY29" fmla="*/ 79009 h 1025777"/>
              <a:gd name="connsiteX30" fmla="*/ 1152677 w 1600357"/>
              <a:gd name="connsiteY30" fmla="*/ 3123 h 1025777"/>
              <a:gd name="connsiteX31" fmla="*/ 1247778 w 1600357"/>
              <a:gd name="connsiteY31" fmla="*/ 108 h 1025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600357" h="1025777">
                <a:moveTo>
                  <a:pt x="1247778" y="108"/>
                </a:moveTo>
                <a:cubicBezTo>
                  <a:pt x="1342790" y="1419"/>
                  <a:pt x="1437544" y="14513"/>
                  <a:pt x="1532070" y="28617"/>
                </a:cubicBezTo>
                <a:cubicBezTo>
                  <a:pt x="1569324" y="100115"/>
                  <a:pt x="1606336" y="172141"/>
                  <a:pt x="1586728" y="247286"/>
                </a:cubicBezTo>
                <a:cubicBezTo>
                  <a:pt x="1569231" y="314278"/>
                  <a:pt x="1531115" y="342361"/>
                  <a:pt x="1435660" y="321163"/>
                </a:cubicBezTo>
                <a:cubicBezTo>
                  <a:pt x="1395817" y="312322"/>
                  <a:pt x="1357738" y="298815"/>
                  <a:pt x="1316058" y="294494"/>
                </a:cubicBezTo>
                <a:cubicBezTo>
                  <a:pt x="1258480" y="288533"/>
                  <a:pt x="1268625" y="311569"/>
                  <a:pt x="1220401" y="321572"/>
                </a:cubicBezTo>
                <a:cubicBezTo>
                  <a:pt x="1158670" y="409234"/>
                  <a:pt x="1224518" y="556895"/>
                  <a:pt x="1384478" y="500107"/>
                </a:cubicBezTo>
                <a:cubicBezTo>
                  <a:pt x="1468191" y="470384"/>
                  <a:pt x="1531943" y="462335"/>
                  <a:pt x="1574194" y="532564"/>
                </a:cubicBezTo>
                <a:cubicBezTo>
                  <a:pt x="1599041" y="573864"/>
                  <a:pt x="1604830" y="618943"/>
                  <a:pt x="1597258" y="663321"/>
                </a:cubicBezTo>
                <a:cubicBezTo>
                  <a:pt x="1587885" y="718208"/>
                  <a:pt x="1561550" y="769935"/>
                  <a:pt x="1536444" y="821926"/>
                </a:cubicBezTo>
                <a:cubicBezTo>
                  <a:pt x="1447607" y="808499"/>
                  <a:pt x="1358639" y="795824"/>
                  <a:pt x="1267687" y="793009"/>
                </a:cubicBezTo>
                <a:cubicBezTo>
                  <a:pt x="1189691" y="790604"/>
                  <a:pt x="846097" y="805921"/>
                  <a:pt x="965076" y="910168"/>
                </a:cubicBezTo>
                <a:cubicBezTo>
                  <a:pt x="1030225" y="967260"/>
                  <a:pt x="1008706" y="988525"/>
                  <a:pt x="906836" y="1011971"/>
                </a:cubicBezTo>
                <a:cubicBezTo>
                  <a:pt x="834906" y="1028529"/>
                  <a:pt x="756542" y="1029864"/>
                  <a:pt x="683087" y="1017745"/>
                </a:cubicBezTo>
                <a:cubicBezTo>
                  <a:pt x="615639" y="1006618"/>
                  <a:pt x="546905" y="982776"/>
                  <a:pt x="597371" y="930521"/>
                </a:cubicBezTo>
                <a:cubicBezTo>
                  <a:pt x="651787" y="874194"/>
                  <a:pt x="668531" y="838789"/>
                  <a:pt x="567397" y="815489"/>
                </a:cubicBezTo>
                <a:cubicBezTo>
                  <a:pt x="396684" y="776172"/>
                  <a:pt x="225568" y="801137"/>
                  <a:pt x="53918" y="827001"/>
                </a:cubicBezTo>
                <a:cubicBezTo>
                  <a:pt x="90950" y="732732"/>
                  <a:pt x="135369" y="641370"/>
                  <a:pt x="128404" y="597639"/>
                </a:cubicBezTo>
                <a:cubicBezTo>
                  <a:pt x="122467" y="560397"/>
                  <a:pt x="99275" y="488264"/>
                  <a:pt x="40226" y="477349"/>
                </a:cubicBezTo>
                <a:lnTo>
                  <a:pt x="0" y="477380"/>
                </a:lnTo>
                <a:lnTo>
                  <a:pt x="0" y="328292"/>
                </a:lnTo>
                <a:lnTo>
                  <a:pt x="14134" y="330808"/>
                </a:lnTo>
                <a:cubicBezTo>
                  <a:pt x="33060" y="332293"/>
                  <a:pt x="51694" y="331332"/>
                  <a:pt x="69668" y="326330"/>
                </a:cubicBezTo>
                <a:cubicBezTo>
                  <a:pt x="116109" y="292220"/>
                  <a:pt x="120574" y="241260"/>
                  <a:pt x="119087" y="196233"/>
                </a:cubicBezTo>
                <a:cubicBezTo>
                  <a:pt x="116972" y="132572"/>
                  <a:pt x="119785" y="66732"/>
                  <a:pt x="120630" y="1023"/>
                </a:cubicBezTo>
                <a:cubicBezTo>
                  <a:pt x="204782" y="1564"/>
                  <a:pt x="288879" y="4695"/>
                  <a:pt x="372536" y="11079"/>
                </a:cubicBezTo>
                <a:cubicBezTo>
                  <a:pt x="462476" y="17952"/>
                  <a:pt x="551960" y="28484"/>
                  <a:pt x="639989" y="43565"/>
                </a:cubicBezTo>
                <a:cubicBezTo>
                  <a:pt x="659856" y="98873"/>
                  <a:pt x="535714" y="155052"/>
                  <a:pt x="594284" y="194740"/>
                </a:cubicBezTo>
                <a:cubicBezTo>
                  <a:pt x="695730" y="263489"/>
                  <a:pt x="905531" y="236119"/>
                  <a:pt x="1008521" y="182238"/>
                </a:cubicBezTo>
                <a:cubicBezTo>
                  <a:pt x="1023683" y="135189"/>
                  <a:pt x="944769" y="123308"/>
                  <a:pt x="939789" y="79009"/>
                </a:cubicBezTo>
                <a:cubicBezTo>
                  <a:pt x="933227" y="20608"/>
                  <a:pt x="1096498" y="7697"/>
                  <a:pt x="1152677" y="3123"/>
                </a:cubicBezTo>
                <a:cubicBezTo>
                  <a:pt x="1184407" y="543"/>
                  <a:pt x="1216107" y="-329"/>
                  <a:pt x="1247778" y="108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</p:pic>
      <p:pic>
        <p:nvPicPr>
          <p:cNvPr id="150" name="Picture 149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01BE448E-96E8-7254-4251-58C678CC94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6618942" y="4360250"/>
            <a:ext cx="1359578" cy="622866"/>
          </a:xfrm>
          <a:custGeom>
            <a:avLst/>
            <a:gdLst>
              <a:gd name="connsiteX0" fmla="*/ 393781 w 1754959"/>
              <a:gd name="connsiteY0" fmla="*/ 91 h 804002"/>
              <a:gd name="connsiteX1" fmla="*/ 639947 w 1754959"/>
              <a:gd name="connsiteY1" fmla="*/ 46627 h 804002"/>
              <a:gd name="connsiteX2" fmla="*/ 577003 w 1754959"/>
              <a:gd name="connsiteY2" fmla="*/ 183160 h 804002"/>
              <a:gd name="connsiteX3" fmla="*/ 757345 w 1754959"/>
              <a:gd name="connsiteY3" fmla="*/ 235390 h 804002"/>
              <a:gd name="connsiteX4" fmla="*/ 976280 w 1754959"/>
              <a:gd name="connsiteY4" fmla="*/ 200235 h 804002"/>
              <a:gd name="connsiteX5" fmla="*/ 939764 w 1754959"/>
              <a:gd name="connsiteY5" fmla="*/ 82086 h 804002"/>
              <a:gd name="connsiteX6" fmla="*/ 1502826 w 1754959"/>
              <a:gd name="connsiteY6" fmla="*/ 6649 h 804002"/>
              <a:gd name="connsiteX7" fmla="*/ 1484263 w 1754959"/>
              <a:gd name="connsiteY7" fmla="*/ 201993 h 804002"/>
              <a:gd name="connsiteX8" fmla="*/ 1670120 w 1754959"/>
              <a:gd name="connsiteY8" fmla="*/ 322349 h 804002"/>
              <a:gd name="connsiteX9" fmla="*/ 1727883 w 1754959"/>
              <a:gd name="connsiteY9" fmla="*/ 306698 h 804002"/>
              <a:gd name="connsiteX10" fmla="*/ 1754959 w 1754959"/>
              <a:gd name="connsiteY10" fmla="*/ 301682 h 804002"/>
              <a:gd name="connsiteX11" fmla="*/ 1754959 w 1754959"/>
              <a:gd name="connsiteY11" fmla="*/ 513314 h 804002"/>
              <a:gd name="connsiteX12" fmla="*/ 1674862 w 1754959"/>
              <a:gd name="connsiteY12" fmla="*/ 491127 h 804002"/>
              <a:gd name="connsiteX13" fmla="*/ 1596957 w 1754959"/>
              <a:gd name="connsiteY13" fmla="*/ 478297 h 804002"/>
              <a:gd name="connsiteX14" fmla="*/ 1500657 w 1754959"/>
              <a:gd name="connsiteY14" fmla="*/ 765637 h 804002"/>
              <a:gd name="connsiteX15" fmla="*/ 1511761 w 1754959"/>
              <a:gd name="connsiteY15" fmla="*/ 804002 h 804002"/>
              <a:gd name="connsiteX16" fmla="*/ 940658 w 1754959"/>
              <a:gd name="connsiteY16" fmla="*/ 804002 h 804002"/>
              <a:gd name="connsiteX17" fmla="*/ 945757 w 1754959"/>
              <a:gd name="connsiteY17" fmla="*/ 796147 h 804002"/>
              <a:gd name="connsiteX18" fmla="*/ 998241 w 1754959"/>
              <a:gd name="connsiteY18" fmla="*/ 733006 h 804002"/>
              <a:gd name="connsiteX19" fmla="*/ 861693 w 1754959"/>
              <a:gd name="connsiteY19" fmla="*/ 654650 h 804002"/>
              <a:gd name="connsiteX20" fmla="*/ 614457 w 1754959"/>
              <a:gd name="connsiteY20" fmla="*/ 675332 h 804002"/>
              <a:gd name="connsiteX21" fmla="*/ 629213 w 1754959"/>
              <a:gd name="connsiteY21" fmla="*/ 777636 h 804002"/>
              <a:gd name="connsiteX22" fmla="*/ 639019 w 1754959"/>
              <a:gd name="connsiteY22" fmla="*/ 801701 h 804002"/>
              <a:gd name="connsiteX23" fmla="*/ 638685 w 1754959"/>
              <a:gd name="connsiteY23" fmla="*/ 804002 h 804002"/>
              <a:gd name="connsiteX24" fmla="*/ 49885 w 1754959"/>
              <a:gd name="connsiteY24" fmla="*/ 804002 h 804002"/>
              <a:gd name="connsiteX25" fmla="*/ 37831 w 1754959"/>
              <a:gd name="connsiteY25" fmla="*/ 779711 h 804002"/>
              <a:gd name="connsiteX26" fmla="*/ 61171 w 1754959"/>
              <a:gd name="connsiteY26" fmla="*/ 508416 h 804002"/>
              <a:gd name="connsiteX27" fmla="*/ 365343 w 1754959"/>
              <a:gd name="connsiteY27" fmla="*/ 515698 h 804002"/>
              <a:gd name="connsiteX28" fmla="*/ 295820 w 1754959"/>
              <a:gd name="connsiteY28" fmla="*/ 297663 h 804002"/>
              <a:gd name="connsiteX29" fmla="*/ 10 w 1754959"/>
              <a:gd name="connsiteY29" fmla="*/ 222676 h 804002"/>
              <a:gd name="connsiteX30" fmla="*/ 52276 w 1754959"/>
              <a:gd name="connsiteY30" fmla="*/ 44711 h 804002"/>
              <a:gd name="connsiteX31" fmla="*/ 53195 w 1754959"/>
              <a:gd name="connsiteY31" fmla="*/ 28680 h 804002"/>
              <a:gd name="connsiteX32" fmla="*/ 136631 w 1754959"/>
              <a:gd name="connsiteY32" fmla="*/ 27914 h 804002"/>
              <a:gd name="connsiteX33" fmla="*/ 393781 w 1754959"/>
              <a:gd name="connsiteY33" fmla="*/ 91 h 804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754959" h="804002">
                <a:moveTo>
                  <a:pt x="393781" y="91"/>
                </a:moveTo>
                <a:cubicBezTo>
                  <a:pt x="480734" y="-1141"/>
                  <a:pt x="565856" y="10019"/>
                  <a:pt x="639947" y="46627"/>
                </a:cubicBezTo>
                <a:cubicBezTo>
                  <a:pt x="657553" y="95605"/>
                  <a:pt x="552302" y="149751"/>
                  <a:pt x="577003" y="183160"/>
                </a:cubicBezTo>
                <a:cubicBezTo>
                  <a:pt x="608815" y="226164"/>
                  <a:pt x="697305" y="233010"/>
                  <a:pt x="757345" y="235390"/>
                </a:cubicBezTo>
                <a:cubicBezTo>
                  <a:pt x="832915" y="238363"/>
                  <a:pt x="910213" y="227288"/>
                  <a:pt x="976280" y="200235"/>
                </a:cubicBezTo>
                <a:cubicBezTo>
                  <a:pt x="1068702" y="162412"/>
                  <a:pt x="945056" y="129266"/>
                  <a:pt x="939764" y="82086"/>
                </a:cubicBezTo>
                <a:cubicBezTo>
                  <a:pt x="932320" y="15847"/>
                  <a:pt x="1220285" y="2446"/>
                  <a:pt x="1502826" y="6649"/>
                </a:cubicBezTo>
                <a:cubicBezTo>
                  <a:pt x="1513577" y="69451"/>
                  <a:pt x="1515672" y="127125"/>
                  <a:pt x="1484263" y="201993"/>
                </a:cubicBezTo>
                <a:cubicBezTo>
                  <a:pt x="1446056" y="293050"/>
                  <a:pt x="1543091" y="354888"/>
                  <a:pt x="1670120" y="322349"/>
                </a:cubicBezTo>
                <a:cubicBezTo>
                  <a:pt x="1689063" y="317492"/>
                  <a:pt x="1708539" y="311671"/>
                  <a:pt x="1727883" y="306698"/>
                </a:cubicBezTo>
                <a:lnTo>
                  <a:pt x="1754959" y="301682"/>
                </a:lnTo>
                <a:lnTo>
                  <a:pt x="1754959" y="513314"/>
                </a:lnTo>
                <a:lnTo>
                  <a:pt x="1674862" y="491127"/>
                </a:lnTo>
                <a:cubicBezTo>
                  <a:pt x="1647462" y="483500"/>
                  <a:pt x="1620779" y="477530"/>
                  <a:pt x="1596957" y="478297"/>
                </a:cubicBezTo>
                <a:cubicBezTo>
                  <a:pt x="1437015" y="483464"/>
                  <a:pt x="1481085" y="699372"/>
                  <a:pt x="1500657" y="765637"/>
                </a:cubicBezTo>
                <a:lnTo>
                  <a:pt x="1511761" y="804002"/>
                </a:lnTo>
                <a:lnTo>
                  <a:pt x="940658" y="804002"/>
                </a:lnTo>
                <a:lnTo>
                  <a:pt x="945757" y="796147"/>
                </a:lnTo>
                <a:cubicBezTo>
                  <a:pt x="962768" y="776807"/>
                  <a:pt x="996515" y="753470"/>
                  <a:pt x="998241" y="733006"/>
                </a:cubicBezTo>
                <a:cubicBezTo>
                  <a:pt x="1057658" y="681914"/>
                  <a:pt x="907050" y="660556"/>
                  <a:pt x="861693" y="654650"/>
                </a:cubicBezTo>
                <a:cubicBezTo>
                  <a:pt x="783348" y="644434"/>
                  <a:pt x="683612" y="644500"/>
                  <a:pt x="614457" y="675332"/>
                </a:cubicBezTo>
                <a:cubicBezTo>
                  <a:pt x="543278" y="707076"/>
                  <a:pt x="604495" y="737632"/>
                  <a:pt x="629213" y="777636"/>
                </a:cubicBezTo>
                <a:cubicBezTo>
                  <a:pt x="634814" y="786700"/>
                  <a:pt x="637956" y="794674"/>
                  <a:pt x="639019" y="801701"/>
                </a:cubicBezTo>
                <a:lnTo>
                  <a:pt x="638685" y="804002"/>
                </a:lnTo>
                <a:lnTo>
                  <a:pt x="49885" y="804002"/>
                </a:lnTo>
                <a:lnTo>
                  <a:pt x="37831" y="779711"/>
                </a:lnTo>
                <a:cubicBezTo>
                  <a:pt x="-5099" y="687662"/>
                  <a:pt x="-21198" y="592218"/>
                  <a:pt x="61171" y="508416"/>
                </a:cubicBezTo>
                <a:cubicBezTo>
                  <a:pt x="173351" y="438054"/>
                  <a:pt x="246789" y="548923"/>
                  <a:pt x="365343" y="515698"/>
                </a:cubicBezTo>
                <a:cubicBezTo>
                  <a:pt x="443837" y="457151"/>
                  <a:pt x="472653" y="270266"/>
                  <a:pt x="295820" y="297663"/>
                </a:cubicBezTo>
                <a:cubicBezTo>
                  <a:pt x="176750" y="316111"/>
                  <a:pt x="1883" y="372477"/>
                  <a:pt x="10" y="222676"/>
                </a:cubicBezTo>
                <a:cubicBezTo>
                  <a:pt x="-745" y="161248"/>
                  <a:pt x="44173" y="105265"/>
                  <a:pt x="52276" y="44711"/>
                </a:cubicBezTo>
                <a:cubicBezTo>
                  <a:pt x="52992" y="39358"/>
                  <a:pt x="53104" y="34006"/>
                  <a:pt x="53195" y="28680"/>
                </a:cubicBezTo>
                <a:cubicBezTo>
                  <a:pt x="77712" y="32248"/>
                  <a:pt x="103974" y="33120"/>
                  <a:pt x="136631" y="27914"/>
                </a:cubicBezTo>
                <a:cubicBezTo>
                  <a:pt x="218045" y="14949"/>
                  <a:pt x="306829" y="1323"/>
                  <a:pt x="393781" y="91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151" name="Picture 150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F3228891-C2BC-4E02-190C-19E947DF7A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5295158" y="4359966"/>
            <a:ext cx="1685521" cy="623434"/>
          </a:xfrm>
          <a:custGeom>
            <a:avLst/>
            <a:gdLst>
              <a:gd name="connsiteX0" fmla="*/ 1547782 w 2175691"/>
              <a:gd name="connsiteY0" fmla="*/ 1498 h 804736"/>
              <a:gd name="connsiteX1" fmla="*/ 1666495 w 2175691"/>
              <a:gd name="connsiteY1" fmla="*/ 3261 h 804736"/>
              <a:gd name="connsiteX2" fmla="*/ 1801940 w 2175691"/>
              <a:gd name="connsiteY2" fmla="*/ 29414 h 804736"/>
              <a:gd name="connsiteX3" fmla="*/ 1801021 w 2175691"/>
              <a:gd name="connsiteY3" fmla="*/ 45445 h 804736"/>
              <a:gd name="connsiteX4" fmla="*/ 1748755 w 2175691"/>
              <a:gd name="connsiteY4" fmla="*/ 223410 h 804736"/>
              <a:gd name="connsiteX5" fmla="*/ 2044565 w 2175691"/>
              <a:gd name="connsiteY5" fmla="*/ 298397 h 804736"/>
              <a:gd name="connsiteX6" fmla="*/ 2114088 w 2175691"/>
              <a:gd name="connsiteY6" fmla="*/ 516432 h 804736"/>
              <a:gd name="connsiteX7" fmla="*/ 1809916 w 2175691"/>
              <a:gd name="connsiteY7" fmla="*/ 509150 h 804736"/>
              <a:gd name="connsiteX8" fmla="*/ 1786593 w 2175691"/>
              <a:gd name="connsiteY8" fmla="*/ 780433 h 804736"/>
              <a:gd name="connsiteX9" fmla="*/ 1798654 w 2175691"/>
              <a:gd name="connsiteY9" fmla="*/ 804736 h 804736"/>
              <a:gd name="connsiteX10" fmla="*/ 1652483 w 2175691"/>
              <a:gd name="connsiteY10" fmla="*/ 804736 h 804736"/>
              <a:gd name="connsiteX11" fmla="*/ 1508316 w 2175691"/>
              <a:gd name="connsiteY11" fmla="*/ 796529 h 804736"/>
              <a:gd name="connsiteX12" fmla="*/ 1405450 w 2175691"/>
              <a:gd name="connsiteY12" fmla="*/ 802332 h 804736"/>
              <a:gd name="connsiteX13" fmla="*/ 1388049 w 2175691"/>
              <a:gd name="connsiteY13" fmla="*/ 804736 h 804736"/>
              <a:gd name="connsiteX14" fmla="*/ 742759 w 2175691"/>
              <a:gd name="connsiteY14" fmla="*/ 804736 h 804736"/>
              <a:gd name="connsiteX15" fmla="*/ 697252 w 2175691"/>
              <a:gd name="connsiteY15" fmla="*/ 799860 h 804736"/>
              <a:gd name="connsiteX16" fmla="*/ 585533 w 2175691"/>
              <a:gd name="connsiteY16" fmla="*/ 800821 h 804736"/>
              <a:gd name="connsiteX17" fmla="*/ 542134 w 2175691"/>
              <a:gd name="connsiteY17" fmla="*/ 804736 h 804736"/>
              <a:gd name="connsiteX18" fmla="*/ 365878 w 2175691"/>
              <a:gd name="connsiteY18" fmla="*/ 804736 h 804736"/>
              <a:gd name="connsiteX19" fmla="*/ 369823 w 2175691"/>
              <a:gd name="connsiteY19" fmla="*/ 778226 h 804736"/>
              <a:gd name="connsiteX20" fmla="*/ 247499 w 2175691"/>
              <a:gd name="connsiteY20" fmla="*/ 482494 h 804736"/>
              <a:gd name="connsiteX21" fmla="*/ 4747 w 2175691"/>
              <a:gd name="connsiteY21" fmla="*/ 425124 h 804736"/>
              <a:gd name="connsiteX22" fmla="*/ 14137 w 2175691"/>
              <a:gd name="connsiteY22" fmla="*/ 344427 h 804736"/>
              <a:gd name="connsiteX23" fmla="*/ 83753 w 2175691"/>
              <a:gd name="connsiteY23" fmla="*/ 298687 h 804736"/>
              <a:gd name="connsiteX24" fmla="*/ 307541 w 2175691"/>
              <a:gd name="connsiteY24" fmla="*/ 330063 h 804736"/>
              <a:gd name="connsiteX25" fmla="*/ 359734 w 2175691"/>
              <a:gd name="connsiteY25" fmla="*/ 65930 h 804736"/>
              <a:gd name="connsiteX26" fmla="*/ 365762 w 2175691"/>
              <a:gd name="connsiteY26" fmla="*/ 4938 h 804736"/>
              <a:gd name="connsiteX27" fmla="*/ 650472 w 2175691"/>
              <a:gd name="connsiteY27" fmla="*/ 15089 h 804736"/>
              <a:gd name="connsiteX28" fmla="*/ 918457 w 2175691"/>
              <a:gd name="connsiteY28" fmla="*/ 47361 h 804736"/>
              <a:gd name="connsiteX29" fmla="*/ 872753 w 2175691"/>
              <a:gd name="connsiteY29" fmla="*/ 198538 h 804736"/>
              <a:gd name="connsiteX30" fmla="*/ 1286990 w 2175691"/>
              <a:gd name="connsiteY30" fmla="*/ 186035 h 804736"/>
              <a:gd name="connsiteX31" fmla="*/ 1218277 w 2175691"/>
              <a:gd name="connsiteY31" fmla="*/ 82807 h 804736"/>
              <a:gd name="connsiteX32" fmla="*/ 1430117 w 2175691"/>
              <a:gd name="connsiteY32" fmla="*/ 14058 h 804736"/>
              <a:gd name="connsiteX33" fmla="*/ 1547782 w 2175691"/>
              <a:gd name="connsiteY33" fmla="*/ 1498 h 804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175691" h="804736">
                <a:moveTo>
                  <a:pt x="1547782" y="1498"/>
                </a:moveTo>
                <a:cubicBezTo>
                  <a:pt x="1587369" y="-777"/>
                  <a:pt x="1627130" y="-665"/>
                  <a:pt x="1666495" y="3261"/>
                </a:cubicBezTo>
                <a:cubicBezTo>
                  <a:pt x="1722344" y="8837"/>
                  <a:pt x="1759505" y="23216"/>
                  <a:pt x="1801940" y="29414"/>
                </a:cubicBezTo>
                <a:cubicBezTo>
                  <a:pt x="1801847" y="34740"/>
                  <a:pt x="1801737" y="40093"/>
                  <a:pt x="1801021" y="45445"/>
                </a:cubicBezTo>
                <a:cubicBezTo>
                  <a:pt x="1792898" y="106001"/>
                  <a:pt x="1748000" y="161996"/>
                  <a:pt x="1748755" y="223410"/>
                </a:cubicBezTo>
                <a:cubicBezTo>
                  <a:pt x="1750628" y="373212"/>
                  <a:pt x="1925495" y="316847"/>
                  <a:pt x="2044565" y="298397"/>
                </a:cubicBezTo>
                <a:cubicBezTo>
                  <a:pt x="2221396" y="271000"/>
                  <a:pt x="2192580" y="457887"/>
                  <a:pt x="2114088" y="516432"/>
                </a:cubicBezTo>
                <a:cubicBezTo>
                  <a:pt x="1995532" y="549644"/>
                  <a:pt x="1922093" y="438789"/>
                  <a:pt x="1809916" y="509150"/>
                </a:cubicBezTo>
                <a:cubicBezTo>
                  <a:pt x="1727527" y="592940"/>
                  <a:pt x="1743626" y="688384"/>
                  <a:pt x="1786593" y="780433"/>
                </a:cubicBezTo>
                <a:lnTo>
                  <a:pt x="1798654" y="804736"/>
                </a:lnTo>
                <a:lnTo>
                  <a:pt x="1652483" y="804736"/>
                </a:lnTo>
                <a:lnTo>
                  <a:pt x="1508316" y="796529"/>
                </a:lnTo>
                <a:cubicBezTo>
                  <a:pt x="1482168" y="796582"/>
                  <a:pt x="1444679" y="798216"/>
                  <a:pt x="1405450" y="802332"/>
                </a:cubicBezTo>
                <a:lnTo>
                  <a:pt x="1388049" y="804736"/>
                </a:lnTo>
                <a:lnTo>
                  <a:pt x="742759" y="804736"/>
                </a:lnTo>
                <a:lnTo>
                  <a:pt x="697252" y="799860"/>
                </a:lnTo>
                <a:cubicBezTo>
                  <a:pt x="659955" y="798233"/>
                  <a:pt x="622723" y="798769"/>
                  <a:pt x="585533" y="800821"/>
                </a:cubicBezTo>
                <a:lnTo>
                  <a:pt x="542134" y="804736"/>
                </a:lnTo>
                <a:lnTo>
                  <a:pt x="365878" y="804736"/>
                </a:lnTo>
                <a:lnTo>
                  <a:pt x="369823" y="778226"/>
                </a:lnTo>
                <a:cubicBezTo>
                  <a:pt x="389376" y="689178"/>
                  <a:pt x="459102" y="461956"/>
                  <a:pt x="247499" y="482494"/>
                </a:cubicBezTo>
                <a:cubicBezTo>
                  <a:pt x="157724" y="549209"/>
                  <a:pt x="31780" y="510248"/>
                  <a:pt x="4747" y="425124"/>
                </a:cubicBezTo>
                <a:cubicBezTo>
                  <a:pt x="-3781" y="398295"/>
                  <a:pt x="-914" y="369816"/>
                  <a:pt x="14137" y="344427"/>
                </a:cubicBezTo>
                <a:cubicBezTo>
                  <a:pt x="30366" y="317045"/>
                  <a:pt x="59512" y="320442"/>
                  <a:pt x="83753" y="298687"/>
                </a:cubicBezTo>
                <a:cubicBezTo>
                  <a:pt x="152119" y="282406"/>
                  <a:pt x="235114" y="327432"/>
                  <a:pt x="307541" y="330063"/>
                </a:cubicBezTo>
                <a:cubicBezTo>
                  <a:pt x="485733" y="336564"/>
                  <a:pt x="360541" y="128217"/>
                  <a:pt x="359734" y="65930"/>
                </a:cubicBezTo>
                <a:cubicBezTo>
                  <a:pt x="359476" y="45789"/>
                  <a:pt x="362013" y="25423"/>
                  <a:pt x="365762" y="4938"/>
                </a:cubicBezTo>
                <a:cubicBezTo>
                  <a:pt x="460849" y="4754"/>
                  <a:pt x="555918" y="7912"/>
                  <a:pt x="650472" y="15089"/>
                </a:cubicBezTo>
                <a:cubicBezTo>
                  <a:pt x="740598" y="21921"/>
                  <a:pt x="830226" y="32401"/>
                  <a:pt x="918457" y="47361"/>
                </a:cubicBezTo>
                <a:cubicBezTo>
                  <a:pt x="938344" y="102657"/>
                  <a:pt x="814200" y="158850"/>
                  <a:pt x="872753" y="198538"/>
                </a:cubicBezTo>
                <a:cubicBezTo>
                  <a:pt x="974180" y="267287"/>
                  <a:pt x="1184000" y="239917"/>
                  <a:pt x="1286990" y="186035"/>
                </a:cubicBezTo>
                <a:cubicBezTo>
                  <a:pt x="1302153" y="139001"/>
                  <a:pt x="1223257" y="127106"/>
                  <a:pt x="1218277" y="82807"/>
                </a:cubicBezTo>
                <a:cubicBezTo>
                  <a:pt x="1212101" y="27894"/>
                  <a:pt x="1376786" y="21816"/>
                  <a:pt x="1430117" y="14058"/>
                </a:cubicBezTo>
                <a:cubicBezTo>
                  <a:pt x="1468784" y="8435"/>
                  <a:pt x="1508196" y="3773"/>
                  <a:pt x="1547782" y="1498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152" name="Picture 151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CEE9B9B4-7912-5429-9203-FB05CF3174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4156431" y="4350583"/>
            <a:ext cx="1448007" cy="619599"/>
          </a:xfrm>
          <a:custGeom>
            <a:avLst/>
            <a:gdLst>
              <a:gd name="connsiteX0" fmla="*/ 1831653 w 1869104"/>
              <a:gd name="connsiteY0" fmla="*/ 0 h 799785"/>
              <a:gd name="connsiteX1" fmla="*/ 1825625 w 1869104"/>
              <a:gd name="connsiteY1" fmla="*/ 60992 h 799785"/>
              <a:gd name="connsiteX2" fmla="*/ 1773432 w 1869104"/>
              <a:gd name="connsiteY2" fmla="*/ 325123 h 799785"/>
              <a:gd name="connsiteX3" fmla="*/ 1549644 w 1869104"/>
              <a:gd name="connsiteY3" fmla="*/ 293749 h 799785"/>
              <a:gd name="connsiteX4" fmla="*/ 1480028 w 1869104"/>
              <a:gd name="connsiteY4" fmla="*/ 339489 h 799785"/>
              <a:gd name="connsiteX5" fmla="*/ 1470637 w 1869104"/>
              <a:gd name="connsiteY5" fmla="*/ 420186 h 799785"/>
              <a:gd name="connsiteX6" fmla="*/ 1713392 w 1869104"/>
              <a:gd name="connsiteY6" fmla="*/ 477556 h 799785"/>
              <a:gd name="connsiteX7" fmla="*/ 1835751 w 1869104"/>
              <a:gd name="connsiteY7" fmla="*/ 773300 h 799785"/>
              <a:gd name="connsiteX8" fmla="*/ 1831810 w 1869104"/>
              <a:gd name="connsiteY8" fmla="*/ 799785 h 799785"/>
              <a:gd name="connsiteX9" fmla="*/ 1215886 w 1869104"/>
              <a:gd name="connsiteY9" fmla="*/ 799785 h 799785"/>
              <a:gd name="connsiteX10" fmla="*/ 1219649 w 1869104"/>
              <a:gd name="connsiteY10" fmla="*/ 785061 h 799785"/>
              <a:gd name="connsiteX11" fmla="*/ 1269196 w 1869104"/>
              <a:gd name="connsiteY11" fmla="*/ 738544 h 799785"/>
              <a:gd name="connsiteX12" fmla="*/ 1147702 w 1869104"/>
              <a:gd name="connsiteY12" fmla="*/ 651965 h 799785"/>
              <a:gd name="connsiteX13" fmla="*/ 904818 w 1869104"/>
              <a:gd name="connsiteY13" fmla="*/ 662789 h 799785"/>
              <a:gd name="connsiteX14" fmla="*/ 887820 w 1869104"/>
              <a:gd name="connsiteY14" fmla="*/ 752776 h 799785"/>
              <a:gd name="connsiteX15" fmla="*/ 908783 w 1869104"/>
              <a:gd name="connsiteY15" fmla="*/ 780188 h 799785"/>
              <a:gd name="connsiteX16" fmla="*/ 915580 w 1869104"/>
              <a:gd name="connsiteY16" fmla="*/ 799785 h 799785"/>
              <a:gd name="connsiteX17" fmla="*/ 350125 w 1869104"/>
              <a:gd name="connsiteY17" fmla="*/ 799785 h 799785"/>
              <a:gd name="connsiteX18" fmla="*/ 374101 w 1869104"/>
              <a:gd name="connsiteY18" fmla="*/ 749406 h 799785"/>
              <a:gd name="connsiteX19" fmla="*/ 314373 w 1869104"/>
              <a:gd name="connsiteY19" fmla="*/ 476207 h 799785"/>
              <a:gd name="connsiteX20" fmla="*/ 119384 w 1869104"/>
              <a:gd name="connsiteY20" fmla="*/ 514243 h 799785"/>
              <a:gd name="connsiteX21" fmla="*/ 1453 w 1869104"/>
              <a:gd name="connsiteY21" fmla="*/ 410922 h 799785"/>
              <a:gd name="connsiteX22" fmla="*/ 78052 w 1869104"/>
              <a:gd name="connsiteY22" fmla="*/ 292732 h 799785"/>
              <a:gd name="connsiteX23" fmla="*/ 343795 w 1869104"/>
              <a:gd name="connsiteY23" fmla="*/ 325204 h 799785"/>
              <a:gd name="connsiteX24" fmla="*/ 337640 w 1869104"/>
              <a:gd name="connsiteY24" fmla="*/ 33041 h 799785"/>
              <a:gd name="connsiteX25" fmla="*/ 768968 w 1869104"/>
              <a:gd name="connsiteY25" fmla="*/ 8537 h 799785"/>
              <a:gd name="connsiteX26" fmla="*/ 913530 w 1869104"/>
              <a:gd name="connsiteY26" fmla="*/ 87436 h 799785"/>
              <a:gd name="connsiteX27" fmla="*/ 921396 w 1869104"/>
              <a:gd name="connsiteY27" fmla="*/ 216569 h 799785"/>
              <a:gd name="connsiteX28" fmla="*/ 1281253 w 1869104"/>
              <a:gd name="connsiteY28" fmla="*/ 148283 h 799785"/>
              <a:gd name="connsiteX29" fmla="*/ 1235987 w 1869104"/>
              <a:gd name="connsiteY29" fmla="*/ 41908 h 799785"/>
              <a:gd name="connsiteX30" fmla="*/ 1557877 w 1869104"/>
              <a:gd name="connsiteY30" fmla="*/ 9475 h 799785"/>
              <a:gd name="connsiteX31" fmla="*/ 1831653 w 1869104"/>
              <a:gd name="connsiteY31" fmla="*/ 0 h 799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69104" h="799785">
                <a:moveTo>
                  <a:pt x="1831653" y="0"/>
                </a:moveTo>
                <a:cubicBezTo>
                  <a:pt x="1827904" y="20485"/>
                  <a:pt x="1825367" y="40851"/>
                  <a:pt x="1825625" y="60992"/>
                </a:cubicBezTo>
                <a:cubicBezTo>
                  <a:pt x="1826434" y="123278"/>
                  <a:pt x="1951623" y="331613"/>
                  <a:pt x="1773432" y="325123"/>
                </a:cubicBezTo>
                <a:cubicBezTo>
                  <a:pt x="1701005" y="322494"/>
                  <a:pt x="1618027" y="277467"/>
                  <a:pt x="1549644" y="293749"/>
                </a:cubicBezTo>
                <a:cubicBezTo>
                  <a:pt x="1525403" y="315516"/>
                  <a:pt x="1496257" y="312106"/>
                  <a:pt x="1480028" y="339489"/>
                </a:cubicBezTo>
                <a:cubicBezTo>
                  <a:pt x="1464959" y="364864"/>
                  <a:pt x="1462109" y="393357"/>
                  <a:pt x="1470637" y="420186"/>
                </a:cubicBezTo>
                <a:cubicBezTo>
                  <a:pt x="1497671" y="505323"/>
                  <a:pt x="1623615" y="544270"/>
                  <a:pt x="1713392" y="477556"/>
                </a:cubicBezTo>
                <a:cubicBezTo>
                  <a:pt x="1925013" y="457018"/>
                  <a:pt x="1855286" y="684238"/>
                  <a:pt x="1835751" y="773300"/>
                </a:cubicBezTo>
                <a:lnTo>
                  <a:pt x="1831810" y="799785"/>
                </a:lnTo>
                <a:lnTo>
                  <a:pt x="1215886" y="799785"/>
                </a:lnTo>
                <a:lnTo>
                  <a:pt x="1219649" y="785061"/>
                </a:lnTo>
                <a:cubicBezTo>
                  <a:pt x="1229942" y="767793"/>
                  <a:pt x="1253001" y="758863"/>
                  <a:pt x="1269196" y="738544"/>
                </a:cubicBezTo>
                <a:cubicBezTo>
                  <a:pt x="1321336" y="673137"/>
                  <a:pt x="1217721" y="661416"/>
                  <a:pt x="1147702" y="651965"/>
                </a:cubicBezTo>
                <a:cubicBezTo>
                  <a:pt x="1067371" y="641115"/>
                  <a:pt x="982152" y="642397"/>
                  <a:pt x="904818" y="662789"/>
                </a:cubicBezTo>
                <a:cubicBezTo>
                  <a:pt x="844668" y="695196"/>
                  <a:pt x="846671" y="705742"/>
                  <a:pt x="887820" y="752776"/>
                </a:cubicBezTo>
                <a:cubicBezTo>
                  <a:pt x="896085" y="762219"/>
                  <a:pt x="903488" y="771489"/>
                  <a:pt x="908783" y="780188"/>
                </a:cubicBezTo>
                <a:lnTo>
                  <a:pt x="915580" y="799785"/>
                </a:lnTo>
                <a:lnTo>
                  <a:pt x="350125" y="799785"/>
                </a:lnTo>
                <a:lnTo>
                  <a:pt x="374101" y="749406"/>
                </a:lnTo>
                <a:cubicBezTo>
                  <a:pt x="400748" y="686869"/>
                  <a:pt x="447319" y="500776"/>
                  <a:pt x="314373" y="476207"/>
                </a:cubicBezTo>
                <a:cubicBezTo>
                  <a:pt x="239631" y="462398"/>
                  <a:pt x="189973" y="513741"/>
                  <a:pt x="119384" y="514243"/>
                </a:cubicBezTo>
                <a:cubicBezTo>
                  <a:pt x="44053" y="514785"/>
                  <a:pt x="8308" y="458961"/>
                  <a:pt x="1453" y="410922"/>
                </a:cubicBezTo>
                <a:cubicBezTo>
                  <a:pt x="-7332" y="349230"/>
                  <a:pt x="24425" y="331098"/>
                  <a:pt x="78052" y="292732"/>
                </a:cubicBezTo>
                <a:cubicBezTo>
                  <a:pt x="166432" y="285476"/>
                  <a:pt x="257310" y="349243"/>
                  <a:pt x="343795" y="325204"/>
                </a:cubicBezTo>
                <a:cubicBezTo>
                  <a:pt x="435318" y="230406"/>
                  <a:pt x="387665" y="132238"/>
                  <a:pt x="337640" y="33041"/>
                </a:cubicBezTo>
                <a:cubicBezTo>
                  <a:pt x="478910" y="12053"/>
                  <a:pt x="624905" y="-9647"/>
                  <a:pt x="768968" y="8537"/>
                </a:cubicBezTo>
                <a:cubicBezTo>
                  <a:pt x="830977" y="16374"/>
                  <a:pt x="943503" y="25507"/>
                  <a:pt x="913530" y="87436"/>
                </a:cubicBezTo>
                <a:cubicBezTo>
                  <a:pt x="879309" y="141185"/>
                  <a:pt x="800837" y="188577"/>
                  <a:pt x="921396" y="216569"/>
                </a:cubicBezTo>
                <a:cubicBezTo>
                  <a:pt x="994705" y="233578"/>
                  <a:pt x="1315233" y="246794"/>
                  <a:pt x="1281253" y="148283"/>
                </a:cubicBezTo>
                <a:cubicBezTo>
                  <a:pt x="1239848" y="115877"/>
                  <a:pt x="1187433" y="84555"/>
                  <a:pt x="1235987" y="41908"/>
                </a:cubicBezTo>
                <a:cubicBezTo>
                  <a:pt x="1342507" y="27489"/>
                  <a:pt x="1449944" y="16586"/>
                  <a:pt x="1557877" y="9475"/>
                </a:cubicBezTo>
                <a:cubicBezTo>
                  <a:pt x="1648829" y="3490"/>
                  <a:pt x="1740242" y="199"/>
                  <a:pt x="1831653" y="0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153" name="Picture 152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77C3D736-0E73-DF9E-55DB-56C457CD38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3245878" y="4254154"/>
            <a:ext cx="1239730" cy="734597"/>
          </a:xfrm>
          <a:custGeom>
            <a:avLst/>
            <a:gdLst>
              <a:gd name="connsiteX0" fmla="*/ 740602 w 1600258"/>
              <a:gd name="connsiteY0" fmla="*/ 629 h 948226"/>
              <a:gd name="connsiteX1" fmla="*/ 873536 w 1600258"/>
              <a:gd name="connsiteY1" fmla="*/ 7468 h 948226"/>
              <a:gd name="connsiteX2" fmla="*/ 995033 w 1600258"/>
              <a:gd name="connsiteY2" fmla="*/ 94046 h 948226"/>
              <a:gd name="connsiteX3" fmla="*/ 1021148 w 1600258"/>
              <a:gd name="connsiteY3" fmla="*/ 201292 h 948226"/>
              <a:gd name="connsiteX4" fmla="*/ 1516965 w 1600258"/>
              <a:gd name="connsiteY4" fmla="*/ 183953 h 948226"/>
              <a:gd name="connsiteX5" fmla="*/ 1533707 w 1600258"/>
              <a:gd name="connsiteY5" fmla="*/ 181468 h 948226"/>
              <a:gd name="connsiteX6" fmla="*/ 1539864 w 1600258"/>
              <a:gd name="connsiteY6" fmla="*/ 473632 h 948226"/>
              <a:gd name="connsiteX7" fmla="*/ 1274120 w 1600258"/>
              <a:gd name="connsiteY7" fmla="*/ 441160 h 948226"/>
              <a:gd name="connsiteX8" fmla="*/ 1197520 w 1600258"/>
              <a:gd name="connsiteY8" fmla="*/ 559350 h 948226"/>
              <a:gd name="connsiteX9" fmla="*/ 1315451 w 1600258"/>
              <a:gd name="connsiteY9" fmla="*/ 662671 h 948226"/>
              <a:gd name="connsiteX10" fmla="*/ 1510440 w 1600258"/>
              <a:gd name="connsiteY10" fmla="*/ 624635 h 948226"/>
              <a:gd name="connsiteX11" fmla="*/ 1570187 w 1600258"/>
              <a:gd name="connsiteY11" fmla="*/ 897848 h 948226"/>
              <a:gd name="connsiteX12" fmla="*/ 1546211 w 1600258"/>
              <a:gd name="connsiteY12" fmla="*/ 948226 h 948226"/>
              <a:gd name="connsiteX13" fmla="*/ 943100 w 1600258"/>
              <a:gd name="connsiteY13" fmla="*/ 948226 h 948226"/>
              <a:gd name="connsiteX14" fmla="*/ 943372 w 1600258"/>
              <a:gd name="connsiteY14" fmla="*/ 930160 h 948226"/>
              <a:gd name="connsiteX15" fmla="*/ 1012290 w 1600258"/>
              <a:gd name="connsiteY15" fmla="*/ 861346 h 948226"/>
              <a:gd name="connsiteX16" fmla="*/ 832921 w 1600258"/>
              <a:gd name="connsiteY16" fmla="*/ 796020 h 948226"/>
              <a:gd name="connsiteX17" fmla="*/ 614555 w 1600258"/>
              <a:gd name="connsiteY17" fmla="*/ 819557 h 948226"/>
              <a:gd name="connsiteX18" fmla="*/ 629312 w 1600258"/>
              <a:gd name="connsiteY18" fmla="*/ 921861 h 948226"/>
              <a:gd name="connsiteX19" fmla="*/ 638841 w 1600258"/>
              <a:gd name="connsiteY19" fmla="*/ 948160 h 948226"/>
              <a:gd name="connsiteX20" fmla="*/ 638820 w 1600258"/>
              <a:gd name="connsiteY20" fmla="*/ 948226 h 948226"/>
              <a:gd name="connsiteX21" fmla="*/ 49593 w 1600258"/>
              <a:gd name="connsiteY21" fmla="*/ 948226 h 948226"/>
              <a:gd name="connsiteX22" fmla="*/ 32105 w 1600258"/>
              <a:gd name="connsiteY22" fmla="*/ 912411 h 948226"/>
              <a:gd name="connsiteX23" fmla="*/ 8158 w 1600258"/>
              <a:gd name="connsiteY23" fmla="*/ 737222 h 948226"/>
              <a:gd name="connsiteX24" fmla="*/ 97989 w 1600258"/>
              <a:gd name="connsiteY24" fmla="*/ 626209 h 948226"/>
              <a:gd name="connsiteX25" fmla="*/ 281052 w 1600258"/>
              <a:gd name="connsiteY25" fmla="*/ 660927 h 948226"/>
              <a:gd name="connsiteX26" fmla="*/ 410303 w 1600258"/>
              <a:gd name="connsiteY26" fmla="*/ 478086 h 948226"/>
              <a:gd name="connsiteX27" fmla="*/ 45705 w 1600258"/>
              <a:gd name="connsiteY27" fmla="*/ 440671 h 948226"/>
              <a:gd name="connsiteX28" fmla="*/ 48369 w 1600258"/>
              <a:gd name="connsiteY28" fmla="*/ 208205 h 948226"/>
              <a:gd name="connsiteX29" fmla="*/ 157240 w 1600258"/>
              <a:gd name="connsiteY29" fmla="*/ 208336 h 948226"/>
              <a:gd name="connsiteX30" fmla="*/ 447481 w 1600258"/>
              <a:gd name="connsiteY30" fmla="*/ 198649 h 948226"/>
              <a:gd name="connsiteX31" fmla="*/ 629275 w 1600258"/>
              <a:gd name="connsiteY31" fmla="*/ 128922 h 948226"/>
              <a:gd name="connsiteX32" fmla="*/ 614519 w 1600258"/>
              <a:gd name="connsiteY32" fmla="*/ 26618 h 948226"/>
              <a:gd name="connsiteX33" fmla="*/ 740602 w 1600258"/>
              <a:gd name="connsiteY33" fmla="*/ 629 h 94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600258" h="948226">
                <a:moveTo>
                  <a:pt x="740602" y="629"/>
                </a:moveTo>
                <a:cubicBezTo>
                  <a:pt x="785906" y="-1469"/>
                  <a:pt x="832351" y="1904"/>
                  <a:pt x="873536" y="7468"/>
                </a:cubicBezTo>
                <a:cubicBezTo>
                  <a:pt x="943556" y="16918"/>
                  <a:pt x="1047170" y="28639"/>
                  <a:pt x="995033" y="94046"/>
                </a:cubicBezTo>
                <a:cubicBezTo>
                  <a:pt x="949363" y="151323"/>
                  <a:pt x="898879" y="178693"/>
                  <a:pt x="1021148" y="201292"/>
                </a:cubicBezTo>
                <a:cubicBezTo>
                  <a:pt x="1185318" y="231635"/>
                  <a:pt x="1354505" y="207980"/>
                  <a:pt x="1516965" y="183953"/>
                </a:cubicBezTo>
                <a:cubicBezTo>
                  <a:pt x="1522534" y="183120"/>
                  <a:pt x="1528121" y="182300"/>
                  <a:pt x="1533707" y="181468"/>
                </a:cubicBezTo>
                <a:cubicBezTo>
                  <a:pt x="1583732" y="280654"/>
                  <a:pt x="1631387" y="378820"/>
                  <a:pt x="1539864" y="473632"/>
                </a:cubicBezTo>
                <a:cubicBezTo>
                  <a:pt x="1453377" y="497672"/>
                  <a:pt x="1362498" y="433905"/>
                  <a:pt x="1274120" y="441160"/>
                </a:cubicBezTo>
                <a:cubicBezTo>
                  <a:pt x="1220494" y="479526"/>
                  <a:pt x="1188735" y="497658"/>
                  <a:pt x="1197520" y="559350"/>
                </a:cubicBezTo>
                <a:cubicBezTo>
                  <a:pt x="1204375" y="607376"/>
                  <a:pt x="1240139" y="663213"/>
                  <a:pt x="1315451" y="662671"/>
                </a:cubicBezTo>
                <a:cubicBezTo>
                  <a:pt x="1386041" y="662168"/>
                  <a:pt x="1435697" y="610826"/>
                  <a:pt x="1510440" y="624635"/>
                </a:cubicBezTo>
                <a:cubicBezTo>
                  <a:pt x="1643386" y="649218"/>
                  <a:pt x="1596817" y="835309"/>
                  <a:pt x="1570187" y="897848"/>
                </a:cubicBezTo>
                <a:lnTo>
                  <a:pt x="1546211" y="948226"/>
                </a:lnTo>
                <a:lnTo>
                  <a:pt x="943100" y="948226"/>
                </a:lnTo>
                <a:lnTo>
                  <a:pt x="943372" y="930160"/>
                </a:lnTo>
                <a:cubicBezTo>
                  <a:pt x="975571" y="912543"/>
                  <a:pt x="997165" y="887936"/>
                  <a:pt x="1012290" y="861346"/>
                </a:cubicBezTo>
                <a:cubicBezTo>
                  <a:pt x="1008045" y="806882"/>
                  <a:pt x="893936" y="800922"/>
                  <a:pt x="832921" y="796020"/>
                </a:cubicBezTo>
                <a:cubicBezTo>
                  <a:pt x="761449" y="790258"/>
                  <a:pt x="676818" y="791791"/>
                  <a:pt x="614555" y="819557"/>
                </a:cubicBezTo>
                <a:cubicBezTo>
                  <a:pt x="543378" y="851288"/>
                  <a:pt x="604594" y="881869"/>
                  <a:pt x="629312" y="921861"/>
                </a:cubicBezTo>
                <a:cubicBezTo>
                  <a:pt x="635457" y="931804"/>
                  <a:pt x="638454" y="940518"/>
                  <a:pt x="638841" y="948160"/>
                </a:cubicBezTo>
                <a:lnTo>
                  <a:pt x="638820" y="948226"/>
                </a:lnTo>
                <a:lnTo>
                  <a:pt x="49593" y="948226"/>
                </a:lnTo>
                <a:lnTo>
                  <a:pt x="32105" y="912411"/>
                </a:lnTo>
                <a:cubicBezTo>
                  <a:pt x="6383" y="855446"/>
                  <a:pt x="-11042" y="796386"/>
                  <a:pt x="8158" y="737222"/>
                </a:cubicBezTo>
                <a:cubicBezTo>
                  <a:pt x="22841" y="691984"/>
                  <a:pt x="56639" y="660200"/>
                  <a:pt x="97989" y="626209"/>
                </a:cubicBezTo>
                <a:cubicBezTo>
                  <a:pt x="165509" y="611037"/>
                  <a:pt x="220350" y="647539"/>
                  <a:pt x="281052" y="660927"/>
                </a:cubicBezTo>
                <a:cubicBezTo>
                  <a:pt x="420375" y="691626"/>
                  <a:pt x="461558" y="545089"/>
                  <a:pt x="410303" y="478086"/>
                </a:cubicBezTo>
                <a:cubicBezTo>
                  <a:pt x="324993" y="366544"/>
                  <a:pt x="125261" y="551367"/>
                  <a:pt x="45705" y="440671"/>
                </a:cubicBezTo>
                <a:cubicBezTo>
                  <a:pt x="-9724" y="363557"/>
                  <a:pt x="12771" y="286139"/>
                  <a:pt x="48369" y="208205"/>
                </a:cubicBezTo>
                <a:cubicBezTo>
                  <a:pt x="84664" y="208521"/>
                  <a:pt x="120943" y="208626"/>
                  <a:pt x="157240" y="208336"/>
                </a:cubicBezTo>
                <a:cubicBezTo>
                  <a:pt x="254109" y="207543"/>
                  <a:pt x="350942" y="204476"/>
                  <a:pt x="447481" y="198649"/>
                </a:cubicBezTo>
                <a:cubicBezTo>
                  <a:pt x="524393" y="194011"/>
                  <a:pt x="679631" y="210398"/>
                  <a:pt x="629275" y="128922"/>
                </a:cubicBezTo>
                <a:cubicBezTo>
                  <a:pt x="604557" y="88932"/>
                  <a:pt x="543340" y="58348"/>
                  <a:pt x="614519" y="26618"/>
                </a:cubicBezTo>
                <a:cubicBezTo>
                  <a:pt x="651136" y="10296"/>
                  <a:pt x="695298" y="2727"/>
                  <a:pt x="740602" y="629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154" name="Picture 153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5A16E012-39FC-6089-A908-DB99780BAC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6639134" y="3753693"/>
            <a:ext cx="1353322" cy="794642"/>
          </a:xfrm>
          <a:custGeom>
            <a:avLst/>
            <a:gdLst>
              <a:gd name="connsiteX0" fmla="*/ 1230639 w 1746884"/>
              <a:gd name="connsiteY0" fmla="*/ 20 h 1025734"/>
              <a:gd name="connsiteX1" fmla="*/ 1488098 w 1746884"/>
              <a:gd name="connsiteY1" fmla="*/ 23344 h 1025734"/>
              <a:gd name="connsiteX2" fmla="*/ 1482730 w 1746884"/>
              <a:gd name="connsiteY2" fmla="*/ 165798 h 1025734"/>
              <a:gd name="connsiteX3" fmla="*/ 1596324 w 1746884"/>
              <a:gd name="connsiteY3" fmla="*/ 329213 h 1025734"/>
              <a:gd name="connsiteX4" fmla="*/ 1743715 w 1746884"/>
              <a:gd name="connsiteY4" fmla="*/ 306867 h 1025734"/>
              <a:gd name="connsiteX5" fmla="*/ 1746884 w 1746884"/>
              <a:gd name="connsiteY5" fmla="*/ 306483 h 1025734"/>
              <a:gd name="connsiteX6" fmla="*/ 1746884 w 1746884"/>
              <a:gd name="connsiteY6" fmla="*/ 513845 h 1025734"/>
              <a:gd name="connsiteX7" fmla="*/ 1717249 w 1746884"/>
              <a:gd name="connsiteY7" fmla="*/ 506622 h 1025734"/>
              <a:gd name="connsiteX8" fmla="*/ 1642251 w 1746884"/>
              <a:gd name="connsiteY8" fmla="*/ 481843 h 1025734"/>
              <a:gd name="connsiteX9" fmla="*/ 1473486 w 1746884"/>
              <a:gd name="connsiteY9" fmla="*/ 685300 h 1025734"/>
              <a:gd name="connsiteX10" fmla="*/ 1494768 w 1746884"/>
              <a:gd name="connsiteY10" fmla="*/ 796525 h 1025734"/>
              <a:gd name="connsiteX11" fmla="*/ 931706 w 1746884"/>
              <a:gd name="connsiteY11" fmla="*/ 871961 h 1025734"/>
              <a:gd name="connsiteX12" fmla="*/ 968223 w 1746884"/>
              <a:gd name="connsiteY12" fmla="*/ 990112 h 1025734"/>
              <a:gd name="connsiteX13" fmla="*/ 749287 w 1746884"/>
              <a:gd name="connsiteY13" fmla="*/ 1025265 h 1025734"/>
              <a:gd name="connsiteX14" fmla="*/ 568944 w 1746884"/>
              <a:gd name="connsiteY14" fmla="*/ 973037 h 1025734"/>
              <a:gd name="connsiteX15" fmla="*/ 631889 w 1746884"/>
              <a:gd name="connsiteY15" fmla="*/ 836504 h 1025734"/>
              <a:gd name="connsiteX16" fmla="*/ 128573 w 1746884"/>
              <a:gd name="connsiteY16" fmla="*/ 817789 h 1025734"/>
              <a:gd name="connsiteX17" fmla="*/ 45139 w 1746884"/>
              <a:gd name="connsiteY17" fmla="*/ 818557 h 1025734"/>
              <a:gd name="connsiteX18" fmla="*/ 8088 w 1746884"/>
              <a:gd name="connsiteY18" fmla="*/ 669745 h 1025734"/>
              <a:gd name="connsiteX19" fmla="*/ 197894 w 1746884"/>
              <a:gd name="connsiteY19" fmla="*/ 489296 h 1025734"/>
              <a:gd name="connsiteX20" fmla="*/ 377098 w 1746884"/>
              <a:gd name="connsiteY20" fmla="*/ 495640 h 1025734"/>
              <a:gd name="connsiteX21" fmla="*/ 420654 w 1746884"/>
              <a:gd name="connsiteY21" fmla="*/ 369256 h 1025734"/>
              <a:gd name="connsiteX22" fmla="*/ 89575 w 1746884"/>
              <a:gd name="connsiteY22" fmla="*/ 327798 h 1025734"/>
              <a:gd name="connsiteX23" fmla="*/ 44201 w 1746884"/>
              <a:gd name="connsiteY23" fmla="*/ 41634 h 1025734"/>
              <a:gd name="connsiteX24" fmla="*/ 44789 w 1746884"/>
              <a:gd name="connsiteY24" fmla="*/ 35635 h 1025734"/>
              <a:gd name="connsiteX25" fmla="*/ 413210 w 1746884"/>
              <a:gd name="connsiteY25" fmla="*/ 3692 h 1025734"/>
              <a:gd name="connsiteX26" fmla="*/ 631852 w 1746884"/>
              <a:gd name="connsiteY26" fmla="*/ 43564 h 1025734"/>
              <a:gd name="connsiteX27" fmla="*/ 586147 w 1746884"/>
              <a:gd name="connsiteY27" fmla="*/ 194741 h 1025734"/>
              <a:gd name="connsiteX28" fmla="*/ 1000384 w 1746884"/>
              <a:gd name="connsiteY28" fmla="*/ 182239 h 1025734"/>
              <a:gd name="connsiteX29" fmla="*/ 931669 w 1746884"/>
              <a:gd name="connsiteY29" fmla="*/ 79009 h 1025734"/>
              <a:gd name="connsiteX30" fmla="*/ 1144540 w 1746884"/>
              <a:gd name="connsiteY30" fmla="*/ 3124 h 1025734"/>
              <a:gd name="connsiteX31" fmla="*/ 1230639 w 1746884"/>
              <a:gd name="connsiteY31" fmla="*/ 20 h 102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746884" h="1025734">
                <a:moveTo>
                  <a:pt x="1230639" y="20"/>
                </a:moveTo>
                <a:cubicBezTo>
                  <a:pt x="1316665" y="524"/>
                  <a:pt x="1402474" y="10964"/>
                  <a:pt x="1488098" y="23344"/>
                </a:cubicBezTo>
                <a:cubicBezTo>
                  <a:pt x="1497269" y="68185"/>
                  <a:pt x="1502468" y="112815"/>
                  <a:pt x="1482730" y="165798"/>
                </a:cubicBezTo>
                <a:cubicBezTo>
                  <a:pt x="1455807" y="238010"/>
                  <a:pt x="1451452" y="331010"/>
                  <a:pt x="1596324" y="329213"/>
                </a:cubicBezTo>
                <a:cubicBezTo>
                  <a:pt x="1640900" y="328663"/>
                  <a:pt x="1694462" y="315077"/>
                  <a:pt x="1743715" y="306867"/>
                </a:cubicBezTo>
                <a:lnTo>
                  <a:pt x="1746884" y="306483"/>
                </a:lnTo>
                <a:lnTo>
                  <a:pt x="1746884" y="513845"/>
                </a:lnTo>
                <a:lnTo>
                  <a:pt x="1717249" y="506622"/>
                </a:lnTo>
                <a:cubicBezTo>
                  <a:pt x="1691987" y="498663"/>
                  <a:pt x="1667512" y="488371"/>
                  <a:pt x="1642251" y="481843"/>
                </a:cubicBezTo>
                <a:cubicBezTo>
                  <a:pt x="1487969" y="441983"/>
                  <a:pt x="1460972" y="612243"/>
                  <a:pt x="1473486" y="685300"/>
                </a:cubicBezTo>
                <a:cubicBezTo>
                  <a:pt x="1480488" y="726362"/>
                  <a:pt x="1488906" y="762191"/>
                  <a:pt x="1494768" y="796525"/>
                </a:cubicBezTo>
                <a:cubicBezTo>
                  <a:pt x="1212227" y="792323"/>
                  <a:pt x="924264" y="805724"/>
                  <a:pt x="931706" y="871961"/>
                </a:cubicBezTo>
                <a:cubicBezTo>
                  <a:pt x="936998" y="919143"/>
                  <a:pt x="1060627" y="952287"/>
                  <a:pt x="968223" y="990112"/>
                </a:cubicBezTo>
                <a:cubicBezTo>
                  <a:pt x="902155" y="1017164"/>
                  <a:pt x="824858" y="1028239"/>
                  <a:pt x="749287" y="1025265"/>
                </a:cubicBezTo>
                <a:cubicBezTo>
                  <a:pt x="689247" y="1022887"/>
                  <a:pt x="600740" y="1016041"/>
                  <a:pt x="568944" y="973037"/>
                </a:cubicBezTo>
                <a:cubicBezTo>
                  <a:pt x="544246" y="939626"/>
                  <a:pt x="649495" y="885481"/>
                  <a:pt x="631889" y="836504"/>
                </a:cubicBezTo>
                <a:cubicBezTo>
                  <a:pt x="483690" y="763287"/>
                  <a:pt x="291383" y="791860"/>
                  <a:pt x="128573" y="817789"/>
                </a:cubicBezTo>
                <a:cubicBezTo>
                  <a:pt x="95916" y="822997"/>
                  <a:pt x="69654" y="822138"/>
                  <a:pt x="45139" y="818557"/>
                </a:cubicBezTo>
                <a:cubicBezTo>
                  <a:pt x="45964" y="768177"/>
                  <a:pt x="21026" y="718657"/>
                  <a:pt x="8088" y="669745"/>
                </a:cubicBezTo>
                <a:cubicBezTo>
                  <a:pt x="-15290" y="581424"/>
                  <a:pt x="38137" y="436340"/>
                  <a:pt x="197894" y="489296"/>
                </a:cubicBezTo>
                <a:cubicBezTo>
                  <a:pt x="253230" y="507639"/>
                  <a:pt x="330584" y="541366"/>
                  <a:pt x="377098" y="495640"/>
                </a:cubicBezTo>
                <a:cubicBezTo>
                  <a:pt x="413322" y="460035"/>
                  <a:pt x="432122" y="413106"/>
                  <a:pt x="420654" y="369256"/>
                </a:cubicBezTo>
                <a:cubicBezTo>
                  <a:pt x="382115" y="222137"/>
                  <a:pt x="207673" y="345864"/>
                  <a:pt x="89575" y="327798"/>
                </a:cubicBezTo>
                <a:cubicBezTo>
                  <a:pt x="-69486" y="243666"/>
                  <a:pt x="28543" y="158371"/>
                  <a:pt x="44201" y="41634"/>
                </a:cubicBezTo>
                <a:cubicBezTo>
                  <a:pt x="44457" y="39639"/>
                  <a:pt x="44587" y="37630"/>
                  <a:pt x="44789" y="35635"/>
                </a:cubicBezTo>
                <a:cubicBezTo>
                  <a:pt x="166267" y="17450"/>
                  <a:pt x="288848" y="-1211"/>
                  <a:pt x="413210" y="3692"/>
                </a:cubicBezTo>
                <a:cubicBezTo>
                  <a:pt x="489000" y="6692"/>
                  <a:pt x="563579" y="19433"/>
                  <a:pt x="631852" y="43564"/>
                </a:cubicBezTo>
                <a:cubicBezTo>
                  <a:pt x="651737" y="98860"/>
                  <a:pt x="527595" y="155054"/>
                  <a:pt x="586147" y="194741"/>
                </a:cubicBezTo>
                <a:cubicBezTo>
                  <a:pt x="687574" y="263490"/>
                  <a:pt x="897395" y="236119"/>
                  <a:pt x="1000384" y="182239"/>
                </a:cubicBezTo>
                <a:cubicBezTo>
                  <a:pt x="1015546" y="135203"/>
                  <a:pt x="936649" y="123309"/>
                  <a:pt x="931669" y="79009"/>
                </a:cubicBezTo>
                <a:cubicBezTo>
                  <a:pt x="925127" y="20596"/>
                  <a:pt x="1088342" y="7696"/>
                  <a:pt x="1144540" y="3124"/>
                </a:cubicBezTo>
                <a:cubicBezTo>
                  <a:pt x="1173264" y="788"/>
                  <a:pt x="1201964" y="-148"/>
                  <a:pt x="1230639" y="20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155" name="Picture 154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907CDEF9-EA93-22B9-3005-44748C7921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5318466" y="3648744"/>
            <a:ext cx="1689174" cy="910481"/>
          </a:xfrm>
          <a:custGeom>
            <a:avLst/>
            <a:gdLst>
              <a:gd name="connsiteX0" fmla="*/ 1069843 w 2180406"/>
              <a:gd name="connsiteY0" fmla="*/ 291 h 1175259"/>
              <a:gd name="connsiteX1" fmla="*/ 1286590 w 2180406"/>
              <a:gd name="connsiteY1" fmla="*/ 44128 h 1175259"/>
              <a:gd name="connsiteX2" fmla="*/ 1222911 w 2180406"/>
              <a:gd name="connsiteY2" fmla="*/ 182486 h 1175259"/>
              <a:gd name="connsiteX3" fmla="*/ 1719114 w 2180406"/>
              <a:gd name="connsiteY3" fmla="*/ 194286 h 1175259"/>
              <a:gd name="connsiteX4" fmla="*/ 1801191 w 2180406"/>
              <a:gd name="connsiteY4" fmla="*/ 182314 h 1175259"/>
              <a:gd name="connsiteX5" fmla="*/ 1800602 w 2180406"/>
              <a:gd name="connsiteY5" fmla="*/ 188313 h 1175259"/>
              <a:gd name="connsiteX6" fmla="*/ 1845979 w 2180406"/>
              <a:gd name="connsiteY6" fmla="*/ 474477 h 1175259"/>
              <a:gd name="connsiteX7" fmla="*/ 2177055 w 2180406"/>
              <a:gd name="connsiteY7" fmla="*/ 515935 h 1175259"/>
              <a:gd name="connsiteX8" fmla="*/ 2133500 w 2180406"/>
              <a:gd name="connsiteY8" fmla="*/ 642317 h 1175259"/>
              <a:gd name="connsiteX9" fmla="*/ 1954297 w 2180406"/>
              <a:gd name="connsiteY9" fmla="*/ 635974 h 1175259"/>
              <a:gd name="connsiteX10" fmla="*/ 1764489 w 2180406"/>
              <a:gd name="connsiteY10" fmla="*/ 816424 h 1175259"/>
              <a:gd name="connsiteX11" fmla="*/ 1801520 w 2180406"/>
              <a:gd name="connsiteY11" fmla="*/ 965222 h 1175259"/>
              <a:gd name="connsiteX12" fmla="*/ 1666076 w 2180406"/>
              <a:gd name="connsiteY12" fmla="*/ 939067 h 1175259"/>
              <a:gd name="connsiteX13" fmla="*/ 1429700 w 2180406"/>
              <a:gd name="connsiteY13" fmla="*/ 949865 h 1175259"/>
              <a:gd name="connsiteX14" fmla="*/ 1217858 w 2180406"/>
              <a:gd name="connsiteY14" fmla="*/ 1018614 h 1175259"/>
              <a:gd name="connsiteX15" fmla="*/ 1286573 w 2180406"/>
              <a:gd name="connsiteY15" fmla="*/ 1121843 h 1175259"/>
              <a:gd name="connsiteX16" fmla="*/ 872336 w 2180406"/>
              <a:gd name="connsiteY16" fmla="*/ 1134344 h 1175259"/>
              <a:gd name="connsiteX17" fmla="*/ 918040 w 2180406"/>
              <a:gd name="connsiteY17" fmla="*/ 983169 h 1175259"/>
              <a:gd name="connsiteX18" fmla="*/ 650055 w 2180406"/>
              <a:gd name="connsiteY18" fmla="*/ 950896 h 1175259"/>
              <a:gd name="connsiteX19" fmla="*/ 365343 w 2180406"/>
              <a:gd name="connsiteY19" fmla="*/ 940745 h 1175259"/>
              <a:gd name="connsiteX20" fmla="*/ 358800 w 2180406"/>
              <a:gd name="connsiteY20" fmla="*/ 651926 h 1175259"/>
              <a:gd name="connsiteX21" fmla="*/ 38217 w 2180406"/>
              <a:gd name="connsiteY21" fmla="*/ 620459 h 1175259"/>
              <a:gd name="connsiteX22" fmla="*/ 184065 w 2180406"/>
              <a:gd name="connsiteY22" fmla="*/ 454692 h 1175259"/>
              <a:gd name="connsiteX23" fmla="*/ 378209 w 2180406"/>
              <a:gd name="connsiteY23" fmla="*/ 433865 h 1175259"/>
              <a:gd name="connsiteX24" fmla="*/ 394785 w 2180406"/>
              <a:gd name="connsiteY24" fmla="*/ 313759 h 1175259"/>
              <a:gd name="connsiteX25" fmla="*/ 338549 w 2180406"/>
              <a:gd name="connsiteY25" fmla="*/ 175203 h 1175259"/>
              <a:gd name="connsiteX26" fmla="*/ 457858 w 2180406"/>
              <a:gd name="connsiteY26" fmla="*/ 192953 h 1175259"/>
              <a:gd name="connsiteX27" fmla="*/ 917747 w 2180406"/>
              <a:gd name="connsiteY27" fmla="*/ 182538 h 1175259"/>
              <a:gd name="connsiteX28" fmla="*/ 861822 w 2180406"/>
              <a:gd name="connsiteY28" fmla="*/ 48158 h 1175259"/>
              <a:gd name="connsiteX29" fmla="*/ 1069843 w 2180406"/>
              <a:gd name="connsiteY29" fmla="*/ 291 h 1175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180406" h="1175259">
                <a:moveTo>
                  <a:pt x="1069843" y="291"/>
                </a:moveTo>
                <a:cubicBezTo>
                  <a:pt x="1141498" y="1970"/>
                  <a:pt x="1230299" y="10878"/>
                  <a:pt x="1286590" y="44128"/>
                </a:cubicBezTo>
                <a:cubicBezTo>
                  <a:pt x="1305576" y="104313"/>
                  <a:pt x="1192771" y="122459"/>
                  <a:pt x="1222911" y="182486"/>
                </a:cubicBezTo>
                <a:cubicBezTo>
                  <a:pt x="1382340" y="229322"/>
                  <a:pt x="1554248" y="217137"/>
                  <a:pt x="1719114" y="194286"/>
                </a:cubicBezTo>
                <a:cubicBezTo>
                  <a:pt x="1746423" y="190507"/>
                  <a:pt x="1773771" y="186437"/>
                  <a:pt x="1801191" y="182314"/>
                </a:cubicBezTo>
                <a:cubicBezTo>
                  <a:pt x="1800988" y="184309"/>
                  <a:pt x="1800878" y="186318"/>
                  <a:pt x="1800602" y="188313"/>
                </a:cubicBezTo>
                <a:cubicBezTo>
                  <a:pt x="1784962" y="305050"/>
                  <a:pt x="1686935" y="390345"/>
                  <a:pt x="1845979" y="474477"/>
                </a:cubicBezTo>
                <a:cubicBezTo>
                  <a:pt x="1964074" y="492543"/>
                  <a:pt x="2138518" y="368816"/>
                  <a:pt x="2177055" y="515935"/>
                </a:cubicBezTo>
                <a:cubicBezTo>
                  <a:pt x="2188523" y="559785"/>
                  <a:pt x="2169723" y="606714"/>
                  <a:pt x="2133500" y="642317"/>
                </a:cubicBezTo>
                <a:cubicBezTo>
                  <a:pt x="2086985" y="688045"/>
                  <a:pt x="2009634" y="654332"/>
                  <a:pt x="1954297" y="635974"/>
                </a:cubicBezTo>
                <a:cubicBezTo>
                  <a:pt x="1794538" y="583019"/>
                  <a:pt x="1741131" y="728089"/>
                  <a:pt x="1764489" y="816424"/>
                </a:cubicBezTo>
                <a:cubicBezTo>
                  <a:pt x="1777447" y="865336"/>
                  <a:pt x="1802368" y="914856"/>
                  <a:pt x="1801520" y="965222"/>
                </a:cubicBezTo>
                <a:cubicBezTo>
                  <a:pt x="1759106" y="959022"/>
                  <a:pt x="1721927" y="944644"/>
                  <a:pt x="1666076" y="939067"/>
                </a:cubicBezTo>
                <a:cubicBezTo>
                  <a:pt x="1587345" y="931217"/>
                  <a:pt x="1507034" y="938605"/>
                  <a:pt x="1429700" y="949865"/>
                </a:cubicBezTo>
                <a:cubicBezTo>
                  <a:pt x="1376367" y="957622"/>
                  <a:pt x="1211684" y="963701"/>
                  <a:pt x="1217858" y="1018614"/>
                </a:cubicBezTo>
                <a:cubicBezTo>
                  <a:pt x="1222820" y="1062914"/>
                  <a:pt x="1301734" y="1074807"/>
                  <a:pt x="1286573" y="1121843"/>
                </a:cubicBezTo>
                <a:cubicBezTo>
                  <a:pt x="1183601" y="1175724"/>
                  <a:pt x="973780" y="1203093"/>
                  <a:pt x="872336" y="1134344"/>
                </a:cubicBezTo>
                <a:cubicBezTo>
                  <a:pt x="813783" y="1094670"/>
                  <a:pt x="937925" y="1038477"/>
                  <a:pt x="918040" y="983169"/>
                </a:cubicBezTo>
                <a:cubicBezTo>
                  <a:pt x="829809" y="968221"/>
                  <a:pt x="740179" y="957742"/>
                  <a:pt x="650055" y="950896"/>
                </a:cubicBezTo>
                <a:cubicBezTo>
                  <a:pt x="555518" y="943720"/>
                  <a:pt x="460432" y="940548"/>
                  <a:pt x="365343" y="940745"/>
                </a:cubicBezTo>
                <a:cubicBezTo>
                  <a:pt x="383245" y="843172"/>
                  <a:pt x="430915" y="743063"/>
                  <a:pt x="358800" y="651926"/>
                </a:cubicBezTo>
                <a:cubicBezTo>
                  <a:pt x="290178" y="565230"/>
                  <a:pt x="141758" y="718112"/>
                  <a:pt x="38217" y="620459"/>
                </a:cubicBezTo>
                <a:cubicBezTo>
                  <a:pt x="-54003" y="533473"/>
                  <a:pt x="30848" y="407194"/>
                  <a:pt x="184065" y="454692"/>
                </a:cubicBezTo>
                <a:cubicBezTo>
                  <a:pt x="257098" y="477331"/>
                  <a:pt x="344430" y="492900"/>
                  <a:pt x="378209" y="433865"/>
                </a:cubicBezTo>
                <a:cubicBezTo>
                  <a:pt x="400023" y="395696"/>
                  <a:pt x="403293" y="354238"/>
                  <a:pt x="394785" y="313759"/>
                </a:cubicBezTo>
                <a:cubicBezTo>
                  <a:pt x="384732" y="265864"/>
                  <a:pt x="361594" y="220560"/>
                  <a:pt x="338549" y="175203"/>
                </a:cubicBezTo>
                <a:cubicBezTo>
                  <a:pt x="378448" y="181242"/>
                  <a:pt x="418218" y="187440"/>
                  <a:pt x="457858" y="192953"/>
                </a:cubicBezTo>
                <a:cubicBezTo>
                  <a:pt x="610708" y="214190"/>
                  <a:pt x="769510" y="224459"/>
                  <a:pt x="917747" y="182538"/>
                </a:cubicBezTo>
                <a:cubicBezTo>
                  <a:pt x="940702" y="128934"/>
                  <a:pt x="836076" y="91336"/>
                  <a:pt x="861822" y="48158"/>
                </a:cubicBezTo>
                <a:cubicBezTo>
                  <a:pt x="889959" y="952"/>
                  <a:pt x="1008919" y="-1136"/>
                  <a:pt x="1069843" y="291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156" name="Picture 155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614EBD74-8EC7-4C4B-2D9A-74A300EFEE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4395740" y="3737895"/>
            <a:ext cx="1232528" cy="794407"/>
          </a:xfrm>
          <a:custGeom>
            <a:avLst/>
            <a:gdLst>
              <a:gd name="connsiteX0" fmla="*/ 455614 w 1590962"/>
              <a:gd name="connsiteY0" fmla="*/ 1551 h 1025431"/>
              <a:gd name="connsiteX1" fmla="*/ 643601 w 1590962"/>
              <a:gd name="connsiteY1" fmla="*/ 69905 h 1025431"/>
              <a:gd name="connsiteX2" fmla="*/ 593943 w 1590962"/>
              <a:gd name="connsiteY2" fmla="*/ 197675 h 1025431"/>
              <a:gd name="connsiteX3" fmla="*/ 1010185 w 1590962"/>
              <a:gd name="connsiteY3" fmla="*/ 167860 h 1025431"/>
              <a:gd name="connsiteX4" fmla="*/ 944520 w 1590962"/>
              <a:gd name="connsiteY4" fmla="*/ 59914 h 1025431"/>
              <a:gd name="connsiteX5" fmla="*/ 1153037 w 1590962"/>
              <a:gd name="connsiteY5" fmla="*/ 5821 h 1025431"/>
              <a:gd name="connsiteX6" fmla="*/ 1530390 w 1590962"/>
              <a:gd name="connsiteY6" fmla="*/ 31459 h 1025431"/>
              <a:gd name="connsiteX7" fmla="*/ 1586626 w 1590962"/>
              <a:gd name="connsiteY7" fmla="*/ 170015 h 1025431"/>
              <a:gd name="connsiteX8" fmla="*/ 1570050 w 1590962"/>
              <a:gd name="connsiteY8" fmla="*/ 290121 h 1025431"/>
              <a:gd name="connsiteX9" fmla="*/ 1375904 w 1590962"/>
              <a:gd name="connsiteY9" fmla="*/ 310948 h 1025431"/>
              <a:gd name="connsiteX10" fmla="*/ 1230058 w 1590962"/>
              <a:gd name="connsiteY10" fmla="*/ 476715 h 1025431"/>
              <a:gd name="connsiteX11" fmla="*/ 1550642 w 1590962"/>
              <a:gd name="connsiteY11" fmla="*/ 508182 h 1025431"/>
              <a:gd name="connsiteX12" fmla="*/ 1557167 w 1590962"/>
              <a:gd name="connsiteY12" fmla="*/ 797002 h 1025431"/>
              <a:gd name="connsiteX13" fmla="*/ 1283391 w 1590962"/>
              <a:gd name="connsiteY13" fmla="*/ 806477 h 1025431"/>
              <a:gd name="connsiteX14" fmla="*/ 961501 w 1590962"/>
              <a:gd name="connsiteY14" fmla="*/ 838909 h 1025431"/>
              <a:gd name="connsiteX15" fmla="*/ 1006766 w 1590962"/>
              <a:gd name="connsiteY15" fmla="*/ 945283 h 1025431"/>
              <a:gd name="connsiteX16" fmla="*/ 646908 w 1590962"/>
              <a:gd name="connsiteY16" fmla="*/ 1013570 h 1025431"/>
              <a:gd name="connsiteX17" fmla="*/ 639044 w 1590962"/>
              <a:gd name="connsiteY17" fmla="*/ 884438 h 1025431"/>
              <a:gd name="connsiteX18" fmla="*/ 494483 w 1590962"/>
              <a:gd name="connsiteY18" fmla="*/ 805539 h 1025431"/>
              <a:gd name="connsiteX19" fmla="*/ 63153 w 1590962"/>
              <a:gd name="connsiteY19" fmla="*/ 830041 h 1025431"/>
              <a:gd name="connsiteX20" fmla="*/ 2727 w 1590962"/>
              <a:gd name="connsiteY20" fmla="*/ 613751 h 1025431"/>
              <a:gd name="connsiteX21" fmla="*/ 230153 w 1590962"/>
              <a:gd name="connsiteY21" fmla="*/ 501137 h 1025431"/>
              <a:gd name="connsiteX22" fmla="*/ 422165 w 1590962"/>
              <a:gd name="connsiteY22" fmla="*/ 354442 h 1025431"/>
              <a:gd name="connsiteX23" fmla="*/ 80925 w 1590962"/>
              <a:gd name="connsiteY23" fmla="*/ 322698 h 1025431"/>
              <a:gd name="connsiteX24" fmla="*/ 52917 w 1590962"/>
              <a:gd name="connsiteY24" fmla="*/ 79710 h 1025431"/>
              <a:gd name="connsiteX25" fmla="*/ 50123 w 1590962"/>
              <a:gd name="connsiteY25" fmla="*/ 35186 h 1025431"/>
              <a:gd name="connsiteX26" fmla="*/ 60837 w 1590962"/>
              <a:gd name="connsiteY26" fmla="*/ 39732 h 1025431"/>
              <a:gd name="connsiteX27" fmla="*/ 175350 w 1590962"/>
              <a:gd name="connsiteY27" fmla="*/ 21666 h 1025431"/>
              <a:gd name="connsiteX28" fmla="*/ 455614 w 1590962"/>
              <a:gd name="connsiteY28" fmla="*/ 1551 h 1025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590962" h="1025431">
                <a:moveTo>
                  <a:pt x="455614" y="1551"/>
                </a:moveTo>
                <a:cubicBezTo>
                  <a:pt x="511757" y="5108"/>
                  <a:pt x="644024" y="18257"/>
                  <a:pt x="643601" y="69905"/>
                </a:cubicBezTo>
                <a:cubicBezTo>
                  <a:pt x="643233" y="115023"/>
                  <a:pt x="536311" y="158623"/>
                  <a:pt x="593943" y="197675"/>
                </a:cubicBezTo>
                <a:cubicBezTo>
                  <a:pt x="655915" y="239676"/>
                  <a:pt x="1017389" y="262909"/>
                  <a:pt x="1010185" y="167860"/>
                </a:cubicBezTo>
                <a:cubicBezTo>
                  <a:pt x="1007024" y="126362"/>
                  <a:pt x="915374" y="110728"/>
                  <a:pt x="944520" y="59914"/>
                </a:cubicBezTo>
                <a:cubicBezTo>
                  <a:pt x="995060" y="23239"/>
                  <a:pt x="1082961" y="11583"/>
                  <a:pt x="1153037" y="5821"/>
                </a:cubicBezTo>
                <a:cubicBezTo>
                  <a:pt x="1280175" y="-4620"/>
                  <a:pt x="1405934" y="12614"/>
                  <a:pt x="1530390" y="31459"/>
                </a:cubicBezTo>
                <a:cubicBezTo>
                  <a:pt x="1553436" y="76803"/>
                  <a:pt x="1576573" y="122120"/>
                  <a:pt x="1586626" y="170015"/>
                </a:cubicBezTo>
                <a:cubicBezTo>
                  <a:pt x="1595135" y="210495"/>
                  <a:pt x="1591882" y="251952"/>
                  <a:pt x="1570050" y="290121"/>
                </a:cubicBezTo>
                <a:cubicBezTo>
                  <a:pt x="1536271" y="349156"/>
                  <a:pt x="1448939" y="333587"/>
                  <a:pt x="1375904" y="310948"/>
                </a:cubicBezTo>
                <a:cubicBezTo>
                  <a:pt x="1222687" y="263450"/>
                  <a:pt x="1137838" y="389729"/>
                  <a:pt x="1230058" y="476715"/>
                </a:cubicBezTo>
                <a:cubicBezTo>
                  <a:pt x="1333599" y="574367"/>
                  <a:pt x="1482037" y="421486"/>
                  <a:pt x="1550642" y="508182"/>
                </a:cubicBezTo>
                <a:cubicBezTo>
                  <a:pt x="1622756" y="599319"/>
                  <a:pt x="1575066" y="699416"/>
                  <a:pt x="1557167" y="797002"/>
                </a:cubicBezTo>
                <a:cubicBezTo>
                  <a:pt x="1465754" y="797201"/>
                  <a:pt x="1374343" y="800490"/>
                  <a:pt x="1283391" y="806477"/>
                </a:cubicBezTo>
                <a:cubicBezTo>
                  <a:pt x="1175457" y="813587"/>
                  <a:pt x="1068002" y="824491"/>
                  <a:pt x="961501" y="838909"/>
                </a:cubicBezTo>
                <a:cubicBezTo>
                  <a:pt x="912947" y="881557"/>
                  <a:pt x="965379" y="912879"/>
                  <a:pt x="1006766" y="945283"/>
                </a:cubicBezTo>
                <a:cubicBezTo>
                  <a:pt x="1040747" y="1043795"/>
                  <a:pt x="720219" y="1030580"/>
                  <a:pt x="646908" y="1013570"/>
                </a:cubicBezTo>
                <a:cubicBezTo>
                  <a:pt x="526349" y="985579"/>
                  <a:pt x="604843" y="938186"/>
                  <a:pt x="639044" y="884438"/>
                </a:cubicBezTo>
                <a:cubicBezTo>
                  <a:pt x="669018" y="822508"/>
                  <a:pt x="556489" y="813376"/>
                  <a:pt x="494483" y="805539"/>
                </a:cubicBezTo>
                <a:cubicBezTo>
                  <a:pt x="350419" y="787367"/>
                  <a:pt x="204424" y="809054"/>
                  <a:pt x="63153" y="830041"/>
                </a:cubicBezTo>
                <a:cubicBezTo>
                  <a:pt x="26929" y="758200"/>
                  <a:pt x="-10523" y="685803"/>
                  <a:pt x="2727" y="613751"/>
                </a:cubicBezTo>
                <a:cubicBezTo>
                  <a:pt x="20939" y="514631"/>
                  <a:pt x="98274" y="454473"/>
                  <a:pt x="230153" y="501137"/>
                </a:cubicBezTo>
                <a:cubicBezTo>
                  <a:pt x="375191" y="552429"/>
                  <a:pt x="466218" y="456507"/>
                  <a:pt x="422165" y="354442"/>
                </a:cubicBezTo>
                <a:cubicBezTo>
                  <a:pt x="367693" y="228204"/>
                  <a:pt x="195310" y="354944"/>
                  <a:pt x="80925" y="322698"/>
                </a:cubicBezTo>
                <a:cubicBezTo>
                  <a:pt x="-74314" y="278914"/>
                  <a:pt x="48763" y="163419"/>
                  <a:pt x="52917" y="79710"/>
                </a:cubicBezTo>
                <a:cubicBezTo>
                  <a:pt x="53652" y="64710"/>
                  <a:pt x="52421" y="49896"/>
                  <a:pt x="50123" y="35186"/>
                </a:cubicBezTo>
                <a:cubicBezTo>
                  <a:pt x="53689" y="36706"/>
                  <a:pt x="57364" y="38094"/>
                  <a:pt x="60837" y="39732"/>
                </a:cubicBezTo>
                <a:cubicBezTo>
                  <a:pt x="99063" y="33877"/>
                  <a:pt x="137124" y="27507"/>
                  <a:pt x="175350" y="21666"/>
                </a:cubicBezTo>
                <a:cubicBezTo>
                  <a:pt x="267019" y="7644"/>
                  <a:pt x="361556" y="-4381"/>
                  <a:pt x="455614" y="1551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157" name="Picture 156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7ECC38EE-9789-B1BB-824A-DAE2702B17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3249181" y="3761078"/>
            <a:ext cx="1474971" cy="670561"/>
          </a:xfrm>
          <a:custGeom>
            <a:avLst/>
            <a:gdLst>
              <a:gd name="connsiteX0" fmla="*/ 1309053 w 1903911"/>
              <a:gd name="connsiteY0" fmla="*/ 31 h 865568"/>
              <a:gd name="connsiteX1" fmla="*/ 1425627 w 1903911"/>
              <a:gd name="connsiteY1" fmla="*/ 8782 h 865568"/>
              <a:gd name="connsiteX2" fmla="*/ 1520715 w 1903911"/>
              <a:gd name="connsiteY2" fmla="*/ 36562 h 865568"/>
              <a:gd name="connsiteX3" fmla="*/ 1523509 w 1903911"/>
              <a:gd name="connsiteY3" fmla="*/ 81087 h 865568"/>
              <a:gd name="connsiteX4" fmla="*/ 1551517 w 1903911"/>
              <a:gd name="connsiteY4" fmla="*/ 324073 h 865568"/>
              <a:gd name="connsiteX5" fmla="*/ 1892757 w 1903911"/>
              <a:gd name="connsiteY5" fmla="*/ 355817 h 865568"/>
              <a:gd name="connsiteX6" fmla="*/ 1700745 w 1903911"/>
              <a:gd name="connsiteY6" fmla="*/ 502514 h 865568"/>
              <a:gd name="connsiteX7" fmla="*/ 1473318 w 1903911"/>
              <a:gd name="connsiteY7" fmla="*/ 615126 h 865568"/>
              <a:gd name="connsiteX8" fmla="*/ 1533689 w 1903911"/>
              <a:gd name="connsiteY8" fmla="*/ 831404 h 865568"/>
              <a:gd name="connsiteX9" fmla="*/ 1516947 w 1903911"/>
              <a:gd name="connsiteY9" fmla="*/ 833889 h 865568"/>
              <a:gd name="connsiteX10" fmla="*/ 1021129 w 1903911"/>
              <a:gd name="connsiteY10" fmla="*/ 851228 h 865568"/>
              <a:gd name="connsiteX11" fmla="*/ 995015 w 1903911"/>
              <a:gd name="connsiteY11" fmla="*/ 743981 h 865568"/>
              <a:gd name="connsiteX12" fmla="*/ 873518 w 1903911"/>
              <a:gd name="connsiteY12" fmla="*/ 657404 h 865568"/>
              <a:gd name="connsiteX13" fmla="*/ 614500 w 1903911"/>
              <a:gd name="connsiteY13" fmla="*/ 676554 h 865568"/>
              <a:gd name="connsiteX14" fmla="*/ 629257 w 1903911"/>
              <a:gd name="connsiteY14" fmla="*/ 778858 h 865568"/>
              <a:gd name="connsiteX15" fmla="*/ 447463 w 1903911"/>
              <a:gd name="connsiteY15" fmla="*/ 848584 h 865568"/>
              <a:gd name="connsiteX16" fmla="*/ 157221 w 1903911"/>
              <a:gd name="connsiteY16" fmla="*/ 858271 h 865568"/>
              <a:gd name="connsiteX17" fmla="*/ 48351 w 1903911"/>
              <a:gd name="connsiteY17" fmla="*/ 858140 h 865568"/>
              <a:gd name="connsiteX18" fmla="*/ 115320 w 1903911"/>
              <a:gd name="connsiteY18" fmla="*/ 559104 h 865568"/>
              <a:gd name="connsiteX19" fmla="*/ 3167 w 1903911"/>
              <a:gd name="connsiteY19" fmla="*/ 487548 h 865568"/>
              <a:gd name="connsiteX20" fmla="*/ 0 w 1903911"/>
              <a:gd name="connsiteY20" fmla="*/ 488265 h 865568"/>
              <a:gd name="connsiteX21" fmla="*/ 0 w 1903911"/>
              <a:gd name="connsiteY21" fmla="*/ 330733 h 865568"/>
              <a:gd name="connsiteX22" fmla="*/ 26629 w 1903911"/>
              <a:gd name="connsiteY22" fmla="*/ 333844 h 865568"/>
              <a:gd name="connsiteX23" fmla="*/ 101812 w 1903911"/>
              <a:gd name="connsiteY23" fmla="*/ 294879 h 865568"/>
              <a:gd name="connsiteX24" fmla="*/ 114751 w 1903911"/>
              <a:gd name="connsiteY24" fmla="*/ 144456 h 865568"/>
              <a:gd name="connsiteX25" fmla="*/ 114492 w 1903911"/>
              <a:gd name="connsiteY25" fmla="*/ 5624 h 865568"/>
              <a:gd name="connsiteX26" fmla="*/ 140903 w 1903911"/>
              <a:gd name="connsiteY26" fmla="*/ 5703 h 865568"/>
              <a:gd name="connsiteX27" fmla="*/ 417545 w 1903911"/>
              <a:gd name="connsiteY27" fmla="*/ 19342 h 865568"/>
              <a:gd name="connsiteX28" fmla="*/ 639402 w 1903911"/>
              <a:gd name="connsiteY28" fmla="*/ 92861 h 865568"/>
              <a:gd name="connsiteX29" fmla="*/ 612827 w 1903911"/>
              <a:gd name="connsiteY29" fmla="*/ 212769 h 865568"/>
              <a:gd name="connsiteX30" fmla="*/ 832922 w 1903911"/>
              <a:gd name="connsiteY30" fmla="*/ 234853 h 865568"/>
              <a:gd name="connsiteX31" fmla="*/ 1010545 w 1903911"/>
              <a:gd name="connsiteY31" fmla="*/ 169223 h 865568"/>
              <a:gd name="connsiteX32" fmla="*/ 961878 w 1903911"/>
              <a:gd name="connsiteY32" fmla="*/ 47333 h 865568"/>
              <a:gd name="connsiteX33" fmla="*/ 1309053 w 1903911"/>
              <a:gd name="connsiteY33" fmla="*/ 31 h 865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03911" h="865568">
                <a:moveTo>
                  <a:pt x="1309053" y="31"/>
                </a:moveTo>
                <a:cubicBezTo>
                  <a:pt x="1348123" y="-311"/>
                  <a:pt x="1387075" y="2201"/>
                  <a:pt x="1425627" y="8782"/>
                </a:cubicBezTo>
                <a:cubicBezTo>
                  <a:pt x="1459093" y="14505"/>
                  <a:pt x="1491200" y="23848"/>
                  <a:pt x="1520715" y="36562"/>
                </a:cubicBezTo>
                <a:cubicBezTo>
                  <a:pt x="1523011" y="51271"/>
                  <a:pt x="1524261" y="66087"/>
                  <a:pt x="1523509" y="81087"/>
                </a:cubicBezTo>
                <a:cubicBezTo>
                  <a:pt x="1519355" y="164796"/>
                  <a:pt x="1396278" y="280289"/>
                  <a:pt x="1551517" y="324073"/>
                </a:cubicBezTo>
                <a:cubicBezTo>
                  <a:pt x="1665900" y="356320"/>
                  <a:pt x="1838266" y="229566"/>
                  <a:pt x="1892757" y="355817"/>
                </a:cubicBezTo>
                <a:cubicBezTo>
                  <a:pt x="1936808" y="457884"/>
                  <a:pt x="1845783" y="553818"/>
                  <a:pt x="1700745" y="502514"/>
                </a:cubicBezTo>
                <a:cubicBezTo>
                  <a:pt x="1568884" y="455849"/>
                  <a:pt x="1491548" y="516020"/>
                  <a:pt x="1473318" y="615126"/>
                </a:cubicBezTo>
                <a:cubicBezTo>
                  <a:pt x="1460050" y="687178"/>
                  <a:pt x="1497504" y="759575"/>
                  <a:pt x="1533689" y="831404"/>
                </a:cubicBezTo>
                <a:cubicBezTo>
                  <a:pt x="1528103" y="832236"/>
                  <a:pt x="1522515" y="833056"/>
                  <a:pt x="1516947" y="833889"/>
                </a:cubicBezTo>
                <a:cubicBezTo>
                  <a:pt x="1354506" y="857929"/>
                  <a:pt x="1185317" y="881584"/>
                  <a:pt x="1021129" y="851228"/>
                </a:cubicBezTo>
                <a:cubicBezTo>
                  <a:pt x="898861" y="828629"/>
                  <a:pt x="949345" y="801258"/>
                  <a:pt x="995015" y="743981"/>
                </a:cubicBezTo>
                <a:cubicBezTo>
                  <a:pt x="1047152" y="678576"/>
                  <a:pt x="943537" y="666853"/>
                  <a:pt x="873518" y="657404"/>
                </a:cubicBezTo>
                <a:cubicBezTo>
                  <a:pt x="791148" y="646276"/>
                  <a:pt x="687736" y="643897"/>
                  <a:pt x="614500" y="676554"/>
                </a:cubicBezTo>
                <a:cubicBezTo>
                  <a:pt x="543324" y="708285"/>
                  <a:pt x="604539" y="738867"/>
                  <a:pt x="629257" y="778858"/>
                </a:cubicBezTo>
                <a:cubicBezTo>
                  <a:pt x="679613" y="860333"/>
                  <a:pt x="524374" y="843933"/>
                  <a:pt x="447463" y="848584"/>
                </a:cubicBezTo>
                <a:cubicBezTo>
                  <a:pt x="350943" y="854413"/>
                  <a:pt x="254091" y="857465"/>
                  <a:pt x="157221" y="858271"/>
                </a:cubicBezTo>
                <a:cubicBezTo>
                  <a:pt x="120925" y="858563"/>
                  <a:pt x="84648" y="858443"/>
                  <a:pt x="48351" y="858140"/>
                </a:cubicBezTo>
                <a:cubicBezTo>
                  <a:pt x="93432" y="759443"/>
                  <a:pt x="159556" y="659915"/>
                  <a:pt x="115320" y="559104"/>
                </a:cubicBezTo>
                <a:cubicBezTo>
                  <a:pt x="86726" y="493958"/>
                  <a:pt x="47172" y="481894"/>
                  <a:pt x="3167" y="487548"/>
                </a:cubicBezTo>
                <a:lnTo>
                  <a:pt x="0" y="488265"/>
                </a:lnTo>
                <a:lnTo>
                  <a:pt x="0" y="330733"/>
                </a:lnTo>
                <a:lnTo>
                  <a:pt x="26629" y="333844"/>
                </a:lnTo>
                <a:cubicBezTo>
                  <a:pt x="58087" y="333780"/>
                  <a:pt x="85281" y="324172"/>
                  <a:pt x="101812" y="294879"/>
                </a:cubicBezTo>
                <a:cubicBezTo>
                  <a:pt x="128183" y="248135"/>
                  <a:pt x="119785" y="193382"/>
                  <a:pt x="114751" y="144456"/>
                </a:cubicBezTo>
                <a:cubicBezTo>
                  <a:pt x="110064" y="99020"/>
                  <a:pt x="112030" y="52434"/>
                  <a:pt x="114492" y="5624"/>
                </a:cubicBezTo>
                <a:cubicBezTo>
                  <a:pt x="123296" y="5676"/>
                  <a:pt x="132098" y="5597"/>
                  <a:pt x="140903" y="5703"/>
                </a:cubicBezTo>
                <a:cubicBezTo>
                  <a:pt x="233361" y="6760"/>
                  <a:pt x="325766" y="11082"/>
                  <a:pt x="417545" y="19342"/>
                </a:cubicBezTo>
                <a:cubicBezTo>
                  <a:pt x="484458" y="25382"/>
                  <a:pt x="674301" y="20768"/>
                  <a:pt x="639402" y="92861"/>
                </a:cubicBezTo>
                <a:cubicBezTo>
                  <a:pt x="601488" y="152465"/>
                  <a:pt x="555745" y="156627"/>
                  <a:pt x="612827" y="212769"/>
                </a:cubicBezTo>
                <a:cubicBezTo>
                  <a:pt x="681689" y="233796"/>
                  <a:pt x="758693" y="241342"/>
                  <a:pt x="832922" y="234853"/>
                </a:cubicBezTo>
                <a:cubicBezTo>
                  <a:pt x="879086" y="230822"/>
                  <a:pt x="1013834" y="212849"/>
                  <a:pt x="1010545" y="169223"/>
                </a:cubicBezTo>
                <a:cubicBezTo>
                  <a:pt x="1006813" y="119874"/>
                  <a:pt x="896748" y="104426"/>
                  <a:pt x="961878" y="47333"/>
                </a:cubicBezTo>
                <a:cubicBezTo>
                  <a:pt x="1073580" y="27766"/>
                  <a:pt x="1191845" y="1057"/>
                  <a:pt x="1309053" y="31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158" name="Picture 157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0B101DBC-4A2C-97BD-3C42-BEBCD94FB66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6615117" y="3031811"/>
            <a:ext cx="1351151" cy="909325"/>
          </a:xfrm>
          <a:custGeom>
            <a:avLst/>
            <a:gdLst>
              <a:gd name="connsiteX0" fmla="*/ 767017 w 1744082"/>
              <a:gd name="connsiteY0" fmla="*/ 10 h 1173768"/>
              <a:gd name="connsiteX1" fmla="*/ 961691 w 1744082"/>
              <a:gd name="connsiteY1" fmla="*/ 115059 h 1173768"/>
              <a:gd name="connsiteX2" fmla="*/ 1316293 w 1744082"/>
              <a:gd name="connsiteY2" fmla="*/ 206381 h 1173768"/>
              <a:gd name="connsiteX3" fmla="*/ 1519644 w 1744082"/>
              <a:gd name="connsiteY3" fmla="*/ 179526 h 1173768"/>
              <a:gd name="connsiteX4" fmla="*/ 1593524 w 1744082"/>
              <a:gd name="connsiteY4" fmla="*/ 474399 h 1173768"/>
              <a:gd name="connsiteX5" fmla="*/ 1708224 w 1744082"/>
              <a:gd name="connsiteY5" fmla="*/ 451040 h 1173768"/>
              <a:gd name="connsiteX6" fmla="*/ 1744082 w 1744082"/>
              <a:gd name="connsiteY6" fmla="*/ 443084 h 1173768"/>
              <a:gd name="connsiteX7" fmla="*/ 1744082 w 1744082"/>
              <a:gd name="connsiteY7" fmla="*/ 649609 h 1173768"/>
              <a:gd name="connsiteX8" fmla="*/ 1726502 w 1744082"/>
              <a:gd name="connsiteY8" fmla="*/ 648143 h 1173768"/>
              <a:gd name="connsiteX9" fmla="*/ 1639450 w 1744082"/>
              <a:gd name="connsiteY9" fmla="*/ 627015 h 1173768"/>
              <a:gd name="connsiteX10" fmla="*/ 1466090 w 1744082"/>
              <a:gd name="connsiteY10" fmla="*/ 839447 h 1173768"/>
              <a:gd name="connsiteX11" fmla="*/ 1485296 w 1744082"/>
              <a:gd name="connsiteY11" fmla="*/ 961456 h 1173768"/>
              <a:gd name="connsiteX12" fmla="*/ 1141740 w 1744082"/>
              <a:gd name="connsiteY12" fmla="*/ 941236 h 1173768"/>
              <a:gd name="connsiteX13" fmla="*/ 928869 w 1744082"/>
              <a:gd name="connsiteY13" fmla="*/ 1017121 h 1173768"/>
              <a:gd name="connsiteX14" fmla="*/ 997584 w 1744082"/>
              <a:gd name="connsiteY14" fmla="*/ 1120350 h 1173768"/>
              <a:gd name="connsiteX15" fmla="*/ 583346 w 1744082"/>
              <a:gd name="connsiteY15" fmla="*/ 1132853 h 1173768"/>
              <a:gd name="connsiteX16" fmla="*/ 629052 w 1744082"/>
              <a:gd name="connsiteY16" fmla="*/ 981676 h 1173768"/>
              <a:gd name="connsiteX17" fmla="*/ 410410 w 1744082"/>
              <a:gd name="connsiteY17" fmla="*/ 941804 h 1173768"/>
              <a:gd name="connsiteX18" fmla="*/ 41988 w 1744082"/>
              <a:gd name="connsiteY18" fmla="*/ 973746 h 1173768"/>
              <a:gd name="connsiteX19" fmla="*/ 50296 w 1744082"/>
              <a:gd name="connsiteY19" fmla="*/ 650500 h 1173768"/>
              <a:gd name="connsiteX20" fmla="*/ 220032 w 1744082"/>
              <a:gd name="connsiteY20" fmla="*/ 643139 h 1173768"/>
              <a:gd name="connsiteX21" fmla="*/ 374279 w 1744082"/>
              <a:gd name="connsiteY21" fmla="*/ 640800 h 1173768"/>
              <a:gd name="connsiteX22" fmla="*/ 284944 w 1744082"/>
              <a:gd name="connsiteY22" fmla="*/ 439734 h 1173768"/>
              <a:gd name="connsiteX23" fmla="*/ 70584 w 1744082"/>
              <a:gd name="connsiteY23" fmla="*/ 464777 h 1173768"/>
              <a:gd name="connsiteX24" fmla="*/ 3762 w 1744082"/>
              <a:gd name="connsiteY24" fmla="*/ 358535 h 1173768"/>
              <a:gd name="connsiteX25" fmla="*/ 54431 w 1744082"/>
              <a:gd name="connsiteY25" fmla="*/ 174491 h 1173768"/>
              <a:gd name="connsiteX26" fmla="*/ 513473 w 1744082"/>
              <a:gd name="connsiteY26" fmla="*/ 204002 h 1173768"/>
              <a:gd name="connsiteX27" fmla="*/ 602735 w 1744082"/>
              <a:gd name="connsiteY27" fmla="*/ 106099 h 1173768"/>
              <a:gd name="connsiteX28" fmla="*/ 658806 w 1744082"/>
              <a:gd name="connsiteY28" fmla="*/ 7536 h 1173768"/>
              <a:gd name="connsiteX29" fmla="*/ 767017 w 1744082"/>
              <a:gd name="connsiteY29" fmla="*/ 10 h 117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744082" h="1173768">
                <a:moveTo>
                  <a:pt x="767017" y="10"/>
                </a:moveTo>
                <a:cubicBezTo>
                  <a:pt x="899253" y="-568"/>
                  <a:pt x="1068706" y="24216"/>
                  <a:pt x="961691" y="115059"/>
                </a:cubicBezTo>
                <a:cubicBezTo>
                  <a:pt x="827883" y="228649"/>
                  <a:pt x="1229219" y="214759"/>
                  <a:pt x="1316293" y="206381"/>
                </a:cubicBezTo>
                <a:cubicBezTo>
                  <a:pt x="1384604" y="199799"/>
                  <a:pt x="1452106" y="189597"/>
                  <a:pt x="1519644" y="179526"/>
                </a:cubicBezTo>
                <a:cubicBezTo>
                  <a:pt x="1466202" y="317870"/>
                  <a:pt x="1426819" y="476447"/>
                  <a:pt x="1593524" y="474399"/>
                </a:cubicBezTo>
                <a:cubicBezTo>
                  <a:pt x="1633808" y="473903"/>
                  <a:pt x="1670867" y="461523"/>
                  <a:pt x="1708224" y="451040"/>
                </a:cubicBezTo>
                <a:lnTo>
                  <a:pt x="1744082" y="443084"/>
                </a:lnTo>
                <a:lnTo>
                  <a:pt x="1744082" y="649609"/>
                </a:lnTo>
                <a:lnTo>
                  <a:pt x="1726502" y="648143"/>
                </a:lnTo>
                <a:cubicBezTo>
                  <a:pt x="1699473" y="642800"/>
                  <a:pt x="1670187" y="634957"/>
                  <a:pt x="1639450" y="627015"/>
                </a:cubicBezTo>
                <a:cubicBezTo>
                  <a:pt x="1485701" y="587288"/>
                  <a:pt x="1465375" y="767988"/>
                  <a:pt x="1466090" y="839447"/>
                </a:cubicBezTo>
                <a:cubicBezTo>
                  <a:pt x="1466532" y="883945"/>
                  <a:pt x="1477395" y="922773"/>
                  <a:pt x="1485296" y="961456"/>
                </a:cubicBezTo>
                <a:cubicBezTo>
                  <a:pt x="1371133" y="944949"/>
                  <a:pt x="1256638" y="931893"/>
                  <a:pt x="1141740" y="941236"/>
                </a:cubicBezTo>
                <a:cubicBezTo>
                  <a:pt x="1085540" y="945808"/>
                  <a:pt x="922327" y="958707"/>
                  <a:pt x="928869" y="1017121"/>
                </a:cubicBezTo>
                <a:cubicBezTo>
                  <a:pt x="933830" y="1061421"/>
                  <a:pt x="1012746" y="1073314"/>
                  <a:pt x="997584" y="1120350"/>
                </a:cubicBezTo>
                <a:cubicBezTo>
                  <a:pt x="894612" y="1174232"/>
                  <a:pt x="684792" y="1201602"/>
                  <a:pt x="583346" y="1132853"/>
                </a:cubicBezTo>
                <a:cubicBezTo>
                  <a:pt x="524795" y="1093179"/>
                  <a:pt x="648937" y="1036984"/>
                  <a:pt x="629052" y="981676"/>
                </a:cubicBezTo>
                <a:cubicBezTo>
                  <a:pt x="560796" y="957531"/>
                  <a:pt x="486200" y="944803"/>
                  <a:pt x="410410" y="941804"/>
                </a:cubicBezTo>
                <a:cubicBezTo>
                  <a:pt x="286046" y="936902"/>
                  <a:pt x="163465" y="955562"/>
                  <a:pt x="41988" y="973746"/>
                </a:cubicBezTo>
                <a:cubicBezTo>
                  <a:pt x="52465" y="861491"/>
                  <a:pt x="-63261" y="753980"/>
                  <a:pt x="50296" y="650500"/>
                </a:cubicBezTo>
                <a:cubicBezTo>
                  <a:pt x="109765" y="613179"/>
                  <a:pt x="150123" y="618399"/>
                  <a:pt x="220032" y="643139"/>
                </a:cubicBezTo>
                <a:cubicBezTo>
                  <a:pt x="269966" y="660795"/>
                  <a:pt x="334913" y="679495"/>
                  <a:pt x="374279" y="640800"/>
                </a:cubicBezTo>
                <a:cubicBezTo>
                  <a:pt x="437590" y="578579"/>
                  <a:pt x="446265" y="414728"/>
                  <a:pt x="284944" y="439734"/>
                </a:cubicBezTo>
                <a:cubicBezTo>
                  <a:pt x="215844" y="450451"/>
                  <a:pt x="139538" y="494183"/>
                  <a:pt x="70584" y="464777"/>
                </a:cubicBezTo>
                <a:cubicBezTo>
                  <a:pt x="23168" y="444597"/>
                  <a:pt x="7401" y="398011"/>
                  <a:pt x="3762" y="358535"/>
                </a:cubicBezTo>
                <a:cubicBezTo>
                  <a:pt x="-2063" y="295389"/>
                  <a:pt x="25539" y="234292"/>
                  <a:pt x="54431" y="174491"/>
                </a:cubicBezTo>
                <a:cubicBezTo>
                  <a:pt x="204707" y="197143"/>
                  <a:pt x="359484" y="222755"/>
                  <a:pt x="513473" y="204002"/>
                </a:cubicBezTo>
                <a:cubicBezTo>
                  <a:pt x="605878" y="192742"/>
                  <a:pt x="663749" y="175838"/>
                  <a:pt x="602735" y="106099"/>
                </a:cubicBezTo>
                <a:cubicBezTo>
                  <a:pt x="555853" y="52522"/>
                  <a:pt x="568497" y="23671"/>
                  <a:pt x="658806" y="7536"/>
                </a:cubicBezTo>
                <a:cubicBezTo>
                  <a:pt x="682996" y="3214"/>
                  <a:pt x="722939" y="203"/>
                  <a:pt x="767017" y="10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159" name="Picture 158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7EEE9DF2-899B-47E9-8AFB-113AE492D46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5532479" y="3158713"/>
            <a:ext cx="1468449" cy="669085"/>
          </a:xfrm>
          <a:custGeom>
            <a:avLst/>
            <a:gdLst>
              <a:gd name="connsiteX0" fmla="*/ 452117 w 1895491"/>
              <a:gd name="connsiteY0" fmla="*/ 1406 h 863663"/>
              <a:gd name="connsiteX1" fmla="*/ 567443 w 1895491"/>
              <a:gd name="connsiteY1" fmla="*/ 19809 h 863663"/>
              <a:gd name="connsiteX2" fmla="*/ 595065 w 1895491"/>
              <a:gd name="connsiteY2" fmla="*/ 140431 h 863663"/>
              <a:gd name="connsiteX3" fmla="*/ 940000 w 1895491"/>
              <a:gd name="connsiteY3" fmla="*/ 212285 h 863663"/>
              <a:gd name="connsiteX4" fmla="*/ 1036208 w 1895491"/>
              <a:gd name="connsiteY4" fmla="*/ 23510 h 863663"/>
              <a:gd name="connsiteX5" fmla="*/ 1533127 w 1895491"/>
              <a:gd name="connsiteY5" fmla="*/ 32180 h 863663"/>
              <a:gd name="connsiteX6" fmla="*/ 1533276 w 1895491"/>
              <a:gd name="connsiteY6" fmla="*/ 32193 h 863663"/>
              <a:gd name="connsiteX7" fmla="*/ 1482607 w 1895491"/>
              <a:gd name="connsiteY7" fmla="*/ 216237 h 863663"/>
              <a:gd name="connsiteX8" fmla="*/ 1549429 w 1895491"/>
              <a:gd name="connsiteY8" fmla="*/ 322480 h 863663"/>
              <a:gd name="connsiteX9" fmla="*/ 1763790 w 1895491"/>
              <a:gd name="connsiteY9" fmla="*/ 297436 h 863663"/>
              <a:gd name="connsiteX10" fmla="*/ 1853125 w 1895491"/>
              <a:gd name="connsiteY10" fmla="*/ 498501 h 863663"/>
              <a:gd name="connsiteX11" fmla="*/ 1698877 w 1895491"/>
              <a:gd name="connsiteY11" fmla="*/ 500841 h 863663"/>
              <a:gd name="connsiteX12" fmla="*/ 1529141 w 1895491"/>
              <a:gd name="connsiteY12" fmla="*/ 508203 h 863663"/>
              <a:gd name="connsiteX13" fmla="*/ 1520815 w 1895491"/>
              <a:gd name="connsiteY13" fmla="*/ 831462 h 863663"/>
              <a:gd name="connsiteX14" fmla="*/ 1438739 w 1895491"/>
              <a:gd name="connsiteY14" fmla="*/ 843436 h 863663"/>
              <a:gd name="connsiteX15" fmla="*/ 942536 w 1895491"/>
              <a:gd name="connsiteY15" fmla="*/ 831634 h 863663"/>
              <a:gd name="connsiteX16" fmla="*/ 1006215 w 1895491"/>
              <a:gd name="connsiteY16" fmla="*/ 693278 h 863663"/>
              <a:gd name="connsiteX17" fmla="*/ 789466 w 1895491"/>
              <a:gd name="connsiteY17" fmla="*/ 649440 h 863663"/>
              <a:gd name="connsiteX18" fmla="*/ 581447 w 1895491"/>
              <a:gd name="connsiteY18" fmla="*/ 697308 h 863663"/>
              <a:gd name="connsiteX19" fmla="*/ 637370 w 1895491"/>
              <a:gd name="connsiteY19" fmla="*/ 831687 h 863663"/>
              <a:gd name="connsiteX20" fmla="*/ 177483 w 1895491"/>
              <a:gd name="connsiteY20" fmla="*/ 842102 h 863663"/>
              <a:gd name="connsiteX21" fmla="*/ 58172 w 1895491"/>
              <a:gd name="connsiteY21" fmla="*/ 824353 h 863663"/>
              <a:gd name="connsiteX22" fmla="*/ 4931 w 1895491"/>
              <a:gd name="connsiteY22" fmla="*/ 696767 h 863663"/>
              <a:gd name="connsiteX23" fmla="*/ 125490 w 1895491"/>
              <a:gd name="connsiteY23" fmla="*/ 478652 h 863663"/>
              <a:gd name="connsiteX24" fmla="*/ 422606 w 1895491"/>
              <a:gd name="connsiteY24" fmla="*/ 437868 h 863663"/>
              <a:gd name="connsiteX25" fmla="*/ 386273 w 1895491"/>
              <a:gd name="connsiteY25" fmla="*/ 313560 h 863663"/>
              <a:gd name="connsiteX26" fmla="*/ 196742 w 1895491"/>
              <a:gd name="connsiteY26" fmla="*/ 322016 h 863663"/>
              <a:gd name="connsiteX27" fmla="*/ 25865 w 1895491"/>
              <a:gd name="connsiteY27" fmla="*/ 121479 h 863663"/>
              <a:gd name="connsiteX28" fmla="*/ 39501 w 1895491"/>
              <a:gd name="connsiteY28" fmla="*/ 31903 h 863663"/>
              <a:gd name="connsiteX29" fmla="*/ 58504 w 1895491"/>
              <a:gd name="connsiteY29" fmla="*/ 39673 h 863663"/>
              <a:gd name="connsiteX30" fmla="*/ 333676 w 1895491"/>
              <a:gd name="connsiteY30" fmla="*/ 2577 h 863663"/>
              <a:gd name="connsiteX31" fmla="*/ 452117 w 1895491"/>
              <a:gd name="connsiteY31" fmla="*/ 1406 h 863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95491" h="863663">
                <a:moveTo>
                  <a:pt x="452117" y="1406"/>
                </a:moveTo>
                <a:cubicBezTo>
                  <a:pt x="491496" y="3806"/>
                  <a:pt x="530356" y="9468"/>
                  <a:pt x="567443" y="19809"/>
                </a:cubicBezTo>
                <a:cubicBezTo>
                  <a:pt x="666205" y="47339"/>
                  <a:pt x="648213" y="85386"/>
                  <a:pt x="595065" y="140431"/>
                </a:cubicBezTo>
                <a:cubicBezTo>
                  <a:pt x="486561" y="252792"/>
                  <a:pt x="867278" y="235083"/>
                  <a:pt x="940000" y="212285"/>
                </a:cubicBezTo>
                <a:cubicBezTo>
                  <a:pt x="1117127" y="156752"/>
                  <a:pt x="809553" y="76334"/>
                  <a:pt x="1036208" y="23510"/>
                </a:cubicBezTo>
                <a:cubicBezTo>
                  <a:pt x="1199220" y="-14485"/>
                  <a:pt x="1369841" y="7559"/>
                  <a:pt x="1533127" y="32180"/>
                </a:cubicBezTo>
                <a:cubicBezTo>
                  <a:pt x="1533183" y="32180"/>
                  <a:pt x="1533220" y="32193"/>
                  <a:pt x="1533276" y="32193"/>
                </a:cubicBezTo>
                <a:cubicBezTo>
                  <a:pt x="1504384" y="92008"/>
                  <a:pt x="1476782" y="153106"/>
                  <a:pt x="1482607" y="216237"/>
                </a:cubicBezTo>
                <a:cubicBezTo>
                  <a:pt x="1486246" y="255714"/>
                  <a:pt x="1502015" y="302299"/>
                  <a:pt x="1549429" y="322480"/>
                </a:cubicBezTo>
                <a:cubicBezTo>
                  <a:pt x="1618383" y="351871"/>
                  <a:pt x="1694689" y="308154"/>
                  <a:pt x="1763790" y="297436"/>
                </a:cubicBezTo>
                <a:cubicBezTo>
                  <a:pt x="1925110" y="272444"/>
                  <a:pt x="1916418" y="436282"/>
                  <a:pt x="1853125" y="498501"/>
                </a:cubicBezTo>
                <a:cubicBezTo>
                  <a:pt x="1813758" y="537199"/>
                  <a:pt x="1748811" y="518498"/>
                  <a:pt x="1698877" y="500841"/>
                </a:cubicBezTo>
                <a:cubicBezTo>
                  <a:pt x="1628987" y="476100"/>
                  <a:pt x="1588610" y="470895"/>
                  <a:pt x="1529141" y="508203"/>
                </a:cubicBezTo>
                <a:cubicBezTo>
                  <a:pt x="1415582" y="611682"/>
                  <a:pt x="1531308" y="719181"/>
                  <a:pt x="1520815" y="831462"/>
                </a:cubicBezTo>
                <a:cubicBezTo>
                  <a:pt x="1493394" y="835573"/>
                  <a:pt x="1466029" y="839657"/>
                  <a:pt x="1438739" y="843436"/>
                </a:cubicBezTo>
                <a:cubicBezTo>
                  <a:pt x="1273870" y="866273"/>
                  <a:pt x="1101963" y="878472"/>
                  <a:pt x="942536" y="831634"/>
                </a:cubicBezTo>
                <a:cubicBezTo>
                  <a:pt x="912413" y="771609"/>
                  <a:pt x="1025199" y="753463"/>
                  <a:pt x="1006215" y="693278"/>
                </a:cubicBezTo>
                <a:cubicBezTo>
                  <a:pt x="949924" y="660039"/>
                  <a:pt x="861121" y="651119"/>
                  <a:pt x="789466" y="649440"/>
                </a:cubicBezTo>
                <a:cubicBezTo>
                  <a:pt x="728544" y="648014"/>
                  <a:pt x="609584" y="650102"/>
                  <a:pt x="581447" y="697308"/>
                </a:cubicBezTo>
                <a:cubicBezTo>
                  <a:pt x="555699" y="740484"/>
                  <a:pt x="660324" y="778084"/>
                  <a:pt x="637370" y="831687"/>
                </a:cubicBezTo>
                <a:cubicBezTo>
                  <a:pt x="489135" y="873607"/>
                  <a:pt x="330331" y="863326"/>
                  <a:pt x="177483" y="842102"/>
                </a:cubicBezTo>
                <a:cubicBezTo>
                  <a:pt x="137823" y="836590"/>
                  <a:pt x="98053" y="830393"/>
                  <a:pt x="58172" y="824353"/>
                </a:cubicBezTo>
                <a:cubicBezTo>
                  <a:pt x="36909" y="782538"/>
                  <a:pt x="15720" y="740683"/>
                  <a:pt x="4931" y="696767"/>
                </a:cubicBezTo>
                <a:cubicBezTo>
                  <a:pt x="-10285" y="634850"/>
                  <a:pt x="4398" y="484321"/>
                  <a:pt x="125490" y="478652"/>
                </a:cubicBezTo>
                <a:cubicBezTo>
                  <a:pt x="251949" y="472744"/>
                  <a:pt x="369604" y="587352"/>
                  <a:pt x="422606" y="437868"/>
                </a:cubicBezTo>
                <a:cubicBezTo>
                  <a:pt x="437824" y="394956"/>
                  <a:pt x="429002" y="347101"/>
                  <a:pt x="386273" y="313560"/>
                </a:cubicBezTo>
                <a:cubicBezTo>
                  <a:pt x="334851" y="273211"/>
                  <a:pt x="254816" y="306925"/>
                  <a:pt x="196742" y="322016"/>
                </a:cubicBezTo>
                <a:cubicBezTo>
                  <a:pt x="1257" y="372819"/>
                  <a:pt x="-13335" y="217123"/>
                  <a:pt x="25865" y="121479"/>
                </a:cubicBezTo>
                <a:cubicBezTo>
                  <a:pt x="38636" y="90316"/>
                  <a:pt x="41486" y="60727"/>
                  <a:pt x="39501" y="31903"/>
                </a:cubicBezTo>
                <a:cubicBezTo>
                  <a:pt x="45897" y="34386"/>
                  <a:pt x="52310" y="36859"/>
                  <a:pt x="58504" y="39673"/>
                </a:cubicBezTo>
                <a:cubicBezTo>
                  <a:pt x="149787" y="25758"/>
                  <a:pt x="240573" y="9012"/>
                  <a:pt x="333676" y="2577"/>
                </a:cubicBezTo>
                <a:cubicBezTo>
                  <a:pt x="372839" y="-132"/>
                  <a:pt x="412737" y="-995"/>
                  <a:pt x="452117" y="1406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160" name="Picture 159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0EEE3F4F-2536-7035-59A2-6A61651952E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4378392" y="3145707"/>
            <a:ext cx="1467946" cy="796190"/>
          </a:xfrm>
          <a:custGeom>
            <a:avLst/>
            <a:gdLst>
              <a:gd name="connsiteX0" fmla="*/ 1301095 w 1894842"/>
              <a:gd name="connsiteY0" fmla="*/ 49 h 1027732"/>
              <a:gd name="connsiteX1" fmla="*/ 1504796 w 1894842"/>
              <a:gd name="connsiteY1" fmla="*/ 32560 h 1027732"/>
              <a:gd name="connsiteX2" fmla="*/ 1491158 w 1894842"/>
              <a:gd name="connsiteY2" fmla="*/ 122137 h 1027732"/>
              <a:gd name="connsiteX3" fmla="*/ 1662037 w 1894842"/>
              <a:gd name="connsiteY3" fmla="*/ 322674 h 1027732"/>
              <a:gd name="connsiteX4" fmla="*/ 1851568 w 1894842"/>
              <a:gd name="connsiteY4" fmla="*/ 314216 h 1027732"/>
              <a:gd name="connsiteX5" fmla="*/ 1887901 w 1894842"/>
              <a:gd name="connsiteY5" fmla="*/ 438525 h 1027732"/>
              <a:gd name="connsiteX6" fmla="*/ 1590785 w 1894842"/>
              <a:gd name="connsiteY6" fmla="*/ 479309 h 1027732"/>
              <a:gd name="connsiteX7" fmla="*/ 1470226 w 1894842"/>
              <a:gd name="connsiteY7" fmla="*/ 697411 h 1027732"/>
              <a:gd name="connsiteX8" fmla="*/ 1523467 w 1894842"/>
              <a:gd name="connsiteY8" fmla="*/ 824996 h 1027732"/>
              <a:gd name="connsiteX9" fmla="*/ 1146115 w 1894842"/>
              <a:gd name="connsiteY9" fmla="*/ 799358 h 1027732"/>
              <a:gd name="connsiteX10" fmla="*/ 937598 w 1894842"/>
              <a:gd name="connsiteY10" fmla="*/ 853451 h 1027732"/>
              <a:gd name="connsiteX11" fmla="*/ 1003263 w 1894842"/>
              <a:gd name="connsiteY11" fmla="*/ 961398 h 1027732"/>
              <a:gd name="connsiteX12" fmla="*/ 587021 w 1894842"/>
              <a:gd name="connsiteY12" fmla="*/ 991212 h 1027732"/>
              <a:gd name="connsiteX13" fmla="*/ 636677 w 1894842"/>
              <a:gd name="connsiteY13" fmla="*/ 863441 h 1027732"/>
              <a:gd name="connsiteX14" fmla="*/ 448690 w 1894842"/>
              <a:gd name="connsiteY14" fmla="*/ 795089 h 1027732"/>
              <a:gd name="connsiteX15" fmla="*/ 168428 w 1894842"/>
              <a:gd name="connsiteY15" fmla="*/ 815203 h 1027732"/>
              <a:gd name="connsiteX16" fmla="*/ 53916 w 1894842"/>
              <a:gd name="connsiteY16" fmla="*/ 833270 h 1027732"/>
              <a:gd name="connsiteX17" fmla="*/ 43201 w 1894842"/>
              <a:gd name="connsiteY17" fmla="*/ 828723 h 1027732"/>
              <a:gd name="connsiteX18" fmla="*/ 7897 w 1894842"/>
              <a:gd name="connsiteY18" fmla="*/ 583185 h 1027732"/>
              <a:gd name="connsiteX19" fmla="*/ 119505 w 1894842"/>
              <a:gd name="connsiteY19" fmla="*/ 478740 h 1027732"/>
              <a:gd name="connsiteX20" fmla="*/ 300087 w 1894842"/>
              <a:gd name="connsiteY20" fmla="*/ 521151 h 1027732"/>
              <a:gd name="connsiteX21" fmla="*/ 384257 w 1894842"/>
              <a:gd name="connsiteY21" fmla="*/ 314957 h 1027732"/>
              <a:gd name="connsiteX22" fmla="*/ 25796 w 1894842"/>
              <a:gd name="connsiteY22" fmla="*/ 276948 h 1027732"/>
              <a:gd name="connsiteX23" fmla="*/ 53584 w 1894842"/>
              <a:gd name="connsiteY23" fmla="*/ 36828 h 1027732"/>
              <a:gd name="connsiteX24" fmla="*/ 596485 w 1894842"/>
              <a:gd name="connsiteY24" fmla="*/ 35467 h 1027732"/>
              <a:gd name="connsiteX25" fmla="*/ 568001 w 1894842"/>
              <a:gd name="connsiteY25" fmla="*/ 165207 h 1027732"/>
              <a:gd name="connsiteX26" fmla="*/ 712634 w 1894842"/>
              <a:gd name="connsiteY26" fmla="*/ 233190 h 1027732"/>
              <a:gd name="connsiteX27" fmla="*/ 935044 w 1894842"/>
              <a:gd name="connsiteY27" fmla="*/ 212930 h 1027732"/>
              <a:gd name="connsiteX28" fmla="*/ 940796 w 1894842"/>
              <a:gd name="connsiteY28" fmla="*/ 102511 h 1027732"/>
              <a:gd name="connsiteX29" fmla="*/ 1301095 w 1894842"/>
              <a:gd name="connsiteY29" fmla="*/ 49 h 1027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894842" h="1027732">
                <a:moveTo>
                  <a:pt x="1301095" y="49"/>
                </a:moveTo>
                <a:cubicBezTo>
                  <a:pt x="1371684" y="-757"/>
                  <a:pt x="1442550" y="8375"/>
                  <a:pt x="1504796" y="32560"/>
                </a:cubicBezTo>
                <a:cubicBezTo>
                  <a:pt x="1506781" y="61384"/>
                  <a:pt x="1503931" y="90988"/>
                  <a:pt x="1491158" y="122137"/>
                </a:cubicBezTo>
                <a:cubicBezTo>
                  <a:pt x="1451960" y="217781"/>
                  <a:pt x="1466550" y="373477"/>
                  <a:pt x="1662037" y="322674"/>
                </a:cubicBezTo>
                <a:cubicBezTo>
                  <a:pt x="1720111" y="307582"/>
                  <a:pt x="1800129" y="273855"/>
                  <a:pt x="1851568" y="314216"/>
                </a:cubicBezTo>
                <a:cubicBezTo>
                  <a:pt x="1894314" y="347758"/>
                  <a:pt x="1903118" y="395613"/>
                  <a:pt x="1887901" y="438525"/>
                </a:cubicBezTo>
                <a:cubicBezTo>
                  <a:pt x="1834899" y="588010"/>
                  <a:pt x="1717244" y="473401"/>
                  <a:pt x="1590785" y="479309"/>
                </a:cubicBezTo>
                <a:cubicBezTo>
                  <a:pt x="1469693" y="484979"/>
                  <a:pt x="1455010" y="635520"/>
                  <a:pt x="1470226" y="697411"/>
                </a:cubicBezTo>
                <a:cubicBezTo>
                  <a:pt x="1481015" y="741326"/>
                  <a:pt x="1502204" y="783181"/>
                  <a:pt x="1523467" y="824996"/>
                </a:cubicBezTo>
                <a:cubicBezTo>
                  <a:pt x="1399012" y="806164"/>
                  <a:pt x="1273251" y="788917"/>
                  <a:pt x="1146115" y="799358"/>
                </a:cubicBezTo>
                <a:cubicBezTo>
                  <a:pt x="1076020" y="805119"/>
                  <a:pt x="988138" y="816789"/>
                  <a:pt x="937598" y="853451"/>
                </a:cubicBezTo>
                <a:cubicBezTo>
                  <a:pt x="908450" y="904265"/>
                  <a:pt x="1000120" y="919899"/>
                  <a:pt x="1003263" y="961398"/>
                </a:cubicBezTo>
                <a:cubicBezTo>
                  <a:pt x="1010466" y="1056459"/>
                  <a:pt x="648991" y="1033211"/>
                  <a:pt x="587021" y="991212"/>
                </a:cubicBezTo>
                <a:cubicBezTo>
                  <a:pt x="529387" y="952160"/>
                  <a:pt x="636311" y="908561"/>
                  <a:pt x="636677" y="863441"/>
                </a:cubicBezTo>
                <a:cubicBezTo>
                  <a:pt x="637083" y="811794"/>
                  <a:pt x="504816" y="798643"/>
                  <a:pt x="448690" y="795089"/>
                </a:cubicBezTo>
                <a:cubicBezTo>
                  <a:pt x="354632" y="789142"/>
                  <a:pt x="260097" y="801169"/>
                  <a:pt x="168428" y="815203"/>
                </a:cubicBezTo>
                <a:cubicBezTo>
                  <a:pt x="130202" y="821044"/>
                  <a:pt x="92142" y="827414"/>
                  <a:pt x="53916" y="833270"/>
                </a:cubicBezTo>
                <a:cubicBezTo>
                  <a:pt x="50441" y="831631"/>
                  <a:pt x="46748" y="830244"/>
                  <a:pt x="43201" y="828723"/>
                </a:cubicBezTo>
                <a:cubicBezTo>
                  <a:pt x="30446" y="746785"/>
                  <a:pt x="-19010" y="668269"/>
                  <a:pt x="7897" y="583185"/>
                </a:cubicBezTo>
                <a:cubicBezTo>
                  <a:pt x="19622" y="546142"/>
                  <a:pt x="57481" y="480737"/>
                  <a:pt x="119505" y="478740"/>
                </a:cubicBezTo>
                <a:cubicBezTo>
                  <a:pt x="185851" y="476600"/>
                  <a:pt x="235948" y="516089"/>
                  <a:pt x="300087" y="521151"/>
                </a:cubicBezTo>
                <a:cubicBezTo>
                  <a:pt x="437094" y="531961"/>
                  <a:pt x="450822" y="370159"/>
                  <a:pt x="384257" y="314957"/>
                </a:cubicBezTo>
                <a:cubicBezTo>
                  <a:pt x="287075" y="234353"/>
                  <a:pt x="99859" y="414380"/>
                  <a:pt x="25796" y="276948"/>
                </a:cubicBezTo>
                <a:cubicBezTo>
                  <a:pt x="-17833" y="196014"/>
                  <a:pt x="14769" y="116454"/>
                  <a:pt x="53584" y="36828"/>
                </a:cubicBezTo>
                <a:cubicBezTo>
                  <a:pt x="236205" y="9498"/>
                  <a:pt x="418275" y="-16021"/>
                  <a:pt x="596485" y="35467"/>
                </a:cubicBezTo>
                <a:cubicBezTo>
                  <a:pt x="688284" y="61978"/>
                  <a:pt x="600271" y="126578"/>
                  <a:pt x="568001" y="165207"/>
                </a:cubicBezTo>
                <a:cubicBezTo>
                  <a:pt x="544477" y="212137"/>
                  <a:pt x="676723" y="229555"/>
                  <a:pt x="712634" y="233190"/>
                </a:cubicBezTo>
                <a:cubicBezTo>
                  <a:pt x="787413" y="240776"/>
                  <a:pt x="865574" y="234697"/>
                  <a:pt x="935044" y="212930"/>
                </a:cubicBezTo>
                <a:cubicBezTo>
                  <a:pt x="1052479" y="176124"/>
                  <a:pt x="979095" y="156960"/>
                  <a:pt x="940796" y="102511"/>
                </a:cubicBezTo>
                <a:cubicBezTo>
                  <a:pt x="881508" y="18273"/>
                  <a:pt x="1230873" y="855"/>
                  <a:pt x="1301095" y="49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161" name="Picture 160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A6DF8F4D-54AC-EC1F-DD42-EA95C08B1EC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3245878" y="3050817"/>
            <a:ext cx="1472343" cy="909584"/>
          </a:xfrm>
          <a:custGeom>
            <a:avLst/>
            <a:gdLst>
              <a:gd name="connsiteX0" fmla="*/ 738503 w 1900518"/>
              <a:gd name="connsiteY0" fmla="*/ 111 h 1174102"/>
              <a:gd name="connsiteX1" fmla="*/ 952102 w 1900518"/>
              <a:gd name="connsiteY1" fmla="*/ 23242 h 1174102"/>
              <a:gd name="connsiteX2" fmla="*/ 943355 w 1900518"/>
              <a:gd name="connsiteY2" fmla="*/ 138247 h 1174102"/>
              <a:gd name="connsiteX3" fmla="*/ 1136341 w 1900518"/>
              <a:gd name="connsiteY3" fmla="*/ 215414 h 1174102"/>
              <a:gd name="connsiteX4" fmla="*/ 1531098 w 1900518"/>
              <a:gd name="connsiteY4" fmla="*/ 181660 h 1174102"/>
              <a:gd name="connsiteX5" fmla="*/ 1503310 w 1900518"/>
              <a:gd name="connsiteY5" fmla="*/ 421780 h 1174102"/>
              <a:gd name="connsiteX6" fmla="*/ 1861773 w 1900518"/>
              <a:gd name="connsiteY6" fmla="*/ 459789 h 1174102"/>
              <a:gd name="connsiteX7" fmla="*/ 1777601 w 1900518"/>
              <a:gd name="connsiteY7" fmla="*/ 665983 h 1174102"/>
              <a:gd name="connsiteX8" fmla="*/ 1597021 w 1900518"/>
              <a:gd name="connsiteY8" fmla="*/ 623573 h 1174102"/>
              <a:gd name="connsiteX9" fmla="*/ 1485411 w 1900518"/>
              <a:gd name="connsiteY9" fmla="*/ 728017 h 1174102"/>
              <a:gd name="connsiteX10" fmla="*/ 1520716 w 1900518"/>
              <a:gd name="connsiteY10" fmla="*/ 973555 h 1174102"/>
              <a:gd name="connsiteX11" fmla="*/ 1425627 w 1900518"/>
              <a:gd name="connsiteY11" fmla="*/ 945776 h 1174102"/>
              <a:gd name="connsiteX12" fmla="*/ 961879 w 1900518"/>
              <a:gd name="connsiteY12" fmla="*/ 984326 h 1174102"/>
              <a:gd name="connsiteX13" fmla="*/ 1010545 w 1900518"/>
              <a:gd name="connsiteY13" fmla="*/ 1106216 h 1174102"/>
              <a:gd name="connsiteX14" fmla="*/ 832921 w 1900518"/>
              <a:gd name="connsiteY14" fmla="*/ 1171846 h 1174102"/>
              <a:gd name="connsiteX15" fmla="*/ 612828 w 1900518"/>
              <a:gd name="connsiteY15" fmla="*/ 1149762 h 1174102"/>
              <a:gd name="connsiteX16" fmla="*/ 639402 w 1900518"/>
              <a:gd name="connsiteY16" fmla="*/ 1029855 h 1174102"/>
              <a:gd name="connsiteX17" fmla="*/ 417546 w 1900518"/>
              <a:gd name="connsiteY17" fmla="*/ 956335 h 1174102"/>
              <a:gd name="connsiteX18" fmla="*/ 140920 w 1900518"/>
              <a:gd name="connsiteY18" fmla="*/ 942710 h 1174102"/>
              <a:gd name="connsiteX19" fmla="*/ 114512 w 1900518"/>
              <a:gd name="connsiteY19" fmla="*/ 942631 h 1174102"/>
              <a:gd name="connsiteX20" fmla="*/ 94828 w 1900518"/>
              <a:gd name="connsiteY20" fmla="*/ 686679 h 1174102"/>
              <a:gd name="connsiteX21" fmla="*/ 31716 w 1900518"/>
              <a:gd name="connsiteY21" fmla="*/ 628510 h 1174102"/>
              <a:gd name="connsiteX22" fmla="*/ 0 w 1900518"/>
              <a:gd name="connsiteY22" fmla="*/ 629628 h 1174102"/>
              <a:gd name="connsiteX23" fmla="*/ 0 w 1900518"/>
              <a:gd name="connsiteY23" fmla="*/ 473447 h 1174102"/>
              <a:gd name="connsiteX24" fmla="*/ 29060 w 1900518"/>
              <a:gd name="connsiteY24" fmla="*/ 476766 h 1174102"/>
              <a:gd name="connsiteX25" fmla="*/ 73399 w 1900518"/>
              <a:gd name="connsiteY25" fmla="*/ 209639 h 1174102"/>
              <a:gd name="connsiteX26" fmla="*/ 254660 w 1900518"/>
              <a:gd name="connsiteY26" fmla="*/ 208001 h 1174102"/>
              <a:gd name="connsiteX27" fmla="*/ 544113 w 1900518"/>
              <a:gd name="connsiteY27" fmla="*/ 193000 h 1174102"/>
              <a:gd name="connsiteX28" fmla="*/ 639292 w 1900518"/>
              <a:gd name="connsiteY28" fmla="*/ 152547 h 1174102"/>
              <a:gd name="connsiteX29" fmla="*/ 575889 w 1900518"/>
              <a:gd name="connsiteY29" fmla="*/ 68942 h 1174102"/>
              <a:gd name="connsiteX30" fmla="*/ 738503 w 1900518"/>
              <a:gd name="connsiteY30" fmla="*/ 111 h 1174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900518" h="1174102">
                <a:moveTo>
                  <a:pt x="738503" y="111"/>
                </a:moveTo>
                <a:cubicBezTo>
                  <a:pt x="818789" y="-1379"/>
                  <a:pt x="907573" y="12458"/>
                  <a:pt x="952102" y="23242"/>
                </a:cubicBezTo>
                <a:cubicBezTo>
                  <a:pt x="1045885" y="45959"/>
                  <a:pt x="1007991" y="102881"/>
                  <a:pt x="943355" y="138247"/>
                </a:cubicBezTo>
                <a:cubicBezTo>
                  <a:pt x="923709" y="210431"/>
                  <a:pt x="1060973" y="211620"/>
                  <a:pt x="1136341" y="215414"/>
                </a:cubicBezTo>
                <a:cubicBezTo>
                  <a:pt x="1267375" y="222023"/>
                  <a:pt x="1399385" y="201366"/>
                  <a:pt x="1531098" y="181660"/>
                </a:cubicBezTo>
                <a:cubicBezTo>
                  <a:pt x="1492286" y="261286"/>
                  <a:pt x="1459682" y="340846"/>
                  <a:pt x="1503310" y="421780"/>
                </a:cubicBezTo>
                <a:cubicBezTo>
                  <a:pt x="1577374" y="559211"/>
                  <a:pt x="1764589" y="379185"/>
                  <a:pt x="1861773" y="459789"/>
                </a:cubicBezTo>
                <a:cubicBezTo>
                  <a:pt x="1928337" y="514992"/>
                  <a:pt x="1914609" y="676793"/>
                  <a:pt x="1777601" y="665983"/>
                </a:cubicBezTo>
                <a:cubicBezTo>
                  <a:pt x="1713463" y="660921"/>
                  <a:pt x="1663365" y="621432"/>
                  <a:pt x="1597021" y="623573"/>
                </a:cubicBezTo>
                <a:cubicBezTo>
                  <a:pt x="1534996" y="625568"/>
                  <a:pt x="1497136" y="690960"/>
                  <a:pt x="1485411" y="728017"/>
                </a:cubicBezTo>
                <a:cubicBezTo>
                  <a:pt x="1458507" y="813089"/>
                  <a:pt x="1507960" y="891617"/>
                  <a:pt x="1520716" y="973555"/>
                </a:cubicBezTo>
                <a:cubicBezTo>
                  <a:pt x="1491199" y="960841"/>
                  <a:pt x="1459093" y="951498"/>
                  <a:pt x="1425627" y="945776"/>
                </a:cubicBezTo>
                <a:cubicBezTo>
                  <a:pt x="1271438" y="919450"/>
                  <a:pt x="1110814" y="958239"/>
                  <a:pt x="961879" y="984326"/>
                </a:cubicBezTo>
                <a:cubicBezTo>
                  <a:pt x="896749" y="1041433"/>
                  <a:pt x="1006814" y="1056881"/>
                  <a:pt x="1010545" y="1106216"/>
                </a:cubicBezTo>
                <a:cubicBezTo>
                  <a:pt x="1013835" y="1149841"/>
                  <a:pt x="879069" y="1167815"/>
                  <a:pt x="832921" y="1171846"/>
                </a:cubicBezTo>
                <a:cubicBezTo>
                  <a:pt x="758713" y="1178335"/>
                  <a:pt x="681690" y="1170788"/>
                  <a:pt x="612828" y="1149762"/>
                </a:cubicBezTo>
                <a:cubicBezTo>
                  <a:pt x="555746" y="1093622"/>
                  <a:pt x="601489" y="1089459"/>
                  <a:pt x="639402" y="1029855"/>
                </a:cubicBezTo>
                <a:cubicBezTo>
                  <a:pt x="674302" y="957749"/>
                  <a:pt x="484459" y="962362"/>
                  <a:pt x="417546" y="956335"/>
                </a:cubicBezTo>
                <a:cubicBezTo>
                  <a:pt x="325766" y="948075"/>
                  <a:pt x="233342" y="943753"/>
                  <a:pt x="140920" y="942710"/>
                </a:cubicBezTo>
                <a:cubicBezTo>
                  <a:pt x="132118" y="942604"/>
                  <a:pt x="123314" y="942683"/>
                  <a:pt x="114512" y="942631"/>
                </a:cubicBezTo>
                <a:cubicBezTo>
                  <a:pt x="119087" y="856040"/>
                  <a:pt x="125409" y="768736"/>
                  <a:pt x="94828" y="686679"/>
                </a:cubicBezTo>
                <a:cubicBezTo>
                  <a:pt x="80553" y="648383"/>
                  <a:pt x="58416" y="632530"/>
                  <a:pt x="31716" y="628510"/>
                </a:cubicBezTo>
                <a:lnTo>
                  <a:pt x="0" y="629628"/>
                </a:lnTo>
                <a:lnTo>
                  <a:pt x="0" y="473447"/>
                </a:lnTo>
                <a:lnTo>
                  <a:pt x="29060" y="476766"/>
                </a:lnTo>
                <a:cubicBezTo>
                  <a:pt x="153895" y="473297"/>
                  <a:pt x="120725" y="334067"/>
                  <a:pt x="73399" y="209639"/>
                </a:cubicBezTo>
                <a:cubicBezTo>
                  <a:pt x="133827" y="209929"/>
                  <a:pt x="194254" y="209480"/>
                  <a:pt x="254660" y="208001"/>
                </a:cubicBezTo>
                <a:cubicBezTo>
                  <a:pt x="351366" y="205621"/>
                  <a:pt x="447959" y="200811"/>
                  <a:pt x="544113" y="193000"/>
                </a:cubicBezTo>
                <a:cubicBezTo>
                  <a:pt x="590757" y="189207"/>
                  <a:pt x="656862" y="202462"/>
                  <a:pt x="639292" y="152547"/>
                </a:cubicBezTo>
                <a:cubicBezTo>
                  <a:pt x="630820" y="120432"/>
                  <a:pt x="599339" y="95705"/>
                  <a:pt x="575889" y="68942"/>
                </a:cubicBezTo>
                <a:cubicBezTo>
                  <a:pt x="586428" y="18418"/>
                  <a:pt x="658217" y="1601"/>
                  <a:pt x="738503" y="111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162" name="Picture 161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C7341FC1-010A-BC56-B13F-5973C631ACA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6381811" y="2434723"/>
            <a:ext cx="1455784" cy="779519"/>
          </a:xfrm>
          <a:custGeom>
            <a:avLst/>
            <a:gdLst>
              <a:gd name="connsiteX0" fmla="*/ 1029216 w 1879144"/>
              <a:gd name="connsiteY0" fmla="*/ 449 h 1006212"/>
              <a:gd name="connsiteX1" fmla="*/ 1151797 w 1879144"/>
              <a:gd name="connsiteY1" fmla="*/ 6746 h 1006212"/>
              <a:gd name="connsiteX2" fmla="*/ 1273294 w 1879144"/>
              <a:gd name="connsiteY2" fmla="*/ 93323 h 1006212"/>
              <a:gd name="connsiteX3" fmla="*/ 1218417 w 1879144"/>
              <a:gd name="connsiteY3" fmla="*/ 160618 h 1006212"/>
              <a:gd name="connsiteX4" fmla="*/ 1369685 w 1879144"/>
              <a:gd name="connsiteY4" fmla="*/ 192190 h 1006212"/>
              <a:gd name="connsiteX5" fmla="*/ 1825512 w 1879144"/>
              <a:gd name="connsiteY5" fmla="*/ 207719 h 1006212"/>
              <a:gd name="connsiteX6" fmla="*/ 1864950 w 1879144"/>
              <a:gd name="connsiteY6" fmla="*/ 393879 h 1006212"/>
              <a:gd name="connsiteX7" fmla="*/ 1528765 w 1879144"/>
              <a:gd name="connsiteY7" fmla="*/ 456562 h 1006212"/>
              <a:gd name="connsiteX8" fmla="*/ 1662702 w 1879144"/>
              <a:gd name="connsiteY8" fmla="*/ 646698 h 1006212"/>
              <a:gd name="connsiteX9" fmla="*/ 1878551 w 1879144"/>
              <a:gd name="connsiteY9" fmla="*/ 787830 h 1006212"/>
              <a:gd name="connsiteX10" fmla="*/ 1808807 w 1879144"/>
              <a:gd name="connsiteY10" fmla="*/ 973909 h 1006212"/>
              <a:gd name="connsiteX11" fmla="*/ 1605454 w 1879144"/>
              <a:gd name="connsiteY11" fmla="*/ 1000764 h 1006212"/>
              <a:gd name="connsiteX12" fmla="*/ 1250854 w 1879144"/>
              <a:gd name="connsiteY12" fmla="*/ 909456 h 1006212"/>
              <a:gd name="connsiteX13" fmla="*/ 947967 w 1879144"/>
              <a:gd name="connsiteY13" fmla="*/ 801932 h 1006212"/>
              <a:gd name="connsiteX14" fmla="*/ 891896 w 1879144"/>
              <a:gd name="connsiteY14" fmla="*/ 900495 h 1006212"/>
              <a:gd name="connsiteX15" fmla="*/ 802634 w 1879144"/>
              <a:gd name="connsiteY15" fmla="*/ 998398 h 1006212"/>
              <a:gd name="connsiteX16" fmla="*/ 343592 w 1879144"/>
              <a:gd name="connsiteY16" fmla="*/ 968888 h 1006212"/>
              <a:gd name="connsiteX17" fmla="*/ 375146 w 1879144"/>
              <a:gd name="connsiteY17" fmla="*/ 901646 h 1006212"/>
              <a:gd name="connsiteX18" fmla="*/ 335525 w 1879144"/>
              <a:gd name="connsiteY18" fmla="*/ 626570 h 1006212"/>
              <a:gd name="connsiteX19" fmla="*/ 23946 w 1879144"/>
              <a:gd name="connsiteY19" fmla="*/ 604446 h 1006212"/>
              <a:gd name="connsiteX20" fmla="*/ 28393 w 1879144"/>
              <a:gd name="connsiteY20" fmla="*/ 467689 h 1006212"/>
              <a:gd name="connsiteX21" fmla="*/ 223897 w 1879144"/>
              <a:gd name="connsiteY21" fmla="*/ 464293 h 1006212"/>
              <a:gd name="connsiteX22" fmla="*/ 368642 w 1879144"/>
              <a:gd name="connsiteY22" fmla="*/ 258006 h 1006212"/>
              <a:gd name="connsiteX23" fmla="*/ 360646 w 1879144"/>
              <a:gd name="connsiteY23" fmla="*/ 207812 h 1006212"/>
              <a:gd name="connsiteX24" fmla="*/ 435462 w 1879144"/>
              <a:gd name="connsiteY24" fmla="*/ 207640 h 1006212"/>
              <a:gd name="connsiteX25" fmla="*/ 725723 w 1879144"/>
              <a:gd name="connsiteY25" fmla="*/ 197952 h 1006212"/>
              <a:gd name="connsiteX26" fmla="*/ 870008 w 1879144"/>
              <a:gd name="connsiteY26" fmla="*/ 187090 h 1006212"/>
              <a:gd name="connsiteX27" fmla="*/ 891896 w 1879144"/>
              <a:gd name="connsiteY27" fmla="*/ 107556 h 1006212"/>
              <a:gd name="connsiteX28" fmla="*/ 908896 w 1879144"/>
              <a:gd name="connsiteY28" fmla="*/ 17582 h 1006212"/>
              <a:gd name="connsiteX29" fmla="*/ 1029216 w 1879144"/>
              <a:gd name="connsiteY29" fmla="*/ 449 h 1006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879144" h="1006212">
                <a:moveTo>
                  <a:pt x="1029216" y="449"/>
                </a:moveTo>
                <a:cubicBezTo>
                  <a:pt x="1070231" y="-1068"/>
                  <a:pt x="1111623" y="1321"/>
                  <a:pt x="1151797" y="6746"/>
                </a:cubicBezTo>
                <a:cubicBezTo>
                  <a:pt x="1221799" y="16195"/>
                  <a:pt x="1325431" y="27918"/>
                  <a:pt x="1273294" y="93323"/>
                </a:cubicBezTo>
                <a:cubicBezTo>
                  <a:pt x="1251699" y="120415"/>
                  <a:pt x="1217884" y="127261"/>
                  <a:pt x="1218417" y="160618"/>
                </a:cubicBezTo>
                <a:cubicBezTo>
                  <a:pt x="1219078" y="200569"/>
                  <a:pt x="1325817" y="189548"/>
                  <a:pt x="1369685" y="192190"/>
                </a:cubicBezTo>
                <a:cubicBezTo>
                  <a:pt x="1521284" y="201296"/>
                  <a:pt x="1673380" y="207085"/>
                  <a:pt x="1825512" y="207719"/>
                </a:cubicBezTo>
                <a:cubicBezTo>
                  <a:pt x="1855855" y="268116"/>
                  <a:pt x="1881455" y="330653"/>
                  <a:pt x="1864950" y="393879"/>
                </a:cubicBezTo>
                <a:cubicBezTo>
                  <a:pt x="1820459" y="564296"/>
                  <a:pt x="1645445" y="388961"/>
                  <a:pt x="1528765" y="456562"/>
                </a:cubicBezTo>
                <a:cubicBezTo>
                  <a:pt x="1413002" y="523618"/>
                  <a:pt x="1493516" y="706764"/>
                  <a:pt x="1662702" y="646698"/>
                </a:cubicBezTo>
                <a:cubicBezTo>
                  <a:pt x="1817903" y="591601"/>
                  <a:pt x="1886324" y="679672"/>
                  <a:pt x="1878551" y="787830"/>
                </a:cubicBezTo>
                <a:cubicBezTo>
                  <a:pt x="1876363" y="818478"/>
                  <a:pt x="1840159" y="892711"/>
                  <a:pt x="1808807" y="973909"/>
                </a:cubicBezTo>
                <a:cubicBezTo>
                  <a:pt x="1741287" y="983967"/>
                  <a:pt x="1673785" y="994183"/>
                  <a:pt x="1605454" y="1000764"/>
                </a:cubicBezTo>
                <a:cubicBezTo>
                  <a:pt x="1518380" y="1009155"/>
                  <a:pt x="1117044" y="1023046"/>
                  <a:pt x="1250854" y="909456"/>
                </a:cubicBezTo>
                <a:cubicBezTo>
                  <a:pt x="1393540" y="788332"/>
                  <a:pt x="1044746" y="784645"/>
                  <a:pt x="947967" y="801932"/>
                </a:cubicBezTo>
                <a:cubicBezTo>
                  <a:pt x="857658" y="818067"/>
                  <a:pt x="845014" y="846919"/>
                  <a:pt x="891896" y="900495"/>
                </a:cubicBezTo>
                <a:cubicBezTo>
                  <a:pt x="952930" y="970235"/>
                  <a:pt x="895039" y="987139"/>
                  <a:pt x="802634" y="998398"/>
                </a:cubicBezTo>
                <a:cubicBezTo>
                  <a:pt x="648648" y="1017152"/>
                  <a:pt x="493868" y="991552"/>
                  <a:pt x="343592" y="968888"/>
                </a:cubicBezTo>
                <a:cubicBezTo>
                  <a:pt x="354509" y="946302"/>
                  <a:pt x="365589" y="923901"/>
                  <a:pt x="375146" y="901646"/>
                </a:cubicBezTo>
                <a:cubicBezTo>
                  <a:pt x="415963" y="806583"/>
                  <a:pt x="425815" y="709168"/>
                  <a:pt x="335525" y="626570"/>
                </a:cubicBezTo>
                <a:cubicBezTo>
                  <a:pt x="218879" y="603601"/>
                  <a:pt x="113280" y="720191"/>
                  <a:pt x="23946" y="604446"/>
                </a:cubicBezTo>
                <a:cubicBezTo>
                  <a:pt x="-8785" y="562050"/>
                  <a:pt x="-8583" y="508710"/>
                  <a:pt x="28393" y="467689"/>
                </a:cubicBezTo>
                <a:cubicBezTo>
                  <a:pt x="121477" y="435587"/>
                  <a:pt x="124398" y="445750"/>
                  <a:pt x="223897" y="464293"/>
                </a:cubicBezTo>
                <a:cubicBezTo>
                  <a:pt x="447702" y="506028"/>
                  <a:pt x="400857" y="361434"/>
                  <a:pt x="368642" y="258006"/>
                </a:cubicBezTo>
                <a:cubicBezTo>
                  <a:pt x="363403" y="241262"/>
                  <a:pt x="361179" y="224530"/>
                  <a:pt x="360646" y="207812"/>
                </a:cubicBezTo>
                <a:cubicBezTo>
                  <a:pt x="385586" y="207891"/>
                  <a:pt x="410524" y="207852"/>
                  <a:pt x="435462" y="207640"/>
                </a:cubicBezTo>
                <a:cubicBezTo>
                  <a:pt x="532333" y="206848"/>
                  <a:pt x="629185" y="203781"/>
                  <a:pt x="725723" y="197952"/>
                </a:cubicBezTo>
                <a:cubicBezTo>
                  <a:pt x="773911" y="195046"/>
                  <a:pt x="822023" y="191438"/>
                  <a:pt x="870008" y="187090"/>
                </a:cubicBezTo>
                <a:cubicBezTo>
                  <a:pt x="944201" y="180349"/>
                  <a:pt x="924939" y="145314"/>
                  <a:pt x="891896" y="107556"/>
                </a:cubicBezTo>
                <a:cubicBezTo>
                  <a:pt x="850729" y="60507"/>
                  <a:pt x="848782" y="50015"/>
                  <a:pt x="908896" y="17582"/>
                </a:cubicBezTo>
                <a:cubicBezTo>
                  <a:pt x="947563" y="7386"/>
                  <a:pt x="988201" y="1965"/>
                  <a:pt x="1029216" y="449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163" name="Picture 162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A40CF1E7-4E9C-4D64-2C62-C6658498490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5500382" y="2436297"/>
            <a:ext cx="1232121" cy="903500"/>
          </a:xfrm>
          <a:custGeom>
            <a:avLst/>
            <a:gdLst>
              <a:gd name="connsiteX0" fmla="*/ 713519 w 1590436"/>
              <a:gd name="connsiteY0" fmla="*/ 1909 h 1166249"/>
              <a:gd name="connsiteX1" fmla="*/ 826164 w 1590436"/>
              <a:gd name="connsiteY1" fmla="*/ 2709 h 1166249"/>
              <a:gd name="connsiteX2" fmla="*/ 1005533 w 1590436"/>
              <a:gd name="connsiteY2" fmla="*/ 68034 h 1166249"/>
              <a:gd name="connsiteX3" fmla="*/ 936615 w 1590436"/>
              <a:gd name="connsiteY3" fmla="*/ 136850 h 1166249"/>
              <a:gd name="connsiteX4" fmla="*/ 1035912 w 1590436"/>
              <a:gd name="connsiteY4" fmla="*/ 189489 h 1166249"/>
              <a:gd name="connsiteX5" fmla="*/ 1545936 w 1590436"/>
              <a:gd name="connsiteY5" fmla="*/ 208149 h 1166249"/>
              <a:gd name="connsiteX6" fmla="*/ 1553929 w 1590436"/>
              <a:gd name="connsiteY6" fmla="*/ 258343 h 1166249"/>
              <a:gd name="connsiteX7" fmla="*/ 1409185 w 1590436"/>
              <a:gd name="connsiteY7" fmla="*/ 464630 h 1166249"/>
              <a:gd name="connsiteX8" fmla="*/ 1213681 w 1590436"/>
              <a:gd name="connsiteY8" fmla="*/ 468027 h 1166249"/>
              <a:gd name="connsiteX9" fmla="*/ 1209233 w 1590436"/>
              <a:gd name="connsiteY9" fmla="*/ 604783 h 1166249"/>
              <a:gd name="connsiteX10" fmla="*/ 1520812 w 1590436"/>
              <a:gd name="connsiteY10" fmla="*/ 626907 h 1166249"/>
              <a:gd name="connsiteX11" fmla="*/ 1560435 w 1590436"/>
              <a:gd name="connsiteY11" fmla="*/ 901983 h 1166249"/>
              <a:gd name="connsiteX12" fmla="*/ 1528879 w 1590436"/>
              <a:gd name="connsiteY12" fmla="*/ 969225 h 1166249"/>
              <a:gd name="connsiteX13" fmla="*/ 1528733 w 1590436"/>
              <a:gd name="connsiteY13" fmla="*/ 969211 h 1166249"/>
              <a:gd name="connsiteX14" fmla="*/ 1031814 w 1590436"/>
              <a:gd name="connsiteY14" fmla="*/ 960542 h 1166249"/>
              <a:gd name="connsiteX15" fmla="*/ 935606 w 1590436"/>
              <a:gd name="connsiteY15" fmla="*/ 1149318 h 1166249"/>
              <a:gd name="connsiteX16" fmla="*/ 590671 w 1590436"/>
              <a:gd name="connsiteY16" fmla="*/ 1077464 h 1166249"/>
              <a:gd name="connsiteX17" fmla="*/ 563049 w 1590436"/>
              <a:gd name="connsiteY17" fmla="*/ 956842 h 1166249"/>
              <a:gd name="connsiteX18" fmla="*/ 329282 w 1590436"/>
              <a:gd name="connsiteY18" fmla="*/ 939608 h 1166249"/>
              <a:gd name="connsiteX19" fmla="*/ 54109 w 1590436"/>
              <a:gd name="connsiteY19" fmla="*/ 976705 h 1166249"/>
              <a:gd name="connsiteX20" fmla="*/ 35106 w 1590436"/>
              <a:gd name="connsiteY20" fmla="*/ 968934 h 1166249"/>
              <a:gd name="connsiteX21" fmla="*/ 3865 w 1590436"/>
              <a:gd name="connsiteY21" fmla="*/ 734550 h 1166249"/>
              <a:gd name="connsiteX22" fmla="*/ 148094 w 1590436"/>
              <a:gd name="connsiteY22" fmla="*/ 623814 h 1166249"/>
              <a:gd name="connsiteX23" fmla="*/ 301402 w 1590436"/>
              <a:gd name="connsiteY23" fmla="*/ 664797 h 1166249"/>
              <a:gd name="connsiteX24" fmla="*/ 381879 w 1590436"/>
              <a:gd name="connsiteY24" fmla="*/ 457638 h 1166249"/>
              <a:gd name="connsiteX25" fmla="*/ 26266 w 1590436"/>
              <a:gd name="connsiteY25" fmla="*/ 421203 h 1166249"/>
              <a:gd name="connsiteX26" fmla="*/ 59348 w 1590436"/>
              <a:gd name="connsiteY26" fmla="*/ 175876 h 1166249"/>
              <a:gd name="connsiteX27" fmla="*/ 211847 w 1590436"/>
              <a:gd name="connsiteY27" fmla="*/ 197947 h 1166249"/>
              <a:gd name="connsiteX28" fmla="*/ 441608 w 1590436"/>
              <a:gd name="connsiteY28" fmla="*/ 211479 h 1166249"/>
              <a:gd name="connsiteX29" fmla="*/ 622537 w 1590436"/>
              <a:gd name="connsiteY29" fmla="*/ 128537 h 1166249"/>
              <a:gd name="connsiteX30" fmla="*/ 607781 w 1590436"/>
              <a:gd name="connsiteY30" fmla="*/ 26246 h 1166249"/>
              <a:gd name="connsiteX31" fmla="*/ 713519 w 1590436"/>
              <a:gd name="connsiteY31" fmla="*/ 1909 h 1166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590436" h="1166249">
                <a:moveTo>
                  <a:pt x="713519" y="1909"/>
                </a:moveTo>
                <a:cubicBezTo>
                  <a:pt x="751389" y="-1226"/>
                  <a:pt x="790410" y="-172"/>
                  <a:pt x="826164" y="2709"/>
                </a:cubicBezTo>
                <a:cubicBezTo>
                  <a:pt x="887252" y="7624"/>
                  <a:pt x="1001178" y="13573"/>
                  <a:pt x="1005533" y="68034"/>
                </a:cubicBezTo>
                <a:cubicBezTo>
                  <a:pt x="990408" y="94612"/>
                  <a:pt x="968814" y="119233"/>
                  <a:pt x="936615" y="136850"/>
                </a:cubicBezTo>
                <a:cubicBezTo>
                  <a:pt x="920591" y="195567"/>
                  <a:pt x="970118" y="185233"/>
                  <a:pt x="1035912" y="189489"/>
                </a:cubicBezTo>
                <a:cubicBezTo>
                  <a:pt x="1205484" y="200444"/>
                  <a:pt x="1375665" y="207582"/>
                  <a:pt x="1545936" y="208149"/>
                </a:cubicBezTo>
                <a:cubicBezTo>
                  <a:pt x="1546487" y="224867"/>
                  <a:pt x="1548710" y="241585"/>
                  <a:pt x="1553929" y="258343"/>
                </a:cubicBezTo>
                <a:cubicBezTo>
                  <a:pt x="1586145" y="361757"/>
                  <a:pt x="1632992" y="506352"/>
                  <a:pt x="1409185" y="464630"/>
                </a:cubicBezTo>
                <a:cubicBezTo>
                  <a:pt x="1309687" y="446075"/>
                  <a:pt x="1306747" y="435912"/>
                  <a:pt x="1213681" y="468027"/>
                </a:cubicBezTo>
                <a:cubicBezTo>
                  <a:pt x="1176705" y="509048"/>
                  <a:pt x="1176502" y="562387"/>
                  <a:pt x="1209233" y="604783"/>
                </a:cubicBezTo>
                <a:cubicBezTo>
                  <a:pt x="1298568" y="720529"/>
                  <a:pt x="1404168" y="603938"/>
                  <a:pt x="1520812" y="626907"/>
                </a:cubicBezTo>
                <a:cubicBezTo>
                  <a:pt x="1611102" y="709507"/>
                  <a:pt x="1601253" y="806920"/>
                  <a:pt x="1560435" y="901983"/>
                </a:cubicBezTo>
                <a:cubicBezTo>
                  <a:pt x="1550879" y="924238"/>
                  <a:pt x="1539798" y="946640"/>
                  <a:pt x="1528879" y="969225"/>
                </a:cubicBezTo>
                <a:cubicBezTo>
                  <a:pt x="1528825" y="969225"/>
                  <a:pt x="1528789" y="969211"/>
                  <a:pt x="1528733" y="969211"/>
                </a:cubicBezTo>
                <a:cubicBezTo>
                  <a:pt x="1365446" y="944590"/>
                  <a:pt x="1194826" y="922547"/>
                  <a:pt x="1031814" y="960542"/>
                </a:cubicBezTo>
                <a:cubicBezTo>
                  <a:pt x="805159" y="1013365"/>
                  <a:pt x="1112750" y="1093785"/>
                  <a:pt x="935606" y="1149318"/>
                </a:cubicBezTo>
                <a:cubicBezTo>
                  <a:pt x="862884" y="1172102"/>
                  <a:pt x="482167" y="1189824"/>
                  <a:pt x="590671" y="1077464"/>
                </a:cubicBezTo>
                <a:cubicBezTo>
                  <a:pt x="643819" y="1022419"/>
                  <a:pt x="661811" y="984371"/>
                  <a:pt x="563049" y="956842"/>
                </a:cubicBezTo>
                <a:cubicBezTo>
                  <a:pt x="488876" y="936158"/>
                  <a:pt x="407608" y="934190"/>
                  <a:pt x="329282" y="939608"/>
                </a:cubicBezTo>
                <a:cubicBezTo>
                  <a:pt x="236179" y="946044"/>
                  <a:pt x="145391" y="962789"/>
                  <a:pt x="54109" y="976705"/>
                </a:cubicBezTo>
                <a:cubicBezTo>
                  <a:pt x="47897" y="973890"/>
                  <a:pt x="41502" y="971419"/>
                  <a:pt x="35106" y="968934"/>
                </a:cubicBezTo>
                <a:cubicBezTo>
                  <a:pt x="29704" y="890234"/>
                  <a:pt x="-12842" y="817322"/>
                  <a:pt x="3865" y="734550"/>
                </a:cubicBezTo>
                <a:cubicBezTo>
                  <a:pt x="14008" y="684198"/>
                  <a:pt x="64824" y="613600"/>
                  <a:pt x="148094" y="623814"/>
                </a:cubicBezTo>
                <a:cubicBezTo>
                  <a:pt x="202640" y="630502"/>
                  <a:pt x="246121" y="659854"/>
                  <a:pt x="301402" y="664797"/>
                </a:cubicBezTo>
                <a:cubicBezTo>
                  <a:pt x="437234" y="676916"/>
                  <a:pt x="450208" y="511269"/>
                  <a:pt x="381879" y="457638"/>
                </a:cubicBezTo>
                <a:cubicBezTo>
                  <a:pt x="282179" y="379400"/>
                  <a:pt x="99098" y="557854"/>
                  <a:pt x="26266" y="421203"/>
                </a:cubicBezTo>
                <a:cubicBezTo>
                  <a:pt x="-16884" y="340243"/>
                  <a:pt x="22443" y="253877"/>
                  <a:pt x="59348" y="175876"/>
                </a:cubicBezTo>
                <a:cubicBezTo>
                  <a:pt x="110181" y="183568"/>
                  <a:pt x="160940" y="191498"/>
                  <a:pt x="211847" y="197947"/>
                </a:cubicBezTo>
                <a:cubicBezTo>
                  <a:pt x="287581" y="207541"/>
                  <a:pt x="364585" y="214096"/>
                  <a:pt x="441608" y="211479"/>
                </a:cubicBezTo>
                <a:cubicBezTo>
                  <a:pt x="520026" y="208810"/>
                  <a:pt x="671663" y="208030"/>
                  <a:pt x="622537" y="128537"/>
                </a:cubicBezTo>
                <a:cubicBezTo>
                  <a:pt x="597819" y="88546"/>
                  <a:pt x="536602" y="57978"/>
                  <a:pt x="607781" y="26246"/>
                </a:cubicBezTo>
                <a:cubicBezTo>
                  <a:pt x="638931" y="12370"/>
                  <a:pt x="675650" y="5045"/>
                  <a:pt x="713519" y="1909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164" name="Picture 163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9FE980D3-70EF-4643-1CB8-EF6C2CF0119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4140083" y="2530492"/>
            <a:ext cx="1683538" cy="795036"/>
          </a:xfrm>
          <a:custGeom>
            <a:avLst/>
            <a:gdLst>
              <a:gd name="connsiteX0" fmla="*/ 1503310 w 2173131"/>
              <a:gd name="connsiteY0" fmla="*/ 5 h 1026242"/>
              <a:gd name="connsiteX1" fmla="*/ 1810203 w 2173131"/>
              <a:gd name="connsiteY1" fmla="*/ 29437 h 1026242"/>
              <a:gd name="connsiteX2" fmla="*/ 1777123 w 2173131"/>
              <a:gd name="connsiteY2" fmla="*/ 274764 h 1026242"/>
              <a:gd name="connsiteX3" fmla="*/ 2132735 w 2173131"/>
              <a:gd name="connsiteY3" fmla="*/ 311199 h 1026242"/>
              <a:gd name="connsiteX4" fmla="*/ 2052259 w 2173131"/>
              <a:gd name="connsiteY4" fmla="*/ 518359 h 1026242"/>
              <a:gd name="connsiteX5" fmla="*/ 1898949 w 2173131"/>
              <a:gd name="connsiteY5" fmla="*/ 477377 h 1026242"/>
              <a:gd name="connsiteX6" fmla="*/ 1754720 w 2173131"/>
              <a:gd name="connsiteY6" fmla="*/ 588112 h 1026242"/>
              <a:gd name="connsiteX7" fmla="*/ 1785961 w 2173131"/>
              <a:gd name="connsiteY7" fmla="*/ 822496 h 1026242"/>
              <a:gd name="connsiteX8" fmla="*/ 1582261 w 2173131"/>
              <a:gd name="connsiteY8" fmla="*/ 789984 h 1026242"/>
              <a:gd name="connsiteX9" fmla="*/ 1221964 w 2173131"/>
              <a:gd name="connsiteY9" fmla="*/ 892447 h 1026242"/>
              <a:gd name="connsiteX10" fmla="*/ 1216210 w 2173131"/>
              <a:gd name="connsiteY10" fmla="*/ 1002866 h 1026242"/>
              <a:gd name="connsiteX11" fmla="*/ 993802 w 2173131"/>
              <a:gd name="connsiteY11" fmla="*/ 1023126 h 1026242"/>
              <a:gd name="connsiteX12" fmla="*/ 849167 w 2173131"/>
              <a:gd name="connsiteY12" fmla="*/ 955143 h 1026242"/>
              <a:gd name="connsiteX13" fmla="*/ 877653 w 2173131"/>
              <a:gd name="connsiteY13" fmla="*/ 825403 h 1026242"/>
              <a:gd name="connsiteX14" fmla="*/ 334752 w 2173131"/>
              <a:gd name="connsiteY14" fmla="*/ 826790 h 1026242"/>
              <a:gd name="connsiteX15" fmla="*/ 377958 w 2173131"/>
              <a:gd name="connsiteY15" fmla="*/ 532857 h 1026242"/>
              <a:gd name="connsiteX16" fmla="*/ 31166 w 2173131"/>
              <a:gd name="connsiteY16" fmla="*/ 477468 h 1026242"/>
              <a:gd name="connsiteX17" fmla="*/ 11594 w 2173131"/>
              <a:gd name="connsiteY17" fmla="*/ 343671 h 1026242"/>
              <a:gd name="connsiteX18" fmla="*/ 239334 w 2173131"/>
              <a:gd name="connsiteY18" fmla="*/ 321666 h 1026242"/>
              <a:gd name="connsiteX19" fmla="*/ 336718 w 2173131"/>
              <a:gd name="connsiteY19" fmla="*/ 34763 h 1026242"/>
              <a:gd name="connsiteX20" fmla="*/ 768727 w 2173131"/>
              <a:gd name="connsiteY20" fmla="*/ 10181 h 1026242"/>
              <a:gd name="connsiteX21" fmla="*/ 913288 w 2173131"/>
              <a:gd name="connsiteY21" fmla="*/ 89067 h 1026242"/>
              <a:gd name="connsiteX22" fmla="*/ 921153 w 2173131"/>
              <a:gd name="connsiteY22" fmla="*/ 218200 h 1026242"/>
              <a:gd name="connsiteX23" fmla="*/ 1281010 w 2173131"/>
              <a:gd name="connsiteY23" fmla="*/ 149913 h 1026242"/>
              <a:gd name="connsiteX24" fmla="*/ 1235747 w 2173131"/>
              <a:gd name="connsiteY24" fmla="*/ 43538 h 1026242"/>
              <a:gd name="connsiteX25" fmla="*/ 1503310 w 2173131"/>
              <a:gd name="connsiteY25" fmla="*/ 5 h 1026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173131" h="1026242">
                <a:moveTo>
                  <a:pt x="1503310" y="5"/>
                </a:moveTo>
                <a:cubicBezTo>
                  <a:pt x="1607164" y="-285"/>
                  <a:pt x="1708848" y="14094"/>
                  <a:pt x="1810203" y="29437"/>
                </a:cubicBezTo>
                <a:cubicBezTo>
                  <a:pt x="1773300" y="107450"/>
                  <a:pt x="1733971" y="193803"/>
                  <a:pt x="1777123" y="274764"/>
                </a:cubicBezTo>
                <a:cubicBezTo>
                  <a:pt x="1849953" y="411415"/>
                  <a:pt x="2033036" y="232961"/>
                  <a:pt x="2132735" y="311199"/>
                </a:cubicBezTo>
                <a:cubicBezTo>
                  <a:pt x="2201065" y="364830"/>
                  <a:pt x="2188089" y="530477"/>
                  <a:pt x="2052259" y="518359"/>
                </a:cubicBezTo>
                <a:cubicBezTo>
                  <a:pt x="1996976" y="513429"/>
                  <a:pt x="1953495" y="484063"/>
                  <a:pt x="1898949" y="477377"/>
                </a:cubicBezTo>
                <a:cubicBezTo>
                  <a:pt x="1815679" y="467160"/>
                  <a:pt x="1764865" y="537759"/>
                  <a:pt x="1754720" y="588112"/>
                </a:cubicBezTo>
                <a:cubicBezTo>
                  <a:pt x="1738032" y="670883"/>
                  <a:pt x="1780559" y="743795"/>
                  <a:pt x="1785961" y="822496"/>
                </a:cubicBezTo>
                <a:cubicBezTo>
                  <a:pt x="1723716" y="798311"/>
                  <a:pt x="1652851" y="789164"/>
                  <a:pt x="1582261" y="789984"/>
                </a:cubicBezTo>
                <a:cubicBezTo>
                  <a:pt x="1512039" y="790790"/>
                  <a:pt x="1162676" y="808209"/>
                  <a:pt x="1221964" y="892447"/>
                </a:cubicBezTo>
                <a:cubicBezTo>
                  <a:pt x="1260263" y="946896"/>
                  <a:pt x="1333628" y="966060"/>
                  <a:pt x="1216210" y="1002866"/>
                </a:cubicBezTo>
                <a:cubicBezTo>
                  <a:pt x="1146742" y="1024632"/>
                  <a:pt x="1068581" y="1030712"/>
                  <a:pt x="993802" y="1023126"/>
                </a:cubicBezTo>
                <a:cubicBezTo>
                  <a:pt x="957908" y="1019479"/>
                  <a:pt x="825643" y="1002072"/>
                  <a:pt x="849167" y="955143"/>
                </a:cubicBezTo>
                <a:cubicBezTo>
                  <a:pt x="881439" y="916513"/>
                  <a:pt x="969450" y="851914"/>
                  <a:pt x="877653" y="825403"/>
                </a:cubicBezTo>
                <a:cubicBezTo>
                  <a:pt x="699443" y="773914"/>
                  <a:pt x="517373" y="799421"/>
                  <a:pt x="334752" y="826790"/>
                </a:cubicBezTo>
                <a:cubicBezTo>
                  <a:pt x="382019" y="729813"/>
                  <a:pt x="438513" y="632729"/>
                  <a:pt x="377958" y="532857"/>
                </a:cubicBezTo>
                <a:cubicBezTo>
                  <a:pt x="292960" y="392688"/>
                  <a:pt x="128900" y="591799"/>
                  <a:pt x="31166" y="477468"/>
                </a:cubicBezTo>
                <a:cubicBezTo>
                  <a:pt x="-2649" y="437913"/>
                  <a:pt x="-8584" y="387468"/>
                  <a:pt x="11594" y="343671"/>
                </a:cubicBezTo>
                <a:cubicBezTo>
                  <a:pt x="47561" y="265578"/>
                  <a:pt x="162552" y="304618"/>
                  <a:pt x="239334" y="321666"/>
                </a:cubicBezTo>
                <a:cubicBezTo>
                  <a:pt x="449633" y="368358"/>
                  <a:pt x="395877" y="182451"/>
                  <a:pt x="336718" y="34763"/>
                </a:cubicBezTo>
                <a:cubicBezTo>
                  <a:pt x="478190" y="13764"/>
                  <a:pt x="624442" y="-8044"/>
                  <a:pt x="768727" y="10181"/>
                </a:cubicBezTo>
                <a:cubicBezTo>
                  <a:pt x="830716" y="18005"/>
                  <a:pt x="943281" y="27138"/>
                  <a:pt x="913288" y="89067"/>
                </a:cubicBezTo>
                <a:cubicBezTo>
                  <a:pt x="879068" y="142816"/>
                  <a:pt x="800595" y="190221"/>
                  <a:pt x="921153" y="218200"/>
                </a:cubicBezTo>
                <a:cubicBezTo>
                  <a:pt x="994444" y="235209"/>
                  <a:pt x="1314991" y="248425"/>
                  <a:pt x="1281010" y="149913"/>
                </a:cubicBezTo>
                <a:cubicBezTo>
                  <a:pt x="1239606" y="117494"/>
                  <a:pt x="1187193" y="86173"/>
                  <a:pt x="1235747" y="43538"/>
                </a:cubicBezTo>
                <a:cubicBezTo>
                  <a:pt x="1319016" y="13803"/>
                  <a:pt x="1410649" y="270"/>
                  <a:pt x="1503310" y="5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165" name="Picture 164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78EB48B8-BB36-7675-0F62-E339000DD31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3231201" y="2420857"/>
            <a:ext cx="1239011" cy="781371"/>
          </a:xfrm>
          <a:custGeom>
            <a:avLst/>
            <a:gdLst>
              <a:gd name="connsiteX0" fmla="*/ 739350 w 1599331"/>
              <a:gd name="connsiteY0" fmla="*/ 629 h 1008604"/>
              <a:gd name="connsiteX1" fmla="*/ 872286 w 1599331"/>
              <a:gd name="connsiteY1" fmla="*/ 7462 h 1008604"/>
              <a:gd name="connsiteX2" fmla="*/ 993763 w 1599331"/>
              <a:gd name="connsiteY2" fmla="*/ 94039 h 1008604"/>
              <a:gd name="connsiteX3" fmla="*/ 1019878 w 1599331"/>
              <a:gd name="connsiteY3" fmla="*/ 201285 h 1008604"/>
              <a:gd name="connsiteX4" fmla="*/ 1515696 w 1599331"/>
              <a:gd name="connsiteY4" fmla="*/ 183946 h 1008604"/>
              <a:gd name="connsiteX5" fmla="*/ 1531758 w 1599331"/>
              <a:gd name="connsiteY5" fmla="*/ 181567 h 1008604"/>
              <a:gd name="connsiteX6" fmla="*/ 1434374 w 1599331"/>
              <a:gd name="connsiteY6" fmla="*/ 468470 h 1008604"/>
              <a:gd name="connsiteX7" fmla="*/ 1206634 w 1599331"/>
              <a:gd name="connsiteY7" fmla="*/ 490475 h 1008604"/>
              <a:gd name="connsiteX8" fmla="*/ 1226209 w 1599331"/>
              <a:gd name="connsiteY8" fmla="*/ 624272 h 1008604"/>
              <a:gd name="connsiteX9" fmla="*/ 1572998 w 1599331"/>
              <a:gd name="connsiteY9" fmla="*/ 679661 h 1008604"/>
              <a:gd name="connsiteX10" fmla="*/ 1529792 w 1599331"/>
              <a:gd name="connsiteY10" fmla="*/ 973594 h 1008604"/>
              <a:gd name="connsiteX11" fmla="*/ 1135035 w 1599331"/>
              <a:gd name="connsiteY11" fmla="*/ 1007347 h 1008604"/>
              <a:gd name="connsiteX12" fmla="*/ 942049 w 1599331"/>
              <a:gd name="connsiteY12" fmla="*/ 930181 h 1008604"/>
              <a:gd name="connsiteX13" fmla="*/ 950797 w 1599331"/>
              <a:gd name="connsiteY13" fmla="*/ 815176 h 1008604"/>
              <a:gd name="connsiteX14" fmla="*/ 574583 w 1599331"/>
              <a:gd name="connsiteY14" fmla="*/ 860877 h 1008604"/>
              <a:gd name="connsiteX15" fmla="*/ 637986 w 1599331"/>
              <a:gd name="connsiteY15" fmla="*/ 944480 h 1008604"/>
              <a:gd name="connsiteX16" fmla="*/ 542807 w 1599331"/>
              <a:gd name="connsiteY16" fmla="*/ 984934 h 1008604"/>
              <a:gd name="connsiteX17" fmla="*/ 253355 w 1599331"/>
              <a:gd name="connsiteY17" fmla="*/ 999934 h 1008604"/>
              <a:gd name="connsiteX18" fmla="*/ 72113 w 1599331"/>
              <a:gd name="connsiteY18" fmla="*/ 1001546 h 1008604"/>
              <a:gd name="connsiteX19" fmla="*/ 1559 w 1599331"/>
              <a:gd name="connsiteY19" fmla="*/ 820581 h 1008604"/>
              <a:gd name="connsiteX20" fmla="*/ 152773 w 1599331"/>
              <a:gd name="connsiteY20" fmla="*/ 623968 h 1008604"/>
              <a:gd name="connsiteX21" fmla="*/ 306100 w 1599331"/>
              <a:gd name="connsiteY21" fmla="*/ 664950 h 1008604"/>
              <a:gd name="connsiteX22" fmla="*/ 426456 w 1599331"/>
              <a:gd name="connsiteY22" fmla="*/ 566083 h 1008604"/>
              <a:gd name="connsiteX23" fmla="*/ 364155 w 1599331"/>
              <a:gd name="connsiteY23" fmla="*/ 441194 h 1008604"/>
              <a:gd name="connsiteX24" fmla="*/ 166244 w 1599331"/>
              <a:gd name="connsiteY24" fmla="*/ 473519 h 1008604"/>
              <a:gd name="connsiteX25" fmla="*/ 32490 w 1599331"/>
              <a:gd name="connsiteY25" fmla="*/ 300523 h 1008604"/>
              <a:gd name="connsiteX26" fmla="*/ 46236 w 1599331"/>
              <a:gd name="connsiteY26" fmla="*/ 208210 h 1008604"/>
              <a:gd name="connsiteX27" fmla="*/ 155970 w 1599331"/>
              <a:gd name="connsiteY27" fmla="*/ 208356 h 1008604"/>
              <a:gd name="connsiteX28" fmla="*/ 446212 w 1599331"/>
              <a:gd name="connsiteY28" fmla="*/ 198668 h 1008604"/>
              <a:gd name="connsiteX29" fmla="*/ 628007 w 1599331"/>
              <a:gd name="connsiteY29" fmla="*/ 128915 h 1008604"/>
              <a:gd name="connsiteX30" fmla="*/ 613249 w 1599331"/>
              <a:gd name="connsiteY30" fmla="*/ 26625 h 1008604"/>
              <a:gd name="connsiteX31" fmla="*/ 739350 w 1599331"/>
              <a:gd name="connsiteY31" fmla="*/ 629 h 1008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599331" h="1008604">
                <a:moveTo>
                  <a:pt x="739350" y="629"/>
                </a:moveTo>
                <a:cubicBezTo>
                  <a:pt x="784651" y="-1469"/>
                  <a:pt x="831092" y="1905"/>
                  <a:pt x="872286" y="7462"/>
                </a:cubicBezTo>
                <a:cubicBezTo>
                  <a:pt x="942288" y="16911"/>
                  <a:pt x="1045903" y="28634"/>
                  <a:pt x="993763" y="94039"/>
                </a:cubicBezTo>
                <a:cubicBezTo>
                  <a:pt x="948095" y="151316"/>
                  <a:pt x="897610" y="178687"/>
                  <a:pt x="1019878" y="201285"/>
                </a:cubicBezTo>
                <a:cubicBezTo>
                  <a:pt x="1184048" y="231642"/>
                  <a:pt x="1353235" y="207985"/>
                  <a:pt x="1515696" y="183946"/>
                </a:cubicBezTo>
                <a:cubicBezTo>
                  <a:pt x="1521044" y="183153"/>
                  <a:pt x="1526393" y="182360"/>
                  <a:pt x="1531758" y="181567"/>
                </a:cubicBezTo>
                <a:cubicBezTo>
                  <a:pt x="1590917" y="329255"/>
                  <a:pt x="1644673" y="515162"/>
                  <a:pt x="1434374" y="468470"/>
                </a:cubicBezTo>
                <a:cubicBezTo>
                  <a:pt x="1357592" y="451422"/>
                  <a:pt x="1242601" y="412396"/>
                  <a:pt x="1206634" y="490475"/>
                </a:cubicBezTo>
                <a:cubicBezTo>
                  <a:pt x="1186437" y="534272"/>
                  <a:pt x="1192393" y="584717"/>
                  <a:pt x="1226209" y="624272"/>
                </a:cubicBezTo>
                <a:cubicBezTo>
                  <a:pt x="1323960" y="738603"/>
                  <a:pt x="1488001" y="539493"/>
                  <a:pt x="1572998" y="679661"/>
                </a:cubicBezTo>
                <a:cubicBezTo>
                  <a:pt x="1633554" y="779532"/>
                  <a:pt x="1577060" y="876629"/>
                  <a:pt x="1529792" y="973594"/>
                </a:cubicBezTo>
                <a:cubicBezTo>
                  <a:pt x="1398077" y="993299"/>
                  <a:pt x="1266069" y="1013956"/>
                  <a:pt x="1135035" y="1007347"/>
                </a:cubicBezTo>
                <a:cubicBezTo>
                  <a:pt x="1059667" y="1003554"/>
                  <a:pt x="922403" y="1002365"/>
                  <a:pt x="942049" y="930181"/>
                </a:cubicBezTo>
                <a:cubicBezTo>
                  <a:pt x="1006683" y="894815"/>
                  <a:pt x="1044579" y="837894"/>
                  <a:pt x="950797" y="815176"/>
                </a:cubicBezTo>
                <a:cubicBezTo>
                  <a:pt x="861738" y="793607"/>
                  <a:pt x="595662" y="759827"/>
                  <a:pt x="574583" y="860877"/>
                </a:cubicBezTo>
                <a:cubicBezTo>
                  <a:pt x="598032" y="887639"/>
                  <a:pt x="629514" y="912365"/>
                  <a:pt x="637986" y="944480"/>
                </a:cubicBezTo>
                <a:cubicBezTo>
                  <a:pt x="655556" y="994397"/>
                  <a:pt x="589449" y="981141"/>
                  <a:pt x="542807" y="984934"/>
                </a:cubicBezTo>
                <a:cubicBezTo>
                  <a:pt x="446673" y="992744"/>
                  <a:pt x="350060" y="997555"/>
                  <a:pt x="253355" y="999934"/>
                </a:cubicBezTo>
                <a:cubicBezTo>
                  <a:pt x="192946" y="1001413"/>
                  <a:pt x="132502" y="1001850"/>
                  <a:pt x="72113" y="1001546"/>
                </a:cubicBezTo>
                <a:cubicBezTo>
                  <a:pt x="41917" y="922172"/>
                  <a:pt x="5989" y="848797"/>
                  <a:pt x="1559" y="820581"/>
                </a:cubicBezTo>
                <a:cubicBezTo>
                  <a:pt x="-8364" y="757251"/>
                  <a:pt x="27583" y="607343"/>
                  <a:pt x="152773" y="623968"/>
                </a:cubicBezTo>
                <a:cubicBezTo>
                  <a:pt x="207079" y="631184"/>
                  <a:pt x="250671" y="660577"/>
                  <a:pt x="306100" y="664950"/>
                </a:cubicBezTo>
                <a:cubicBezTo>
                  <a:pt x="389720" y="671559"/>
                  <a:pt x="416753" y="614849"/>
                  <a:pt x="426456" y="566083"/>
                </a:cubicBezTo>
                <a:cubicBezTo>
                  <a:pt x="435959" y="518360"/>
                  <a:pt x="419142" y="471524"/>
                  <a:pt x="364155" y="441194"/>
                </a:cubicBezTo>
                <a:cubicBezTo>
                  <a:pt x="293254" y="429074"/>
                  <a:pt x="232386" y="462827"/>
                  <a:pt x="166244" y="473519"/>
                </a:cubicBezTo>
                <a:cubicBezTo>
                  <a:pt x="-13622" y="502594"/>
                  <a:pt x="-94" y="380545"/>
                  <a:pt x="32490" y="300523"/>
                </a:cubicBezTo>
                <a:cubicBezTo>
                  <a:pt x="45463" y="268673"/>
                  <a:pt x="48441" y="238184"/>
                  <a:pt x="46236" y="208210"/>
                </a:cubicBezTo>
                <a:cubicBezTo>
                  <a:pt x="82808" y="208528"/>
                  <a:pt x="119380" y="208660"/>
                  <a:pt x="155970" y="208356"/>
                </a:cubicBezTo>
                <a:cubicBezTo>
                  <a:pt x="252840" y="207563"/>
                  <a:pt x="349674" y="204497"/>
                  <a:pt x="446212" y="198668"/>
                </a:cubicBezTo>
                <a:cubicBezTo>
                  <a:pt x="523125" y="194017"/>
                  <a:pt x="678381" y="210404"/>
                  <a:pt x="628007" y="128915"/>
                </a:cubicBezTo>
                <a:cubicBezTo>
                  <a:pt x="603289" y="88937"/>
                  <a:pt x="542053" y="58343"/>
                  <a:pt x="613249" y="26625"/>
                </a:cubicBezTo>
                <a:cubicBezTo>
                  <a:pt x="649885" y="10297"/>
                  <a:pt x="694048" y="2727"/>
                  <a:pt x="739350" y="629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166" name="Picture 165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20AD5A2A-B3E4-318A-205C-C364CF80D2E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6418525" y="1828709"/>
            <a:ext cx="1573931" cy="775337"/>
          </a:xfrm>
          <a:custGeom>
            <a:avLst/>
            <a:gdLst>
              <a:gd name="connsiteX0" fmla="*/ 1027623 w 2031650"/>
              <a:gd name="connsiteY0" fmla="*/ 448 h 1000815"/>
              <a:gd name="connsiteX1" fmla="*/ 1150204 w 2031650"/>
              <a:gd name="connsiteY1" fmla="*/ 6746 h 1000815"/>
              <a:gd name="connsiteX2" fmla="*/ 1271699 w 2031650"/>
              <a:gd name="connsiteY2" fmla="*/ 93323 h 1000815"/>
              <a:gd name="connsiteX3" fmla="*/ 1216824 w 2031650"/>
              <a:gd name="connsiteY3" fmla="*/ 160618 h 1000815"/>
              <a:gd name="connsiteX4" fmla="*/ 1336924 w 2031650"/>
              <a:gd name="connsiteY4" fmla="*/ 206795 h 1000815"/>
              <a:gd name="connsiteX5" fmla="*/ 1806919 w 2031650"/>
              <a:gd name="connsiteY5" fmla="*/ 180019 h 1000815"/>
              <a:gd name="connsiteX6" fmla="*/ 1764724 w 2031650"/>
              <a:gd name="connsiteY6" fmla="*/ 379248 h 1000815"/>
              <a:gd name="connsiteX7" fmla="*/ 2026135 w 2031650"/>
              <a:gd name="connsiteY7" fmla="*/ 442372 h 1000815"/>
              <a:gd name="connsiteX8" fmla="*/ 2031650 w 2031650"/>
              <a:gd name="connsiteY8" fmla="*/ 441885 h 1000815"/>
              <a:gd name="connsiteX9" fmla="*/ 2031650 w 2031650"/>
              <a:gd name="connsiteY9" fmla="*/ 661337 h 1000815"/>
              <a:gd name="connsiteX10" fmla="*/ 2021142 w 2031650"/>
              <a:gd name="connsiteY10" fmla="*/ 660198 h 1000815"/>
              <a:gd name="connsiteX11" fmla="*/ 1790361 w 2031650"/>
              <a:gd name="connsiteY11" fmla="*/ 673804 h 1000815"/>
              <a:gd name="connsiteX12" fmla="*/ 1784866 w 2031650"/>
              <a:gd name="connsiteY12" fmla="*/ 923306 h 1000815"/>
              <a:gd name="connsiteX13" fmla="*/ 1823974 w 2031650"/>
              <a:gd name="connsiteY13" fmla="*/ 1000671 h 1000815"/>
              <a:gd name="connsiteX14" fmla="*/ 1368148 w 2031650"/>
              <a:gd name="connsiteY14" fmla="*/ 985144 h 1000815"/>
              <a:gd name="connsiteX15" fmla="*/ 1216861 w 2031650"/>
              <a:gd name="connsiteY15" fmla="*/ 953584 h 1000815"/>
              <a:gd name="connsiteX16" fmla="*/ 1271736 w 2031650"/>
              <a:gd name="connsiteY16" fmla="*/ 886289 h 1000815"/>
              <a:gd name="connsiteX17" fmla="*/ 1150241 w 2031650"/>
              <a:gd name="connsiteY17" fmla="*/ 799711 h 1000815"/>
              <a:gd name="connsiteX18" fmla="*/ 907340 w 2031650"/>
              <a:gd name="connsiteY18" fmla="*/ 810549 h 1000815"/>
              <a:gd name="connsiteX19" fmla="*/ 890340 w 2031650"/>
              <a:gd name="connsiteY19" fmla="*/ 900522 h 1000815"/>
              <a:gd name="connsiteX20" fmla="*/ 868452 w 2031650"/>
              <a:gd name="connsiteY20" fmla="*/ 980054 h 1000815"/>
              <a:gd name="connsiteX21" fmla="*/ 724167 w 2031650"/>
              <a:gd name="connsiteY21" fmla="*/ 990919 h 1000815"/>
              <a:gd name="connsiteX22" fmla="*/ 433906 w 2031650"/>
              <a:gd name="connsiteY22" fmla="*/ 1000606 h 1000815"/>
              <a:gd name="connsiteX23" fmla="*/ 359090 w 2031650"/>
              <a:gd name="connsiteY23" fmla="*/ 1000778 h 1000815"/>
              <a:gd name="connsiteX24" fmla="*/ 386326 w 2031650"/>
              <a:gd name="connsiteY24" fmla="*/ 703882 h 1000815"/>
              <a:gd name="connsiteX25" fmla="*/ 219821 w 2031650"/>
              <a:gd name="connsiteY25" fmla="*/ 641716 h 1000815"/>
              <a:gd name="connsiteX26" fmla="*/ 73533 w 2031650"/>
              <a:gd name="connsiteY26" fmla="*/ 645760 h 1000815"/>
              <a:gd name="connsiteX27" fmla="*/ 112477 w 2031650"/>
              <a:gd name="connsiteY27" fmla="*/ 438230 h 1000815"/>
              <a:gd name="connsiteX28" fmla="*/ 346942 w 2031650"/>
              <a:gd name="connsiteY28" fmla="*/ 473438 h 1000815"/>
              <a:gd name="connsiteX29" fmla="*/ 397922 w 2031650"/>
              <a:gd name="connsiteY29" fmla="*/ 353940 h 1000815"/>
              <a:gd name="connsiteX30" fmla="*/ 337183 w 2031650"/>
              <a:gd name="connsiteY30" fmla="*/ 175168 h 1000815"/>
              <a:gd name="connsiteX31" fmla="*/ 532907 w 2031650"/>
              <a:gd name="connsiteY31" fmla="*/ 202513 h 1000815"/>
              <a:gd name="connsiteX32" fmla="*/ 762669 w 2031650"/>
              <a:gd name="connsiteY32" fmla="*/ 209240 h 1000815"/>
              <a:gd name="connsiteX33" fmla="*/ 890303 w 2031650"/>
              <a:gd name="connsiteY33" fmla="*/ 107556 h 1000815"/>
              <a:gd name="connsiteX34" fmla="*/ 907303 w 2031650"/>
              <a:gd name="connsiteY34" fmla="*/ 17582 h 1000815"/>
              <a:gd name="connsiteX35" fmla="*/ 1027623 w 2031650"/>
              <a:gd name="connsiteY35" fmla="*/ 448 h 1000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031650" h="1000815">
                <a:moveTo>
                  <a:pt x="1027623" y="448"/>
                </a:moveTo>
                <a:cubicBezTo>
                  <a:pt x="1068638" y="-1068"/>
                  <a:pt x="1110030" y="1321"/>
                  <a:pt x="1150204" y="6746"/>
                </a:cubicBezTo>
                <a:cubicBezTo>
                  <a:pt x="1220204" y="16195"/>
                  <a:pt x="1323838" y="27918"/>
                  <a:pt x="1271699" y="93323"/>
                </a:cubicBezTo>
                <a:cubicBezTo>
                  <a:pt x="1250107" y="120415"/>
                  <a:pt x="1216291" y="127261"/>
                  <a:pt x="1216824" y="160618"/>
                </a:cubicBezTo>
                <a:cubicBezTo>
                  <a:pt x="1217449" y="198323"/>
                  <a:pt x="1294874" y="201059"/>
                  <a:pt x="1336924" y="206795"/>
                </a:cubicBezTo>
                <a:cubicBezTo>
                  <a:pt x="1495064" y="228363"/>
                  <a:pt x="1651092" y="203504"/>
                  <a:pt x="1806919" y="180019"/>
                </a:cubicBezTo>
                <a:cubicBezTo>
                  <a:pt x="1776135" y="245503"/>
                  <a:pt x="1749837" y="311675"/>
                  <a:pt x="1764724" y="379248"/>
                </a:cubicBezTo>
                <a:cubicBezTo>
                  <a:pt x="1794537" y="514546"/>
                  <a:pt x="1907283" y="459780"/>
                  <a:pt x="2026135" y="442372"/>
                </a:cubicBezTo>
                <a:lnTo>
                  <a:pt x="2031650" y="441885"/>
                </a:lnTo>
                <a:lnTo>
                  <a:pt x="2031650" y="661337"/>
                </a:lnTo>
                <a:lnTo>
                  <a:pt x="2021142" y="660198"/>
                </a:lnTo>
                <a:cubicBezTo>
                  <a:pt x="1935541" y="642591"/>
                  <a:pt x="1861524" y="586460"/>
                  <a:pt x="1790361" y="673804"/>
                </a:cubicBezTo>
                <a:cubicBezTo>
                  <a:pt x="1725910" y="752901"/>
                  <a:pt x="1746071" y="840746"/>
                  <a:pt x="1784866" y="923306"/>
                </a:cubicBezTo>
                <a:cubicBezTo>
                  <a:pt x="1796774" y="948615"/>
                  <a:pt x="1810798" y="974438"/>
                  <a:pt x="1823974" y="1000671"/>
                </a:cubicBezTo>
                <a:cubicBezTo>
                  <a:pt x="1671824" y="1000037"/>
                  <a:pt x="1519746" y="994249"/>
                  <a:pt x="1368148" y="985144"/>
                </a:cubicBezTo>
                <a:cubicBezTo>
                  <a:pt x="1324261" y="982501"/>
                  <a:pt x="1217522" y="993521"/>
                  <a:pt x="1216861" y="953584"/>
                </a:cubicBezTo>
                <a:cubicBezTo>
                  <a:pt x="1216309" y="920227"/>
                  <a:pt x="1250124" y="913381"/>
                  <a:pt x="1271736" y="886289"/>
                </a:cubicBezTo>
                <a:cubicBezTo>
                  <a:pt x="1323875" y="820897"/>
                  <a:pt x="1220260" y="809161"/>
                  <a:pt x="1150241" y="799711"/>
                </a:cubicBezTo>
                <a:cubicBezTo>
                  <a:pt x="1069891" y="788861"/>
                  <a:pt x="984674" y="790157"/>
                  <a:pt x="907340" y="810549"/>
                </a:cubicBezTo>
                <a:cubicBezTo>
                  <a:pt x="847224" y="842980"/>
                  <a:pt x="849173" y="853461"/>
                  <a:pt x="890340" y="900522"/>
                </a:cubicBezTo>
                <a:cubicBezTo>
                  <a:pt x="923383" y="938292"/>
                  <a:pt x="942643" y="973328"/>
                  <a:pt x="868452" y="980054"/>
                </a:cubicBezTo>
                <a:cubicBezTo>
                  <a:pt x="820450" y="984403"/>
                  <a:pt x="772355" y="987998"/>
                  <a:pt x="724167" y="990919"/>
                </a:cubicBezTo>
                <a:cubicBezTo>
                  <a:pt x="627627" y="996747"/>
                  <a:pt x="530777" y="999812"/>
                  <a:pt x="433906" y="1000606"/>
                </a:cubicBezTo>
                <a:cubicBezTo>
                  <a:pt x="408968" y="1000817"/>
                  <a:pt x="384028" y="1000857"/>
                  <a:pt x="359090" y="1000778"/>
                </a:cubicBezTo>
                <a:cubicBezTo>
                  <a:pt x="355966" y="901725"/>
                  <a:pt x="420803" y="803174"/>
                  <a:pt x="386326" y="703882"/>
                </a:cubicBezTo>
                <a:cubicBezTo>
                  <a:pt x="363721" y="638821"/>
                  <a:pt x="306530" y="595883"/>
                  <a:pt x="219821" y="641716"/>
                </a:cubicBezTo>
                <a:cubicBezTo>
                  <a:pt x="175604" y="665095"/>
                  <a:pt x="119589" y="668385"/>
                  <a:pt x="73533" y="645760"/>
                </a:cubicBezTo>
                <a:cubicBezTo>
                  <a:pt x="-22565" y="598552"/>
                  <a:pt x="-38920" y="440121"/>
                  <a:pt x="112477" y="438230"/>
                </a:cubicBezTo>
                <a:cubicBezTo>
                  <a:pt x="188580" y="437280"/>
                  <a:pt x="263249" y="474007"/>
                  <a:pt x="346942" y="473438"/>
                </a:cubicBezTo>
                <a:cubicBezTo>
                  <a:pt x="380482" y="437980"/>
                  <a:pt x="398144" y="396812"/>
                  <a:pt x="397922" y="353940"/>
                </a:cubicBezTo>
                <a:cubicBezTo>
                  <a:pt x="397629" y="298182"/>
                  <a:pt x="367581" y="237112"/>
                  <a:pt x="337183" y="175168"/>
                </a:cubicBezTo>
                <a:cubicBezTo>
                  <a:pt x="402296" y="185002"/>
                  <a:pt x="467299" y="195297"/>
                  <a:pt x="532907" y="202513"/>
                </a:cubicBezTo>
                <a:cubicBezTo>
                  <a:pt x="608810" y="210864"/>
                  <a:pt x="686087" y="215081"/>
                  <a:pt x="762669" y="209240"/>
                </a:cubicBezTo>
                <a:cubicBezTo>
                  <a:pt x="860457" y="201772"/>
                  <a:pt x="962179" y="189719"/>
                  <a:pt x="890303" y="107556"/>
                </a:cubicBezTo>
                <a:cubicBezTo>
                  <a:pt x="849137" y="60507"/>
                  <a:pt x="847188" y="50015"/>
                  <a:pt x="907303" y="17582"/>
                </a:cubicBezTo>
                <a:cubicBezTo>
                  <a:pt x="945970" y="7386"/>
                  <a:pt x="986608" y="1965"/>
                  <a:pt x="1027623" y="448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167" name="Picture 166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1B8EC1EE-4ACB-2B51-670A-760E7C0E184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5266304" y="1945835"/>
            <a:ext cx="1447251" cy="664727"/>
          </a:xfrm>
          <a:custGeom>
            <a:avLst/>
            <a:gdLst>
              <a:gd name="connsiteX0" fmla="*/ 1544693 w 1868129"/>
              <a:gd name="connsiteY0" fmla="*/ 318 h 858038"/>
              <a:gd name="connsiteX1" fmla="*/ 1807388 w 1868129"/>
              <a:gd name="connsiteY1" fmla="*/ 28508 h 858038"/>
              <a:gd name="connsiteX2" fmla="*/ 1868127 w 1868129"/>
              <a:gd name="connsiteY2" fmla="*/ 207278 h 858038"/>
              <a:gd name="connsiteX3" fmla="*/ 1817148 w 1868129"/>
              <a:gd name="connsiteY3" fmla="*/ 326775 h 858038"/>
              <a:gd name="connsiteX4" fmla="*/ 1582682 w 1868129"/>
              <a:gd name="connsiteY4" fmla="*/ 291569 h 858038"/>
              <a:gd name="connsiteX5" fmla="*/ 1543738 w 1868129"/>
              <a:gd name="connsiteY5" fmla="*/ 499098 h 858038"/>
              <a:gd name="connsiteX6" fmla="*/ 1690026 w 1868129"/>
              <a:gd name="connsiteY6" fmla="*/ 495053 h 858038"/>
              <a:gd name="connsiteX7" fmla="*/ 1856531 w 1868129"/>
              <a:gd name="connsiteY7" fmla="*/ 557221 h 858038"/>
              <a:gd name="connsiteX8" fmla="*/ 1829295 w 1868129"/>
              <a:gd name="connsiteY8" fmla="*/ 854116 h 858038"/>
              <a:gd name="connsiteX9" fmla="*/ 1319271 w 1868129"/>
              <a:gd name="connsiteY9" fmla="*/ 835455 h 858038"/>
              <a:gd name="connsiteX10" fmla="*/ 1220011 w 1868129"/>
              <a:gd name="connsiteY10" fmla="*/ 782829 h 858038"/>
              <a:gd name="connsiteX11" fmla="*/ 1288929 w 1868129"/>
              <a:gd name="connsiteY11" fmla="*/ 714015 h 858038"/>
              <a:gd name="connsiteX12" fmla="*/ 1109561 w 1868129"/>
              <a:gd name="connsiteY12" fmla="*/ 648688 h 858038"/>
              <a:gd name="connsiteX13" fmla="*/ 891175 w 1868129"/>
              <a:gd name="connsiteY13" fmla="*/ 672225 h 858038"/>
              <a:gd name="connsiteX14" fmla="*/ 905933 w 1868129"/>
              <a:gd name="connsiteY14" fmla="*/ 774517 h 858038"/>
              <a:gd name="connsiteX15" fmla="*/ 725002 w 1868129"/>
              <a:gd name="connsiteY15" fmla="*/ 857460 h 858038"/>
              <a:gd name="connsiteX16" fmla="*/ 495243 w 1868129"/>
              <a:gd name="connsiteY16" fmla="*/ 843926 h 858038"/>
              <a:gd name="connsiteX17" fmla="*/ 342742 w 1868129"/>
              <a:gd name="connsiteY17" fmla="*/ 821855 h 858038"/>
              <a:gd name="connsiteX18" fmla="*/ 344268 w 1868129"/>
              <a:gd name="connsiteY18" fmla="*/ 818604 h 858038"/>
              <a:gd name="connsiteX19" fmla="*/ 384626 w 1868129"/>
              <a:gd name="connsiteY19" fmla="*/ 542869 h 858038"/>
              <a:gd name="connsiteX20" fmla="*/ 219794 w 1868129"/>
              <a:gd name="connsiteY20" fmla="*/ 495053 h 858038"/>
              <a:gd name="connsiteX21" fmla="*/ 73525 w 1868129"/>
              <a:gd name="connsiteY21" fmla="*/ 499098 h 858038"/>
              <a:gd name="connsiteX22" fmla="*/ 112487 w 1868129"/>
              <a:gd name="connsiteY22" fmla="*/ 291569 h 858038"/>
              <a:gd name="connsiteX23" fmla="*/ 346933 w 1868129"/>
              <a:gd name="connsiteY23" fmla="*/ 326775 h 858038"/>
              <a:gd name="connsiteX24" fmla="*/ 397876 w 1868129"/>
              <a:gd name="connsiteY24" fmla="*/ 207292 h 858038"/>
              <a:gd name="connsiteX25" fmla="*/ 339911 w 1868129"/>
              <a:gd name="connsiteY25" fmla="*/ 34150 h 858038"/>
              <a:gd name="connsiteX26" fmla="*/ 361268 w 1868129"/>
              <a:gd name="connsiteY26" fmla="*/ 30991 h 858038"/>
              <a:gd name="connsiteX27" fmla="*/ 807997 w 1868129"/>
              <a:gd name="connsiteY27" fmla="*/ 15132 h 858038"/>
              <a:gd name="connsiteX28" fmla="*/ 896543 w 1868129"/>
              <a:gd name="connsiteY28" fmla="*/ 113670 h 858038"/>
              <a:gd name="connsiteX29" fmla="*/ 959707 w 1868129"/>
              <a:gd name="connsiteY29" fmla="*/ 224736 h 858038"/>
              <a:gd name="connsiteX30" fmla="*/ 1262924 w 1868129"/>
              <a:gd name="connsiteY30" fmla="*/ 133878 h 858038"/>
              <a:gd name="connsiteX31" fmla="*/ 1544693 w 1868129"/>
              <a:gd name="connsiteY31" fmla="*/ 318 h 858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68129" h="858038">
                <a:moveTo>
                  <a:pt x="1544693" y="318"/>
                </a:moveTo>
                <a:cubicBezTo>
                  <a:pt x="1633552" y="3133"/>
                  <a:pt x="1720552" y="15397"/>
                  <a:pt x="1807388" y="28508"/>
                </a:cubicBezTo>
                <a:cubicBezTo>
                  <a:pt x="1837804" y="90437"/>
                  <a:pt x="1867834" y="151507"/>
                  <a:pt x="1868127" y="207278"/>
                </a:cubicBezTo>
                <a:cubicBezTo>
                  <a:pt x="1868347" y="250164"/>
                  <a:pt x="1850687" y="291318"/>
                  <a:pt x="1817148" y="326775"/>
                </a:cubicBezTo>
                <a:cubicBezTo>
                  <a:pt x="1733454" y="327344"/>
                  <a:pt x="1658785" y="290617"/>
                  <a:pt x="1582682" y="291569"/>
                </a:cubicBezTo>
                <a:cubicBezTo>
                  <a:pt x="1431285" y="293459"/>
                  <a:pt x="1447641" y="451904"/>
                  <a:pt x="1543738" y="499098"/>
                </a:cubicBezTo>
                <a:cubicBezTo>
                  <a:pt x="1589794" y="521724"/>
                  <a:pt x="1645810" y="518447"/>
                  <a:pt x="1690026" y="495053"/>
                </a:cubicBezTo>
                <a:cubicBezTo>
                  <a:pt x="1776734" y="449222"/>
                  <a:pt x="1833943" y="492159"/>
                  <a:pt x="1856531" y="557221"/>
                </a:cubicBezTo>
                <a:cubicBezTo>
                  <a:pt x="1891006" y="656512"/>
                  <a:pt x="1826170" y="755063"/>
                  <a:pt x="1829295" y="854116"/>
                </a:cubicBezTo>
                <a:cubicBezTo>
                  <a:pt x="1659022" y="853548"/>
                  <a:pt x="1488844" y="846411"/>
                  <a:pt x="1319271" y="835455"/>
                </a:cubicBezTo>
                <a:cubicBezTo>
                  <a:pt x="1253514" y="831212"/>
                  <a:pt x="1203985" y="841560"/>
                  <a:pt x="1220011" y="782829"/>
                </a:cubicBezTo>
                <a:cubicBezTo>
                  <a:pt x="1252210" y="765212"/>
                  <a:pt x="1273804" y="740591"/>
                  <a:pt x="1288929" y="714015"/>
                </a:cubicBezTo>
                <a:cubicBezTo>
                  <a:pt x="1284555" y="659552"/>
                  <a:pt x="1170649" y="653605"/>
                  <a:pt x="1109561" y="648688"/>
                </a:cubicBezTo>
                <a:cubicBezTo>
                  <a:pt x="1038052" y="642927"/>
                  <a:pt x="953477" y="644472"/>
                  <a:pt x="891175" y="672225"/>
                </a:cubicBezTo>
                <a:cubicBezTo>
                  <a:pt x="819998" y="703957"/>
                  <a:pt x="881215" y="734525"/>
                  <a:pt x="905933" y="774517"/>
                </a:cubicBezTo>
                <a:cubicBezTo>
                  <a:pt x="955057" y="853996"/>
                  <a:pt x="803422" y="854790"/>
                  <a:pt x="725002" y="857460"/>
                </a:cubicBezTo>
                <a:cubicBezTo>
                  <a:pt x="647981" y="860076"/>
                  <a:pt x="570977" y="853520"/>
                  <a:pt x="495243" y="843926"/>
                </a:cubicBezTo>
                <a:cubicBezTo>
                  <a:pt x="444354" y="837491"/>
                  <a:pt x="393577" y="829547"/>
                  <a:pt x="342742" y="821855"/>
                </a:cubicBezTo>
                <a:cubicBezTo>
                  <a:pt x="343238" y="820785"/>
                  <a:pt x="343753" y="819689"/>
                  <a:pt x="344268" y="818604"/>
                </a:cubicBezTo>
                <a:cubicBezTo>
                  <a:pt x="385784" y="730865"/>
                  <a:pt x="434155" y="634415"/>
                  <a:pt x="384626" y="542869"/>
                </a:cubicBezTo>
                <a:cubicBezTo>
                  <a:pt x="353089" y="484547"/>
                  <a:pt x="298782" y="453291"/>
                  <a:pt x="219794" y="495053"/>
                </a:cubicBezTo>
                <a:cubicBezTo>
                  <a:pt x="175577" y="518433"/>
                  <a:pt x="119562" y="521724"/>
                  <a:pt x="73525" y="499098"/>
                </a:cubicBezTo>
                <a:cubicBezTo>
                  <a:pt x="-22555" y="451891"/>
                  <a:pt x="-38930" y="293459"/>
                  <a:pt x="112487" y="291569"/>
                </a:cubicBezTo>
                <a:cubicBezTo>
                  <a:pt x="188570" y="290617"/>
                  <a:pt x="263239" y="327344"/>
                  <a:pt x="346933" y="326775"/>
                </a:cubicBezTo>
                <a:cubicBezTo>
                  <a:pt x="380472" y="291318"/>
                  <a:pt x="398134" y="250151"/>
                  <a:pt x="397876" y="207292"/>
                </a:cubicBezTo>
                <a:cubicBezTo>
                  <a:pt x="397619" y="153213"/>
                  <a:pt x="369355" y="94150"/>
                  <a:pt x="339911" y="34150"/>
                </a:cubicBezTo>
                <a:cubicBezTo>
                  <a:pt x="347043" y="33093"/>
                  <a:pt x="354174" y="32036"/>
                  <a:pt x="361268" y="30991"/>
                </a:cubicBezTo>
                <a:cubicBezTo>
                  <a:pt x="507371" y="9516"/>
                  <a:pt x="660275" y="-10903"/>
                  <a:pt x="807997" y="15132"/>
                </a:cubicBezTo>
                <a:cubicBezTo>
                  <a:pt x="891121" y="29790"/>
                  <a:pt x="954617" y="48490"/>
                  <a:pt x="896543" y="113670"/>
                </a:cubicBezTo>
                <a:cubicBezTo>
                  <a:pt x="840527" y="176552"/>
                  <a:pt x="849549" y="206565"/>
                  <a:pt x="959707" y="224736"/>
                </a:cubicBezTo>
                <a:cubicBezTo>
                  <a:pt x="1025005" y="235508"/>
                  <a:pt x="1381812" y="221524"/>
                  <a:pt x="1262924" y="133878"/>
                </a:cubicBezTo>
                <a:cubicBezTo>
                  <a:pt x="1104930" y="17406"/>
                  <a:pt x="1441484" y="-2947"/>
                  <a:pt x="1544693" y="318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168" name="Picture 167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8CFB71FB-6869-741A-B4E6-127363FAA41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4344670" y="1866357"/>
            <a:ext cx="1237900" cy="905781"/>
          </a:xfrm>
          <a:custGeom>
            <a:avLst/>
            <a:gdLst>
              <a:gd name="connsiteX0" fmla="*/ 770096 w 1597896"/>
              <a:gd name="connsiteY0" fmla="*/ 13 h 1169193"/>
              <a:gd name="connsiteX1" fmla="*/ 912129 w 1597896"/>
              <a:gd name="connsiteY1" fmla="*/ 13230 h 1169193"/>
              <a:gd name="connsiteX2" fmla="*/ 971324 w 1597896"/>
              <a:gd name="connsiteY2" fmla="*/ 116552 h 1169193"/>
              <a:gd name="connsiteX3" fmla="*/ 1058067 w 1597896"/>
              <a:gd name="connsiteY3" fmla="*/ 206750 h 1169193"/>
              <a:gd name="connsiteX4" fmla="*/ 1532236 w 1597896"/>
              <a:gd name="connsiteY4" fmla="*/ 180847 h 1169193"/>
              <a:gd name="connsiteX5" fmla="*/ 1590201 w 1597896"/>
              <a:gd name="connsiteY5" fmla="*/ 353988 h 1169193"/>
              <a:gd name="connsiteX6" fmla="*/ 1539219 w 1597896"/>
              <a:gd name="connsiteY6" fmla="*/ 473486 h 1169193"/>
              <a:gd name="connsiteX7" fmla="*/ 1304773 w 1597896"/>
              <a:gd name="connsiteY7" fmla="*/ 438279 h 1169193"/>
              <a:gd name="connsiteX8" fmla="*/ 1265812 w 1597896"/>
              <a:gd name="connsiteY8" fmla="*/ 645807 h 1169193"/>
              <a:gd name="connsiteX9" fmla="*/ 1412081 w 1597896"/>
              <a:gd name="connsiteY9" fmla="*/ 641764 h 1169193"/>
              <a:gd name="connsiteX10" fmla="*/ 1576913 w 1597896"/>
              <a:gd name="connsiteY10" fmla="*/ 689579 h 1169193"/>
              <a:gd name="connsiteX11" fmla="*/ 1536554 w 1597896"/>
              <a:gd name="connsiteY11" fmla="*/ 965315 h 1169193"/>
              <a:gd name="connsiteX12" fmla="*/ 1535030 w 1597896"/>
              <a:gd name="connsiteY12" fmla="*/ 968566 h 1169193"/>
              <a:gd name="connsiteX13" fmla="*/ 1228138 w 1597896"/>
              <a:gd name="connsiteY13" fmla="*/ 939134 h 1169193"/>
              <a:gd name="connsiteX14" fmla="*/ 960573 w 1597896"/>
              <a:gd name="connsiteY14" fmla="*/ 982667 h 1169193"/>
              <a:gd name="connsiteX15" fmla="*/ 1005838 w 1597896"/>
              <a:gd name="connsiteY15" fmla="*/ 1089042 h 1169193"/>
              <a:gd name="connsiteX16" fmla="*/ 645980 w 1597896"/>
              <a:gd name="connsiteY16" fmla="*/ 1157327 h 1169193"/>
              <a:gd name="connsiteX17" fmla="*/ 638114 w 1597896"/>
              <a:gd name="connsiteY17" fmla="*/ 1028196 h 1169193"/>
              <a:gd name="connsiteX18" fmla="*/ 493554 w 1597896"/>
              <a:gd name="connsiteY18" fmla="*/ 949310 h 1169193"/>
              <a:gd name="connsiteX19" fmla="*/ 61563 w 1597896"/>
              <a:gd name="connsiteY19" fmla="*/ 973852 h 1169193"/>
              <a:gd name="connsiteX20" fmla="*/ 1559 w 1597896"/>
              <a:gd name="connsiteY20" fmla="*/ 819927 h 1169193"/>
              <a:gd name="connsiteX21" fmla="*/ 152773 w 1597896"/>
              <a:gd name="connsiteY21" fmla="*/ 623301 h 1169193"/>
              <a:gd name="connsiteX22" fmla="*/ 306100 w 1597896"/>
              <a:gd name="connsiteY22" fmla="*/ 664283 h 1169193"/>
              <a:gd name="connsiteX23" fmla="*/ 426456 w 1597896"/>
              <a:gd name="connsiteY23" fmla="*/ 565416 h 1169193"/>
              <a:gd name="connsiteX24" fmla="*/ 364155 w 1597896"/>
              <a:gd name="connsiteY24" fmla="*/ 440525 h 1169193"/>
              <a:gd name="connsiteX25" fmla="*/ 166244 w 1597896"/>
              <a:gd name="connsiteY25" fmla="*/ 472852 h 1169193"/>
              <a:gd name="connsiteX26" fmla="*/ 23632 w 1597896"/>
              <a:gd name="connsiteY26" fmla="*/ 274667 h 1169193"/>
              <a:gd name="connsiteX27" fmla="*/ 64945 w 1597896"/>
              <a:gd name="connsiteY27" fmla="*/ 175614 h 1169193"/>
              <a:gd name="connsiteX28" fmla="*/ 293915 w 1597896"/>
              <a:gd name="connsiteY28" fmla="*/ 206064 h 1169193"/>
              <a:gd name="connsiteX29" fmla="*/ 523638 w 1597896"/>
              <a:gd name="connsiteY29" fmla="*/ 205363 h 1169193"/>
              <a:gd name="connsiteX30" fmla="*/ 612386 w 1597896"/>
              <a:gd name="connsiteY30" fmla="*/ 107604 h 1169193"/>
              <a:gd name="connsiteX31" fmla="*/ 629385 w 1597896"/>
              <a:gd name="connsiteY31" fmla="*/ 17631 h 1169193"/>
              <a:gd name="connsiteX32" fmla="*/ 770096 w 1597896"/>
              <a:gd name="connsiteY32" fmla="*/ 13 h 1169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597896" h="1169193">
                <a:moveTo>
                  <a:pt x="770096" y="13"/>
                </a:moveTo>
                <a:cubicBezTo>
                  <a:pt x="818016" y="-280"/>
                  <a:pt x="866157" y="4567"/>
                  <a:pt x="912129" y="13230"/>
                </a:cubicBezTo>
                <a:cubicBezTo>
                  <a:pt x="1001795" y="30120"/>
                  <a:pt x="1041472" y="57015"/>
                  <a:pt x="971324" y="116552"/>
                </a:cubicBezTo>
                <a:cubicBezTo>
                  <a:pt x="898327" y="178521"/>
                  <a:pt x="972335" y="195068"/>
                  <a:pt x="1058067" y="206750"/>
                </a:cubicBezTo>
                <a:cubicBezTo>
                  <a:pt x="1216613" y="228358"/>
                  <a:pt x="1376668" y="203882"/>
                  <a:pt x="1532236" y="180847"/>
                </a:cubicBezTo>
                <a:cubicBezTo>
                  <a:pt x="1561660" y="240847"/>
                  <a:pt x="1589925" y="299908"/>
                  <a:pt x="1590201" y="353988"/>
                </a:cubicBezTo>
                <a:cubicBezTo>
                  <a:pt x="1590421" y="396873"/>
                  <a:pt x="1572758" y="438027"/>
                  <a:pt x="1539219" y="473486"/>
                </a:cubicBezTo>
                <a:cubicBezTo>
                  <a:pt x="1455526" y="474054"/>
                  <a:pt x="1380876" y="437328"/>
                  <a:pt x="1304773" y="438279"/>
                </a:cubicBezTo>
                <a:cubicBezTo>
                  <a:pt x="1153339" y="440168"/>
                  <a:pt x="1169714" y="598601"/>
                  <a:pt x="1265812" y="645807"/>
                </a:cubicBezTo>
                <a:cubicBezTo>
                  <a:pt x="1311848" y="668433"/>
                  <a:pt x="1367864" y="665156"/>
                  <a:pt x="1412081" y="641764"/>
                </a:cubicBezTo>
                <a:cubicBezTo>
                  <a:pt x="1491070" y="600002"/>
                  <a:pt x="1545376" y="631257"/>
                  <a:pt x="1576913" y="689579"/>
                </a:cubicBezTo>
                <a:cubicBezTo>
                  <a:pt x="1626461" y="781125"/>
                  <a:pt x="1578090" y="877574"/>
                  <a:pt x="1536554" y="965315"/>
                </a:cubicBezTo>
                <a:cubicBezTo>
                  <a:pt x="1536059" y="966385"/>
                  <a:pt x="1535543" y="967482"/>
                  <a:pt x="1535030" y="968566"/>
                </a:cubicBezTo>
                <a:cubicBezTo>
                  <a:pt x="1433675" y="953222"/>
                  <a:pt x="1331992" y="938843"/>
                  <a:pt x="1228138" y="939134"/>
                </a:cubicBezTo>
                <a:cubicBezTo>
                  <a:pt x="1135476" y="939398"/>
                  <a:pt x="1043844" y="952932"/>
                  <a:pt x="960573" y="982667"/>
                </a:cubicBezTo>
                <a:cubicBezTo>
                  <a:pt x="912019" y="1025302"/>
                  <a:pt x="964451" y="1056623"/>
                  <a:pt x="1005838" y="1089042"/>
                </a:cubicBezTo>
                <a:cubicBezTo>
                  <a:pt x="1039819" y="1187552"/>
                  <a:pt x="719272" y="1174350"/>
                  <a:pt x="645980" y="1157327"/>
                </a:cubicBezTo>
                <a:cubicBezTo>
                  <a:pt x="525421" y="1129350"/>
                  <a:pt x="603914" y="1081945"/>
                  <a:pt x="638114" y="1028196"/>
                </a:cubicBezTo>
                <a:cubicBezTo>
                  <a:pt x="668107" y="966267"/>
                  <a:pt x="555561" y="957134"/>
                  <a:pt x="493554" y="949310"/>
                </a:cubicBezTo>
                <a:cubicBezTo>
                  <a:pt x="349269" y="931086"/>
                  <a:pt x="203037" y="952891"/>
                  <a:pt x="61563" y="973852"/>
                </a:cubicBezTo>
                <a:cubicBezTo>
                  <a:pt x="34107" y="905275"/>
                  <a:pt x="5474" y="844904"/>
                  <a:pt x="1559" y="819927"/>
                </a:cubicBezTo>
                <a:cubicBezTo>
                  <a:pt x="-8364" y="756583"/>
                  <a:pt x="27582" y="606676"/>
                  <a:pt x="152773" y="623301"/>
                </a:cubicBezTo>
                <a:cubicBezTo>
                  <a:pt x="207079" y="630517"/>
                  <a:pt x="250673" y="659910"/>
                  <a:pt x="306100" y="664283"/>
                </a:cubicBezTo>
                <a:cubicBezTo>
                  <a:pt x="389720" y="670892"/>
                  <a:pt x="416753" y="614182"/>
                  <a:pt x="426456" y="565416"/>
                </a:cubicBezTo>
                <a:cubicBezTo>
                  <a:pt x="435957" y="517693"/>
                  <a:pt x="419142" y="470856"/>
                  <a:pt x="364155" y="440525"/>
                </a:cubicBezTo>
                <a:cubicBezTo>
                  <a:pt x="293254" y="428407"/>
                  <a:pt x="232386" y="462160"/>
                  <a:pt x="166244" y="472852"/>
                </a:cubicBezTo>
                <a:cubicBezTo>
                  <a:pt x="8212" y="498399"/>
                  <a:pt x="494" y="350472"/>
                  <a:pt x="23632" y="274667"/>
                </a:cubicBezTo>
                <a:cubicBezTo>
                  <a:pt x="33924" y="240980"/>
                  <a:pt x="49195" y="208243"/>
                  <a:pt x="64945" y="175614"/>
                </a:cubicBezTo>
                <a:cubicBezTo>
                  <a:pt x="140992" y="187098"/>
                  <a:pt x="216931" y="199151"/>
                  <a:pt x="293915" y="206064"/>
                </a:cubicBezTo>
                <a:cubicBezTo>
                  <a:pt x="370111" y="212908"/>
                  <a:pt x="447665" y="214561"/>
                  <a:pt x="523638" y="205363"/>
                </a:cubicBezTo>
                <a:cubicBezTo>
                  <a:pt x="615969" y="194183"/>
                  <a:pt x="673253" y="177147"/>
                  <a:pt x="612386" y="107604"/>
                </a:cubicBezTo>
                <a:cubicBezTo>
                  <a:pt x="571220" y="60570"/>
                  <a:pt x="569271" y="50050"/>
                  <a:pt x="629385" y="17631"/>
                </a:cubicBezTo>
                <a:cubicBezTo>
                  <a:pt x="674475" y="5737"/>
                  <a:pt x="722175" y="305"/>
                  <a:pt x="770096" y="13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169" name="Picture 168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59DE5111-F8AD-747D-32FF-2A448ADBD7F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3245878" y="1973392"/>
            <a:ext cx="1466901" cy="667363"/>
          </a:xfrm>
          <a:custGeom>
            <a:avLst/>
            <a:gdLst>
              <a:gd name="connsiteX0" fmla="*/ 1260717 w 1893494"/>
              <a:gd name="connsiteY0" fmla="*/ 229 h 861441"/>
              <a:gd name="connsiteX1" fmla="*/ 1529477 w 1893494"/>
              <a:gd name="connsiteY1" fmla="*/ 29144 h 861441"/>
              <a:gd name="connsiteX2" fmla="*/ 1488162 w 1893494"/>
              <a:gd name="connsiteY2" fmla="*/ 128197 h 861441"/>
              <a:gd name="connsiteX3" fmla="*/ 1630774 w 1893494"/>
              <a:gd name="connsiteY3" fmla="*/ 326383 h 861441"/>
              <a:gd name="connsiteX4" fmla="*/ 1828686 w 1893494"/>
              <a:gd name="connsiteY4" fmla="*/ 294057 h 861441"/>
              <a:gd name="connsiteX5" fmla="*/ 1890988 w 1893494"/>
              <a:gd name="connsiteY5" fmla="*/ 418946 h 861441"/>
              <a:gd name="connsiteX6" fmla="*/ 1770631 w 1893494"/>
              <a:gd name="connsiteY6" fmla="*/ 517815 h 861441"/>
              <a:gd name="connsiteX7" fmla="*/ 1617305 w 1893494"/>
              <a:gd name="connsiteY7" fmla="*/ 476833 h 861441"/>
              <a:gd name="connsiteX8" fmla="*/ 1466091 w 1893494"/>
              <a:gd name="connsiteY8" fmla="*/ 673458 h 861441"/>
              <a:gd name="connsiteX9" fmla="*/ 1526094 w 1893494"/>
              <a:gd name="connsiteY9" fmla="*/ 827382 h 861441"/>
              <a:gd name="connsiteX10" fmla="*/ 1510032 w 1893494"/>
              <a:gd name="connsiteY10" fmla="*/ 829762 h 861441"/>
              <a:gd name="connsiteX11" fmla="*/ 1014214 w 1893494"/>
              <a:gd name="connsiteY11" fmla="*/ 847101 h 861441"/>
              <a:gd name="connsiteX12" fmla="*/ 988099 w 1893494"/>
              <a:gd name="connsiteY12" fmla="*/ 739854 h 861441"/>
              <a:gd name="connsiteX13" fmla="*/ 866622 w 1893494"/>
              <a:gd name="connsiteY13" fmla="*/ 653277 h 861441"/>
              <a:gd name="connsiteX14" fmla="*/ 607585 w 1893494"/>
              <a:gd name="connsiteY14" fmla="*/ 672440 h 861441"/>
              <a:gd name="connsiteX15" fmla="*/ 622343 w 1893494"/>
              <a:gd name="connsiteY15" fmla="*/ 774731 h 861441"/>
              <a:gd name="connsiteX16" fmla="*/ 440548 w 1893494"/>
              <a:gd name="connsiteY16" fmla="*/ 844485 h 861441"/>
              <a:gd name="connsiteX17" fmla="*/ 150306 w 1893494"/>
              <a:gd name="connsiteY17" fmla="*/ 854171 h 861441"/>
              <a:gd name="connsiteX18" fmla="*/ 40554 w 1893494"/>
              <a:gd name="connsiteY18" fmla="*/ 854026 h 861441"/>
              <a:gd name="connsiteX19" fmla="*/ 912 w 1893494"/>
              <a:gd name="connsiteY19" fmla="*/ 658920 h 861441"/>
              <a:gd name="connsiteX20" fmla="*/ 55532 w 1893494"/>
              <a:gd name="connsiteY20" fmla="*/ 506436 h 861441"/>
              <a:gd name="connsiteX21" fmla="*/ 223561 w 1893494"/>
              <a:gd name="connsiteY21" fmla="*/ 498400 h 861441"/>
              <a:gd name="connsiteX22" fmla="*/ 422023 w 1893494"/>
              <a:gd name="connsiteY22" fmla="*/ 373524 h 861441"/>
              <a:gd name="connsiteX23" fmla="*/ 74313 w 1893494"/>
              <a:gd name="connsiteY23" fmla="*/ 319960 h 861441"/>
              <a:gd name="connsiteX24" fmla="*/ 46931 w 1893494"/>
              <a:gd name="connsiteY24" fmla="*/ 34232 h 861441"/>
              <a:gd name="connsiteX25" fmla="*/ 560428 w 1893494"/>
              <a:gd name="connsiteY25" fmla="*/ 22709 h 861441"/>
              <a:gd name="connsiteX26" fmla="*/ 590402 w 1893494"/>
              <a:gd name="connsiteY26" fmla="*/ 137739 h 861441"/>
              <a:gd name="connsiteX27" fmla="*/ 676117 w 1893494"/>
              <a:gd name="connsiteY27" fmla="*/ 224964 h 861441"/>
              <a:gd name="connsiteX28" fmla="*/ 899868 w 1893494"/>
              <a:gd name="connsiteY28" fmla="*/ 219189 h 861441"/>
              <a:gd name="connsiteX29" fmla="*/ 958106 w 1893494"/>
              <a:gd name="connsiteY29" fmla="*/ 117387 h 861441"/>
              <a:gd name="connsiteX30" fmla="*/ 1260717 w 1893494"/>
              <a:gd name="connsiteY30" fmla="*/ 229 h 861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893494" h="861441">
                <a:moveTo>
                  <a:pt x="1260717" y="229"/>
                </a:moveTo>
                <a:cubicBezTo>
                  <a:pt x="1351669" y="3057"/>
                  <a:pt x="1440638" y="15718"/>
                  <a:pt x="1529477" y="29144"/>
                </a:cubicBezTo>
                <a:cubicBezTo>
                  <a:pt x="1513727" y="61775"/>
                  <a:pt x="1498453" y="94511"/>
                  <a:pt x="1488162" y="128197"/>
                </a:cubicBezTo>
                <a:cubicBezTo>
                  <a:pt x="1465024" y="204004"/>
                  <a:pt x="1472743" y="351929"/>
                  <a:pt x="1630774" y="326383"/>
                </a:cubicBezTo>
                <a:cubicBezTo>
                  <a:pt x="1696935" y="315691"/>
                  <a:pt x="1757803" y="281937"/>
                  <a:pt x="1828686" y="294057"/>
                </a:cubicBezTo>
                <a:cubicBezTo>
                  <a:pt x="1883673" y="324387"/>
                  <a:pt x="1900488" y="371224"/>
                  <a:pt x="1890988" y="418946"/>
                </a:cubicBezTo>
                <a:cubicBezTo>
                  <a:pt x="1881285" y="467713"/>
                  <a:pt x="1854249" y="524422"/>
                  <a:pt x="1770631" y="517815"/>
                </a:cubicBezTo>
                <a:cubicBezTo>
                  <a:pt x="1715202" y="513440"/>
                  <a:pt x="1671630" y="484048"/>
                  <a:pt x="1617305" y="476833"/>
                </a:cubicBezTo>
                <a:cubicBezTo>
                  <a:pt x="1492113" y="460206"/>
                  <a:pt x="1456166" y="610128"/>
                  <a:pt x="1466091" y="673458"/>
                </a:cubicBezTo>
                <a:cubicBezTo>
                  <a:pt x="1470006" y="698436"/>
                  <a:pt x="1498619" y="758806"/>
                  <a:pt x="1526094" y="827382"/>
                </a:cubicBezTo>
                <a:cubicBezTo>
                  <a:pt x="1520746" y="828176"/>
                  <a:pt x="1515380" y="828968"/>
                  <a:pt x="1510032" y="829762"/>
                </a:cubicBezTo>
                <a:cubicBezTo>
                  <a:pt x="1347590" y="853802"/>
                  <a:pt x="1178404" y="877458"/>
                  <a:pt x="1014214" y="847101"/>
                </a:cubicBezTo>
                <a:cubicBezTo>
                  <a:pt x="891946" y="824502"/>
                  <a:pt x="942430" y="797132"/>
                  <a:pt x="988099" y="739854"/>
                </a:cubicBezTo>
                <a:cubicBezTo>
                  <a:pt x="1040256" y="674463"/>
                  <a:pt x="936624" y="662726"/>
                  <a:pt x="866622" y="653277"/>
                </a:cubicBezTo>
                <a:cubicBezTo>
                  <a:pt x="784233" y="642162"/>
                  <a:pt x="680840" y="639796"/>
                  <a:pt x="607585" y="672440"/>
                </a:cubicBezTo>
                <a:cubicBezTo>
                  <a:pt x="536389" y="704158"/>
                  <a:pt x="597623" y="734753"/>
                  <a:pt x="622343" y="774731"/>
                </a:cubicBezTo>
                <a:cubicBezTo>
                  <a:pt x="672717" y="856220"/>
                  <a:pt x="517479" y="839832"/>
                  <a:pt x="440548" y="844485"/>
                </a:cubicBezTo>
                <a:cubicBezTo>
                  <a:pt x="344028" y="850312"/>
                  <a:pt x="247176" y="853378"/>
                  <a:pt x="150306" y="854171"/>
                </a:cubicBezTo>
                <a:cubicBezTo>
                  <a:pt x="113717" y="854476"/>
                  <a:pt x="77144" y="854357"/>
                  <a:pt x="40554" y="854026"/>
                </a:cubicBezTo>
                <a:cubicBezTo>
                  <a:pt x="35794" y="789507"/>
                  <a:pt x="6849" y="727339"/>
                  <a:pt x="912" y="658920"/>
                </a:cubicBezTo>
                <a:cubicBezTo>
                  <a:pt x="-3775" y="605078"/>
                  <a:pt x="8908" y="550206"/>
                  <a:pt x="55532" y="506436"/>
                </a:cubicBezTo>
                <a:cubicBezTo>
                  <a:pt x="108534" y="463524"/>
                  <a:pt x="156646" y="474730"/>
                  <a:pt x="223561" y="498400"/>
                </a:cubicBezTo>
                <a:cubicBezTo>
                  <a:pt x="359245" y="546400"/>
                  <a:pt x="439224" y="473264"/>
                  <a:pt x="422023" y="373524"/>
                </a:cubicBezTo>
                <a:cubicBezTo>
                  <a:pt x="395081" y="217273"/>
                  <a:pt x="192152" y="353197"/>
                  <a:pt x="74313" y="319960"/>
                </a:cubicBezTo>
                <a:cubicBezTo>
                  <a:pt x="-38013" y="288281"/>
                  <a:pt x="-1992" y="158713"/>
                  <a:pt x="46931" y="34232"/>
                </a:cubicBezTo>
                <a:cubicBezTo>
                  <a:pt x="218599" y="8356"/>
                  <a:pt x="389715" y="-16608"/>
                  <a:pt x="560428" y="22709"/>
                </a:cubicBezTo>
                <a:cubicBezTo>
                  <a:pt x="661561" y="46008"/>
                  <a:pt x="644800" y="81414"/>
                  <a:pt x="590402" y="137739"/>
                </a:cubicBezTo>
                <a:cubicBezTo>
                  <a:pt x="539955" y="189995"/>
                  <a:pt x="608670" y="213836"/>
                  <a:pt x="676117" y="224964"/>
                </a:cubicBezTo>
                <a:cubicBezTo>
                  <a:pt x="749573" y="237084"/>
                  <a:pt x="827917" y="235749"/>
                  <a:pt x="899868" y="219189"/>
                </a:cubicBezTo>
                <a:cubicBezTo>
                  <a:pt x="1001754" y="195731"/>
                  <a:pt x="1023258" y="174466"/>
                  <a:pt x="958106" y="117387"/>
                </a:cubicBezTo>
                <a:cubicBezTo>
                  <a:pt x="839127" y="13141"/>
                  <a:pt x="1182703" y="-2191"/>
                  <a:pt x="1260717" y="229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170" name="Picture 169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F1A5A8B6-E1ED-155F-62B5-4D8E1CF781A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6620101" y="1279142"/>
            <a:ext cx="1241035" cy="768813"/>
          </a:xfrm>
          <a:custGeom>
            <a:avLst/>
            <a:gdLst>
              <a:gd name="connsiteX0" fmla="*/ 641161 w 1601943"/>
              <a:gd name="connsiteY0" fmla="*/ 0 h 992393"/>
              <a:gd name="connsiteX1" fmla="*/ 917337 w 1601943"/>
              <a:gd name="connsiteY1" fmla="*/ 0 h 992393"/>
              <a:gd name="connsiteX2" fmla="*/ 991654 w 1601943"/>
              <a:gd name="connsiteY2" fmla="*/ 15920 h 992393"/>
              <a:gd name="connsiteX3" fmla="*/ 942604 w 1601943"/>
              <a:gd name="connsiteY3" fmla="*/ 145027 h 992393"/>
              <a:gd name="connsiteX4" fmla="*/ 1532736 w 1601943"/>
              <a:gd name="connsiteY4" fmla="*/ 192101 h 992393"/>
              <a:gd name="connsiteX5" fmla="*/ 1592593 w 1601943"/>
              <a:gd name="connsiteY5" fmla="*/ 192181 h 992393"/>
              <a:gd name="connsiteX6" fmla="*/ 1512172 w 1601943"/>
              <a:gd name="connsiteY6" fmla="*/ 460938 h 992393"/>
              <a:gd name="connsiteX7" fmla="*/ 1252969 w 1601943"/>
              <a:gd name="connsiteY7" fmla="*/ 440955 h 992393"/>
              <a:gd name="connsiteX8" fmla="*/ 1205499 w 1601943"/>
              <a:gd name="connsiteY8" fmla="*/ 565767 h 992393"/>
              <a:gd name="connsiteX9" fmla="*/ 1360536 w 1601943"/>
              <a:gd name="connsiteY9" fmla="*/ 643819 h 992393"/>
              <a:gd name="connsiteX10" fmla="*/ 1542661 w 1601943"/>
              <a:gd name="connsiteY10" fmla="*/ 619938 h 992393"/>
              <a:gd name="connsiteX11" fmla="*/ 1532682 w 1601943"/>
              <a:gd name="connsiteY11" fmla="*/ 957366 h 992393"/>
              <a:gd name="connsiteX12" fmla="*/ 1062721 w 1601943"/>
              <a:gd name="connsiteY12" fmla="*/ 984141 h 992393"/>
              <a:gd name="connsiteX13" fmla="*/ 942621 w 1601943"/>
              <a:gd name="connsiteY13" fmla="*/ 937965 h 992393"/>
              <a:gd name="connsiteX14" fmla="*/ 997498 w 1601943"/>
              <a:gd name="connsiteY14" fmla="*/ 870670 h 992393"/>
              <a:gd name="connsiteX15" fmla="*/ 876002 w 1601943"/>
              <a:gd name="connsiteY15" fmla="*/ 784093 h 992393"/>
              <a:gd name="connsiteX16" fmla="*/ 633101 w 1601943"/>
              <a:gd name="connsiteY16" fmla="*/ 794930 h 992393"/>
              <a:gd name="connsiteX17" fmla="*/ 616103 w 1601943"/>
              <a:gd name="connsiteY17" fmla="*/ 884903 h 992393"/>
              <a:gd name="connsiteX18" fmla="*/ 488468 w 1601943"/>
              <a:gd name="connsiteY18" fmla="*/ 986587 h 992393"/>
              <a:gd name="connsiteX19" fmla="*/ 258707 w 1601943"/>
              <a:gd name="connsiteY19" fmla="*/ 979859 h 992393"/>
              <a:gd name="connsiteX20" fmla="*/ 62983 w 1601943"/>
              <a:gd name="connsiteY20" fmla="*/ 952516 h 992393"/>
              <a:gd name="connsiteX21" fmla="*/ 82738 w 1601943"/>
              <a:gd name="connsiteY21" fmla="*/ 623626 h 992393"/>
              <a:gd name="connsiteX22" fmla="*/ 404389 w 1601943"/>
              <a:gd name="connsiteY22" fmla="*/ 607767 h 992393"/>
              <a:gd name="connsiteX23" fmla="*/ 265782 w 1601943"/>
              <a:gd name="connsiteY23" fmla="*/ 432365 h 992393"/>
              <a:gd name="connsiteX24" fmla="*/ 63938 w 1601943"/>
              <a:gd name="connsiteY24" fmla="*/ 445211 h 992393"/>
              <a:gd name="connsiteX25" fmla="*/ 16468 w 1601943"/>
              <a:gd name="connsiteY25" fmla="*/ 323850 h 992393"/>
              <a:gd name="connsiteX26" fmla="*/ 67687 w 1601943"/>
              <a:gd name="connsiteY26" fmla="*/ 160303 h 992393"/>
              <a:gd name="connsiteX27" fmla="*/ 144029 w 1601943"/>
              <a:gd name="connsiteY27" fmla="*/ 171789 h 992393"/>
              <a:gd name="connsiteX28" fmla="*/ 603679 w 1601943"/>
              <a:gd name="connsiteY28" fmla="*/ 176611 h 992393"/>
              <a:gd name="connsiteX29" fmla="*/ 578316 w 1601943"/>
              <a:gd name="connsiteY29" fmla="*/ 51576 h 992393"/>
              <a:gd name="connsiteX30" fmla="*/ 601338 w 1601943"/>
              <a:gd name="connsiteY30" fmla="*/ 17782 h 992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601943" h="992393">
                <a:moveTo>
                  <a:pt x="641161" y="0"/>
                </a:moveTo>
                <a:lnTo>
                  <a:pt x="917337" y="0"/>
                </a:lnTo>
                <a:lnTo>
                  <a:pt x="991654" y="15920"/>
                </a:lnTo>
                <a:cubicBezTo>
                  <a:pt x="1058992" y="68030"/>
                  <a:pt x="941796" y="94489"/>
                  <a:pt x="942604" y="145027"/>
                </a:cubicBezTo>
                <a:cubicBezTo>
                  <a:pt x="943449" y="196197"/>
                  <a:pt x="1451580" y="191546"/>
                  <a:pt x="1532736" y="192101"/>
                </a:cubicBezTo>
                <a:cubicBezTo>
                  <a:pt x="1552694" y="192233"/>
                  <a:pt x="1572635" y="192219"/>
                  <a:pt x="1592593" y="192181"/>
                </a:cubicBezTo>
                <a:cubicBezTo>
                  <a:pt x="1602848" y="306048"/>
                  <a:pt x="1607774" y="459682"/>
                  <a:pt x="1512172" y="460938"/>
                </a:cubicBezTo>
                <a:cubicBezTo>
                  <a:pt x="1425153" y="462074"/>
                  <a:pt x="1327602" y="397726"/>
                  <a:pt x="1252969" y="440955"/>
                </a:cubicBezTo>
                <a:cubicBezTo>
                  <a:pt x="1200041" y="471616"/>
                  <a:pt x="1188023" y="515454"/>
                  <a:pt x="1205499" y="565767"/>
                </a:cubicBezTo>
                <a:cubicBezTo>
                  <a:pt x="1226579" y="626467"/>
                  <a:pt x="1274197" y="652132"/>
                  <a:pt x="1360536" y="643819"/>
                </a:cubicBezTo>
                <a:cubicBezTo>
                  <a:pt x="1399203" y="617268"/>
                  <a:pt x="1496845" y="587150"/>
                  <a:pt x="1542661" y="619938"/>
                </a:cubicBezTo>
                <a:cubicBezTo>
                  <a:pt x="1652523" y="732855"/>
                  <a:pt x="1585904" y="844079"/>
                  <a:pt x="1532682" y="957366"/>
                </a:cubicBezTo>
                <a:cubicBezTo>
                  <a:pt x="1376891" y="980851"/>
                  <a:pt x="1220863" y="1005697"/>
                  <a:pt x="1062721" y="984141"/>
                </a:cubicBezTo>
                <a:cubicBezTo>
                  <a:pt x="1020673" y="978406"/>
                  <a:pt x="943247" y="975683"/>
                  <a:pt x="942621" y="937965"/>
                </a:cubicBezTo>
                <a:cubicBezTo>
                  <a:pt x="942072" y="904608"/>
                  <a:pt x="975887" y="897762"/>
                  <a:pt x="997498" y="870670"/>
                </a:cubicBezTo>
                <a:cubicBezTo>
                  <a:pt x="1049636" y="805278"/>
                  <a:pt x="946021" y="793542"/>
                  <a:pt x="876002" y="784093"/>
                </a:cubicBezTo>
                <a:cubicBezTo>
                  <a:pt x="795654" y="773242"/>
                  <a:pt x="710435" y="774538"/>
                  <a:pt x="633101" y="794930"/>
                </a:cubicBezTo>
                <a:cubicBezTo>
                  <a:pt x="572987" y="827361"/>
                  <a:pt x="574936" y="837842"/>
                  <a:pt x="616103" y="884903"/>
                </a:cubicBezTo>
                <a:cubicBezTo>
                  <a:pt x="687978" y="967066"/>
                  <a:pt x="586256" y="979132"/>
                  <a:pt x="488468" y="986587"/>
                </a:cubicBezTo>
                <a:cubicBezTo>
                  <a:pt x="411887" y="992441"/>
                  <a:pt x="334607" y="988212"/>
                  <a:pt x="258707" y="979859"/>
                </a:cubicBezTo>
                <a:cubicBezTo>
                  <a:pt x="193098" y="972644"/>
                  <a:pt x="128096" y="962349"/>
                  <a:pt x="62983" y="952516"/>
                </a:cubicBezTo>
                <a:cubicBezTo>
                  <a:pt x="5846" y="836163"/>
                  <a:pt x="-52540" y="716732"/>
                  <a:pt x="82738" y="623626"/>
                </a:cubicBezTo>
                <a:cubicBezTo>
                  <a:pt x="183469" y="554295"/>
                  <a:pt x="318381" y="720129"/>
                  <a:pt x="404389" y="607767"/>
                </a:cubicBezTo>
                <a:cubicBezTo>
                  <a:pt x="466691" y="526369"/>
                  <a:pt x="425229" y="392256"/>
                  <a:pt x="265782" y="432365"/>
                </a:cubicBezTo>
                <a:cubicBezTo>
                  <a:pt x="180601" y="453788"/>
                  <a:pt x="146657" y="455453"/>
                  <a:pt x="63938" y="445211"/>
                </a:cubicBezTo>
                <a:cubicBezTo>
                  <a:pt x="31114" y="408947"/>
                  <a:pt x="15420" y="367013"/>
                  <a:pt x="16468" y="323850"/>
                </a:cubicBezTo>
                <a:cubicBezTo>
                  <a:pt x="17865" y="267471"/>
                  <a:pt x="42031" y="213630"/>
                  <a:pt x="67687" y="160303"/>
                </a:cubicBezTo>
                <a:cubicBezTo>
                  <a:pt x="93213" y="164163"/>
                  <a:pt x="118686" y="168062"/>
                  <a:pt x="144029" y="171789"/>
                </a:cubicBezTo>
                <a:cubicBezTo>
                  <a:pt x="295335" y="194030"/>
                  <a:pt x="453034" y="210511"/>
                  <a:pt x="603679" y="176611"/>
                </a:cubicBezTo>
                <a:cubicBezTo>
                  <a:pt x="693842" y="156325"/>
                  <a:pt x="609963" y="87695"/>
                  <a:pt x="578316" y="51576"/>
                </a:cubicBezTo>
                <a:cubicBezTo>
                  <a:pt x="581243" y="37521"/>
                  <a:pt x="589530" y="26479"/>
                  <a:pt x="601338" y="17782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171" name="Picture 170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1FC50B10-8FAC-332F-1A2A-5034FC011F2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5510436" y="1392141"/>
            <a:ext cx="1473725" cy="791045"/>
          </a:xfrm>
          <a:custGeom>
            <a:avLst/>
            <a:gdLst>
              <a:gd name="connsiteX0" fmla="*/ 1223176 w 1902302"/>
              <a:gd name="connsiteY0" fmla="*/ 62 h 1021091"/>
              <a:gd name="connsiteX1" fmla="*/ 1537937 w 1902302"/>
              <a:gd name="connsiteY1" fmla="*/ 29537 h 1021091"/>
              <a:gd name="connsiteX2" fmla="*/ 1486718 w 1902302"/>
              <a:gd name="connsiteY2" fmla="*/ 193084 h 1021091"/>
              <a:gd name="connsiteX3" fmla="*/ 1534169 w 1902302"/>
              <a:gd name="connsiteY3" fmla="*/ 314431 h 1021091"/>
              <a:gd name="connsiteX4" fmla="*/ 1736013 w 1902302"/>
              <a:gd name="connsiteY4" fmla="*/ 301586 h 1021091"/>
              <a:gd name="connsiteX5" fmla="*/ 1874620 w 1902302"/>
              <a:gd name="connsiteY5" fmla="*/ 476987 h 1021091"/>
              <a:gd name="connsiteX6" fmla="*/ 1552970 w 1902302"/>
              <a:gd name="connsiteY6" fmla="*/ 492846 h 1021091"/>
              <a:gd name="connsiteX7" fmla="*/ 1533214 w 1902302"/>
              <a:gd name="connsiteY7" fmla="*/ 821736 h 1021091"/>
              <a:gd name="connsiteX8" fmla="*/ 1270519 w 1902302"/>
              <a:gd name="connsiteY8" fmla="*/ 793546 h 1021091"/>
              <a:gd name="connsiteX9" fmla="*/ 988750 w 1902302"/>
              <a:gd name="connsiteY9" fmla="*/ 927107 h 1021091"/>
              <a:gd name="connsiteX10" fmla="*/ 685533 w 1902302"/>
              <a:gd name="connsiteY10" fmla="*/ 1017965 h 1021091"/>
              <a:gd name="connsiteX11" fmla="*/ 622369 w 1902302"/>
              <a:gd name="connsiteY11" fmla="*/ 906899 h 1021091"/>
              <a:gd name="connsiteX12" fmla="*/ 533823 w 1902302"/>
              <a:gd name="connsiteY12" fmla="*/ 808362 h 1021091"/>
              <a:gd name="connsiteX13" fmla="*/ 87092 w 1902302"/>
              <a:gd name="connsiteY13" fmla="*/ 824221 h 1021091"/>
              <a:gd name="connsiteX14" fmla="*/ 65737 w 1902302"/>
              <a:gd name="connsiteY14" fmla="*/ 827379 h 1021091"/>
              <a:gd name="connsiteX15" fmla="*/ 82737 w 1902302"/>
              <a:gd name="connsiteY15" fmla="*/ 492846 h 1021091"/>
              <a:gd name="connsiteX16" fmla="*/ 404388 w 1902302"/>
              <a:gd name="connsiteY16" fmla="*/ 476987 h 1021091"/>
              <a:gd name="connsiteX17" fmla="*/ 265781 w 1902302"/>
              <a:gd name="connsiteY17" fmla="*/ 301586 h 1021091"/>
              <a:gd name="connsiteX18" fmla="*/ 63937 w 1902302"/>
              <a:gd name="connsiteY18" fmla="*/ 314431 h 1021091"/>
              <a:gd name="connsiteX19" fmla="*/ 17092 w 1902302"/>
              <a:gd name="connsiteY19" fmla="*/ 193560 h 1021091"/>
              <a:gd name="connsiteX20" fmla="*/ 67024 w 1902302"/>
              <a:gd name="connsiteY20" fmla="*/ 32590 h 1021091"/>
              <a:gd name="connsiteX21" fmla="*/ 423133 w 1902302"/>
              <a:gd name="connsiteY21" fmla="*/ 3832 h 1021091"/>
              <a:gd name="connsiteX22" fmla="*/ 642437 w 1902302"/>
              <a:gd name="connsiteY22" fmla="*/ 43784 h 1021091"/>
              <a:gd name="connsiteX23" fmla="*/ 579493 w 1902302"/>
              <a:gd name="connsiteY23" fmla="*/ 180317 h 1021091"/>
              <a:gd name="connsiteX24" fmla="*/ 1010969 w 1902302"/>
              <a:gd name="connsiteY24" fmla="*/ 182458 h 1021091"/>
              <a:gd name="connsiteX25" fmla="*/ 942254 w 1902302"/>
              <a:gd name="connsiteY25" fmla="*/ 79229 h 1021091"/>
              <a:gd name="connsiteX26" fmla="*/ 1117561 w 1902302"/>
              <a:gd name="connsiteY26" fmla="*/ 7124 h 1021091"/>
              <a:gd name="connsiteX27" fmla="*/ 1223176 w 1902302"/>
              <a:gd name="connsiteY27" fmla="*/ 62 h 1021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902302" h="1021091">
                <a:moveTo>
                  <a:pt x="1223176" y="62"/>
                </a:moveTo>
                <a:cubicBezTo>
                  <a:pt x="1328763" y="-1078"/>
                  <a:pt x="1434120" y="13847"/>
                  <a:pt x="1537937" y="29537"/>
                </a:cubicBezTo>
                <a:cubicBezTo>
                  <a:pt x="1512282" y="82876"/>
                  <a:pt x="1488113" y="136704"/>
                  <a:pt x="1486718" y="193084"/>
                </a:cubicBezTo>
                <a:cubicBezTo>
                  <a:pt x="1485632" y="236233"/>
                  <a:pt x="1501346" y="278168"/>
                  <a:pt x="1534169" y="314431"/>
                </a:cubicBezTo>
                <a:cubicBezTo>
                  <a:pt x="1616888" y="324674"/>
                  <a:pt x="1650813" y="323022"/>
                  <a:pt x="1736013" y="301586"/>
                </a:cubicBezTo>
                <a:cubicBezTo>
                  <a:pt x="1895460" y="261476"/>
                  <a:pt x="1936922" y="395590"/>
                  <a:pt x="1874620" y="476987"/>
                </a:cubicBezTo>
                <a:cubicBezTo>
                  <a:pt x="1788612" y="589361"/>
                  <a:pt x="1653700" y="423516"/>
                  <a:pt x="1552970" y="492846"/>
                </a:cubicBezTo>
                <a:cubicBezTo>
                  <a:pt x="1417689" y="585952"/>
                  <a:pt x="1476095" y="705370"/>
                  <a:pt x="1533214" y="821736"/>
                </a:cubicBezTo>
                <a:cubicBezTo>
                  <a:pt x="1446378" y="808626"/>
                  <a:pt x="1359377" y="796362"/>
                  <a:pt x="1270519" y="793546"/>
                </a:cubicBezTo>
                <a:cubicBezTo>
                  <a:pt x="1167310" y="790269"/>
                  <a:pt x="830756" y="810635"/>
                  <a:pt x="988750" y="927107"/>
                </a:cubicBezTo>
                <a:cubicBezTo>
                  <a:pt x="1107636" y="1014754"/>
                  <a:pt x="750831" y="1028736"/>
                  <a:pt x="685533" y="1017965"/>
                </a:cubicBezTo>
                <a:cubicBezTo>
                  <a:pt x="575358" y="999793"/>
                  <a:pt x="566334" y="969780"/>
                  <a:pt x="622369" y="906899"/>
                </a:cubicBezTo>
                <a:cubicBezTo>
                  <a:pt x="680460" y="841705"/>
                  <a:pt x="616947" y="823018"/>
                  <a:pt x="533823" y="808362"/>
                </a:cubicBezTo>
                <a:cubicBezTo>
                  <a:pt x="386101" y="782327"/>
                  <a:pt x="233197" y="802745"/>
                  <a:pt x="87092" y="824221"/>
                </a:cubicBezTo>
                <a:cubicBezTo>
                  <a:pt x="79980" y="825265"/>
                  <a:pt x="72868" y="826322"/>
                  <a:pt x="65737" y="827379"/>
                </a:cubicBezTo>
                <a:cubicBezTo>
                  <a:pt x="7792" y="709242"/>
                  <a:pt x="-54729" y="587458"/>
                  <a:pt x="82737" y="492846"/>
                </a:cubicBezTo>
                <a:cubicBezTo>
                  <a:pt x="183468" y="423516"/>
                  <a:pt x="318380" y="589348"/>
                  <a:pt x="404388" y="476987"/>
                </a:cubicBezTo>
                <a:cubicBezTo>
                  <a:pt x="466690" y="395590"/>
                  <a:pt x="425228" y="261476"/>
                  <a:pt x="265781" y="301586"/>
                </a:cubicBezTo>
                <a:cubicBezTo>
                  <a:pt x="180601" y="323009"/>
                  <a:pt x="146656" y="324674"/>
                  <a:pt x="63937" y="314431"/>
                </a:cubicBezTo>
                <a:cubicBezTo>
                  <a:pt x="31260" y="278299"/>
                  <a:pt x="15915" y="236511"/>
                  <a:pt x="17092" y="193560"/>
                </a:cubicBezTo>
                <a:cubicBezTo>
                  <a:pt x="18616" y="138118"/>
                  <a:pt x="41957" y="85096"/>
                  <a:pt x="67024" y="32590"/>
                </a:cubicBezTo>
                <a:cubicBezTo>
                  <a:pt x="185214" y="15290"/>
                  <a:pt x="303805" y="-913"/>
                  <a:pt x="423133" y="3832"/>
                </a:cubicBezTo>
                <a:cubicBezTo>
                  <a:pt x="499145" y="6846"/>
                  <a:pt x="573924" y="19665"/>
                  <a:pt x="642437" y="43784"/>
                </a:cubicBezTo>
                <a:cubicBezTo>
                  <a:pt x="660043" y="92762"/>
                  <a:pt x="554792" y="146920"/>
                  <a:pt x="579493" y="180317"/>
                </a:cubicBezTo>
                <a:cubicBezTo>
                  <a:pt x="650357" y="276132"/>
                  <a:pt x="917773" y="231225"/>
                  <a:pt x="1010969" y="182458"/>
                </a:cubicBezTo>
                <a:cubicBezTo>
                  <a:pt x="1026131" y="135422"/>
                  <a:pt x="947234" y="123529"/>
                  <a:pt x="942254" y="79229"/>
                </a:cubicBezTo>
                <a:cubicBezTo>
                  <a:pt x="936354" y="26629"/>
                  <a:pt x="1066083" y="13731"/>
                  <a:pt x="1117561" y="7124"/>
                </a:cubicBezTo>
                <a:cubicBezTo>
                  <a:pt x="1152759" y="2607"/>
                  <a:pt x="1187981" y="442"/>
                  <a:pt x="1223176" y="62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172" name="Picture 171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3E7FBCDA-3C65-5B4C-CEC9-1D490FB2B98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4154586" y="1287866"/>
            <a:ext cx="1683103" cy="768836"/>
          </a:xfrm>
          <a:custGeom>
            <a:avLst/>
            <a:gdLst>
              <a:gd name="connsiteX0" fmla="*/ 912052 w 2172569"/>
              <a:gd name="connsiteY0" fmla="*/ 0 h 992423"/>
              <a:gd name="connsiteX1" fmla="*/ 1187557 w 2172569"/>
              <a:gd name="connsiteY1" fmla="*/ 0 h 992423"/>
              <a:gd name="connsiteX2" fmla="*/ 1261939 w 2172569"/>
              <a:gd name="connsiteY2" fmla="*/ 15934 h 992423"/>
              <a:gd name="connsiteX3" fmla="*/ 1217575 w 2172569"/>
              <a:gd name="connsiteY3" fmla="*/ 166820 h 992423"/>
              <a:gd name="connsiteX4" fmla="*/ 1807524 w 2172569"/>
              <a:gd name="connsiteY4" fmla="*/ 163371 h 992423"/>
              <a:gd name="connsiteX5" fmla="*/ 1757592 w 2172569"/>
              <a:gd name="connsiteY5" fmla="*/ 324340 h 992423"/>
              <a:gd name="connsiteX6" fmla="*/ 1804437 w 2172569"/>
              <a:gd name="connsiteY6" fmla="*/ 445212 h 992423"/>
              <a:gd name="connsiteX7" fmla="*/ 2006281 w 2172569"/>
              <a:gd name="connsiteY7" fmla="*/ 432367 h 992423"/>
              <a:gd name="connsiteX8" fmla="*/ 2144888 w 2172569"/>
              <a:gd name="connsiteY8" fmla="*/ 607767 h 992423"/>
              <a:gd name="connsiteX9" fmla="*/ 1823238 w 2172569"/>
              <a:gd name="connsiteY9" fmla="*/ 623626 h 992423"/>
              <a:gd name="connsiteX10" fmla="*/ 1806237 w 2172569"/>
              <a:gd name="connsiteY10" fmla="*/ 958160 h 992423"/>
              <a:gd name="connsiteX11" fmla="*/ 1332070 w 2172569"/>
              <a:gd name="connsiteY11" fmla="*/ 984064 h 992423"/>
              <a:gd name="connsiteX12" fmla="*/ 1245326 w 2172569"/>
              <a:gd name="connsiteY12" fmla="*/ 893865 h 992423"/>
              <a:gd name="connsiteX13" fmla="*/ 1186131 w 2172569"/>
              <a:gd name="connsiteY13" fmla="*/ 790543 h 992423"/>
              <a:gd name="connsiteX14" fmla="*/ 903387 w 2172569"/>
              <a:gd name="connsiteY14" fmla="*/ 794944 h 992423"/>
              <a:gd name="connsiteX15" fmla="*/ 886387 w 2172569"/>
              <a:gd name="connsiteY15" fmla="*/ 884917 h 992423"/>
              <a:gd name="connsiteX16" fmla="*/ 797641 w 2172569"/>
              <a:gd name="connsiteY16" fmla="*/ 982676 h 992423"/>
              <a:gd name="connsiteX17" fmla="*/ 567916 w 2172569"/>
              <a:gd name="connsiteY17" fmla="*/ 983375 h 992423"/>
              <a:gd name="connsiteX18" fmla="*/ 338946 w 2172569"/>
              <a:gd name="connsiteY18" fmla="*/ 952927 h 992423"/>
              <a:gd name="connsiteX19" fmla="*/ 399758 w 2172569"/>
              <a:gd name="connsiteY19" fmla="*/ 794322 h 992423"/>
              <a:gd name="connsiteX20" fmla="*/ 376695 w 2172569"/>
              <a:gd name="connsiteY20" fmla="*/ 663565 h 992423"/>
              <a:gd name="connsiteX21" fmla="*/ 186979 w 2172569"/>
              <a:gd name="connsiteY21" fmla="*/ 631107 h 992423"/>
              <a:gd name="connsiteX22" fmla="*/ 22902 w 2172569"/>
              <a:gd name="connsiteY22" fmla="*/ 452573 h 992423"/>
              <a:gd name="connsiteX23" fmla="*/ 118560 w 2172569"/>
              <a:gd name="connsiteY23" fmla="*/ 425495 h 992423"/>
              <a:gd name="connsiteX24" fmla="*/ 238161 w 2172569"/>
              <a:gd name="connsiteY24" fmla="*/ 452164 h 992423"/>
              <a:gd name="connsiteX25" fmla="*/ 389229 w 2172569"/>
              <a:gd name="connsiteY25" fmla="*/ 378287 h 992423"/>
              <a:gd name="connsiteX26" fmla="*/ 334554 w 2172569"/>
              <a:gd name="connsiteY26" fmla="*/ 159618 h 992423"/>
              <a:gd name="connsiteX27" fmla="*/ 912429 w 2172569"/>
              <a:gd name="connsiteY27" fmla="*/ 166873 h 992423"/>
              <a:gd name="connsiteX28" fmla="*/ 856487 w 2172569"/>
              <a:gd name="connsiteY28" fmla="*/ 32494 h 992423"/>
              <a:gd name="connsiteX29" fmla="*/ 885096 w 2172569"/>
              <a:gd name="connsiteY29" fmla="*/ 8629 h 99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172569" h="992423">
                <a:moveTo>
                  <a:pt x="912052" y="0"/>
                </a:moveTo>
                <a:lnTo>
                  <a:pt x="1187557" y="0"/>
                </a:lnTo>
                <a:lnTo>
                  <a:pt x="1261939" y="15934"/>
                </a:lnTo>
                <a:cubicBezTo>
                  <a:pt x="1335047" y="72484"/>
                  <a:pt x="1185985" y="103925"/>
                  <a:pt x="1217575" y="166820"/>
                </a:cubicBezTo>
                <a:cubicBezTo>
                  <a:pt x="1414090" y="224190"/>
                  <a:pt x="1610237" y="192247"/>
                  <a:pt x="1807524" y="163371"/>
                </a:cubicBezTo>
                <a:cubicBezTo>
                  <a:pt x="1782457" y="215878"/>
                  <a:pt x="1759117" y="268899"/>
                  <a:pt x="1757592" y="324340"/>
                </a:cubicBezTo>
                <a:cubicBezTo>
                  <a:pt x="1756415" y="367292"/>
                  <a:pt x="1771760" y="409093"/>
                  <a:pt x="1804437" y="445212"/>
                </a:cubicBezTo>
                <a:cubicBezTo>
                  <a:pt x="1887156" y="455467"/>
                  <a:pt x="1921081" y="453802"/>
                  <a:pt x="2006281" y="432367"/>
                </a:cubicBezTo>
                <a:cubicBezTo>
                  <a:pt x="2165728" y="392256"/>
                  <a:pt x="2207188" y="526371"/>
                  <a:pt x="2144888" y="607767"/>
                </a:cubicBezTo>
                <a:cubicBezTo>
                  <a:pt x="2058880" y="720143"/>
                  <a:pt x="1923968" y="554296"/>
                  <a:pt x="1823238" y="623626"/>
                </a:cubicBezTo>
                <a:cubicBezTo>
                  <a:pt x="1685752" y="718239"/>
                  <a:pt x="1748292" y="840024"/>
                  <a:pt x="1806237" y="958160"/>
                </a:cubicBezTo>
                <a:cubicBezTo>
                  <a:pt x="1650669" y="981196"/>
                  <a:pt x="1490599" y="1005671"/>
                  <a:pt x="1332070" y="984064"/>
                </a:cubicBezTo>
                <a:cubicBezTo>
                  <a:pt x="1246337" y="972367"/>
                  <a:pt x="1172328" y="955834"/>
                  <a:pt x="1245326" y="893865"/>
                </a:cubicBezTo>
                <a:cubicBezTo>
                  <a:pt x="1315475" y="834328"/>
                  <a:pt x="1275796" y="807433"/>
                  <a:pt x="1186131" y="790543"/>
                </a:cubicBezTo>
                <a:cubicBezTo>
                  <a:pt x="1094186" y="773217"/>
                  <a:pt x="993585" y="771155"/>
                  <a:pt x="903387" y="794944"/>
                </a:cubicBezTo>
                <a:cubicBezTo>
                  <a:pt x="843272" y="827363"/>
                  <a:pt x="845221" y="837869"/>
                  <a:pt x="886387" y="884917"/>
                </a:cubicBezTo>
                <a:cubicBezTo>
                  <a:pt x="947255" y="954460"/>
                  <a:pt x="889970" y="971494"/>
                  <a:pt x="797641" y="982676"/>
                </a:cubicBezTo>
                <a:cubicBezTo>
                  <a:pt x="721667" y="991874"/>
                  <a:pt x="644111" y="990221"/>
                  <a:pt x="567916" y="983375"/>
                </a:cubicBezTo>
                <a:cubicBezTo>
                  <a:pt x="490931" y="976450"/>
                  <a:pt x="414995" y="964411"/>
                  <a:pt x="338946" y="952927"/>
                </a:cubicBezTo>
                <a:cubicBezTo>
                  <a:pt x="364069" y="900936"/>
                  <a:pt x="390386" y="849209"/>
                  <a:pt x="399758" y="794322"/>
                </a:cubicBezTo>
                <a:cubicBezTo>
                  <a:pt x="407331" y="749943"/>
                  <a:pt x="401541" y="704865"/>
                  <a:pt x="376695" y="663565"/>
                </a:cubicBezTo>
                <a:cubicBezTo>
                  <a:pt x="334425" y="593336"/>
                  <a:pt x="270690" y="601385"/>
                  <a:pt x="186979" y="631107"/>
                </a:cubicBezTo>
                <a:cubicBezTo>
                  <a:pt x="27017" y="687896"/>
                  <a:pt x="-38831" y="540235"/>
                  <a:pt x="22902" y="452573"/>
                </a:cubicBezTo>
                <a:cubicBezTo>
                  <a:pt x="71107" y="442569"/>
                  <a:pt x="60981" y="419520"/>
                  <a:pt x="118560" y="425495"/>
                </a:cubicBezTo>
                <a:cubicBezTo>
                  <a:pt x="160222" y="429815"/>
                  <a:pt x="198319" y="443323"/>
                  <a:pt x="238161" y="452164"/>
                </a:cubicBezTo>
                <a:cubicBezTo>
                  <a:pt x="333617" y="473349"/>
                  <a:pt x="371733" y="445265"/>
                  <a:pt x="389229" y="378287"/>
                </a:cubicBezTo>
                <a:cubicBezTo>
                  <a:pt x="408838" y="303141"/>
                  <a:pt x="371825" y="231115"/>
                  <a:pt x="334554" y="159618"/>
                </a:cubicBezTo>
                <a:cubicBezTo>
                  <a:pt x="528019" y="188480"/>
                  <a:pt x="720546" y="221640"/>
                  <a:pt x="912429" y="166873"/>
                </a:cubicBezTo>
                <a:cubicBezTo>
                  <a:pt x="935310" y="113268"/>
                  <a:pt x="830775" y="75656"/>
                  <a:pt x="856487" y="32494"/>
                </a:cubicBezTo>
                <a:cubicBezTo>
                  <a:pt x="862390" y="22595"/>
                  <a:pt x="872471" y="14794"/>
                  <a:pt x="885096" y="8629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pic>
        <p:nvPicPr>
          <p:cNvPr id="173" name="Picture 172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A292207B-A409-229A-2E7C-D852D695242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3219582" y="1392302"/>
            <a:ext cx="1239806" cy="794675"/>
          </a:xfrm>
          <a:custGeom>
            <a:avLst/>
            <a:gdLst>
              <a:gd name="connsiteX0" fmla="*/ 1247778 w 1600357"/>
              <a:gd name="connsiteY0" fmla="*/ 108 h 1025777"/>
              <a:gd name="connsiteX1" fmla="*/ 1532070 w 1600357"/>
              <a:gd name="connsiteY1" fmla="*/ 28617 h 1025777"/>
              <a:gd name="connsiteX2" fmla="*/ 1586728 w 1600357"/>
              <a:gd name="connsiteY2" fmla="*/ 247286 h 1025777"/>
              <a:gd name="connsiteX3" fmla="*/ 1435660 w 1600357"/>
              <a:gd name="connsiteY3" fmla="*/ 321163 h 1025777"/>
              <a:gd name="connsiteX4" fmla="*/ 1316058 w 1600357"/>
              <a:gd name="connsiteY4" fmla="*/ 294494 h 1025777"/>
              <a:gd name="connsiteX5" fmla="*/ 1220401 w 1600357"/>
              <a:gd name="connsiteY5" fmla="*/ 321572 h 1025777"/>
              <a:gd name="connsiteX6" fmla="*/ 1384478 w 1600357"/>
              <a:gd name="connsiteY6" fmla="*/ 500107 h 1025777"/>
              <a:gd name="connsiteX7" fmla="*/ 1574194 w 1600357"/>
              <a:gd name="connsiteY7" fmla="*/ 532564 h 1025777"/>
              <a:gd name="connsiteX8" fmla="*/ 1597258 w 1600357"/>
              <a:gd name="connsiteY8" fmla="*/ 663321 h 1025777"/>
              <a:gd name="connsiteX9" fmla="*/ 1536444 w 1600357"/>
              <a:gd name="connsiteY9" fmla="*/ 821926 h 1025777"/>
              <a:gd name="connsiteX10" fmla="*/ 1267687 w 1600357"/>
              <a:gd name="connsiteY10" fmla="*/ 793009 h 1025777"/>
              <a:gd name="connsiteX11" fmla="*/ 965076 w 1600357"/>
              <a:gd name="connsiteY11" fmla="*/ 910168 h 1025777"/>
              <a:gd name="connsiteX12" fmla="*/ 906836 w 1600357"/>
              <a:gd name="connsiteY12" fmla="*/ 1011971 h 1025777"/>
              <a:gd name="connsiteX13" fmla="*/ 683087 w 1600357"/>
              <a:gd name="connsiteY13" fmla="*/ 1017745 h 1025777"/>
              <a:gd name="connsiteX14" fmla="*/ 597371 w 1600357"/>
              <a:gd name="connsiteY14" fmla="*/ 930521 h 1025777"/>
              <a:gd name="connsiteX15" fmla="*/ 567397 w 1600357"/>
              <a:gd name="connsiteY15" fmla="*/ 815489 h 1025777"/>
              <a:gd name="connsiteX16" fmla="*/ 53918 w 1600357"/>
              <a:gd name="connsiteY16" fmla="*/ 827001 h 1025777"/>
              <a:gd name="connsiteX17" fmla="*/ 128404 w 1600357"/>
              <a:gd name="connsiteY17" fmla="*/ 597639 h 1025777"/>
              <a:gd name="connsiteX18" fmla="*/ 40226 w 1600357"/>
              <a:gd name="connsiteY18" fmla="*/ 477349 h 1025777"/>
              <a:gd name="connsiteX19" fmla="*/ 0 w 1600357"/>
              <a:gd name="connsiteY19" fmla="*/ 477380 h 1025777"/>
              <a:gd name="connsiteX20" fmla="*/ 0 w 1600357"/>
              <a:gd name="connsiteY20" fmla="*/ 328292 h 1025777"/>
              <a:gd name="connsiteX21" fmla="*/ 14134 w 1600357"/>
              <a:gd name="connsiteY21" fmla="*/ 330808 h 1025777"/>
              <a:gd name="connsiteX22" fmla="*/ 69668 w 1600357"/>
              <a:gd name="connsiteY22" fmla="*/ 326330 h 1025777"/>
              <a:gd name="connsiteX23" fmla="*/ 119087 w 1600357"/>
              <a:gd name="connsiteY23" fmla="*/ 196233 h 1025777"/>
              <a:gd name="connsiteX24" fmla="*/ 120630 w 1600357"/>
              <a:gd name="connsiteY24" fmla="*/ 1023 h 1025777"/>
              <a:gd name="connsiteX25" fmla="*/ 372536 w 1600357"/>
              <a:gd name="connsiteY25" fmla="*/ 11079 h 1025777"/>
              <a:gd name="connsiteX26" fmla="*/ 639989 w 1600357"/>
              <a:gd name="connsiteY26" fmla="*/ 43565 h 1025777"/>
              <a:gd name="connsiteX27" fmla="*/ 594284 w 1600357"/>
              <a:gd name="connsiteY27" fmla="*/ 194740 h 1025777"/>
              <a:gd name="connsiteX28" fmla="*/ 1008521 w 1600357"/>
              <a:gd name="connsiteY28" fmla="*/ 182238 h 1025777"/>
              <a:gd name="connsiteX29" fmla="*/ 939789 w 1600357"/>
              <a:gd name="connsiteY29" fmla="*/ 79009 h 1025777"/>
              <a:gd name="connsiteX30" fmla="*/ 1152677 w 1600357"/>
              <a:gd name="connsiteY30" fmla="*/ 3123 h 1025777"/>
              <a:gd name="connsiteX31" fmla="*/ 1247778 w 1600357"/>
              <a:gd name="connsiteY31" fmla="*/ 108 h 1025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600357" h="1025777">
                <a:moveTo>
                  <a:pt x="1247778" y="108"/>
                </a:moveTo>
                <a:cubicBezTo>
                  <a:pt x="1342790" y="1419"/>
                  <a:pt x="1437544" y="14513"/>
                  <a:pt x="1532070" y="28617"/>
                </a:cubicBezTo>
                <a:cubicBezTo>
                  <a:pt x="1569324" y="100115"/>
                  <a:pt x="1606336" y="172141"/>
                  <a:pt x="1586728" y="247286"/>
                </a:cubicBezTo>
                <a:cubicBezTo>
                  <a:pt x="1569231" y="314278"/>
                  <a:pt x="1531115" y="342361"/>
                  <a:pt x="1435660" y="321163"/>
                </a:cubicBezTo>
                <a:cubicBezTo>
                  <a:pt x="1395817" y="312322"/>
                  <a:pt x="1357738" y="298815"/>
                  <a:pt x="1316058" y="294494"/>
                </a:cubicBezTo>
                <a:cubicBezTo>
                  <a:pt x="1258480" y="288533"/>
                  <a:pt x="1268625" y="311569"/>
                  <a:pt x="1220401" y="321572"/>
                </a:cubicBezTo>
                <a:cubicBezTo>
                  <a:pt x="1158670" y="409234"/>
                  <a:pt x="1224518" y="556895"/>
                  <a:pt x="1384478" y="500107"/>
                </a:cubicBezTo>
                <a:cubicBezTo>
                  <a:pt x="1468191" y="470384"/>
                  <a:pt x="1531943" y="462335"/>
                  <a:pt x="1574194" y="532564"/>
                </a:cubicBezTo>
                <a:cubicBezTo>
                  <a:pt x="1599041" y="573864"/>
                  <a:pt x="1604830" y="618943"/>
                  <a:pt x="1597258" y="663321"/>
                </a:cubicBezTo>
                <a:cubicBezTo>
                  <a:pt x="1587885" y="718208"/>
                  <a:pt x="1561550" y="769935"/>
                  <a:pt x="1536444" y="821926"/>
                </a:cubicBezTo>
                <a:cubicBezTo>
                  <a:pt x="1447607" y="808499"/>
                  <a:pt x="1358639" y="795824"/>
                  <a:pt x="1267687" y="793009"/>
                </a:cubicBezTo>
                <a:cubicBezTo>
                  <a:pt x="1189691" y="790604"/>
                  <a:pt x="846097" y="805921"/>
                  <a:pt x="965076" y="910168"/>
                </a:cubicBezTo>
                <a:cubicBezTo>
                  <a:pt x="1030225" y="967260"/>
                  <a:pt x="1008706" y="988525"/>
                  <a:pt x="906836" y="1011971"/>
                </a:cubicBezTo>
                <a:cubicBezTo>
                  <a:pt x="834906" y="1028529"/>
                  <a:pt x="756542" y="1029864"/>
                  <a:pt x="683087" y="1017745"/>
                </a:cubicBezTo>
                <a:cubicBezTo>
                  <a:pt x="615639" y="1006618"/>
                  <a:pt x="546905" y="982776"/>
                  <a:pt x="597371" y="930521"/>
                </a:cubicBezTo>
                <a:cubicBezTo>
                  <a:pt x="651787" y="874194"/>
                  <a:pt x="668531" y="838789"/>
                  <a:pt x="567397" y="815489"/>
                </a:cubicBezTo>
                <a:cubicBezTo>
                  <a:pt x="396684" y="776172"/>
                  <a:pt x="225568" y="801137"/>
                  <a:pt x="53918" y="827001"/>
                </a:cubicBezTo>
                <a:cubicBezTo>
                  <a:pt x="90950" y="732732"/>
                  <a:pt x="135369" y="641370"/>
                  <a:pt x="128404" y="597639"/>
                </a:cubicBezTo>
                <a:cubicBezTo>
                  <a:pt x="122467" y="560397"/>
                  <a:pt x="99275" y="488264"/>
                  <a:pt x="40226" y="477349"/>
                </a:cubicBezTo>
                <a:lnTo>
                  <a:pt x="0" y="477380"/>
                </a:lnTo>
                <a:lnTo>
                  <a:pt x="0" y="328292"/>
                </a:lnTo>
                <a:lnTo>
                  <a:pt x="14134" y="330808"/>
                </a:lnTo>
                <a:cubicBezTo>
                  <a:pt x="33060" y="332293"/>
                  <a:pt x="51694" y="331332"/>
                  <a:pt x="69668" y="326330"/>
                </a:cubicBezTo>
                <a:cubicBezTo>
                  <a:pt x="116109" y="292220"/>
                  <a:pt x="120574" y="241260"/>
                  <a:pt x="119087" y="196233"/>
                </a:cubicBezTo>
                <a:cubicBezTo>
                  <a:pt x="116972" y="132572"/>
                  <a:pt x="119785" y="66732"/>
                  <a:pt x="120630" y="1023"/>
                </a:cubicBezTo>
                <a:cubicBezTo>
                  <a:pt x="204782" y="1564"/>
                  <a:pt x="288879" y="4695"/>
                  <a:pt x="372536" y="11079"/>
                </a:cubicBezTo>
                <a:cubicBezTo>
                  <a:pt x="462476" y="17952"/>
                  <a:pt x="551960" y="28484"/>
                  <a:pt x="639989" y="43565"/>
                </a:cubicBezTo>
                <a:cubicBezTo>
                  <a:pt x="659856" y="98873"/>
                  <a:pt x="535714" y="155052"/>
                  <a:pt x="594284" y="194740"/>
                </a:cubicBezTo>
                <a:cubicBezTo>
                  <a:pt x="695730" y="263489"/>
                  <a:pt x="905531" y="236119"/>
                  <a:pt x="1008521" y="182238"/>
                </a:cubicBezTo>
                <a:cubicBezTo>
                  <a:pt x="1023683" y="135189"/>
                  <a:pt x="944769" y="123308"/>
                  <a:pt x="939789" y="79009"/>
                </a:cubicBezTo>
                <a:cubicBezTo>
                  <a:pt x="933227" y="20608"/>
                  <a:pt x="1096498" y="7697"/>
                  <a:pt x="1152677" y="3123"/>
                </a:cubicBezTo>
                <a:cubicBezTo>
                  <a:pt x="1184407" y="543"/>
                  <a:pt x="1216107" y="-329"/>
                  <a:pt x="1247778" y="108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sp>
        <p:nvSpPr>
          <p:cNvPr id="2" name="Rectangle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8E19287-21F3-97DC-7B9C-F52F6E42A027}"/>
              </a:ext>
            </a:extLst>
          </p:cNvPr>
          <p:cNvSpPr/>
          <p:nvPr/>
        </p:nvSpPr>
        <p:spPr>
          <a:xfrm>
            <a:off x="10986371" y="6152825"/>
            <a:ext cx="990321" cy="43312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13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173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209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" fill="hold">
                      <p:stCondLst>
                        <p:cond delay="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6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74FD52AF-D5DF-56E6-2C7B-12111AE48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8546121" y="7048303"/>
            <a:ext cx="1754959" cy="804002"/>
          </a:xfrm>
          <a:custGeom>
            <a:avLst/>
            <a:gdLst>
              <a:gd name="connsiteX0" fmla="*/ 393781 w 1754959"/>
              <a:gd name="connsiteY0" fmla="*/ 91 h 804002"/>
              <a:gd name="connsiteX1" fmla="*/ 639947 w 1754959"/>
              <a:gd name="connsiteY1" fmla="*/ 46627 h 804002"/>
              <a:gd name="connsiteX2" fmla="*/ 577003 w 1754959"/>
              <a:gd name="connsiteY2" fmla="*/ 183160 h 804002"/>
              <a:gd name="connsiteX3" fmla="*/ 757345 w 1754959"/>
              <a:gd name="connsiteY3" fmla="*/ 235390 h 804002"/>
              <a:gd name="connsiteX4" fmla="*/ 976280 w 1754959"/>
              <a:gd name="connsiteY4" fmla="*/ 200235 h 804002"/>
              <a:gd name="connsiteX5" fmla="*/ 939764 w 1754959"/>
              <a:gd name="connsiteY5" fmla="*/ 82086 h 804002"/>
              <a:gd name="connsiteX6" fmla="*/ 1502826 w 1754959"/>
              <a:gd name="connsiteY6" fmla="*/ 6649 h 804002"/>
              <a:gd name="connsiteX7" fmla="*/ 1484263 w 1754959"/>
              <a:gd name="connsiteY7" fmla="*/ 201993 h 804002"/>
              <a:gd name="connsiteX8" fmla="*/ 1670120 w 1754959"/>
              <a:gd name="connsiteY8" fmla="*/ 322349 h 804002"/>
              <a:gd name="connsiteX9" fmla="*/ 1727883 w 1754959"/>
              <a:gd name="connsiteY9" fmla="*/ 306698 h 804002"/>
              <a:gd name="connsiteX10" fmla="*/ 1754959 w 1754959"/>
              <a:gd name="connsiteY10" fmla="*/ 301682 h 804002"/>
              <a:gd name="connsiteX11" fmla="*/ 1754959 w 1754959"/>
              <a:gd name="connsiteY11" fmla="*/ 513314 h 804002"/>
              <a:gd name="connsiteX12" fmla="*/ 1674862 w 1754959"/>
              <a:gd name="connsiteY12" fmla="*/ 491127 h 804002"/>
              <a:gd name="connsiteX13" fmla="*/ 1596957 w 1754959"/>
              <a:gd name="connsiteY13" fmla="*/ 478297 h 804002"/>
              <a:gd name="connsiteX14" fmla="*/ 1500657 w 1754959"/>
              <a:gd name="connsiteY14" fmla="*/ 765637 h 804002"/>
              <a:gd name="connsiteX15" fmla="*/ 1511761 w 1754959"/>
              <a:gd name="connsiteY15" fmla="*/ 804002 h 804002"/>
              <a:gd name="connsiteX16" fmla="*/ 940658 w 1754959"/>
              <a:gd name="connsiteY16" fmla="*/ 804002 h 804002"/>
              <a:gd name="connsiteX17" fmla="*/ 945757 w 1754959"/>
              <a:gd name="connsiteY17" fmla="*/ 796147 h 804002"/>
              <a:gd name="connsiteX18" fmla="*/ 998241 w 1754959"/>
              <a:gd name="connsiteY18" fmla="*/ 733006 h 804002"/>
              <a:gd name="connsiteX19" fmla="*/ 861693 w 1754959"/>
              <a:gd name="connsiteY19" fmla="*/ 654650 h 804002"/>
              <a:gd name="connsiteX20" fmla="*/ 614457 w 1754959"/>
              <a:gd name="connsiteY20" fmla="*/ 675332 h 804002"/>
              <a:gd name="connsiteX21" fmla="*/ 629213 w 1754959"/>
              <a:gd name="connsiteY21" fmla="*/ 777636 h 804002"/>
              <a:gd name="connsiteX22" fmla="*/ 639019 w 1754959"/>
              <a:gd name="connsiteY22" fmla="*/ 801701 h 804002"/>
              <a:gd name="connsiteX23" fmla="*/ 638685 w 1754959"/>
              <a:gd name="connsiteY23" fmla="*/ 804002 h 804002"/>
              <a:gd name="connsiteX24" fmla="*/ 49885 w 1754959"/>
              <a:gd name="connsiteY24" fmla="*/ 804002 h 804002"/>
              <a:gd name="connsiteX25" fmla="*/ 37831 w 1754959"/>
              <a:gd name="connsiteY25" fmla="*/ 779711 h 804002"/>
              <a:gd name="connsiteX26" fmla="*/ 61171 w 1754959"/>
              <a:gd name="connsiteY26" fmla="*/ 508416 h 804002"/>
              <a:gd name="connsiteX27" fmla="*/ 365343 w 1754959"/>
              <a:gd name="connsiteY27" fmla="*/ 515698 h 804002"/>
              <a:gd name="connsiteX28" fmla="*/ 295820 w 1754959"/>
              <a:gd name="connsiteY28" fmla="*/ 297663 h 804002"/>
              <a:gd name="connsiteX29" fmla="*/ 10 w 1754959"/>
              <a:gd name="connsiteY29" fmla="*/ 222676 h 804002"/>
              <a:gd name="connsiteX30" fmla="*/ 52276 w 1754959"/>
              <a:gd name="connsiteY30" fmla="*/ 44711 h 804002"/>
              <a:gd name="connsiteX31" fmla="*/ 53195 w 1754959"/>
              <a:gd name="connsiteY31" fmla="*/ 28680 h 804002"/>
              <a:gd name="connsiteX32" fmla="*/ 136631 w 1754959"/>
              <a:gd name="connsiteY32" fmla="*/ 27914 h 804002"/>
              <a:gd name="connsiteX33" fmla="*/ 393781 w 1754959"/>
              <a:gd name="connsiteY33" fmla="*/ 91 h 804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754959" h="804002">
                <a:moveTo>
                  <a:pt x="393781" y="91"/>
                </a:moveTo>
                <a:cubicBezTo>
                  <a:pt x="480734" y="-1141"/>
                  <a:pt x="565856" y="10019"/>
                  <a:pt x="639947" y="46627"/>
                </a:cubicBezTo>
                <a:cubicBezTo>
                  <a:pt x="657553" y="95605"/>
                  <a:pt x="552302" y="149751"/>
                  <a:pt x="577003" y="183160"/>
                </a:cubicBezTo>
                <a:cubicBezTo>
                  <a:pt x="608815" y="226164"/>
                  <a:pt x="697305" y="233010"/>
                  <a:pt x="757345" y="235390"/>
                </a:cubicBezTo>
                <a:cubicBezTo>
                  <a:pt x="832915" y="238363"/>
                  <a:pt x="910213" y="227288"/>
                  <a:pt x="976280" y="200235"/>
                </a:cubicBezTo>
                <a:cubicBezTo>
                  <a:pt x="1068702" y="162412"/>
                  <a:pt x="945056" y="129266"/>
                  <a:pt x="939764" y="82086"/>
                </a:cubicBezTo>
                <a:cubicBezTo>
                  <a:pt x="932320" y="15847"/>
                  <a:pt x="1220285" y="2446"/>
                  <a:pt x="1502826" y="6649"/>
                </a:cubicBezTo>
                <a:cubicBezTo>
                  <a:pt x="1513577" y="69451"/>
                  <a:pt x="1515672" y="127125"/>
                  <a:pt x="1484263" y="201993"/>
                </a:cubicBezTo>
                <a:cubicBezTo>
                  <a:pt x="1446056" y="293050"/>
                  <a:pt x="1543091" y="354888"/>
                  <a:pt x="1670120" y="322349"/>
                </a:cubicBezTo>
                <a:cubicBezTo>
                  <a:pt x="1689063" y="317492"/>
                  <a:pt x="1708539" y="311671"/>
                  <a:pt x="1727883" y="306698"/>
                </a:cubicBezTo>
                <a:lnTo>
                  <a:pt x="1754959" y="301682"/>
                </a:lnTo>
                <a:lnTo>
                  <a:pt x="1754959" y="513314"/>
                </a:lnTo>
                <a:lnTo>
                  <a:pt x="1674862" y="491127"/>
                </a:lnTo>
                <a:cubicBezTo>
                  <a:pt x="1647462" y="483500"/>
                  <a:pt x="1620779" y="477530"/>
                  <a:pt x="1596957" y="478297"/>
                </a:cubicBezTo>
                <a:cubicBezTo>
                  <a:pt x="1437015" y="483464"/>
                  <a:pt x="1481085" y="699372"/>
                  <a:pt x="1500657" y="765637"/>
                </a:cubicBezTo>
                <a:lnTo>
                  <a:pt x="1511761" y="804002"/>
                </a:lnTo>
                <a:lnTo>
                  <a:pt x="940658" y="804002"/>
                </a:lnTo>
                <a:lnTo>
                  <a:pt x="945757" y="796147"/>
                </a:lnTo>
                <a:cubicBezTo>
                  <a:pt x="962768" y="776807"/>
                  <a:pt x="996515" y="753470"/>
                  <a:pt x="998241" y="733006"/>
                </a:cubicBezTo>
                <a:cubicBezTo>
                  <a:pt x="1057658" y="681914"/>
                  <a:pt x="907050" y="660556"/>
                  <a:pt x="861693" y="654650"/>
                </a:cubicBezTo>
                <a:cubicBezTo>
                  <a:pt x="783348" y="644434"/>
                  <a:pt x="683612" y="644500"/>
                  <a:pt x="614457" y="675332"/>
                </a:cubicBezTo>
                <a:cubicBezTo>
                  <a:pt x="543278" y="707076"/>
                  <a:pt x="604495" y="737632"/>
                  <a:pt x="629213" y="777636"/>
                </a:cubicBezTo>
                <a:cubicBezTo>
                  <a:pt x="634814" y="786700"/>
                  <a:pt x="637956" y="794674"/>
                  <a:pt x="639019" y="801701"/>
                </a:cubicBezTo>
                <a:lnTo>
                  <a:pt x="638685" y="804002"/>
                </a:lnTo>
                <a:lnTo>
                  <a:pt x="49885" y="804002"/>
                </a:lnTo>
                <a:lnTo>
                  <a:pt x="37831" y="779711"/>
                </a:lnTo>
                <a:cubicBezTo>
                  <a:pt x="-5099" y="687662"/>
                  <a:pt x="-21198" y="592218"/>
                  <a:pt x="61171" y="508416"/>
                </a:cubicBezTo>
                <a:cubicBezTo>
                  <a:pt x="173351" y="438054"/>
                  <a:pt x="246789" y="548923"/>
                  <a:pt x="365343" y="515698"/>
                </a:cubicBezTo>
                <a:cubicBezTo>
                  <a:pt x="443837" y="457151"/>
                  <a:pt x="472653" y="270266"/>
                  <a:pt x="295820" y="297663"/>
                </a:cubicBezTo>
                <a:cubicBezTo>
                  <a:pt x="176750" y="316111"/>
                  <a:pt x="1883" y="372477"/>
                  <a:pt x="10" y="222676"/>
                </a:cubicBezTo>
                <a:cubicBezTo>
                  <a:pt x="-745" y="161248"/>
                  <a:pt x="44173" y="105265"/>
                  <a:pt x="52276" y="44711"/>
                </a:cubicBezTo>
                <a:cubicBezTo>
                  <a:pt x="52992" y="39358"/>
                  <a:pt x="53104" y="34006"/>
                  <a:pt x="53195" y="28680"/>
                </a:cubicBezTo>
                <a:cubicBezTo>
                  <a:pt x="77712" y="32248"/>
                  <a:pt x="103974" y="33120"/>
                  <a:pt x="136631" y="27914"/>
                </a:cubicBezTo>
                <a:cubicBezTo>
                  <a:pt x="218045" y="14949"/>
                  <a:pt x="306829" y="1323"/>
                  <a:pt x="393781" y="91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75" name="Picture 74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22CE03CB-392D-5600-D83D-AF806938F9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5264897" y="7262618"/>
            <a:ext cx="2175691" cy="804736"/>
          </a:xfrm>
          <a:custGeom>
            <a:avLst/>
            <a:gdLst>
              <a:gd name="connsiteX0" fmla="*/ 1547782 w 2175691"/>
              <a:gd name="connsiteY0" fmla="*/ 1498 h 804736"/>
              <a:gd name="connsiteX1" fmla="*/ 1666495 w 2175691"/>
              <a:gd name="connsiteY1" fmla="*/ 3261 h 804736"/>
              <a:gd name="connsiteX2" fmla="*/ 1801940 w 2175691"/>
              <a:gd name="connsiteY2" fmla="*/ 29414 h 804736"/>
              <a:gd name="connsiteX3" fmla="*/ 1801021 w 2175691"/>
              <a:gd name="connsiteY3" fmla="*/ 45445 h 804736"/>
              <a:gd name="connsiteX4" fmla="*/ 1748755 w 2175691"/>
              <a:gd name="connsiteY4" fmla="*/ 223410 h 804736"/>
              <a:gd name="connsiteX5" fmla="*/ 2044565 w 2175691"/>
              <a:gd name="connsiteY5" fmla="*/ 298397 h 804736"/>
              <a:gd name="connsiteX6" fmla="*/ 2114088 w 2175691"/>
              <a:gd name="connsiteY6" fmla="*/ 516432 h 804736"/>
              <a:gd name="connsiteX7" fmla="*/ 1809916 w 2175691"/>
              <a:gd name="connsiteY7" fmla="*/ 509150 h 804736"/>
              <a:gd name="connsiteX8" fmla="*/ 1786593 w 2175691"/>
              <a:gd name="connsiteY8" fmla="*/ 780433 h 804736"/>
              <a:gd name="connsiteX9" fmla="*/ 1798654 w 2175691"/>
              <a:gd name="connsiteY9" fmla="*/ 804736 h 804736"/>
              <a:gd name="connsiteX10" fmla="*/ 1652483 w 2175691"/>
              <a:gd name="connsiteY10" fmla="*/ 804736 h 804736"/>
              <a:gd name="connsiteX11" fmla="*/ 1508316 w 2175691"/>
              <a:gd name="connsiteY11" fmla="*/ 796529 h 804736"/>
              <a:gd name="connsiteX12" fmla="*/ 1405450 w 2175691"/>
              <a:gd name="connsiteY12" fmla="*/ 802332 h 804736"/>
              <a:gd name="connsiteX13" fmla="*/ 1388049 w 2175691"/>
              <a:gd name="connsiteY13" fmla="*/ 804736 h 804736"/>
              <a:gd name="connsiteX14" fmla="*/ 742759 w 2175691"/>
              <a:gd name="connsiteY14" fmla="*/ 804736 h 804736"/>
              <a:gd name="connsiteX15" fmla="*/ 697252 w 2175691"/>
              <a:gd name="connsiteY15" fmla="*/ 799860 h 804736"/>
              <a:gd name="connsiteX16" fmla="*/ 585533 w 2175691"/>
              <a:gd name="connsiteY16" fmla="*/ 800821 h 804736"/>
              <a:gd name="connsiteX17" fmla="*/ 542134 w 2175691"/>
              <a:gd name="connsiteY17" fmla="*/ 804736 h 804736"/>
              <a:gd name="connsiteX18" fmla="*/ 365878 w 2175691"/>
              <a:gd name="connsiteY18" fmla="*/ 804736 h 804736"/>
              <a:gd name="connsiteX19" fmla="*/ 369823 w 2175691"/>
              <a:gd name="connsiteY19" fmla="*/ 778226 h 804736"/>
              <a:gd name="connsiteX20" fmla="*/ 247499 w 2175691"/>
              <a:gd name="connsiteY20" fmla="*/ 482494 h 804736"/>
              <a:gd name="connsiteX21" fmla="*/ 4747 w 2175691"/>
              <a:gd name="connsiteY21" fmla="*/ 425124 h 804736"/>
              <a:gd name="connsiteX22" fmla="*/ 14137 w 2175691"/>
              <a:gd name="connsiteY22" fmla="*/ 344427 h 804736"/>
              <a:gd name="connsiteX23" fmla="*/ 83753 w 2175691"/>
              <a:gd name="connsiteY23" fmla="*/ 298687 h 804736"/>
              <a:gd name="connsiteX24" fmla="*/ 307541 w 2175691"/>
              <a:gd name="connsiteY24" fmla="*/ 330063 h 804736"/>
              <a:gd name="connsiteX25" fmla="*/ 359734 w 2175691"/>
              <a:gd name="connsiteY25" fmla="*/ 65930 h 804736"/>
              <a:gd name="connsiteX26" fmla="*/ 365762 w 2175691"/>
              <a:gd name="connsiteY26" fmla="*/ 4938 h 804736"/>
              <a:gd name="connsiteX27" fmla="*/ 650472 w 2175691"/>
              <a:gd name="connsiteY27" fmla="*/ 15089 h 804736"/>
              <a:gd name="connsiteX28" fmla="*/ 918457 w 2175691"/>
              <a:gd name="connsiteY28" fmla="*/ 47361 h 804736"/>
              <a:gd name="connsiteX29" fmla="*/ 872753 w 2175691"/>
              <a:gd name="connsiteY29" fmla="*/ 198538 h 804736"/>
              <a:gd name="connsiteX30" fmla="*/ 1286990 w 2175691"/>
              <a:gd name="connsiteY30" fmla="*/ 186035 h 804736"/>
              <a:gd name="connsiteX31" fmla="*/ 1218277 w 2175691"/>
              <a:gd name="connsiteY31" fmla="*/ 82807 h 804736"/>
              <a:gd name="connsiteX32" fmla="*/ 1430117 w 2175691"/>
              <a:gd name="connsiteY32" fmla="*/ 14058 h 804736"/>
              <a:gd name="connsiteX33" fmla="*/ 1547782 w 2175691"/>
              <a:gd name="connsiteY33" fmla="*/ 1498 h 804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175691" h="804736">
                <a:moveTo>
                  <a:pt x="1547782" y="1498"/>
                </a:moveTo>
                <a:cubicBezTo>
                  <a:pt x="1587369" y="-777"/>
                  <a:pt x="1627130" y="-665"/>
                  <a:pt x="1666495" y="3261"/>
                </a:cubicBezTo>
                <a:cubicBezTo>
                  <a:pt x="1722344" y="8837"/>
                  <a:pt x="1759505" y="23216"/>
                  <a:pt x="1801940" y="29414"/>
                </a:cubicBezTo>
                <a:cubicBezTo>
                  <a:pt x="1801847" y="34740"/>
                  <a:pt x="1801737" y="40093"/>
                  <a:pt x="1801021" y="45445"/>
                </a:cubicBezTo>
                <a:cubicBezTo>
                  <a:pt x="1792898" y="106001"/>
                  <a:pt x="1748000" y="161996"/>
                  <a:pt x="1748755" y="223410"/>
                </a:cubicBezTo>
                <a:cubicBezTo>
                  <a:pt x="1750628" y="373212"/>
                  <a:pt x="1925495" y="316847"/>
                  <a:pt x="2044565" y="298397"/>
                </a:cubicBezTo>
                <a:cubicBezTo>
                  <a:pt x="2221396" y="271000"/>
                  <a:pt x="2192580" y="457887"/>
                  <a:pt x="2114088" y="516432"/>
                </a:cubicBezTo>
                <a:cubicBezTo>
                  <a:pt x="1995532" y="549644"/>
                  <a:pt x="1922093" y="438789"/>
                  <a:pt x="1809916" y="509150"/>
                </a:cubicBezTo>
                <a:cubicBezTo>
                  <a:pt x="1727527" y="592940"/>
                  <a:pt x="1743626" y="688384"/>
                  <a:pt x="1786593" y="780433"/>
                </a:cubicBezTo>
                <a:lnTo>
                  <a:pt x="1798654" y="804736"/>
                </a:lnTo>
                <a:lnTo>
                  <a:pt x="1652483" y="804736"/>
                </a:lnTo>
                <a:lnTo>
                  <a:pt x="1508316" y="796529"/>
                </a:lnTo>
                <a:cubicBezTo>
                  <a:pt x="1482168" y="796582"/>
                  <a:pt x="1444679" y="798216"/>
                  <a:pt x="1405450" y="802332"/>
                </a:cubicBezTo>
                <a:lnTo>
                  <a:pt x="1388049" y="804736"/>
                </a:lnTo>
                <a:lnTo>
                  <a:pt x="742759" y="804736"/>
                </a:lnTo>
                <a:lnTo>
                  <a:pt x="697252" y="799860"/>
                </a:lnTo>
                <a:cubicBezTo>
                  <a:pt x="659955" y="798233"/>
                  <a:pt x="622723" y="798769"/>
                  <a:pt x="585533" y="800821"/>
                </a:cubicBezTo>
                <a:lnTo>
                  <a:pt x="542134" y="804736"/>
                </a:lnTo>
                <a:lnTo>
                  <a:pt x="365878" y="804736"/>
                </a:lnTo>
                <a:lnTo>
                  <a:pt x="369823" y="778226"/>
                </a:lnTo>
                <a:cubicBezTo>
                  <a:pt x="389376" y="689178"/>
                  <a:pt x="459102" y="461956"/>
                  <a:pt x="247499" y="482494"/>
                </a:cubicBezTo>
                <a:cubicBezTo>
                  <a:pt x="157724" y="549209"/>
                  <a:pt x="31780" y="510248"/>
                  <a:pt x="4747" y="425124"/>
                </a:cubicBezTo>
                <a:cubicBezTo>
                  <a:pt x="-3781" y="398295"/>
                  <a:pt x="-914" y="369816"/>
                  <a:pt x="14137" y="344427"/>
                </a:cubicBezTo>
                <a:cubicBezTo>
                  <a:pt x="30366" y="317045"/>
                  <a:pt x="59512" y="320442"/>
                  <a:pt x="83753" y="298687"/>
                </a:cubicBezTo>
                <a:cubicBezTo>
                  <a:pt x="152119" y="282406"/>
                  <a:pt x="235114" y="327432"/>
                  <a:pt x="307541" y="330063"/>
                </a:cubicBezTo>
                <a:cubicBezTo>
                  <a:pt x="485733" y="336564"/>
                  <a:pt x="360541" y="128217"/>
                  <a:pt x="359734" y="65930"/>
                </a:cubicBezTo>
                <a:cubicBezTo>
                  <a:pt x="359476" y="45789"/>
                  <a:pt x="362013" y="25423"/>
                  <a:pt x="365762" y="4938"/>
                </a:cubicBezTo>
                <a:cubicBezTo>
                  <a:pt x="460849" y="4754"/>
                  <a:pt x="555918" y="7912"/>
                  <a:pt x="650472" y="15089"/>
                </a:cubicBezTo>
                <a:cubicBezTo>
                  <a:pt x="740598" y="21921"/>
                  <a:pt x="830226" y="32401"/>
                  <a:pt x="918457" y="47361"/>
                </a:cubicBezTo>
                <a:cubicBezTo>
                  <a:pt x="938344" y="102657"/>
                  <a:pt x="814200" y="158850"/>
                  <a:pt x="872753" y="198538"/>
                </a:cubicBezTo>
                <a:cubicBezTo>
                  <a:pt x="974180" y="267287"/>
                  <a:pt x="1184000" y="239917"/>
                  <a:pt x="1286990" y="186035"/>
                </a:cubicBezTo>
                <a:cubicBezTo>
                  <a:pt x="1302153" y="139001"/>
                  <a:pt x="1223257" y="127106"/>
                  <a:pt x="1218277" y="82807"/>
                </a:cubicBezTo>
                <a:cubicBezTo>
                  <a:pt x="1212101" y="27894"/>
                  <a:pt x="1376786" y="21816"/>
                  <a:pt x="1430117" y="14058"/>
                </a:cubicBezTo>
                <a:cubicBezTo>
                  <a:pt x="1468784" y="8435"/>
                  <a:pt x="1508196" y="3773"/>
                  <a:pt x="1547782" y="1498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73" name="Picture 72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983ACC14-90FA-B924-F52A-E0FDE9741D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2711328" y="7256092"/>
            <a:ext cx="1869104" cy="799785"/>
          </a:xfrm>
          <a:custGeom>
            <a:avLst/>
            <a:gdLst>
              <a:gd name="connsiteX0" fmla="*/ 1831653 w 1869104"/>
              <a:gd name="connsiteY0" fmla="*/ 0 h 799785"/>
              <a:gd name="connsiteX1" fmla="*/ 1825625 w 1869104"/>
              <a:gd name="connsiteY1" fmla="*/ 60992 h 799785"/>
              <a:gd name="connsiteX2" fmla="*/ 1773432 w 1869104"/>
              <a:gd name="connsiteY2" fmla="*/ 325123 h 799785"/>
              <a:gd name="connsiteX3" fmla="*/ 1549644 w 1869104"/>
              <a:gd name="connsiteY3" fmla="*/ 293749 h 799785"/>
              <a:gd name="connsiteX4" fmla="*/ 1480028 w 1869104"/>
              <a:gd name="connsiteY4" fmla="*/ 339489 h 799785"/>
              <a:gd name="connsiteX5" fmla="*/ 1470637 w 1869104"/>
              <a:gd name="connsiteY5" fmla="*/ 420186 h 799785"/>
              <a:gd name="connsiteX6" fmla="*/ 1713392 w 1869104"/>
              <a:gd name="connsiteY6" fmla="*/ 477556 h 799785"/>
              <a:gd name="connsiteX7" fmla="*/ 1835751 w 1869104"/>
              <a:gd name="connsiteY7" fmla="*/ 773300 h 799785"/>
              <a:gd name="connsiteX8" fmla="*/ 1831810 w 1869104"/>
              <a:gd name="connsiteY8" fmla="*/ 799785 h 799785"/>
              <a:gd name="connsiteX9" fmla="*/ 1215886 w 1869104"/>
              <a:gd name="connsiteY9" fmla="*/ 799785 h 799785"/>
              <a:gd name="connsiteX10" fmla="*/ 1219649 w 1869104"/>
              <a:gd name="connsiteY10" fmla="*/ 785061 h 799785"/>
              <a:gd name="connsiteX11" fmla="*/ 1269196 w 1869104"/>
              <a:gd name="connsiteY11" fmla="*/ 738544 h 799785"/>
              <a:gd name="connsiteX12" fmla="*/ 1147702 w 1869104"/>
              <a:gd name="connsiteY12" fmla="*/ 651965 h 799785"/>
              <a:gd name="connsiteX13" fmla="*/ 904818 w 1869104"/>
              <a:gd name="connsiteY13" fmla="*/ 662789 h 799785"/>
              <a:gd name="connsiteX14" fmla="*/ 887820 w 1869104"/>
              <a:gd name="connsiteY14" fmla="*/ 752776 h 799785"/>
              <a:gd name="connsiteX15" fmla="*/ 908783 w 1869104"/>
              <a:gd name="connsiteY15" fmla="*/ 780188 h 799785"/>
              <a:gd name="connsiteX16" fmla="*/ 915580 w 1869104"/>
              <a:gd name="connsiteY16" fmla="*/ 799785 h 799785"/>
              <a:gd name="connsiteX17" fmla="*/ 350125 w 1869104"/>
              <a:gd name="connsiteY17" fmla="*/ 799785 h 799785"/>
              <a:gd name="connsiteX18" fmla="*/ 374101 w 1869104"/>
              <a:gd name="connsiteY18" fmla="*/ 749406 h 799785"/>
              <a:gd name="connsiteX19" fmla="*/ 314373 w 1869104"/>
              <a:gd name="connsiteY19" fmla="*/ 476207 h 799785"/>
              <a:gd name="connsiteX20" fmla="*/ 119384 w 1869104"/>
              <a:gd name="connsiteY20" fmla="*/ 514243 h 799785"/>
              <a:gd name="connsiteX21" fmla="*/ 1453 w 1869104"/>
              <a:gd name="connsiteY21" fmla="*/ 410922 h 799785"/>
              <a:gd name="connsiteX22" fmla="*/ 78052 w 1869104"/>
              <a:gd name="connsiteY22" fmla="*/ 292732 h 799785"/>
              <a:gd name="connsiteX23" fmla="*/ 343795 w 1869104"/>
              <a:gd name="connsiteY23" fmla="*/ 325204 h 799785"/>
              <a:gd name="connsiteX24" fmla="*/ 337640 w 1869104"/>
              <a:gd name="connsiteY24" fmla="*/ 33041 h 799785"/>
              <a:gd name="connsiteX25" fmla="*/ 768968 w 1869104"/>
              <a:gd name="connsiteY25" fmla="*/ 8537 h 799785"/>
              <a:gd name="connsiteX26" fmla="*/ 913530 w 1869104"/>
              <a:gd name="connsiteY26" fmla="*/ 87436 h 799785"/>
              <a:gd name="connsiteX27" fmla="*/ 921396 w 1869104"/>
              <a:gd name="connsiteY27" fmla="*/ 216569 h 799785"/>
              <a:gd name="connsiteX28" fmla="*/ 1281253 w 1869104"/>
              <a:gd name="connsiteY28" fmla="*/ 148283 h 799785"/>
              <a:gd name="connsiteX29" fmla="*/ 1235987 w 1869104"/>
              <a:gd name="connsiteY29" fmla="*/ 41908 h 799785"/>
              <a:gd name="connsiteX30" fmla="*/ 1557877 w 1869104"/>
              <a:gd name="connsiteY30" fmla="*/ 9475 h 799785"/>
              <a:gd name="connsiteX31" fmla="*/ 1831653 w 1869104"/>
              <a:gd name="connsiteY31" fmla="*/ 0 h 799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69104" h="799785">
                <a:moveTo>
                  <a:pt x="1831653" y="0"/>
                </a:moveTo>
                <a:cubicBezTo>
                  <a:pt x="1827904" y="20485"/>
                  <a:pt x="1825367" y="40851"/>
                  <a:pt x="1825625" y="60992"/>
                </a:cubicBezTo>
                <a:cubicBezTo>
                  <a:pt x="1826434" y="123278"/>
                  <a:pt x="1951623" y="331613"/>
                  <a:pt x="1773432" y="325123"/>
                </a:cubicBezTo>
                <a:cubicBezTo>
                  <a:pt x="1701005" y="322494"/>
                  <a:pt x="1618027" y="277467"/>
                  <a:pt x="1549644" y="293749"/>
                </a:cubicBezTo>
                <a:cubicBezTo>
                  <a:pt x="1525403" y="315516"/>
                  <a:pt x="1496257" y="312106"/>
                  <a:pt x="1480028" y="339489"/>
                </a:cubicBezTo>
                <a:cubicBezTo>
                  <a:pt x="1464959" y="364864"/>
                  <a:pt x="1462109" y="393357"/>
                  <a:pt x="1470637" y="420186"/>
                </a:cubicBezTo>
                <a:cubicBezTo>
                  <a:pt x="1497671" y="505323"/>
                  <a:pt x="1623615" y="544270"/>
                  <a:pt x="1713392" y="477556"/>
                </a:cubicBezTo>
                <a:cubicBezTo>
                  <a:pt x="1925013" y="457018"/>
                  <a:pt x="1855286" y="684238"/>
                  <a:pt x="1835751" y="773300"/>
                </a:cubicBezTo>
                <a:lnTo>
                  <a:pt x="1831810" y="799785"/>
                </a:lnTo>
                <a:lnTo>
                  <a:pt x="1215886" y="799785"/>
                </a:lnTo>
                <a:lnTo>
                  <a:pt x="1219649" y="785061"/>
                </a:lnTo>
                <a:cubicBezTo>
                  <a:pt x="1229942" y="767793"/>
                  <a:pt x="1253001" y="758863"/>
                  <a:pt x="1269196" y="738544"/>
                </a:cubicBezTo>
                <a:cubicBezTo>
                  <a:pt x="1321336" y="673137"/>
                  <a:pt x="1217721" y="661416"/>
                  <a:pt x="1147702" y="651965"/>
                </a:cubicBezTo>
                <a:cubicBezTo>
                  <a:pt x="1067371" y="641115"/>
                  <a:pt x="982152" y="642397"/>
                  <a:pt x="904818" y="662789"/>
                </a:cubicBezTo>
                <a:cubicBezTo>
                  <a:pt x="844668" y="695196"/>
                  <a:pt x="846671" y="705742"/>
                  <a:pt x="887820" y="752776"/>
                </a:cubicBezTo>
                <a:cubicBezTo>
                  <a:pt x="896085" y="762219"/>
                  <a:pt x="903488" y="771489"/>
                  <a:pt x="908783" y="780188"/>
                </a:cubicBezTo>
                <a:lnTo>
                  <a:pt x="915580" y="799785"/>
                </a:lnTo>
                <a:lnTo>
                  <a:pt x="350125" y="799785"/>
                </a:lnTo>
                <a:lnTo>
                  <a:pt x="374101" y="749406"/>
                </a:lnTo>
                <a:cubicBezTo>
                  <a:pt x="400748" y="686869"/>
                  <a:pt x="447319" y="500776"/>
                  <a:pt x="314373" y="476207"/>
                </a:cubicBezTo>
                <a:cubicBezTo>
                  <a:pt x="239631" y="462398"/>
                  <a:pt x="189973" y="513741"/>
                  <a:pt x="119384" y="514243"/>
                </a:cubicBezTo>
                <a:cubicBezTo>
                  <a:pt x="44053" y="514785"/>
                  <a:pt x="8308" y="458961"/>
                  <a:pt x="1453" y="410922"/>
                </a:cubicBezTo>
                <a:cubicBezTo>
                  <a:pt x="-7332" y="349230"/>
                  <a:pt x="24425" y="331098"/>
                  <a:pt x="78052" y="292732"/>
                </a:cubicBezTo>
                <a:cubicBezTo>
                  <a:pt x="166432" y="285476"/>
                  <a:pt x="257310" y="349243"/>
                  <a:pt x="343795" y="325204"/>
                </a:cubicBezTo>
                <a:cubicBezTo>
                  <a:pt x="435318" y="230406"/>
                  <a:pt x="387665" y="132238"/>
                  <a:pt x="337640" y="33041"/>
                </a:cubicBezTo>
                <a:cubicBezTo>
                  <a:pt x="478910" y="12053"/>
                  <a:pt x="624905" y="-9647"/>
                  <a:pt x="768968" y="8537"/>
                </a:cubicBezTo>
                <a:cubicBezTo>
                  <a:pt x="830977" y="16374"/>
                  <a:pt x="943503" y="25507"/>
                  <a:pt x="913530" y="87436"/>
                </a:cubicBezTo>
                <a:cubicBezTo>
                  <a:pt x="879309" y="141185"/>
                  <a:pt x="800837" y="188577"/>
                  <a:pt x="921396" y="216569"/>
                </a:cubicBezTo>
                <a:cubicBezTo>
                  <a:pt x="994705" y="233578"/>
                  <a:pt x="1315233" y="246794"/>
                  <a:pt x="1281253" y="148283"/>
                </a:cubicBezTo>
                <a:cubicBezTo>
                  <a:pt x="1239848" y="115877"/>
                  <a:pt x="1187433" y="84555"/>
                  <a:pt x="1235987" y="41908"/>
                </a:cubicBezTo>
                <a:cubicBezTo>
                  <a:pt x="1342507" y="27489"/>
                  <a:pt x="1449944" y="16586"/>
                  <a:pt x="1557877" y="9475"/>
                </a:cubicBezTo>
                <a:cubicBezTo>
                  <a:pt x="1648829" y="3490"/>
                  <a:pt x="1740242" y="199"/>
                  <a:pt x="1831653" y="0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71" name="Picture 70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2C51EBE0-15E7-AEE8-53B4-352ABC7EDC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-2912132" y="6097177"/>
            <a:ext cx="1600258" cy="948226"/>
          </a:xfrm>
          <a:custGeom>
            <a:avLst/>
            <a:gdLst>
              <a:gd name="connsiteX0" fmla="*/ 740602 w 1600258"/>
              <a:gd name="connsiteY0" fmla="*/ 629 h 948226"/>
              <a:gd name="connsiteX1" fmla="*/ 873536 w 1600258"/>
              <a:gd name="connsiteY1" fmla="*/ 7468 h 948226"/>
              <a:gd name="connsiteX2" fmla="*/ 995033 w 1600258"/>
              <a:gd name="connsiteY2" fmla="*/ 94046 h 948226"/>
              <a:gd name="connsiteX3" fmla="*/ 1021148 w 1600258"/>
              <a:gd name="connsiteY3" fmla="*/ 201292 h 948226"/>
              <a:gd name="connsiteX4" fmla="*/ 1516965 w 1600258"/>
              <a:gd name="connsiteY4" fmla="*/ 183953 h 948226"/>
              <a:gd name="connsiteX5" fmla="*/ 1533707 w 1600258"/>
              <a:gd name="connsiteY5" fmla="*/ 181468 h 948226"/>
              <a:gd name="connsiteX6" fmla="*/ 1539864 w 1600258"/>
              <a:gd name="connsiteY6" fmla="*/ 473632 h 948226"/>
              <a:gd name="connsiteX7" fmla="*/ 1274120 w 1600258"/>
              <a:gd name="connsiteY7" fmla="*/ 441160 h 948226"/>
              <a:gd name="connsiteX8" fmla="*/ 1197520 w 1600258"/>
              <a:gd name="connsiteY8" fmla="*/ 559350 h 948226"/>
              <a:gd name="connsiteX9" fmla="*/ 1315451 w 1600258"/>
              <a:gd name="connsiteY9" fmla="*/ 662671 h 948226"/>
              <a:gd name="connsiteX10" fmla="*/ 1510440 w 1600258"/>
              <a:gd name="connsiteY10" fmla="*/ 624635 h 948226"/>
              <a:gd name="connsiteX11" fmla="*/ 1570187 w 1600258"/>
              <a:gd name="connsiteY11" fmla="*/ 897848 h 948226"/>
              <a:gd name="connsiteX12" fmla="*/ 1546211 w 1600258"/>
              <a:gd name="connsiteY12" fmla="*/ 948226 h 948226"/>
              <a:gd name="connsiteX13" fmla="*/ 943100 w 1600258"/>
              <a:gd name="connsiteY13" fmla="*/ 948226 h 948226"/>
              <a:gd name="connsiteX14" fmla="*/ 943372 w 1600258"/>
              <a:gd name="connsiteY14" fmla="*/ 930160 h 948226"/>
              <a:gd name="connsiteX15" fmla="*/ 1012290 w 1600258"/>
              <a:gd name="connsiteY15" fmla="*/ 861346 h 948226"/>
              <a:gd name="connsiteX16" fmla="*/ 832921 w 1600258"/>
              <a:gd name="connsiteY16" fmla="*/ 796020 h 948226"/>
              <a:gd name="connsiteX17" fmla="*/ 614555 w 1600258"/>
              <a:gd name="connsiteY17" fmla="*/ 819557 h 948226"/>
              <a:gd name="connsiteX18" fmla="*/ 629312 w 1600258"/>
              <a:gd name="connsiteY18" fmla="*/ 921861 h 948226"/>
              <a:gd name="connsiteX19" fmla="*/ 638841 w 1600258"/>
              <a:gd name="connsiteY19" fmla="*/ 948160 h 948226"/>
              <a:gd name="connsiteX20" fmla="*/ 638820 w 1600258"/>
              <a:gd name="connsiteY20" fmla="*/ 948226 h 948226"/>
              <a:gd name="connsiteX21" fmla="*/ 49593 w 1600258"/>
              <a:gd name="connsiteY21" fmla="*/ 948226 h 948226"/>
              <a:gd name="connsiteX22" fmla="*/ 32105 w 1600258"/>
              <a:gd name="connsiteY22" fmla="*/ 912411 h 948226"/>
              <a:gd name="connsiteX23" fmla="*/ 8158 w 1600258"/>
              <a:gd name="connsiteY23" fmla="*/ 737222 h 948226"/>
              <a:gd name="connsiteX24" fmla="*/ 97989 w 1600258"/>
              <a:gd name="connsiteY24" fmla="*/ 626209 h 948226"/>
              <a:gd name="connsiteX25" fmla="*/ 281052 w 1600258"/>
              <a:gd name="connsiteY25" fmla="*/ 660927 h 948226"/>
              <a:gd name="connsiteX26" fmla="*/ 410303 w 1600258"/>
              <a:gd name="connsiteY26" fmla="*/ 478086 h 948226"/>
              <a:gd name="connsiteX27" fmla="*/ 45705 w 1600258"/>
              <a:gd name="connsiteY27" fmla="*/ 440671 h 948226"/>
              <a:gd name="connsiteX28" fmla="*/ 48369 w 1600258"/>
              <a:gd name="connsiteY28" fmla="*/ 208205 h 948226"/>
              <a:gd name="connsiteX29" fmla="*/ 157240 w 1600258"/>
              <a:gd name="connsiteY29" fmla="*/ 208336 h 948226"/>
              <a:gd name="connsiteX30" fmla="*/ 447481 w 1600258"/>
              <a:gd name="connsiteY30" fmla="*/ 198649 h 948226"/>
              <a:gd name="connsiteX31" fmla="*/ 629275 w 1600258"/>
              <a:gd name="connsiteY31" fmla="*/ 128922 h 948226"/>
              <a:gd name="connsiteX32" fmla="*/ 614519 w 1600258"/>
              <a:gd name="connsiteY32" fmla="*/ 26618 h 948226"/>
              <a:gd name="connsiteX33" fmla="*/ 740602 w 1600258"/>
              <a:gd name="connsiteY33" fmla="*/ 629 h 94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600258" h="948226">
                <a:moveTo>
                  <a:pt x="740602" y="629"/>
                </a:moveTo>
                <a:cubicBezTo>
                  <a:pt x="785906" y="-1469"/>
                  <a:pt x="832351" y="1904"/>
                  <a:pt x="873536" y="7468"/>
                </a:cubicBezTo>
                <a:cubicBezTo>
                  <a:pt x="943556" y="16918"/>
                  <a:pt x="1047170" y="28639"/>
                  <a:pt x="995033" y="94046"/>
                </a:cubicBezTo>
                <a:cubicBezTo>
                  <a:pt x="949363" y="151323"/>
                  <a:pt x="898879" y="178693"/>
                  <a:pt x="1021148" y="201292"/>
                </a:cubicBezTo>
                <a:cubicBezTo>
                  <a:pt x="1185318" y="231635"/>
                  <a:pt x="1354505" y="207980"/>
                  <a:pt x="1516965" y="183953"/>
                </a:cubicBezTo>
                <a:cubicBezTo>
                  <a:pt x="1522534" y="183120"/>
                  <a:pt x="1528121" y="182300"/>
                  <a:pt x="1533707" y="181468"/>
                </a:cubicBezTo>
                <a:cubicBezTo>
                  <a:pt x="1583732" y="280654"/>
                  <a:pt x="1631387" y="378820"/>
                  <a:pt x="1539864" y="473632"/>
                </a:cubicBezTo>
                <a:cubicBezTo>
                  <a:pt x="1453377" y="497672"/>
                  <a:pt x="1362498" y="433905"/>
                  <a:pt x="1274120" y="441160"/>
                </a:cubicBezTo>
                <a:cubicBezTo>
                  <a:pt x="1220494" y="479526"/>
                  <a:pt x="1188735" y="497658"/>
                  <a:pt x="1197520" y="559350"/>
                </a:cubicBezTo>
                <a:cubicBezTo>
                  <a:pt x="1204375" y="607376"/>
                  <a:pt x="1240139" y="663213"/>
                  <a:pt x="1315451" y="662671"/>
                </a:cubicBezTo>
                <a:cubicBezTo>
                  <a:pt x="1386041" y="662168"/>
                  <a:pt x="1435697" y="610826"/>
                  <a:pt x="1510440" y="624635"/>
                </a:cubicBezTo>
                <a:cubicBezTo>
                  <a:pt x="1643386" y="649218"/>
                  <a:pt x="1596817" y="835309"/>
                  <a:pt x="1570187" y="897848"/>
                </a:cubicBezTo>
                <a:lnTo>
                  <a:pt x="1546211" y="948226"/>
                </a:lnTo>
                <a:lnTo>
                  <a:pt x="943100" y="948226"/>
                </a:lnTo>
                <a:lnTo>
                  <a:pt x="943372" y="930160"/>
                </a:lnTo>
                <a:cubicBezTo>
                  <a:pt x="975571" y="912543"/>
                  <a:pt x="997165" y="887936"/>
                  <a:pt x="1012290" y="861346"/>
                </a:cubicBezTo>
                <a:cubicBezTo>
                  <a:pt x="1008045" y="806882"/>
                  <a:pt x="893936" y="800922"/>
                  <a:pt x="832921" y="796020"/>
                </a:cubicBezTo>
                <a:cubicBezTo>
                  <a:pt x="761449" y="790258"/>
                  <a:pt x="676818" y="791791"/>
                  <a:pt x="614555" y="819557"/>
                </a:cubicBezTo>
                <a:cubicBezTo>
                  <a:pt x="543378" y="851288"/>
                  <a:pt x="604594" y="881869"/>
                  <a:pt x="629312" y="921861"/>
                </a:cubicBezTo>
                <a:cubicBezTo>
                  <a:pt x="635457" y="931804"/>
                  <a:pt x="638454" y="940518"/>
                  <a:pt x="638841" y="948160"/>
                </a:cubicBezTo>
                <a:lnTo>
                  <a:pt x="638820" y="948226"/>
                </a:lnTo>
                <a:lnTo>
                  <a:pt x="49593" y="948226"/>
                </a:lnTo>
                <a:lnTo>
                  <a:pt x="32105" y="912411"/>
                </a:lnTo>
                <a:cubicBezTo>
                  <a:pt x="6383" y="855446"/>
                  <a:pt x="-11042" y="796386"/>
                  <a:pt x="8158" y="737222"/>
                </a:cubicBezTo>
                <a:cubicBezTo>
                  <a:pt x="22841" y="691984"/>
                  <a:pt x="56639" y="660200"/>
                  <a:pt x="97989" y="626209"/>
                </a:cubicBezTo>
                <a:cubicBezTo>
                  <a:pt x="165509" y="611037"/>
                  <a:pt x="220350" y="647539"/>
                  <a:pt x="281052" y="660927"/>
                </a:cubicBezTo>
                <a:cubicBezTo>
                  <a:pt x="420375" y="691626"/>
                  <a:pt x="461558" y="545089"/>
                  <a:pt x="410303" y="478086"/>
                </a:cubicBezTo>
                <a:cubicBezTo>
                  <a:pt x="324993" y="366544"/>
                  <a:pt x="125261" y="551367"/>
                  <a:pt x="45705" y="440671"/>
                </a:cubicBezTo>
                <a:cubicBezTo>
                  <a:pt x="-9724" y="363557"/>
                  <a:pt x="12771" y="286139"/>
                  <a:pt x="48369" y="208205"/>
                </a:cubicBezTo>
                <a:cubicBezTo>
                  <a:pt x="84664" y="208521"/>
                  <a:pt x="120943" y="208626"/>
                  <a:pt x="157240" y="208336"/>
                </a:cubicBezTo>
                <a:cubicBezTo>
                  <a:pt x="254109" y="207543"/>
                  <a:pt x="350942" y="204476"/>
                  <a:pt x="447481" y="198649"/>
                </a:cubicBezTo>
                <a:cubicBezTo>
                  <a:pt x="524393" y="194011"/>
                  <a:pt x="679631" y="210398"/>
                  <a:pt x="629275" y="128922"/>
                </a:cubicBezTo>
                <a:cubicBezTo>
                  <a:pt x="604557" y="88932"/>
                  <a:pt x="543340" y="58348"/>
                  <a:pt x="614519" y="26618"/>
                </a:cubicBezTo>
                <a:cubicBezTo>
                  <a:pt x="651136" y="10296"/>
                  <a:pt x="695298" y="2727"/>
                  <a:pt x="740602" y="629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69" name="Picture 68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49AC00C5-2151-A111-3048-C709427664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12528079" y="6390633"/>
            <a:ext cx="1746884" cy="1025734"/>
          </a:xfrm>
          <a:custGeom>
            <a:avLst/>
            <a:gdLst>
              <a:gd name="connsiteX0" fmla="*/ 1230639 w 1746884"/>
              <a:gd name="connsiteY0" fmla="*/ 20 h 1025734"/>
              <a:gd name="connsiteX1" fmla="*/ 1488098 w 1746884"/>
              <a:gd name="connsiteY1" fmla="*/ 23344 h 1025734"/>
              <a:gd name="connsiteX2" fmla="*/ 1482730 w 1746884"/>
              <a:gd name="connsiteY2" fmla="*/ 165798 h 1025734"/>
              <a:gd name="connsiteX3" fmla="*/ 1596324 w 1746884"/>
              <a:gd name="connsiteY3" fmla="*/ 329213 h 1025734"/>
              <a:gd name="connsiteX4" fmla="*/ 1743715 w 1746884"/>
              <a:gd name="connsiteY4" fmla="*/ 306867 h 1025734"/>
              <a:gd name="connsiteX5" fmla="*/ 1746884 w 1746884"/>
              <a:gd name="connsiteY5" fmla="*/ 306483 h 1025734"/>
              <a:gd name="connsiteX6" fmla="*/ 1746884 w 1746884"/>
              <a:gd name="connsiteY6" fmla="*/ 513845 h 1025734"/>
              <a:gd name="connsiteX7" fmla="*/ 1717249 w 1746884"/>
              <a:gd name="connsiteY7" fmla="*/ 506622 h 1025734"/>
              <a:gd name="connsiteX8" fmla="*/ 1642251 w 1746884"/>
              <a:gd name="connsiteY8" fmla="*/ 481843 h 1025734"/>
              <a:gd name="connsiteX9" fmla="*/ 1473486 w 1746884"/>
              <a:gd name="connsiteY9" fmla="*/ 685300 h 1025734"/>
              <a:gd name="connsiteX10" fmla="*/ 1494768 w 1746884"/>
              <a:gd name="connsiteY10" fmla="*/ 796525 h 1025734"/>
              <a:gd name="connsiteX11" fmla="*/ 931706 w 1746884"/>
              <a:gd name="connsiteY11" fmla="*/ 871961 h 1025734"/>
              <a:gd name="connsiteX12" fmla="*/ 968223 w 1746884"/>
              <a:gd name="connsiteY12" fmla="*/ 990112 h 1025734"/>
              <a:gd name="connsiteX13" fmla="*/ 749287 w 1746884"/>
              <a:gd name="connsiteY13" fmla="*/ 1025265 h 1025734"/>
              <a:gd name="connsiteX14" fmla="*/ 568944 w 1746884"/>
              <a:gd name="connsiteY14" fmla="*/ 973037 h 1025734"/>
              <a:gd name="connsiteX15" fmla="*/ 631889 w 1746884"/>
              <a:gd name="connsiteY15" fmla="*/ 836504 h 1025734"/>
              <a:gd name="connsiteX16" fmla="*/ 128573 w 1746884"/>
              <a:gd name="connsiteY16" fmla="*/ 817789 h 1025734"/>
              <a:gd name="connsiteX17" fmla="*/ 45139 w 1746884"/>
              <a:gd name="connsiteY17" fmla="*/ 818557 h 1025734"/>
              <a:gd name="connsiteX18" fmla="*/ 8088 w 1746884"/>
              <a:gd name="connsiteY18" fmla="*/ 669745 h 1025734"/>
              <a:gd name="connsiteX19" fmla="*/ 197894 w 1746884"/>
              <a:gd name="connsiteY19" fmla="*/ 489296 h 1025734"/>
              <a:gd name="connsiteX20" fmla="*/ 377098 w 1746884"/>
              <a:gd name="connsiteY20" fmla="*/ 495640 h 1025734"/>
              <a:gd name="connsiteX21" fmla="*/ 420654 w 1746884"/>
              <a:gd name="connsiteY21" fmla="*/ 369256 h 1025734"/>
              <a:gd name="connsiteX22" fmla="*/ 89575 w 1746884"/>
              <a:gd name="connsiteY22" fmla="*/ 327798 h 1025734"/>
              <a:gd name="connsiteX23" fmla="*/ 44201 w 1746884"/>
              <a:gd name="connsiteY23" fmla="*/ 41634 h 1025734"/>
              <a:gd name="connsiteX24" fmla="*/ 44789 w 1746884"/>
              <a:gd name="connsiteY24" fmla="*/ 35635 h 1025734"/>
              <a:gd name="connsiteX25" fmla="*/ 413210 w 1746884"/>
              <a:gd name="connsiteY25" fmla="*/ 3692 h 1025734"/>
              <a:gd name="connsiteX26" fmla="*/ 631852 w 1746884"/>
              <a:gd name="connsiteY26" fmla="*/ 43564 h 1025734"/>
              <a:gd name="connsiteX27" fmla="*/ 586147 w 1746884"/>
              <a:gd name="connsiteY27" fmla="*/ 194741 h 1025734"/>
              <a:gd name="connsiteX28" fmla="*/ 1000384 w 1746884"/>
              <a:gd name="connsiteY28" fmla="*/ 182239 h 1025734"/>
              <a:gd name="connsiteX29" fmla="*/ 931669 w 1746884"/>
              <a:gd name="connsiteY29" fmla="*/ 79009 h 1025734"/>
              <a:gd name="connsiteX30" fmla="*/ 1144540 w 1746884"/>
              <a:gd name="connsiteY30" fmla="*/ 3124 h 1025734"/>
              <a:gd name="connsiteX31" fmla="*/ 1230639 w 1746884"/>
              <a:gd name="connsiteY31" fmla="*/ 20 h 102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746884" h="1025734">
                <a:moveTo>
                  <a:pt x="1230639" y="20"/>
                </a:moveTo>
                <a:cubicBezTo>
                  <a:pt x="1316665" y="524"/>
                  <a:pt x="1402474" y="10964"/>
                  <a:pt x="1488098" y="23344"/>
                </a:cubicBezTo>
                <a:cubicBezTo>
                  <a:pt x="1497269" y="68185"/>
                  <a:pt x="1502468" y="112815"/>
                  <a:pt x="1482730" y="165798"/>
                </a:cubicBezTo>
                <a:cubicBezTo>
                  <a:pt x="1455807" y="238010"/>
                  <a:pt x="1451452" y="331010"/>
                  <a:pt x="1596324" y="329213"/>
                </a:cubicBezTo>
                <a:cubicBezTo>
                  <a:pt x="1640900" y="328663"/>
                  <a:pt x="1694462" y="315077"/>
                  <a:pt x="1743715" y="306867"/>
                </a:cubicBezTo>
                <a:lnTo>
                  <a:pt x="1746884" y="306483"/>
                </a:lnTo>
                <a:lnTo>
                  <a:pt x="1746884" y="513845"/>
                </a:lnTo>
                <a:lnTo>
                  <a:pt x="1717249" y="506622"/>
                </a:lnTo>
                <a:cubicBezTo>
                  <a:pt x="1691987" y="498663"/>
                  <a:pt x="1667512" y="488371"/>
                  <a:pt x="1642251" y="481843"/>
                </a:cubicBezTo>
                <a:cubicBezTo>
                  <a:pt x="1487969" y="441983"/>
                  <a:pt x="1460972" y="612243"/>
                  <a:pt x="1473486" y="685300"/>
                </a:cubicBezTo>
                <a:cubicBezTo>
                  <a:pt x="1480488" y="726362"/>
                  <a:pt x="1488906" y="762191"/>
                  <a:pt x="1494768" y="796525"/>
                </a:cubicBezTo>
                <a:cubicBezTo>
                  <a:pt x="1212227" y="792323"/>
                  <a:pt x="924264" y="805724"/>
                  <a:pt x="931706" y="871961"/>
                </a:cubicBezTo>
                <a:cubicBezTo>
                  <a:pt x="936998" y="919143"/>
                  <a:pt x="1060627" y="952287"/>
                  <a:pt x="968223" y="990112"/>
                </a:cubicBezTo>
                <a:cubicBezTo>
                  <a:pt x="902155" y="1017164"/>
                  <a:pt x="824858" y="1028239"/>
                  <a:pt x="749287" y="1025265"/>
                </a:cubicBezTo>
                <a:cubicBezTo>
                  <a:pt x="689247" y="1022887"/>
                  <a:pt x="600740" y="1016041"/>
                  <a:pt x="568944" y="973037"/>
                </a:cubicBezTo>
                <a:cubicBezTo>
                  <a:pt x="544246" y="939626"/>
                  <a:pt x="649495" y="885481"/>
                  <a:pt x="631889" y="836504"/>
                </a:cubicBezTo>
                <a:cubicBezTo>
                  <a:pt x="483690" y="763287"/>
                  <a:pt x="291383" y="791860"/>
                  <a:pt x="128573" y="817789"/>
                </a:cubicBezTo>
                <a:cubicBezTo>
                  <a:pt x="95916" y="822997"/>
                  <a:pt x="69654" y="822138"/>
                  <a:pt x="45139" y="818557"/>
                </a:cubicBezTo>
                <a:cubicBezTo>
                  <a:pt x="45964" y="768177"/>
                  <a:pt x="21026" y="718657"/>
                  <a:pt x="8088" y="669745"/>
                </a:cubicBezTo>
                <a:cubicBezTo>
                  <a:pt x="-15290" y="581424"/>
                  <a:pt x="38137" y="436340"/>
                  <a:pt x="197894" y="489296"/>
                </a:cubicBezTo>
                <a:cubicBezTo>
                  <a:pt x="253230" y="507639"/>
                  <a:pt x="330584" y="541366"/>
                  <a:pt x="377098" y="495640"/>
                </a:cubicBezTo>
                <a:cubicBezTo>
                  <a:pt x="413322" y="460035"/>
                  <a:pt x="432122" y="413106"/>
                  <a:pt x="420654" y="369256"/>
                </a:cubicBezTo>
                <a:cubicBezTo>
                  <a:pt x="382115" y="222137"/>
                  <a:pt x="207673" y="345864"/>
                  <a:pt x="89575" y="327798"/>
                </a:cubicBezTo>
                <a:cubicBezTo>
                  <a:pt x="-69486" y="243666"/>
                  <a:pt x="28543" y="158371"/>
                  <a:pt x="44201" y="41634"/>
                </a:cubicBezTo>
                <a:cubicBezTo>
                  <a:pt x="44457" y="39639"/>
                  <a:pt x="44587" y="37630"/>
                  <a:pt x="44789" y="35635"/>
                </a:cubicBezTo>
                <a:cubicBezTo>
                  <a:pt x="166267" y="17450"/>
                  <a:pt x="288848" y="-1211"/>
                  <a:pt x="413210" y="3692"/>
                </a:cubicBezTo>
                <a:cubicBezTo>
                  <a:pt x="489000" y="6692"/>
                  <a:pt x="563579" y="19433"/>
                  <a:pt x="631852" y="43564"/>
                </a:cubicBezTo>
                <a:cubicBezTo>
                  <a:pt x="651737" y="98860"/>
                  <a:pt x="527595" y="155054"/>
                  <a:pt x="586147" y="194741"/>
                </a:cubicBezTo>
                <a:cubicBezTo>
                  <a:pt x="687574" y="263490"/>
                  <a:pt x="897395" y="236119"/>
                  <a:pt x="1000384" y="182239"/>
                </a:cubicBezTo>
                <a:cubicBezTo>
                  <a:pt x="1015546" y="135203"/>
                  <a:pt x="936649" y="123309"/>
                  <a:pt x="931669" y="79009"/>
                </a:cubicBezTo>
                <a:cubicBezTo>
                  <a:pt x="925127" y="20596"/>
                  <a:pt x="1088342" y="7696"/>
                  <a:pt x="1144540" y="3124"/>
                </a:cubicBezTo>
                <a:cubicBezTo>
                  <a:pt x="1173264" y="788"/>
                  <a:pt x="1201964" y="-148"/>
                  <a:pt x="1230639" y="20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67" name="Picture 66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632CA4BF-A89E-0CDE-FFDB-10B1F1597C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13401521" y="69350"/>
            <a:ext cx="2180406" cy="1175259"/>
          </a:xfrm>
          <a:custGeom>
            <a:avLst/>
            <a:gdLst>
              <a:gd name="connsiteX0" fmla="*/ 1069843 w 2180406"/>
              <a:gd name="connsiteY0" fmla="*/ 291 h 1175259"/>
              <a:gd name="connsiteX1" fmla="*/ 1286590 w 2180406"/>
              <a:gd name="connsiteY1" fmla="*/ 44128 h 1175259"/>
              <a:gd name="connsiteX2" fmla="*/ 1222911 w 2180406"/>
              <a:gd name="connsiteY2" fmla="*/ 182486 h 1175259"/>
              <a:gd name="connsiteX3" fmla="*/ 1719114 w 2180406"/>
              <a:gd name="connsiteY3" fmla="*/ 194286 h 1175259"/>
              <a:gd name="connsiteX4" fmla="*/ 1801191 w 2180406"/>
              <a:gd name="connsiteY4" fmla="*/ 182314 h 1175259"/>
              <a:gd name="connsiteX5" fmla="*/ 1800602 w 2180406"/>
              <a:gd name="connsiteY5" fmla="*/ 188313 h 1175259"/>
              <a:gd name="connsiteX6" fmla="*/ 1845979 w 2180406"/>
              <a:gd name="connsiteY6" fmla="*/ 474477 h 1175259"/>
              <a:gd name="connsiteX7" fmla="*/ 2177055 w 2180406"/>
              <a:gd name="connsiteY7" fmla="*/ 515935 h 1175259"/>
              <a:gd name="connsiteX8" fmla="*/ 2133500 w 2180406"/>
              <a:gd name="connsiteY8" fmla="*/ 642317 h 1175259"/>
              <a:gd name="connsiteX9" fmla="*/ 1954297 w 2180406"/>
              <a:gd name="connsiteY9" fmla="*/ 635974 h 1175259"/>
              <a:gd name="connsiteX10" fmla="*/ 1764489 w 2180406"/>
              <a:gd name="connsiteY10" fmla="*/ 816424 h 1175259"/>
              <a:gd name="connsiteX11" fmla="*/ 1801520 w 2180406"/>
              <a:gd name="connsiteY11" fmla="*/ 965222 h 1175259"/>
              <a:gd name="connsiteX12" fmla="*/ 1666076 w 2180406"/>
              <a:gd name="connsiteY12" fmla="*/ 939067 h 1175259"/>
              <a:gd name="connsiteX13" fmla="*/ 1429700 w 2180406"/>
              <a:gd name="connsiteY13" fmla="*/ 949865 h 1175259"/>
              <a:gd name="connsiteX14" fmla="*/ 1217858 w 2180406"/>
              <a:gd name="connsiteY14" fmla="*/ 1018614 h 1175259"/>
              <a:gd name="connsiteX15" fmla="*/ 1286573 w 2180406"/>
              <a:gd name="connsiteY15" fmla="*/ 1121843 h 1175259"/>
              <a:gd name="connsiteX16" fmla="*/ 872336 w 2180406"/>
              <a:gd name="connsiteY16" fmla="*/ 1134344 h 1175259"/>
              <a:gd name="connsiteX17" fmla="*/ 918040 w 2180406"/>
              <a:gd name="connsiteY17" fmla="*/ 983169 h 1175259"/>
              <a:gd name="connsiteX18" fmla="*/ 650055 w 2180406"/>
              <a:gd name="connsiteY18" fmla="*/ 950896 h 1175259"/>
              <a:gd name="connsiteX19" fmla="*/ 365343 w 2180406"/>
              <a:gd name="connsiteY19" fmla="*/ 940745 h 1175259"/>
              <a:gd name="connsiteX20" fmla="*/ 358800 w 2180406"/>
              <a:gd name="connsiteY20" fmla="*/ 651926 h 1175259"/>
              <a:gd name="connsiteX21" fmla="*/ 38217 w 2180406"/>
              <a:gd name="connsiteY21" fmla="*/ 620459 h 1175259"/>
              <a:gd name="connsiteX22" fmla="*/ 184065 w 2180406"/>
              <a:gd name="connsiteY22" fmla="*/ 454692 h 1175259"/>
              <a:gd name="connsiteX23" fmla="*/ 378209 w 2180406"/>
              <a:gd name="connsiteY23" fmla="*/ 433865 h 1175259"/>
              <a:gd name="connsiteX24" fmla="*/ 394785 w 2180406"/>
              <a:gd name="connsiteY24" fmla="*/ 313759 h 1175259"/>
              <a:gd name="connsiteX25" fmla="*/ 338549 w 2180406"/>
              <a:gd name="connsiteY25" fmla="*/ 175203 h 1175259"/>
              <a:gd name="connsiteX26" fmla="*/ 457858 w 2180406"/>
              <a:gd name="connsiteY26" fmla="*/ 192953 h 1175259"/>
              <a:gd name="connsiteX27" fmla="*/ 917747 w 2180406"/>
              <a:gd name="connsiteY27" fmla="*/ 182538 h 1175259"/>
              <a:gd name="connsiteX28" fmla="*/ 861822 w 2180406"/>
              <a:gd name="connsiteY28" fmla="*/ 48158 h 1175259"/>
              <a:gd name="connsiteX29" fmla="*/ 1069843 w 2180406"/>
              <a:gd name="connsiteY29" fmla="*/ 291 h 1175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180406" h="1175259">
                <a:moveTo>
                  <a:pt x="1069843" y="291"/>
                </a:moveTo>
                <a:cubicBezTo>
                  <a:pt x="1141498" y="1970"/>
                  <a:pt x="1230299" y="10878"/>
                  <a:pt x="1286590" y="44128"/>
                </a:cubicBezTo>
                <a:cubicBezTo>
                  <a:pt x="1305576" y="104313"/>
                  <a:pt x="1192771" y="122459"/>
                  <a:pt x="1222911" y="182486"/>
                </a:cubicBezTo>
                <a:cubicBezTo>
                  <a:pt x="1382340" y="229322"/>
                  <a:pt x="1554248" y="217137"/>
                  <a:pt x="1719114" y="194286"/>
                </a:cubicBezTo>
                <a:cubicBezTo>
                  <a:pt x="1746423" y="190507"/>
                  <a:pt x="1773771" y="186437"/>
                  <a:pt x="1801191" y="182314"/>
                </a:cubicBezTo>
                <a:cubicBezTo>
                  <a:pt x="1800988" y="184309"/>
                  <a:pt x="1800878" y="186318"/>
                  <a:pt x="1800602" y="188313"/>
                </a:cubicBezTo>
                <a:cubicBezTo>
                  <a:pt x="1784962" y="305050"/>
                  <a:pt x="1686935" y="390345"/>
                  <a:pt x="1845979" y="474477"/>
                </a:cubicBezTo>
                <a:cubicBezTo>
                  <a:pt x="1964074" y="492543"/>
                  <a:pt x="2138518" y="368816"/>
                  <a:pt x="2177055" y="515935"/>
                </a:cubicBezTo>
                <a:cubicBezTo>
                  <a:pt x="2188523" y="559785"/>
                  <a:pt x="2169723" y="606714"/>
                  <a:pt x="2133500" y="642317"/>
                </a:cubicBezTo>
                <a:cubicBezTo>
                  <a:pt x="2086985" y="688045"/>
                  <a:pt x="2009634" y="654332"/>
                  <a:pt x="1954297" y="635974"/>
                </a:cubicBezTo>
                <a:cubicBezTo>
                  <a:pt x="1794538" y="583019"/>
                  <a:pt x="1741131" y="728089"/>
                  <a:pt x="1764489" y="816424"/>
                </a:cubicBezTo>
                <a:cubicBezTo>
                  <a:pt x="1777447" y="865336"/>
                  <a:pt x="1802368" y="914856"/>
                  <a:pt x="1801520" y="965222"/>
                </a:cubicBezTo>
                <a:cubicBezTo>
                  <a:pt x="1759106" y="959022"/>
                  <a:pt x="1721927" y="944644"/>
                  <a:pt x="1666076" y="939067"/>
                </a:cubicBezTo>
                <a:cubicBezTo>
                  <a:pt x="1587345" y="931217"/>
                  <a:pt x="1507034" y="938605"/>
                  <a:pt x="1429700" y="949865"/>
                </a:cubicBezTo>
                <a:cubicBezTo>
                  <a:pt x="1376367" y="957622"/>
                  <a:pt x="1211684" y="963701"/>
                  <a:pt x="1217858" y="1018614"/>
                </a:cubicBezTo>
                <a:cubicBezTo>
                  <a:pt x="1222820" y="1062914"/>
                  <a:pt x="1301734" y="1074807"/>
                  <a:pt x="1286573" y="1121843"/>
                </a:cubicBezTo>
                <a:cubicBezTo>
                  <a:pt x="1183601" y="1175724"/>
                  <a:pt x="973780" y="1203093"/>
                  <a:pt x="872336" y="1134344"/>
                </a:cubicBezTo>
                <a:cubicBezTo>
                  <a:pt x="813783" y="1094670"/>
                  <a:pt x="937925" y="1038477"/>
                  <a:pt x="918040" y="983169"/>
                </a:cubicBezTo>
                <a:cubicBezTo>
                  <a:pt x="829809" y="968221"/>
                  <a:pt x="740179" y="957742"/>
                  <a:pt x="650055" y="950896"/>
                </a:cubicBezTo>
                <a:cubicBezTo>
                  <a:pt x="555518" y="943720"/>
                  <a:pt x="460432" y="940548"/>
                  <a:pt x="365343" y="940745"/>
                </a:cubicBezTo>
                <a:cubicBezTo>
                  <a:pt x="383245" y="843172"/>
                  <a:pt x="430915" y="743063"/>
                  <a:pt x="358800" y="651926"/>
                </a:cubicBezTo>
                <a:cubicBezTo>
                  <a:pt x="290178" y="565230"/>
                  <a:pt x="141758" y="718112"/>
                  <a:pt x="38217" y="620459"/>
                </a:cubicBezTo>
                <a:cubicBezTo>
                  <a:pt x="-54003" y="533473"/>
                  <a:pt x="30848" y="407194"/>
                  <a:pt x="184065" y="454692"/>
                </a:cubicBezTo>
                <a:cubicBezTo>
                  <a:pt x="257098" y="477331"/>
                  <a:pt x="344430" y="492900"/>
                  <a:pt x="378209" y="433865"/>
                </a:cubicBezTo>
                <a:cubicBezTo>
                  <a:pt x="400023" y="395696"/>
                  <a:pt x="403293" y="354238"/>
                  <a:pt x="394785" y="313759"/>
                </a:cubicBezTo>
                <a:cubicBezTo>
                  <a:pt x="384732" y="265864"/>
                  <a:pt x="361594" y="220560"/>
                  <a:pt x="338549" y="175203"/>
                </a:cubicBezTo>
                <a:cubicBezTo>
                  <a:pt x="378448" y="181242"/>
                  <a:pt x="418218" y="187440"/>
                  <a:pt x="457858" y="192953"/>
                </a:cubicBezTo>
                <a:cubicBezTo>
                  <a:pt x="610708" y="214190"/>
                  <a:pt x="769510" y="224459"/>
                  <a:pt x="917747" y="182538"/>
                </a:cubicBezTo>
                <a:cubicBezTo>
                  <a:pt x="940702" y="128934"/>
                  <a:pt x="836076" y="91336"/>
                  <a:pt x="861822" y="48158"/>
                </a:cubicBezTo>
                <a:cubicBezTo>
                  <a:pt x="889959" y="952"/>
                  <a:pt x="1008919" y="-1136"/>
                  <a:pt x="1069843" y="291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65" name="Picture 64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58FA2649-E8BB-9169-529F-C8069DD453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411453" y="7143268"/>
            <a:ext cx="1590962" cy="1025431"/>
          </a:xfrm>
          <a:custGeom>
            <a:avLst/>
            <a:gdLst>
              <a:gd name="connsiteX0" fmla="*/ 455614 w 1590962"/>
              <a:gd name="connsiteY0" fmla="*/ 1551 h 1025431"/>
              <a:gd name="connsiteX1" fmla="*/ 643601 w 1590962"/>
              <a:gd name="connsiteY1" fmla="*/ 69905 h 1025431"/>
              <a:gd name="connsiteX2" fmla="*/ 593943 w 1590962"/>
              <a:gd name="connsiteY2" fmla="*/ 197675 h 1025431"/>
              <a:gd name="connsiteX3" fmla="*/ 1010185 w 1590962"/>
              <a:gd name="connsiteY3" fmla="*/ 167860 h 1025431"/>
              <a:gd name="connsiteX4" fmla="*/ 944520 w 1590962"/>
              <a:gd name="connsiteY4" fmla="*/ 59914 h 1025431"/>
              <a:gd name="connsiteX5" fmla="*/ 1153037 w 1590962"/>
              <a:gd name="connsiteY5" fmla="*/ 5821 h 1025431"/>
              <a:gd name="connsiteX6" fmla="*/ 1530390 w 1590962"/>
              <a:gd name="connsiteY6" fmla="*/ 31459 h 1025431"/>
              <a:gd name="connsiteX7" fmla="*/ 1586626 w 1590962"/>
              <a:gd name="connsiteY7" fmla="*/ 170015 h 1025431"/>
              <a:gd name="connsiteX8" fmla="*/ 1570050 w 1590962"/>
              <a:gd name="connsiteY8" fmla="*/ 290121 h 1025431"/>
              <a:gd name="connsiteX9" fmla="*/ 1375904 w 1590962"/>
              <a:gd name="connsiteY9" fmla="*/ 310948 h 1025431"/>
              <a:gd name="connsiteX10" fmla="*/ 1230058 w 1590962"/>
              <a:gd name="connsiteY10" fmla="*/ 476715 h 1025431"/>
              <a:gd name="connsiteX11" fmla="*/ 1550642 w 1590962"/>
              <a:gd name="connsiteY11" fmla="*/ 508182 h 1025431"/>
              <a:gd name="connsiteX12" fmla="*/ 1557167 w 1590962"/>
              <a:gd name="connsiteY12" fmla="*/ 797002 h 1025431"/>
              <a:gd name="connsiteX13" fmla="*/ 1283391 w 1590962"/>
              <a:gd name="connsiteY13" fmla="*/ 806477 h 1025431"/>
              <a:gd name="connsiteX14" fmla="*/ 961501 w 1590962"/>
              <a:gd name="connsiteY14" fmla="*/ 838909 h 1025431"/>
              <a:gd name="connsiteX15" fmla="*/ 1006766 w 1590962"/>
              <a:gd name="connsiteY15" fmla="*/ 945283 h 1025431"/>
              <a:gd name="connsiteX16" fmla="*/ 646908 w 1590962"/>
              <a:gd name="connsiteY16" fmla="*/ 1013570 h 1025431"/>
              <a:gd name="connsiteX17" fmla="*/ 639044 w 1590962"/>
              <a:gd name="connsiteY17" fmla="*/ 884438 h 1025431"/>
              <a:gd name="connsiteX18" fmla="*/ 494483 w 1590962"/>
              <a:gd name="connsiteY18" fmla="*/ 805539 h 1025431"/>
              <a:gd name="connsiteX19" fmla="*/ 63153 w 1590962"/>
              <a:gd name="connsiteY19" fmla="*/ 830041 h 1025431"/>
              <a:gd name="connsiteX20" fmla="*/ 2727 w 1590962"/>
              <a:gd name="connsiteY20" fmla="*/ 613751 h 1025431"/>
              <a:gd name="connsiteX21" fmla="*/ 230153 w 1590962"/>
              <a:gd name="connsiteY21" fmla="*/ 501137 h 1025431"/>
              <a:gd name="connsiteX22" fmla="*/ 422165 w 1590962"/>
              <a:gd name="connsiteY22" fmla="*/ 354442 h 1025431"/>
              <a:gd name="connsiteX23" fmla="*/ 80925 w 1590962"/>
              <a:gd name="connsiteY23" fmla="*/ 322698 h 1025431"/>
              <a:gd name="connsiteX24" fmla="*/ 52917 w 1590962"/>
              <a:gd name="connsiteY24" fmla="*/ 79710 h 1025431"/>
              <a:gd name="connsiteX25" fmla="*/ 50123 w 1590962"/>
              <a:gd name="connsiteY25" fmla="*/ 35186 h 1025431"/>
              <a:gd name="connsiteX26" fmla="*/ 60837 w 1590962"/>
              <a:gd name="connsiteY26" fmla="*/ 39732 h 1025431"/>
              <a:gd name="connsiteX27" fmla="*/ 175350 w 1590962"/>
              <a:gd name="connsiteY27" fmla="*/ 21666 h 1025431"/>
              <a:gd name="connsiteX28" fmla="*/ 455614 w 1590962"/>
              <a:gd name="connsiteY28" fmla="*/ 1551 h 1025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590962" h="1025431">
                <a:moveTo>
                  <a:pt x="455614" y="1551"/>
                </a:moveTo>
                <a:cubicBezTo>
                  <a:pt x="511757" y="5108"/>
                  <a:pt x="644024" y="18257"/>
                  <a:pt x="643601" y="69905"/>
                </a:cubicBezTo>
                <a:cubicBezTo>
                  <a:pt x="643233" y="115023"/>
                  <a:pt x="536311" y="158623"/>
                  <a:pt x="593943" y="197675"/>
                </a:cubicBezTo>
                <a:cubicBezTo>
                  <a:pt x="655915" y="239676"/>
                  <a:pt x="1017389" y="262909"/>
                  <a:pt x="1010185" y="167860"/>
                </a:cubicBezTo>
                <a:cubicBezTo>
                  <a:pt x="1007024" y="126362"/>
                  <a:pt x="915374" y="110728"/>
                  <a:pt x="944520" y="59914"/>
                </a:cubicBezTo>
                <a:cubicBezTo>
                  <a:pt x="995060" y="23239"/>
                  <a:pt x="1082961" y="11583"/>
                  <a:pt x="1153037" y="5821"/>
                </a:cubicBezTo>
                <a:cubicBezTo>
                  <a:pt x="1280175" y="-4620"/>
                  <a:pt x="1405934" y="12614"/>
                  <a:pt x="1530390" y="31459"/>
                </a:cubicBezTo>
                <a:cubicBezTo>
                  <a:pt x="1553436" y="76803"/>
                  <a:pt x="1576573" y="122120"/>
                  <a:pt x="1586626" y="170015"/>
                </a:cubicBezTo>
                <a:cubicBezTo>
                  <a:pt x="1595135" y="210495"/>
                  <a:pt x="1591882" y="251952"/>
                  <a:pt x="1570050" y="290121"/>
                </a:cubicBezTo>
                <a:cubicBezTo>
                  <a:pt x="1536271" y="349156"/>
                  <a:pt x="1448939" y="333587"/>
                  <a:pt x="1375904" y="310948"/>
                </a:cubicBezTo>
                <a:cubicBezTo>
                  <a:pt x="1222687" y="263450"/>
                  <a:pt x="1137838" y="389729"/>
                  <a:pt x="1230058" y="476715"/>
                </a:cubicBezTo>
                <a:cubicBezTo>
                  <a:pt x="1333599" y="574367"/>
                  <a:pt x="1482037" y="421486"/>
                  <a:pt x="1550642" y="508182"/>
                </a:cubicBezTo>
                <a:cubicBezTo>
                  <a:pt x="1622756" y="599319"/>
                  <a:pt x="1575066" y="699416"/>
                  <a:pt x="1557167" y="797002"/>
                </a:cubicBezTo>
                <a:cubicBezTo>
                  <a:pt x="1465754" y="797201"/>
                  <a:pt x="1374343" y="800490"/>
                  <a:pt x="1283391" y="806477"/>
                </a:cubicBezTo>
                <a:cubicBezTo>
                  <a:pt x="1175457" y="813587"/>
                  <a:pt x="1068002" y="824491"/>
                  <a:pt x="961501" y="838909"/>
                </a:cubicBezTo>
                <a:cubicBezTo>
                  <a:pt x="912947" y="881557"/>
                  <a:pt x="965379" y="912879"/>
                  <a:pt x="1006766" y="945283"/>
                </a:cubicBezTo>
                <a:cubicBezTo>
                  <a:pt x="1040747" y="1043795"/>
                  <a:pt x="720219" y="1030580"/>
                  <a:pt x="646908" y="1013570"/>
                </a:cubicBezTo>
                <a:cubicBezTo>
                  <a:pt x="526349" y="985579"/>
                  <a:pt x="604843" y="938186"/>
                  <a:pt x="639044" y="884438"/>
                </a:cubicBezTo>
                <a:cubicBezTo>
                  <a:pt x="669018" y="822508"/>
                  <a:pt x="556489" y="813376"/>
                  <a:pt x="494483" y="805539"/>
                </a:cubicBezTo>
                <a:cubicBezTo>
                  <a:pt x="350419" y="787367"/>
                  <a:pt x="204424" y="809054"/>
                  <a:pt x="63153" y="830041"/>
                </a:cubicBezTo>
                <a:cubicBezTo>
                  <a:pt x="26929" y="758200"/>
                  <a:pt x="-10523" y="685803"/>
                  <a:pt x="2727" y="613751"/>
                </a:cubicBezTo>
                <a:cubicBezTo>
                  <a:pt x="20939" y="514631"/>
                  <a:pt x="98274" y="454473"/>
                  <a:pt x="230153" y="501137"/>
                </a:cubicBezTo>
                <a:cubicBezTo>
                  <a:pt x="375191" y="552429"/>
                  <a:pt x="466218" y="456507"/>
                  <a:pt x="422165" y="354442"/>
                </a:cubicBezTo>
                <a:cubicBezTo>
                  <a:pt x="367693" y="228204"/>
                  <a:pt x="195310" y="354944"/>
                  <a:pt x="80925" y="322698"/>
                </a:cubicBezTo>
                <a:cubicBezTo>
                  <a:pt x="-74314" y="278914"/>
                  <a:pt x="48763" y="163419"/>
                  <a:pt x="52917" y="79710"/>
                </a:cubicBezTo>
                <a:cubicBezTo>
                  <a:pt x="53652" y="64710"/>
                  <a:pt x="52421" y="49896"/>
                  <a:pt x="50123" y="35186"/>
                </a:cubicBezTo>
                <a:cubicBezTo>
                  <a:pt x="53689" y="36706"/>
                  <a:pt x="57364" y="38094"/>
                  <a:pt x="60837" y="39732"/>
                </a:cubicBezTo>
                <a:cubicBezTo>
                  <a:pt x="99063" y="33877"/>
                  <a:pt x="137124" y="27507"/>
                  <a:pt x="175350" y="21666"/>
                </a:cubicBezTo>
                <a:cubicBezTo>
                  <a:pt x="267019" y="7644"/>
                  <a:pt x="361556" y="-4381"/>
                  <a:pt x="455614" y="1551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63" name="Picture 62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1A38CB33-BB68-4C30-A314-8C630EE295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-3063958" y="4847068"/>
            <a:ext cx="1903911" cy="865568"/>
          </a:xfrm>
          <a:custGeom>
            <a:avLst/>
            <a:gdLst>
              <a:gd name="connsiteX0" fmla="*/ 1309053 w 1903911"/>
              <a:gd name="connsiteY0" fmla="*/ 31 h 865568"/>
              <a:gd name="connsiteX1" fmla="*/ 1425627 w 1903911"/>
              <a:gd name="connsiteY1" fmla="*/ 8782 h 865568"/>
              <a:gd name="connsiteX2" fmla="*/ 1520715 w 1903911"/>
              <a:gd name="connsiteY2" fmla="*/ 36562 h 865568"/>
              <a:gd name="connsiteX3" fmla="*/ 1523509 w 1903911"/>
              <a:gd name="connsiteY3" fmla="*/ 81087 h 865568"/>
              <a:gd name="connsiteX4" fmla="*/ 1551517 w 1903911"/>
              <a:gd name="connsiteY4" fmla="*/ 324073 h 865568"/>
              <a:gd name="connsiteX5" fmla="*/ 1892757 w 1903911"/>
              <a:gd name="connsiteY5" fmla="*/ 355817 h 865568"/>
              <a:gd name="connsiteX6" fmla="*/ 1700745 w 1903911"/>
              <a:gd name="connsiteY6" fmla="*/ 502514 h 865568"/>
              <a:gd name="connsiteX7" fmla="*/ 1473318 w 1903911"/>
              <a:gd name="connsiteY7" fmla="*/ 615126 h 865568"/>
              <a:gd name="connsiteX8" fmla="*/ 1533689 w 1903911"/>
              <a:gd name="connsiteY8" fmla="*/ 831404 h 865568"/>
              <a:gd name="connsiteX9" fmla="*/ 1516947 w 1903911"/>
              <a:gd name="connsiteY9" fmla="*/ 833889 h 865568"/>
              <a:gd name="connsiteX10" fmla="*/ 1021129 w 1903911"/>
              <a:gd name="connsiteY10" fmla="*/ 851228 h 865568"/>
              <a:gd name="connsiteX11" fmla="*/ 995015 w 1903911"/>
              <a:gd name="connsiteY11" fmla="*/ 743981 h 865568"/>
              <a:gd name="connsiteX12" fmla="*/ 873518 w 1903911"/>
              <a:gd name="connsiteY12" fmla="*/ 657404 h 865568"/>
              <a:gd name="connsiteX13" fmla="*/ 614500 w 1903911"/>
              <a:gd name="connsiteY13" fmla="*/ 676554 h 865568"/>
              <a:gd name="connsiteX14" fmla="*/ 629257 w 1903911"/>
              <a:gd name="connsiteY14" fmla="*/ 778858 h 865568"/>
              <a:gd name="connsiteX15" fmla="*/ 447463 w 1903911"/>
              <a:gd name="connsiteY15" fmla="*/ 848584 h 865568"/>
              <a:gd name="connsiteX16" fmla="*/ 157221 w 1903911"/>
              <a:gd name="connsiteY16" fmla="*/ 858271 h 865568"/>
              <a:gd name="connsiteX17" fmla="*/ 48351 w 1903911"/>
              <a:gd name="connsiteY17" fmla="*/ 858140 h 865568"/>
              <a:gd name="connsiteX18" fmla="*/ 115320 w 1903911"/>
              <a:gd name="connsiteY18" fmla="*/ 559104 h 865568"/>
              <a:gd name="connsiteX19" fmla="*/ 3167 w 1903911"/>
              <a:gd name="connsiteY19" fmla="*/ 487548 h 865568"/>
              <a:gd name="connsiteX20" fmla="*/ 0 w 1903911"/>
              <a:gd name="connsiteY20" fmla="*/ 488265 h 865568"/>
              <a:gd name="connsiteX21" fmla="*/ 0 w 1903911"/>
              <a:gd name="connsiteY21" fmla="*/ 330733 h 865568"/>
              <a:gd name="connsiteX22" fmla="*/ 26629 w 1903911"/>
              <a:gd name="connsiteY22" fmla="*/ 333844 h 865568"/>
              <a:gd name="connsiteX23" fmla="*/ 101812 w 1903911"/>
              <a:gd name="connsiteY23" fmla="*/ 294879 h 865568"/>
              <a:gd name="connsiteX24" fmla="*/ 114751 w 1903911"/>
              <a:gd name="connsiteY24" fmla="*/ 144456 h 865568"/>
              <a:gd name="connsiteX25" fmla="*/ 114492 w 1903911"/>
              <a:gd name="connsiteY25" fmla="*/ 5624 h 865568"/>
              <a:gd name="connsiteX26" fmla="*/ 140903 w 1903911"/>
              <a:gd name="connsiteY26" fmla="*/ 5703 h 865568"/>
              <a:gd name="connsiteX27" fmla="*/ 417545 w 1903911"/>
              <a:gd name="connsiteY27" fmla="*/ 19342 h 865568"/>
              <a:gd name="connsiteX28" fmla="*/ 639402 w 1903911"/>
              <a:gd name="connsiteY28" fmla="*/ 92861 h 865568"/>
              <a:gd name="connsiteX29" fmla="*/ 612827 w 1903911"/>
              <a:gd name="connsiteY29" fmla="*/ 212769 h 865568"/>
              <a:gd name="connsiteX30" fmla="*/ 832922 w 1903911"/>
              <a:gd name="connsiteY30" fmla="*/ 234853 h 865568"/>
              <a:gd name="connsiteX31" fmla="*/ 1010545 w 1903911"/>
              <a:gd name="connsiteY31" fmla="*/ 169223 h 865568"/>
              <a:gd name="connsiteX32" fmla="*/ 961878 w 1903911"/>
              <a:gd name="connsiteY32" fmla="*/ 47333 h 865568"/>
              <a:gd name="connsiteX33" fmla="*/ 1309053 w 1903911"/>
              <a:gd name="connsiteY33" fmla="*/ 31 h 865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03911" h="865568">
                <a:moveTo>
                  <a:pt x="1309053" y="31"/>
                </a:moveTo>
                <a:cubicBezTo>
                  <a:pt x="1348123" y="-311"/>
                  <a:pt x="1387075" y="2201"/>
                  <a:pt x="1425627" y="8782"/>
                </a:cubicBezTo>
                <a:cubicBezTo>
                  <a:pt x="1459093" y="14505"/>
                  <a:pt x="1491200" y="23848"/>
                  <a:pt x="1520715" y="36562"/>
                </a:cubicBezTo>
                <a:cubicBezTo>
                  <a:pt x="1523011" y="51271"/>
                  <a:pt x="1524261" y="66087"/>
                  <a:pt x="1523509" y="81087"/>
                </a:cubicBezTo>
                <a:cubicBezTo>
                  <a:pt x="1519355" y="164796"/>
                  <a:pt x="1396278" y="280289"/>
                  <a:pt x="1551517" y="324073"/>
                </a:cubicBezTo>
                <a:cubicBezTo>
                  <a:pt x="1665900" y="356320"/>
                  <a:pt x="1838266" y="229566"/>
                  <a:pt x="1892757" y="355817"/>
                </a:cubicBezTo>
                <a:cubicBezTo>
                  <a:pt x="1936808" y="457884"/>
                  <a:pt x="1845783" y="553818"/>
                  <a:pt x="1700745" y="502514"/>
                </a:cubicBezTo>
                <a:cubicBezTo>
                  <a:pt x="1568884" y="455849"/>
                  <a:pt x="1491548" y="516020"/>
                  <a:pt x="1473318" y="615126"/>
                </a:cubicBezTo>
                <a:cubicBezTo>
                  <a:pt x="1460050" y="687178"/>
                  <a:pt x="1497504" y="759575"/>
                  <a:pt x="1533689" y="831404"/>
                </a:cubicBezTo>
                <a:cubicBezTo>
                  <a:pt x="1528103" y="832236"/>
                  <a:pt x="1522515" y="833056"/>
                  <a:pt x="1516947" y="833889"/>
                </a:cubicBezTo>
                <a:cubicBezTo>
                  <a:pt x="1354506" y="857929"/>
                  <a:pt x="1185317" y="881584"/>
                  <a:pt x="1021129" y="851228"/>
                </a:cubicBezTo>
                <a:cubicBezTo>
                  <a:pt x="898861" y="828629"/>
                  <a:pt x="949345" y="801258"/>
                  <a:pt x="995015" y="743981"/>
                </a:cubicBezTo>
                <a:cubicBezTo>
                  <a:pt x="1047152" y="678576"/>
                  <a:pt x="943537" y="666853"/>
                  <a:pt x="873518" y="657404"/>
                </a:cubicBezTo>
                <a:cubicBezTo>
                  <a:pt x="791148" y="646276"/>
                  <a:pt x="687736" y="643897"/>
                  <a:pt x="614500" y="676554"/>
                </a:cubicBezTo>
                <a:cubicBezTo>
                  <a:pt x="543324" y="708285"/>
                  <a:pt x="604539" y="738867"/>
                  <a:pt x="629257" y="778858"/>
                </a:cubicBezTo>
                <a:cubicBezTo>
                  <a:pt x="679613" y="860333"/>
                  <a:pt x="524374" y="843933"/>
                  <a:pt x="447463" y="848584"/>
                </a:cubicBezTo>
                <a:cubicBezTo>
                  <a:pt x="350943" y="854413"/>
                  <a:pt x="254091" y="857465"/>
                  <a:pt x="157221" y="858271"/>
                </a:cubicBezTo>
                <a:cubicBezTo>
                  <a:pt x="120925" y="858563"/>
                  <a:pt x="84648" y="858443"/>
                  <a:pt x="48351" y="858140"/>
                </a:cubicBezTo>
                <a:cubicBezTo>
                  <a:pt x="93432" y="759443"/>
                  <a:pt x="159556" y="659915"/>
                  <a:pt x="115320" y="559104"/>
                </a:cubicBezTo>
                <a:cubicBezTo>
                  <a:pt x="86726" y="493958"/>
                  <a:pt x="47172" y="481894"/>
                  <a:pt x="3167" y="487548"/>
                </a:cubicBezTo>
                <a:lnTo>
                  <a:pt x="0" y="488265"/>
                </a:lnTo>
                <a:lnTo>
                  <a:pt x="0" y="330733"/>
                </a:lnTo>
                <a:lnTo>
                  <a:pt x="26629" y="333844"/>
                </a:lnTo>
                <a:cubicBezTo>
                  <a:pt x="58087" y="333780"/>
                  <a:pt x="85281" y="324172"/>
                  <a:pt x="101812" y="294879"/>
                </a:cubicBezTo>
                <a:cubicBezTo>
                  <a:pt x="128183" y="248135"/>
                  <a:pt x="119785" y="193382"/>
                  <a:pt x="114751" y="144456"/>
                </a:cubicBezTo>
                <a:cubicBezTo>
                  <a:pt x="110064" y="99020"/>
                  <a:pt x="112030" y="52434"/>
                  <a:pt x="114492" y="5624"/>
                </a:cubicBezTo>
                <a:cubicBezTo>
                  <a:pt x="123296" y="5676"/>
                  <a:pt x="132098" y="5597"/>
                  <a:pt x="140903" y="5703"/>
                </a:cubicBezTo>
                <a:cubicBezTo>
                  <a:pt x="233361" y="6760"/>
                  <a:pt x="325766" y="11082"/>
                  <a:pt x="417545" y="19342"/>
                </a:cubicBezTo>
                <a:cubicBezTo>
                  <a:pt x="484458" y="25382"/>
                  <a:pt x="674301" y="20768"/>
                  <a:pt x="639402" y="92861"/>
                </a:cubicBezTo>
                <a:cubicBezTo>
                  <a:pt x="601488" y="152465"/>
                  <a:pt x="555745" y="156627"/>
                  <a:pt x="612827" y="212769"/>
                </a:cubicBezTo>
                <a:cubicBezTo>
                  <a:pt x="681689" y="233796"/>
                  <a:pt x="758693" y="241342"/>
                  <a:pt x="832922" y="234853"/>
                </a:cubicBezTo>
                <a:cubicBezTo>
                  <a:pt x="879086" y="230822"/>
                  <a:pt x="1013834" y="212849"/>
                  <a:pt x="1010545" y="169223"/>
                </a:cubicBezTo>
                <a:cubicBezTo>
                  <a:pt x="1006813" y="119874"/>
                  <a:pt x="896748" y="104426"/>
                  <a:pt x="961878" y="47333"/>
                </a:cubicBezTo>
                <a:cubicBezTo>
                  <a:pt x="1073580" y="27766"/>
                  <a:pt x="1191845" y="1057"/>
                  <a:pt x="1309053" y="31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61" name="Picture 60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3D4D8748-3217-163C-764D-1319385F87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12587341" y="3622836"/>
            <a:ext cx="1744082" cy="1173768"/>
          </a:xfrm>
          <a:custGeom>
            <a:avLst/>
            <a:gdLst>
              <a:gd name="connsiteX0" fmla="*/ 767017 w 1744082"/>
              <a:gd name="connsiteY0" fmla="*/ 10 h 1173768"/>
              <a:gd name="connsiteX1" fmla="*/ 961691 w 1744082"/>
              <a:gd name="connsiteY1" fmla="*/ 115059 h 1173768"/>
              <a:gd name="connsiteX2" fmla="*/ 1316293 w 1744082"/>
              <a:gd name="connsiteY2" fmla="*/ 206381 h 1173768"/>
              <a:gd name="connsiteX3" fmla="*/ 1519644 w 1744082"/>
              <a:gd name="connsiteY3" fmla="*/ 179526 h 1173768"/>
              <a:gd name="connsiteX4" fmla="*/ 1593524 w 1744082"/>
              <a:gd name="connsiteY4" fmla="*/ 474399 h 1173768"/>
              <a:gd name="connsiteX5" fmla="*/ 1708224 w 1744082"/>
              <a:gd name="connsiteY5" fmla="*/ 451040 h 1173768"/>
              <a:gd name="connsiteX6" fmla="*/ 1744082 w 1744082"/>
              <a:gd name="connsiteY6" fmla="*/ 443084 h 1173768"/>
              <a:gd name="connsiteX7" fmla="*/ 1744082 w 1744082"/>
              <a:gd name="connsiteY7" fmla="*/ 649609 h 1173768"/>
              <a:gd name="connsiteX8" fmla="*/ 1726502 w 1744082"/>
              <a:gd name="connsiteY8" fmla="*/ 648143 h 1173768"/>
              <a:gd name="connsiteX9" fmla="*/ 1639450 w 1744082"/>
              <a:gd name="connsiteY9" fmla="*/ 627015 h 1173768"/>
              <a:gd name="connsiteX10" fmla="*/ 1466090 w 1744082"/>
              <a:gd name="connsiteY10" fmla="*/ 839447 h 1173768"/>
              <a:gd name="connsiteX11" fmla="*/ 1485296 w 1744082"/>
              <a:gd name="connsiteY11" fmla="*/ 961456 h 1173768"/>
              <a:gd name="connsiteX12" fmla="*/ 1141740 w 1744082"/>
              <a:gd name="connsiteY12" fmla="*/ 941236 h 1173768"/>
              <a:gd name="connsiteX13" fmla="*/ 928869 w 1744082"/>
              <a:gd name="connsiteY13" fmla="*/ 1017121 h 1173768"/>
              <a:gd name="connsiteX14" fmla="*/ 997584 w 1744082"/>
              <a:gd name="connsiteY14" fmla="*/ 1120350 h 1173768"/>
              <a:gd name="connsiteX15" fmla="*/ 583346 w 1744082"/>
              <a:gd name="connsiteY15" fmla="*/ 1132853 h 1173768"/>
              <a:gd name="connsiteX16" fmla="*/ 629052 w 1744082"/>
              <a:gd name="connsiteY16" fmla="*/ 981676 h 1173768"/>
              <a:gd name="connsiteX17" fmla="*/ 410410 w 1744082"/>
              <a:gd name="connsiteY17" fmla="*/ 941804 h 1173768"/>
              <a:gd name="connsiteX18" fmla="*/ 41988 w 1744082"/>
              <a:gd name="connsiteY18" fmla="*/ 973746 h 1173768"/>
              <a:gd name="connsiteX19" fmla="*/ 50296 w 1744082"/>
              <a:gd name="connsiteY19" fmla="*/ 650500 h 1173768"/>
              <a:gd name="connsiteX20" fmla="*/ 220032 w 1744082"/>
              <a:gd name="connsiteY20" fmla="*/ 643139 h 1173768"/>
              <a:gd name="connsiteX21" fmla="*/ 374279 w 1744082"/>
              <a:gd name="connsiteY21" fmla="*/ 640800 h 1173768"/>
              <a:gd name="connsiteX22" fmla="*/ 284944 w 1744082"/>
              <a:gd name="connsiteY22" fmla="*/ 439734 h 1173768"/>
              <a:gd name="connsiteX23" fmla="*/ 70584 w 1744082"/>
              <a:gd name="connsiteY23" fmla="*/ 464777 h 1173768"/>
              <a:gd name="connsiteX24" fmla="*/ 3762 w 1744082"/>
              <a:gd name="connsiteY24" fmla="*/ 358535 h 1173768"/>
              <a:gd name="connsiteX25" fmla="*/ 54431 w 1744082"/>
              <a:gd name="connsiteY25" fmla="*/ 174491 h 1173768"/>
              <a:gd name="connsiteX26" fmla="*/ 513473 w 1744082"/>
              <a:gd name="connsiteY26" fmla="*/ 204002 h 1173768"/>
              <a:gd name="connsiteX27" fmla="*/ 602735 w 1744082"/>
              <a:gd name="connsiteY27" fmla="*/ 106099 h 1173768"/>
              <a:gd name="connsiteX28" fmla="*/ 658806 w 1744082"/>
              <a:gd name="connsiteY28" fmla="*/ 7536 h 1173768"/>
              <a:gd name="connsiteX29" fmla="*/ 767017 w 1744082"/>
              <a:gd name="connsiteY29" fmla="*/ 10 h 117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744082" h="1173768">
                <a:moveTo>
                  <a:pt x="767017" y="10"/>
                </a:moveTo>
                <a:cubicBezTo>
                  <a:pt x="899253" y="-568"/>
                  <a:pt x="1068706" y="24216"/>
                  <a:pt x="961691" y="115059"/>
                </a:cubicBezTo>
                <a:cubicBezTo>
                  <a:pt x="827883" y="228649"/>
                  <a:pt x="1229219" y="214759"/>
                  <a:pt x="1316293" y="206381"/>
                </a:cubicBezTo>
                <a:cubicBezTo>
                  <a:pt x="1384604" y="199799"/>
                  <a:pt x="1452106" y="189597"/>
                  <a:pt x="1519644" y="179526"/>
                </a:cubicBezTo>
                <a:cubicBezTo>
                  <a:pt x="1466202" y="317870"/>
                  <a:pt x="1426819" y="476447"/>
                  <a:pt x="1593524" y="474399"/>
                </a:cubicBezTo>
                <a:cubicBezTo>
                  <a:pt x="1633808" y="473903"/>
                  <a:pt x="1670867" y="461523"/>
                  <a:pt x="1708224" y="451040"/>
                </a:cubicBezTo>
                <a:lnTo>
                  <a:pt x="1744082" y="443084"/>
                </a:lnTo>
                <a:lnTo>
                  <a:pt x="1744082" y="649609"/>
                </a:lnTo>
                <a:lnTo>
                  <a:pt x="1726502" y="648143"/>
                </a:lnTo>
                <a:cubicBezTo>
                  <a:pt x="1699473" y="642800"/>
                  <a:pt x="1670187" y="634957"/>
                  <a:pt x="1639450" y="627015"/>
                </a:cubicBezTo>
                <a:cubicBezTo>
                  <a:pt x="1485701" y="587288"/>
                  <a:pt x="1465375" y="767988"/>
                  <a:pt x="1466090" y="839447"/>
                </a:cubicBezTo>
                <a:cubicBezTo>
                  <a:pt x="1466532" y="883945"/>
                  <a:pt x="1477395" y="922773"/>
                  <a:pt x="1485296" y="961456"/>
                </a:cubicBezTo>
                <a:cubicBezTo>
                  <a:pt x="1371133" y="944949"/>
                  <a:pt x="1256638" y="931893"/>
                  <a:pt x="1141740" y="941236"/>
                </a:cubicBezTo>
                <a:cubicBezTo>
                  <a:pt x="1085540" y="945808"/>
                  <a:pt x="922327" y="958707"/>
                  <a:pt x="928869" y="1017121"/>
                </a:cubicBezTo>
                <a:cubicBezTo>
                  <a:pt x="933830" y="1061421"/>
                  <a:pt x="1012746" y="1073314"/>
                  <a:pt x="997584" y="1120350"/>
                </a:cubicBezTo>
                <a:cubicBezTo>
                  <a:pt x="894612" y="1174232"/>
                  <a:pt x="684792" y="1201602"/>
                  <a:pt x="583346" y="1132853"/>
                </a:cubicBezTo>
                <a:cubicBezTo>
                  <a:pt x="524795" y="1093179"/>
                  <a:pt x="648937" y="1036984"/>
                  <a:pt x="629052" y="981676"/>
                </a:cubicBezTo>
                <a:cubicBezTo>
                  <a:pt x="560796" y="957531"/>
                  <a:pt x="486200" y="944803"/>
                  <a:pt x="410410" y="941804"/>
                </a:cubicBezTo>
                <a:cubicBezTo>
                  <a:pt x="286046" y="936902"/>
                  <a:pt x="163465" y="955562"/>
                  <a:pt x="41988" y="973746"/>
                </a:cubicBezTo>
                <a:cubicBezTo>
                  <a:pt x="52465" y="861491"/>
                  <a:pt x="-63261" y="753980"/>
                  <a:pt x="50296" y="650500"/>
                </a:cubicBezTo>
                <a:cubicBezTo>
                  <a:pt x="109765" y="613179"/>
                  <a:pt x="150123" y="618399"/>
                  <a:pt x="220032" y="643139"/>
                </a:cubicBezTo>
                <a:cubicBezTo>
                  <a:pt x="269966" y="660795"/>
                  <a:pt x="334913" y="679495"/>
                  <a:pt x="374279" y="640800"/>
                </a:cubicBezTo>
                <a:cubicBezTo>
                  <a:pt x="437590" y="578579"/>
                  <a:pt x="446265" y="414728"/>
                  <a:pt x="284944" y="439734"/>
                </a:cubicBezTo>
                <a:cubicBezTo>
                  <a:pt x="215844" y="450451"/>
                  <a:pt x="139538" y="494183"/>
                  <a:pt x="70584" y="464777"/>
                </a:cubicBezTo>
                <a:cubicBezTo>
                  <a:pt x="23168" y="444597"/>
                  <a:pt x="7401" y="398011"/>
                  <a:pt x="3762" y="358535"/>
                </a:cubicBezTo>
                <a:cubicBezTo>
                  <a:pt x="-2063" y="295389"/>
                  <a:pt x="25539" y="234292"/>
                  <a:pt x="54431" y="174491"/>
                </a:cubicBezTo>
                <a:cubicBezTo>
                  <a:pt x="204707" y="197143"/>
                  <a:pt x="359484" y="222755"/>
                  <a:pt x="513473" y="204002"/>
                </a:cubicBezTo>
                <a:cubicBezTo>
                  <a:pt x="605878" y="192742"/>
                  <a:pt x="663749" y="175838"/>
                  <a:pt x="602735" y="106099"/>
                </a:cubicBezTo>
                <a:cubicBezTo>
                  <a:pt x="555853" y="52522"/>
                  <a:pt x="568497" y="23671"/>
                  <a:pt x="658806" y="7536"/>
                </a:cubicBezTo>
                <a:cubicBezTo>
                  <a:pt x="682996" y="3214"/>
                  <a:pt x="722939" y="203"/>
                  <a:pt x="767017" y="10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59" name="Picture 58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C9130A13-3A32-976D-533D-5039644EB43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2952516" y="2565337"/>
            <a:ext cx="1895491" cy="863663"/>
          </a:xfrm>
          <a:custGeom>
            <a:avLst/>
            <a:gdLst>
              <a:gd name="connsiteX0" fmla="*/ 452117 w 1895491"/>
              <a:gd name="connsiteY0" fmla="*/ 1406 h 863663"/>
              <a:gd name="connsiteX1" fmla="*/ 567443 w 1895491"/>
              <a:gd name="connsiteY1" fmla="*/ 19809 h 863663"/>
              <a:gd name="connsiteX2" fmla="*/ 595065 w 1895491"/>
              <a:gd name="connsiteY2" fmla="*/ 140431 h 863663"/>
              <a:gd name="connsiteX3" fmla="*/ 940000 w 1895491"/>
              <a:gd name="connsiteY3" fmla="*/ 212285 h 863663"/>
              <a:gd name="connsiteX4" fmla="*/ 1036208 w 1895491"/>
              <a:gd name="connsiteY4" fmla="*/ 23510 h 863663"/>
              <a:gd name="connsiteX5" fmla="*/ 1533127 w 1895491"/>
              <a:gd name="connsiteY5" fmla="*/ 32180 h 863663"/>
              <a:gd name="connsiteX6" fmla="*/ 1533276 w 1895491"/>
              <a:gd name="connsiteY6" fmla="*/ 32193 h 863663"/>
              <a:gd name="connsiteX7" fmla="*/ 1482607 w 1895491"/>
              <a:gd name="connsiteY7" fmla="*/ 216237 h 863663"/>
              <a:gd name="connsiteX8" fmla="*/ 1549429 w 1895491"/>
              <a:gd name="connsiteY8" fmla="*/ 322480 h 863663"/>
              <a:gd name="connsiteX9" fmla="*/ 1763790 w 1895491"/>
              <a:gd name="connsiteY9" fmla="*/ 297436 h 863663"/>
              <a:gd name="connsiteX10" fmla="*/ 1853125 w 1895491"/>
              <a:gd name="connsiteY10" fmla="*/ 498501 h 863663"/>
              <a:gd name="connsiteX11" fmla="*/ 1698877 w 1895491"/>
              <a:gd name="connsiteY11" fmla="*/ 500841 h 863663"/>
              <a:gd name="connsiteX12" fmla="*/ 1529141 w 1895491"/>
              <a:gd name="connsiteY12" fmla="*/ 508203 h 863663"/>
              <a:gd name="connsiteX13" fmla="*/ 1520815 w 1895491"/>
              <a:gd name="connsiteY13" fmla="*/ 831462 h 863663"/>
              <a:gd name="connsiteX14" fmla="*/ 1438739 w 1895491"/>
              <a:gd name="connsiteY14" fmla="*/ 843436 h 863663"/>
              <a:gd name="connsiteX15" fmla="*/ 942536 w 1895491"/>
              <a:gd name="connsiteY15" fmla="*/ 831634 h 863663"/>
              <a:gd name="connsiteX16" fmla="*/ 1006215 w 1895491"/>
              <a:gd name="connsiteY16" fmla="*/ 693278 h 863663"/>
              <a:gd name="connsiteX17" fmla="*/ 789466 w 1895491"/>
              <a:gd name="connsiteY17" fmla="*/ 649440 h 863663"/>
              <a:gd name="connsiteX18" fmla="*/ 581447 w 1895491"/>
              <a:gd name="connsiteY18" fmla="*/ 697308 h 863663"/>
              <a:gd name="connsiteX19" fmla="*/ 637370 w 1895491"/>
              <a:gd name="connsiteY19" fmla="*/ 831687 h 863663"/>
              <a:gd name="connsiteX20" fmla="*/ 177483 w 1895491"/>
              <a:gd name="connsiteY20" fmla="*/ 842102 h 863663"/>
              <a:gd name="connsiteX21" fmla="*/ 58172 w 1895491"/>
              <a:gd name="connsiteY21" fmla="*/ 824353 h 863663"/>
              <a:gd name="connsiteX22" fmla="*/ 4931 w 1895491"/>
              <a:gd name="connsiteY22" fmla="*/ 696767 h 863663"/>
              <a:gd name="connsiteX23" fmla="*/ 125490 w 1895491"/>
              <a:gd name="connsiteY23" fmla="*/ 478652 h 863663"/>
              <a:gd name="connsiteX24" fmla="*/ 422606 w 1895491"/>
              <a:gd name="connsiteY24" fmla="*/ 437868 h 863663"/>
              <a:gd name="connsiteX25" fmla="*/ 386273 w 1895491"/>
              <a:gd name="connsiteY25" fmla="*/ 313560 h 863663"/>
              <a:gd name="connsiteX26" fmla="*/ 196742 w 1895491"/>
              <a:gd name="connsiteY26" fmla="*/ 322016 h 863663"/>
              <a:gd name="connsiteX27" fmla="*/ 25865 w 1895491"/>
              <a:gd name="connsiteY27" fmla="*/ 121479 h 863663"/>
              <a:gd name="connsiteX28" fmla="*/ 39501 w 1895491"/>
              <a:gd name="connsiteY28" fmla="*/ 31903 h 863663"/>
              <a:gd name="connsiteX29" fmla="*/ 58504 w 1895491"/>
              <a:gd name="connsiteY29" fmla="*/ 39673 h 863663"/>
              <a:gd name="connsiteX30" fmla="*/ 333676 w 1895491"/>
              <a:gd name="connsiteY30" fmla="*/ 2577 h 863663"/>
              <a:gd name="connsiteX31" fmla="*/ 452117 w 1895491"/>
              <a:gd name="connsiteY31" fmla="*/ 1406 h 863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95491" h="863663">
                <a:moveTo>
                  <a:pt x="452117" y="1406"/>
                </a:moveTo>
                <a:cubicBezTo>
                  <a:pt x="491496" y="3806"/>
                  <a:pt x="530356" y="9468"/>
                  <a:pt x="567443" y="19809"/>
                </a:cubicBezTo>
                <a:cubicBezTo>
                  <a:pt x="666205" y="47339"/>
                  <a:pt x="648213" y="85386"/>
                  <a:pt x="595065" y="140431"/>
                </a:cubicBezTo>
                <a:cubicBezTo>
                  <a:pt x="486561" y="252792"/>
                  <a:pt x="867278" y="235083"/>
                  <a:pt x="940000" y="212285"/>
                </a:cubicBezTo>
                <a:cubicBezTo>
                  <a:pt x="1117127" y="156752"/>
                  <a:pt x="809553" y="76334"/>
                  <a:pt x="1036208" y="23510"/>
                </a:cubicBezTo>
                <a:cubicBezTo>
                  <a:pt x="1199220" y="-14485"/>
                  <a:pt x="1369841" y="7559"/>
                  <a:pt x="1533127" y="32180"/>
                </a:cubicBezTo>
                <a:cubicBezTo>
                  <a:pt x="1533183" y="32180"/>
                  <a:pt x="1533220" y="32193"/>
                  <a:pt x="1533276" y="32193"/>
                </a:cubicBezTo>
                <a:cubicBezTo>
                  <a:pt x="1504384" y="92008"/>
                  <a:pt x="1476782" y="153106"/>
                  <a:pt x="1482607" y="216237"/>
                </a:cubicBezTo>
                <a:cubicBezTo>
                  <a:pt x="1486246" y="255714"/>
                  <a:pt x="1502015" y="302299"/>
                  <a:pt x="1549429" y="322480"/>
                </a:cubicBezTo>
                <a:cubicBezTo>
                  <a:pt x="1618383" y="351871"/>
                  <a:pt x="1694689" y="308154"/>
                  <a:pt x="1763790" y="297436"/>
                </a:cubicBezTo>
                <a:cubicBezTo>
                  <a:pt x="1925110" y="272444"/>
                  <a:pt x="1916418" y="436282"/>
                  <a:pt x="1853125" y="498501"/>
                </a:cubicBezTo>
                <a:cubicBezTo>
                  <a:pt x="1813758" y="537199"/>
                  <a:pt x="1748811" y="518498"/>
                  <a:pt x="1698877" y="500841"/>
                </a:cubicBezTo>
                <a:cubicBezTo>
                  <a:pt x="1628987" y="476100"/>
                  <a:pt x="1588610" y="470895"/>
                  <a:pt x="1529141" y="508203"/>
                </a:cubicBezTo>
                <a:cubicBezTo>
                  <a:pt x="1415582" y="611682"/>
                  <a:pt x="1531308" y="719181"/>
                  <a:pt x="1520815" y="831462"/>
                </a:cubicBezTo>
                <a:cubicBezTo>
                  <a:pt x="1493394" y="835573"/>
                  <a:pt x="1466029" y="839657"/>
                  <a:pt x="1438739" y="843436"/>
                </a:cubicBezTo>
                <a:cubicBezTo>
                  <a:pt x="1273870" y="866273"/>
                  <a:pt x="1101963" y="878472"/>
                  <a:pt x="942536" y="831634"/>
                </a:cubicBezTo>
                <a:cubicBezTo>
                  <a:pt x="912413" y="771609"/>
                  <a:pt x="1025199" y="753463"/>
                  <a:pt x="1006215" y="693278"/>
                </a:cubicBezTo>
                <a:cubicBezTo>
                  <a:pt x="949924" y="660039"/>
                  <a:pt x="861121" y="651119"/>
                  <a:pt x="789466" y="649440"/>
                </a:cubicBezTo>
                <a:cubicBezTo>
                  <a:pt x="728544" y="648014"/>
                  <a:pt x="609584" y="650102"/>
                  <a:pt x="581447" y="697308"/>
                </a:cubicBezTo>
                <a:cubicBezTo>
                  <a:pt x="555699" y="740484"/>
                  <a:pt x="660324" y="778084"/>
                  <a:pt x="637370" y="831687"/>
                </a:cubicBezTo>
                <a:cubicBezTo>
                  <a:pt x="489135" y="873607"/>
                  <a:pt x="330331" y="863326"/>
                  <a:pt x="177483" y="842102"/>
                </a:cubicBezTo>
                <a:cubicBezTo>
                  <a:pt x="137823" y="836590"/>
                  <a:pt x="98053" y="830393"/>
                  <a:pt x="58172" y="824353"/>
                </a:cubicBezTo>
                <a:cubicBezTo>
                  <a:pt x="36909" y="782538"/>
                  <a:pt x="15720" y="740683"/>
                  <a:pt x="4931" y="696767"/>
                </a:cubicBezTo>
                <a:cubicBezTo>
                  <a:pt x="-10285" y="634850"/>
                  <a:pt x="4398" y="484321"/>
                  <a:pt x="125490" y="478652"/>
                </a:cubicBezTo>
                <a:cubicBezTo>
                  <a:pt x="251949" y="472744"/>
                  <a:pt x="369604" y="587352"/>
                  <a:pt x="422606" y="437868"/>
                </a:cubicBezTo>
                <a:cubicBezTo>
                  <a:pt x="437824" y="394956"/>
                  <a:pt x="429002" y="347101"/>
                  <a:pt x="386273" y="313560"/>
                </a:cubicBezTo>
                <a:cubicBezTo>
                  <a:pt x="334851" y="273211"/>
                  <a:pt x="254816" y="306925"/>
                  <a:pt x="196742" y="322016"/>
                </a:cubicBezTo>
                <a:cubicBezTo>
                  <a:pt x="1257" y="372819"/>
                  <a:pt x="-13335" y="217123"/>
                  <a:pt x="25865" y="121479"/>
                </a:cubicBezTo>
                <a:cubicBezTo>
                  <a:pt x="38636" y="90316"/>
                  <a:pt x="41486" y="60727"/>
                  <a:pt x="39501" y="31903"/>
                </a:cubicBezTo>
                <a:cubicBezTo>
                  <a:pt x="45897" y="34386"/>
                  <a:pt x="52310" y="36859"/>
                  <a:pt x="58504" y="39673"/>
                </a:cubicBezTo>
                <a:cubicBezTo>
                  <a:pt x="149787" y="25758"/>
                  <a:pt x="240573" y="9012"/>
                  <a:pt x="333676" y="2577"/>
                </a:cubicBezTo>
                <a:cubicBezTo>
                  <a:pt x="372839" y="-132"/>
                  <a:pt x="412737" y="-995"/>
                  <a:pt x="452117" y="1406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57" name="Picture 56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A362F159-BBF1-7409-679A-410DA240C2B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-2296344" y="7338439"/>
            <a:ext cx="1894842" cy="1027732"/>
          </a:xfrm>
          <a:custGeom>
            <a:avLst/>
            <a:gdLst>
              <a:gd name="connsiteX0" fmla="*/ 1301095 w 1894842"/>
              <a:gd name="connsiteY0" fmla="*/ 49 h 1027732"/>
              <a:gd name="connsiteX1" fmla="*/ 1504796 w 1894842"/>
              <a:gd name="connsiteY1" fmla="*/ 32560 h 1027732"/>
              <a:gd name="connsiteX2" fmla="*/ 1491158 w 1894842"/>
              <a:gd name="connsiteY2" fmla="*/ 122137 h 1027732"/>
              <a:gd name="connsiteX3" fmla="*/ 1662037 w 1894842"/>
              <a:gd name="connsiteY3" fmla="*/ 322674 h 1027732"/>
              <a:gd name="connsiteX4" fmla="*/ 1851568 w 1894842"/>
              <a:gd name="connsiteY4" fmla="*/ 314216 h 1027732"/>
              <a:gd name="connsiteX5" fmla="*/ 1887901 w 1894842"/>
              <a:gd name="connsiteY5" fmla="*/ 438525 h 1027732"/>
              <a:gd name="connsiteX6" fmla="*/ 1590785 w 1894842"/>
              <a:gd name="connsiteY6" fmla="*/ 479309 h 1027732"/>
              <a:gd name="connsiteX7" fmla="*/ 1470226 w 1894842"/>
              <a:gd name="connsiteY7" fmla="*/ 697411 h 1027732"/>
              <a:gd name="connsiteX8" fmla="*/ 1523467 w 1894842"/>
              <a:gd name="connsiteY8" fmla="*/ 824996 h 1027732"/>
              <a:gd name="connsiteX9" fmla="*/ 1146115 w 1894842"/>
              <a:gd name="connsiteY9" fmla="*/ 799358 h 1027732"/>
              <a:gd name="connsiteX10" fmla="*/ 937598 w 1894842"/>
              <a:gd name="connsiteY10" fmla="*/ 853451 h 1027732"/>
              <a:gd name="connsiteX11" fmla="*/ 1003263 w 1894842"/>
              <a:gd name="connsiteY11" fmla="*/ 961398 h 1027732"/>
              <a:gd name="connsiteX12" fmla="*/ 587021 w 1894842"/>
              <a:gd name="connsiteY12" fmla="*/ 991212 h 1027732"/>
              <a:gd name="connsiteX13" fmla="*/ 636677 w 1894842"/>
              <a:gd name="connsiteY13" fmla="*/ 863441 h 1027732"/>
              <a:gd name="connsiteX14" fmla="*/ 448690 w 1894842"/>
              <a:gd name="connsiteY14" fmla="*/ 795089 h 1027732"/>
              <a:gd name="connsiteX15" fmla="*/ 168428 w 1894842"/>
              <a:gd name="connsiteY15" fmla="*/ 815203 h 1027732"/>
              <a:gd name="connsiteX16" fmla="*/ 53916 w 1894842"/>
              <a:gd name="connsiteY16" fmla="*/ 833270 h 1027732"/>
              <a:gd name="connsiteX17" fmla="*/ 43201 w 1894842"/>
              <a:gd name="connsiteY17" fmla="*/ 828723 h 1027732"/>
              <a:gd name="connsiteX18" fmla="*/ 7897 w 1894842"/>
              <a:gd name="connsiteY18" fmla="*/ 583185 h 1027732"/>
              <a:gd name="connsiteX19" fmla="*/ 119505 w 1894842"/>
              <a:gd name="connsiteY19" fmla="*/ 478740 h 1027732"/>
              <a:gd name="connsiteX20" fmla="*/ 300087 w 1894842"/>
              <a:gd name="connsiteY20" fmla="*/ 521151 h 1027732"/>
              <a:gd name="connsiteX21" fmla="*/ 384257 w 1894842"/>
              <a:gd name="connsiteY21" fmla="*/ 314957 h 1027732"/>
              <a:gd name="connsiteX22" fmla="*/ 25796 w 1894842"/>
              <a:gd name="connsiteY22" fmla="*/ 276948 h 1027732"/>
              <a:gd name="connsiteX23" fmla="*/ 53584 w 1894842"/>
              <a:gd name="connsiteY23" fmla="*/ 36828 h 1027732"/>
              <a:gd name="connsiteX24" fmla="*/ 596485 w 1894842"/>
              <a:gd name="connsiteY24" fmla="*/ 35467 h 1027732"/>
              <a:gd name="connsiteX25" fmla="*/ 568001 w 1894842"/>
              <a:gd name="connsiteY25" fmla="*/ 165207 h 1027732"/>
              <a:gd name="connsiteX26" fmla="*/ 712634 w 1894842"/>
              <a:gd name="connsiteY26" fmla="*/ 233190 h 1027732"/>
              <a:gd name="connsiteX27" fmla="*/ 935044 w 1894842"/>
              <a:gd name="connsiteY27" fmla="*/ 212930 h 1027732"/>
              <a:gd name="connsiteX28" fmla="*/ 940796 w 1894842"/>
              <a:gd name="connsiteY28" fmla="*/ 102511 h 1027732"/>
              <a:gd name="connsiteX29" fmla="*/ 1301095 w 1894842"/>
              <a:gd name="connsiteY29" fmla="*/ 49 h 1027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894842" h="1027732">
                <a:moveTo>
                  <a:pt x="1301095" y="49"/>
                </a:moveTo>
                <a:cubicBezTo>
                  <a:pt x="1371684" y="-757"/>
                  <a:pt x="1442550" y="8375"/>
                  <a:pt x="1504796" y="32560"/>
                </a:cubicBezTo>
                <a:cubicBezTo>
                  <a:pt x="1506781" y="61384"/>
                  <a:pt x="1503931" y="90988"/>
                  <a:pt x="1491158" y="122137"/>
                </a:cubicBezTo>
                <a:cubicBezTo>
                  <a:pt x="1451960" y="217781"/>
                  <a:pt x="1466550" y="373477"/>
                  <a:pt x="1662037" y="322674"/>
                </a:cubicBezTo>
                <a:cubicBezTo>
                  <a:pt x="1720111" y="307582"/>
                  <a:pt x="1800129" y="273855"/>
                  <a:pt x="1851568" y="314216"/>
                </a:cubicBezTo>
                <a:cubicBezTo>
                  <a:pt x="1894314" y="347758"/>
                  <a:pt x="1903118" y="395613"/>
                  <a:pt x="1887901" y="438525"/>
                </a:cubicBezTo>
                <a:cubicBezTo>
                  <a:pt x="1834899" y="588010"/>
                  <a:pt x="1717244" y="473401"/>
                  <a:pt x="1590785" y="479309"/>
                </a:cubicBezTo>
                <a:cubicBezTo>
                  <a:pt x="1469693" y="484979"/>
                  <a:pt x="1455010" y="635520"/>
                  <a:pt x="1470226" y="697411"/>
                </a:cubicBezTo>
                <a:cubicBezTo>
                  <a:pt x="1481015" y="741326"/>
                  <a:pt x="1502204" y="783181"/>
                  <a:pt x="1523467" y="824996"/>
                </a:cubicBezTo>
                <a:cubicBezTo>
                  <a:pt x="1399012" y="806164"/>
                  <a:pt x="1273251" y="788917"/>
                  <a:pt x="1146115" y="799358"/>
                </a:cubicBezTo>
                <a:cubicBezTo>
                  <a:pt x="1076020" y="805119"/>
                  <a:pt x="988138" y="816789"/>
                  <a:pt x="937598" y="853451"/>
                </a:cubicBezTo>
                <a:cubicBezTo>
                  <a:pt x="908450" y="904265"/>
                  <a:pt x="1000120" y="919899"/>
                  <a:pt x="1003263" y="961398"/>
                </a:cubicBezTo>
                <a:cubicBezTo>
                  <a:pt x="1010466" y="1056459"/>
                  <a:pt x="648991" y="1033211"/>
                  <a:pt x="587021" y="991212"/>
                </a:cubicBezTo>
                <a:cubicBezTo>
                  <a:pt x="529387" y="952160"/>
                  <a:pt x="636311" y="908561"/>
                  <a:pt x="636677" y="863441"/>
                </a:cubicBezTo>
                <a:cubicBezTo>
                  <a:pt x="637083" y="811794"/>
                  <a:pt x="504816" y="798643"/>
                  <a:pt x="448690" y="795089"/>
                </a:cubicBezTo>
                <a:cubicBezTo>
                  <a:pt x="354632" y="789142"/>
                  <a:pt x="260097" y="801169"/>
                  <a:pt x="168428" y="815203"/>
                </a:cubicBezTo>
                <a:cubicBezTo>
                  <a:pt x="130202" y="821044"/>
                  <a:pt x="92142" y="827414"/>
                  <a:pt x="53916" y="833270"/>
                </a:cubicBezTo>
                <a:cubicBezTo>
                  <a:pt x="50441" y="831631"/>
                  <a:pt x="46748" y="830244"/>
                  <a:pt x="43201" y="828723"/>
                </a:cubicBezTo>
                <a:cubicBezTo>
                  <a:pt x="30446" y="746785"/>
                  <a:pt x="-19010" y="668269"/>
                  <a:pt x="7897" y="583185"/>
                </a:cubicBezTo>
                <a:cubicBezTo>
                  <a:pt x="19622" y="546142"/>
                  <a:pt x="57481" y="480737"/>
                  <a:pt x="119505" y="478740"/>
                </a:cubicBezTo>
                <a:cubicBezTo>
                  <a:pt x="185851" y="476600"/>
                  <a:pt x="235948" y="516089"/>
                  <a:pt x="300087" y="521151"/>
                </a:cubicBezTo>
                <a:cubicBezTo>
                  <a:pt x="437094" y="531961"/>
                  <a:pt x="450822" y="370159"/>
                  <a:pt x="384257" y="314957"/>
                </a:cubicBezTo>
                <a:cubicBezTo>
                  <a:pt x="287075" y="234353"/>
                  <a:pt x="99859" y="414380"/>
                  <a:pt x="25796" y="276948"/>
                </a:cubicBezTo>
                <a:cubicBezTo>
                  <a:pt x="-17833" y="196014"/>
                  <a:pt x="14769" y="116454"/>
                  <a:pt x="53584" y="36828"/>
                </a:cubicBezTo>
                <a:cubicBezTo>
                  <a:pt x="236205" y="9498"/>
                  <a:pt x="418275" y="-16021"/>
                  <a:pt x="596485" y="35467"/>
                </a:cubicBezTo>
                <a:cubicBezTo>
                  <a:pt x="688284" y="61978"/>
                  <a:pt x="600271" y="126578"/>
                  <a:pt x="568001" y="165207"/>
                </a:cubicBezTo>
                <a:cubicBezTo>
                  <a:pt x="544477" y="212137"/>
                  <a:pt x="676723" y="229555"/>
                  <a:pt x="712634" y="233190"/>
                </a:cubicBezTo>
                <a:cubicBezTo>
                  <a:pt x="787413" y="240776"/>
                  <a:pt x="865574" y="234697"/>
                  <a:pt x="935044" y="212930"/>
                </a:cubicBezTo>
                <a:cubicBezTo>
                  <a:pt x="1052479" y="176124"/>
                  <a:pt x="979095" y="156960"/>
                  <a:pt x="940796" y="102511"/>
                </a:cubicBezTo>
                <a:cubicBezTo>
                  <a:pt x="881508" y="18273"/>
                  <a:pt x="1230873" y="855"/>
                  <a:pt x="1301095" y="49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55" name="Picture 54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3CD6F918-0BAB-C3C9-EC7E-A275FC1D50D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-2665917" y="-1114826"/>
            <a:ext cx="1900518" cy="1174102"/>
          </a:xfrm>
          <a:custGeom>
            <a:avLst/>
            <a:gdLst>
              <a:gd name="connsiteX0" fmla="*/ 738503 w 1900518"/>
              <a:gd name="connsiteY0" fmla="*/ 111 h 1174102"/>
              <a:gd name="connsiteX1" fmla="*/ 952102 w 1900518"/>
              <a:gd name="connsiteY1" fmla="*/ 23242 h 1174102"/>
              <a:gd name="connsiteX2" fmla="*/ 943355 w 1900518"/>
              <a:gd name="connsiteY2" fmla="*/ 138247 h 1174102"/>
              <a:gd name="connsiteX3" fmla="*/ 1136341 w 1900518"/>
              <a:gd name="connsiteY3" fmla="*/ 215414 h 1174102"/>
              <a:gd name="connsiteX4" fmla="*/ 1531098 w 1900518"/>
              <a:gd name="connsiteY4" fmla="*/ 181660 h 1174102"/>
              <a:gd name="connsiteX5" fmla="*/ 1503310 w 1900518"/>
              <a:gd name="connsiteY5" fmla="*/ 421780 h 1174102"/>
              <a:gd name="connsiteX6" fmla="*/ 1861773 w 1900518"/>
              <a:gd name="connsiteY6" fmla="*/ 459789 h 1174102"/>
              <a:gd name="connsiteX7" fmla="*/ 1777601 w 1900518"/>
              <a:gd name="connsiteY7" fmla="*/ 665983 h 1174102"/>
              <a:gd name="connsiteX8" fmla="*/ 1597021 w 1900518"/>
              <a:gd name="connsiteY8" fmla="*/ 623573 h 1174102"/>
              <a:gd name="connsiteX9" fmla="*/ 1485411 w 1900518"/>
              <a:gd name="connsiteY9" fmla="*/ 728017 h 1174102"/>
              <a:gd name="connsiteX10" fmla="*/ 1520716 w 1900518"/>
              <a:gd name="connsiteY10" fmla="*/ 973555 h 1174102"/>
              <a:gd name="connsiteX11" fmla="*/ 1425627 w 1900518"/>
              <a:gd name="connsiteY11" fmla="*/ 945776 h 1174102"/>
              <a:gd name="connsiteX12" fmla="*/ 961879 w 1900518"/>
              <a:gd name="connsiteY12" fmla="*/ 984326 h 1174102"/>
              <a:gd name="connsiteX13" fmla="*/ 1010545 w 1900518"/>
              <a:gd name="connsiteY13" fmla="*/ 1106216 h 1174102"/>
              <a:gd name="connsiteX14" fmla="*/ 832921 w 1900518"/>
              <a:gd name="connsiteY14" fmla="*/ 1171846 h 1174102"/>
              <a:gd name="connsiteX15" fmla="*/ 612828 w 1900518"/>
              <a:gd name="connsiteY15" fmla="*/ 1149762 h 1174102"/>
              <a:gd name="connsiteX16" fmla="*/ 639402 w 1900518"/>
              <a:gd name="connsiteY16" fmla="*/ 1029855 h 1174102"/>
              <a:gd name="connsiteX17" fmla="*/ 417546 w 1900518"/>
              <a:gd name="connsiteY17" fmla="*/ 956335 h 1174102"/>
              <a:gd name="connsiteX18" fmla="*/ 140920 w 1900518"/>
              <a:gd name="connsiteY18" fmla="*/ 942710 h 1174102"/>
              <a:gd name="connsiteX19" fmla="*/ 114512 w 1900518"/>
              <a:gd name="connsiteY19" fmla="*/ 942631 h 1174102"/>
              <a:gd name="connsiteX20" fmla="*/ 94828 w 1900518"/>
              <a:gd name="connsiteY20" fmla="*/ 686679 h 1174102"/>
              <a:gd name="connsiteX21" fmla="*/ 31716 w 1900518"/>
              <a:gd name="connsiteY21" fmla="*/ 628510 h 1174102"/>
              <a:gd name="connsiteX22" fmla="*/ 0 w 1900518"/>
              <a:gd name="connsiteY22" fmla="*/ 629628 h 1174102"/>
              <a:gd name="connsiteX23" fmla="*/ 0 w 1900518"/>
              <a:gd name="connsiteY23" fmla="*/ 473447 h 1174102"/>
              <a:gd name="connsiteX24" fmla="*/ 29060 w 1900518"/>
              <a:gd name="connsiteY24" fmla="*/ 476766 h 1174102"/>
              <a:gd name="connsiteX25" fmla="*/ 73399 w 1900518"/>
              <a:gd name="connsiteY25" fmla="*/ 209639 h 1174102"/>
              <a:gd name="connsiteX26" fmla="*/ 254660 w 1900518"/>
              <a:gd name="connsiteY26" fmla="*/ 208001 h 1174102"/>
              <a:gd name="connsiteX27" fmla="*/ 544113 w 1900518"/>
              <a:gd name="connsiteY27" fmla="*/ 193000 h 1174102"/>
              <a:gd name="connsiteX28" fmla="*/ 639292 w 1900518"/>
              <a:gd name="connsiteY28" fmla="*/ 152547 h 1174102"/>
              <a:gd name="connsiteX29" fmla="*/ 575889 w 1900518"/>
              <a:gd name="connsiteY29" fmla="*/ 68942 h 1174102"/>
              <a:gd name="connsiteX30" fmla="*/ 738503 w 1900518"/>
              <a:gd name="connsiteY30" fmla="*/ 111 h 1174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900518" h="1174102">
                <a:moveTo>
                  <a:pt x="738503" y="111"/>
                </a:moveTo>
                <a:cubicBezTo>
                  <a:pt x="818789" y="-1379"/>
                  <a:pt x="907573" y="12458"/>
                  <a:pt x="952102" y="23242"/>
                </a:cubicBezTo>
                <a:cubicBezTo>
                  <a:pt x="1045885" y="45959"/>
                  <a:pt x="1007991" y="102881"/>
                  <a:pt x="943355" y="138247"/>
                </a:cubicBezTo>
                <a:cubicBezTo>
                  <a:pt x="923709" y="210431"/>
                  <a:pt x="1060973" y="211620"/>
                  <a:pt x="1136341" y="215414"/>
                </a:cubicBezTo>
                <a:cubicBezTo>
                  <a:pt x="1267375" y="222023"/>
                  <a:pt x="1399385" y="201366"/>
                  <a:pt x="1531098" y="181660"/>
                </a:cubicBezTo>
                <a:cubicBezTo>
                  <a:pt x="1492286" y="261286"/>
                  <a:pt x="1459682" y="340846"/>
                  <a:pt x="1503310" y="421780"/>
                </a:cubicBezTo>
                <a:cubicBezTo>
                  <a:pt x="1577374" y="559211"/>
                  <a:pt x="1764589" y="379185"/>
                  <a:pt x="1861773" y="459789"/>
                </a:cubicBezTo>
                <a:cubicBezTo>
                  <a:pt x="1928337" y="514992"/>
                  <a:pt x="1914609" y="676793"/>
                  <a:pt x="1777601" y="665983"/>
                </a:cubicBezTo>
                <a:cubicBezTo>
                  <a:pt x="1713463" y="660921"/>
                  <a:pt x="1663365" y="621432"/>
                  <a:pt x="1597021" y="623573"/>
                </a:cubicBezTo>
                <a:cubicBezTo>
                  <a:pt x="1534996" y="625568"/>
                  <a:pt x="1497136" y="690960"/>
                  <a:pt x="1485411" y="728017"/>
                </a:cubicBezTo>
                <a:cubicBezTo>
                  <a:pt x="1458507" y="813089"/>
                  <a:pt x="1507960" y="891617"/>
                  <a:pt x="1520716" y="973555"/>
                </a:cubicBezTo>
                <a:cubicBezTo>
                  <a:pt x="1491199" y="960841"/>
                  <a:pt x="1459093" y="951498"/>
                  <a:pt x="1425627" y="945776"/>
                </a:cubicBezTo>
                <a:cubicBezTo>
                  <a:pt x="1271438" y="919450"/>
                  <a:pt x="1110814" y="958239"/>
                  <a:pt x="961879" y="984326"/>
                </a:cubicBezTo>
                <a:cubicBezTo>
                  <a:pt x="896749" y="1041433"/>
                  <a:pt x="1006814" y="1056881"/>
                  <a:pt x="1010545" y="1106216"/>
                </a:cubicBezTo>
                <a:cubicBezTo>
                  <a:pt x="1013835" y="1149841"/>
                  <a:pt x="879069" y="1167815"/>
                  <a:pt x="832921" y="1171846"/>
                </a:cubicBezTo>
                <a:cubicBezTo>
                  <a:pt x="758713" y="1178335"/>
                  <a:pt x="681690" y="1170788"/>
                  <a:pt x="612828" y="1149762"/>
                </a:cubicBezTo>
                <a:cubicBezTo>
                  <a:pt x="555746" y="1093622"/>
                  <a:pt x="601489" y="1089459"/>
                  <a:pt x="639402" y="1029855"/>
                </a:cubicBezTo>
                <a:cubicBezTo>
                  <a:pt x="674302" y="957749"/>
                  <a:pt x="484459" y="962362"/>
                  <a:pt x="417546" y="956335"/>
                </a:cubicBezTo>
                <a:cubicBezTo>
                  <a:pt x="325766" y="948075"/>
                  <a:pt x="233342" y="943753"/>
                  <a:pt x="140920" y="942710"/>
                </a:cubicBezTo>
                <a:cubicBezTo>
                  <a:pt x="132118" y="942604"/>
                  <a:pt x="123314" y="942683"/>
                  <a:pt x="114512" y="942631"/>
                </a:cubicBezTo>
                <a:cubicBezTo>
                  <a:pt x="119087" y="856040"/>
                  <a:pt x="125409" y="768736"/>
                  <a:pt x="94828" y="686679"/>
                </a:cubicBezTo>
                <a:cubicBezTo>
                  <a:pt x="80553" y="648383"/>
                  <a:pt x="58416" y="632530"/>
                  <a:pt x="31716" y="628510"/>
                </a:cubicBezTo>
                <a:lnTo>
                  <a:pt x="0" y="629628"/>
                </a:lnTo>
                <a:lnTo>
                  <a:pt x="0" y="473447"/>
                </a:lnTo>
                <a:lnTo>
                  <a:pt x="29060" y="476766"/>
                </a:lnTo>
                <a:cubicBezTo>
                  <a:pt x="153895" y="473297"/>
                  <a:pt x="120725" y="334067"/>
                  <a:pt x="73399" y="209639"/>
                </a:cubicBezTo>
                <a:cubicBezTo>
                  <a:pt x="133827" y="209929"/>
                  <a:pt x="194254" y="209480"/>
                  <a:pt x="254660" y="208001"/>
                </a:cubicBezTo>
                <a:cubicBezTo>
                  <a:pt x="351366" y="205621"/>
                  <a:pt x="447959" y="200811"/>
                  <a:pt x="544113" y="193000"/>
                </a:cubicBezTo>
                <a:cubicBezTo>
                  <a:pt x="590757" y="189207"/>
                  <a:pt x="656862" y="202462"/>
                  <a:pt x="639292" y="152547"/>
                </a:cubicBezTo>
                <a:cubicBezTo>
                  <a:pt x="630820" y="120432"/>
                  <a:pt x="599339" y="95705"/>
                  <a:pt x="575889" y="68942"/>
                </a:cubicBezTo>
                <a:cubicBezTo>
                  <a:pt x="586428" y="18418"/>
                  <a:pt x="658217" y="1601"/>
                  <a:pt x="738503" y="111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51" name="Picture 50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D3965AAE-0C91-7514-2AC1-C6EDBCEE275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12381210" y="-1369122"/>
            <a:ext cx="1879144" cy="1006212"/>
          </a:xfrm>
          <a:custGeom>
            <a:avLst/>
            <a:gdLst>
              <a:gd name="connsiteX0" fmla="*/ 1029216 w 1879144"/>
              <a:gd name="connsiteY0" fmla="*/ 449 h 1006212"/>
              <a:gd name="connsiteX1" fmla="*/ 1151797 w 1879144"/>
              <a:gd name="connsiteY1" fmla="*/ 6746 h 1006212"/>
              <a:gd name="connsiteX2" fmla="*/ 1273294 w 1879144"/>
              <a:gd name="connsiteY2" fmla="*/ 93323 h 1006212"/>
              <a:gd name="connsiteX3" fmla="*/ 1218417 w 1879144"/>
              <a:gd name="connsiteY3" fmla="*/ 160618 h 1006212"/>
              <a:gd name="connsiteX4" fmla="*/ 1369685 w 1879144"/>
              <a:gd name="connsiteY4" fmla="*/ 192190 h 1006212"/>
              <a:gd name="connsiteX5" fmla="*/ 1825512 w 1879144"/>
              <a:gd name="connsiteY5" fmla="*/ 207719 h 1006212"/>
              <a:gd name="connsiteX6" fmla="*/ 1864950 w 1879144"/>
              <a:gd name="connsiteY6" fmla="*/ 393879 h 1006212"/>
              <a:gd name="connsiteX7" fmla="*/ 1528765 w 1879144"/>
              <a:gd name="connsiteY7" fmla="*/ 456562 h 1006212"/>
              <a:gd name="connsiteX8" fmla="*/ 1662702 w 1879144"/>
              <a:gd name="connsiteY8" fmla="*/ 646698 h 1006212"/>
              <a:gd name="connsiteX9" fmla="*/ 1878551 w 1879144"/>
              <a:gd name="connsiteY9" fmla="*/ 787830 h 1006212"/>
              <a:gd name="connsiteX10" fmla="*/ 1808807 w 1879144"/>
              <a:gd name="connsiteY10" fmla="*/ 973909 h 1006212"/>
              <a:gd name="connsiteX11" fmla="*/ 1605454 w 1879144"/>
              <a:gd name="connsiteY11" fmla="*/ 1000764 h 1006212"/>
              <a:gd name="connsiteX12" fmla="*/ 1250854 w 1879144"/>
              <a:gd name="connsiteY12" fmla="*/ 909456 h 1006212"/>
              <a:gd name="connsiteX13" fmla="*/ 947967 w 1879144"/>
              <a:gd name="connsiteY13" fmla="*/ 801932 h 1006212"/>
              <a:gd name="connsiteX14" fmla="*/ 891896 w 1879144"/>
              <a:gd name="connsiteY14" fmla="*/ 900495 h 1006212"/>
              <a:gd name="connsiteX15" fmla="*/ 802634 w 1879144"/>
              <a:gd name="connsiteY15" fmla="*/ 998398 h 1006212"/>
              <a:gd name="connsiteX16" fmla="*/ 343592 w 1879144"/>
              <a:gd name="connsiteY16" fmla="*/ 968888 h 1006212"/>
              <a:gd name="connsiteX17" fmla="*/ 375146 w 1879144"/>
              <a:gd name="connsiteY17" fmla="*/ 901646 h 1006212"/>
              <a:gd name="connsiteX18" fmla="*/ 335525 w 1879144"/>
              <a:gd name="connsiteY18" fmla="*/ 626570 h 1006212"/>
              <a:gd name="connsiteX19" fmla="*/ 23946 w 1879144"/>
              <a:gd name="connsiteY19" fmla="*/ 604446 h 1006212"/>
              <a:gd name="connsiteX20" fmla="*/ 28393 w 1879144"/>
              <a:gd name="connsiteY20" fmla="*/ 467689 h 1006212"/>
              <a:gd name="connsiteX21" fmla="*/ 223897 w 1879144"/>
              <a:gd name="connsiteY21" fmla="*/ 464293 h 1006212"/>
              <a:gd name="connsiteX22" fmla="*/ 368642 w 1879144"/>
              <a:gd name="connsiteY22" fmla="*/ 258006 h 1006212"/>
              <a:gd name="connsiteX23" fmla="*/ 360646 w 1879144"/>
              <a:gd name="connsiteY23" fmla="*/ 207812 h 1006212"/>
              <a:gd name="connsiteX24" fmla="*/ 435462 w 1879144"/>
              <a:gd name="connsiteY24" fmla="*/ 207640 h 1006212"/>
              <a:gd name="connsiteX25" fmla="*/ 725723 w 1879144"/>
              <a:gd name="connsiteY25" fmla="*/ 197952 h 1006212"/>
              <a:gd name="connsiteX26" fmla="*/ 870008 w 1879144"/>
              <a:gd name="connsiteY26" fmla="*/ 187090 h 1006212"/>
              <a:gd name="connsiteX27" fmla="*/ 891896 w 1879144"/>
              <a:gd name="connsiteY27" fmla="*/ 107556 h 1006212"/>
              <a:gd name="connsiteX28" fmla="*/ 908896 w 1879144"/>
              <a:gd name="connsiteY28" fmla="*/ 17582 h 1006212"/>
              <a:gd name="connsiteX29" fmla="*/ 1029216 w 1879144"/>
              <a:gd name="connsiteY29" fmla="*/ 449 h 1006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879144" h="1006212">
                <a:moveTo>
                  <a:pt x="1029216" y="449"/>
                </a:moveTo>
                <a:cubicBezTo>
                  <a:pt x="1070231" y="-1068"/>
                  <a:pt x="1111623" y="1321"/>
                  <a:pt x="1151797" y="6746"/>
                </a:cubicBezTo>
                <a:cubicBezTo>
                  <a:pt x="1221799" y="16195"/>
                  <a:pt x="1325431" y="27918"/>
                  <a:pt x="1273294" y="93323"/>
                </a:cubicBezTo>
                <a:cubicBezTo>
                  <a:pt x="1251699" y="120415"/>
                  <a:pt x="1217884" y="127261"/>
                  <a:pt x="1218417" y="160618"/>
                </a:cubicBezTo>
                <a:cubicBezTo>
                  <a:pt x="1219078" y="200569"/>
                  <a:pt x="1325817" y="189548"/>
                  <a:pt x="1369685" y="192190"/>
                </a:cubicBezTo>
                <a:cubicBezTo>
                  <a:pt x="1521284" y="201296"/>
                  <a:pt x="1673380" y="207085"/>
                  <a:pt x="1825512" y="207719"/>
                </a:cubicBezTo>
                <a:cubicBezTo>
                  <a:pt x="1855855" y="268116"/>
                  <a:pt x="1881455" y="330653"/>
                  <a:pt x="1864950" y="393879"/>
                </a:cubicBezTo>
                <a:cubicBezTo>
                  <a:pt x="1820459" y="564296"/>
                  <a:pt x="1645445" y="388961"/>
                  <a:pt x="1528765" y="456562"/>
                </a:cubicBezTo>
                <a:cubicBezTo>
                  <a:pt x="1413002" y="523618"/>
                  <a:pt x="1493516" y="706764"/>
                  <a:pt x="1662702" y="646698"/>
                </a:cubicBezTo>
                <a:cubicBezTo>
                  <a:pt x="1817903" y="591601"/>
                  <a:pt x="1886324" y="679672"/>
                  <a:pt x="1878551" y="787830"/>
                </a:cubicBezTo>
                <a:cubicBezTo>
                  <a:pt x="1876363" y="818478"/>
                  <a:pt x="1840159" y="892711"/>
                  <a:pt x="1808807" y="973909"/>
                </a:cubicBezTo>
                <a:cubicBezTo>
                  <a:pt x="1741287" y="983967"/>
                  <a:pt x="1673785" y="994183"/>
                  <a:pt x="1605454" y="1000764"/>
                </a:cubicBezTo>
                <a:cubicBezTo>
                  <a:pt x="1518380" y="1009155"/>
                  <a:pt x="1117044" y="1023046"/>
                  <a:pt x="1250854" y="909456"/>
                </a:cubicBezTo>
                <a:cubicBezTo>
                  <a:pt x="1393540" y="788332"/>
                  <a:pt x="1044746" y="784645"/>
                  <a:pt x="947967" y="801932"/>
                </a:cubicBezTo>
                <a:cubicBezTo>
                  <a:pt x="857658" y="818067"/>
                  <a:pt x="845014" y="846919"/>
                  <a:pt x="891896" y="900495"/>
                </a:cubicBezTo>
                <a:cubicBezTo>
                  <a:pt x="952930" y="970235"/>
                  <a:pt x="895039" y="987139"/>
                  <a:pt x="802634" y="998398"/>
                </a:cubicBezTo>
                <a:cubicBezTo>
                  <a:pt x="648648" y="1017152"/>
                  <a:pt x="493868" y="991552"/>
                  <a:pt x="343592" y="968888"/>
                </a:cubicBezTo>
                <a:cubicBezTo>
                  <a:pt x="354509" y="946302"/>
                  <a:pt x="365589" y="923901"/>
                  <a:pt x="375146" y="901646"/>
                </a:cubicBezTo>
                <a:cubicBezTo>
                  <a:pt x="415963" y="806583"/>
                  <a:pt x="425815" y="709168"/>
                  <a:pt x="335525" y="626570"/>
                </a:cubicBezTo>
                <a:cubicBezTo>
                  <a:pt x="218879" y="603601"/>
                  <a:pt x="113280" y="720191"/>
                  <a:pt x="23946" y="604446"/>
                </a:cubicBezTo>
                <a:cubicBezTo>
                  <a:pt x="-8785" y="562050"/>
                  <a:pt x="-8583" y="508710"/>
                  <a:pt x="28393" y="467689"/>
                </a:cubicBezTo>
                <a:cubicBezTo>
                  <a:pt x="121477" y="435587"/>
                  <a:pt x="124398" y="445750"/>
                  <a:pt x="223897" y="464293"/>
                </a:cubicBezTo>
                <a:cubicBezTo>
                  <a:pt x="447702" y="506028"/>
                  <a:pt x="400857" y="361434"/>
                  <a:pt x="368642" y="258006"/>
                </a:cubicBezTo>
                <a:cubicBezTo>
                  <a:pt x="363403" y="241262"/>
                  <a:pt x="361179" y="224530"/>
                  <a:pt x="360646" y="207812"/>
                </a:cubicBezTo>
                <a:cubicBezTo>
                  <a:pt x="385586" y="207891"/>
                  <a:pt x="410524" y="207852"/>
                  <a:pt x="435462" y="207640"/>
                </a:cubicBezTo>
                <a:cubicBezTo>
                  <a:pt x="532333" y="206848"/>
                  <a:pt x="629185" y="203781"/>
                  <a:pt x="725723" y="197952"/>
                </a:cubicBezTo>
                <a:cubicBezTo>
                  <a:pt x="773911" y="195046"/>
                  <a:pt x="822023" y="191438"/>
                  <a:pt x="870008" y="187090"/>
                </a:cubicBezTo>
                <a:cubicBezTo>
                  <a:pt x="944201" y="180349"/>
                  <a:pt x="924939" y="145314"/>
                  <a:pt x="891896" y="107556"/>
                </a:cubicBezTo>
                <a:cubicBezTo>
                  <a:pt x="850729" y="60507"/>
                  <a:pt x="848782" y="50015"/>
                  <a:pt x="908896" y="17582"/>
                </a:cubicBezTo>
                <a:cubicBezTo>
                  <a:pt x="947563" y="7386"/>
                  <a:pt x="988201" y="1965"/>
                  <a:pt x="1029216" y="449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49" name="Picture 48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821E1EDB-2478-8821-62D4-82E4B232C8F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10703070" y="7050154"/>
            <a:ext cx="1590436" cy="1166249"/>
          </a:xfrm>
          <a:custGeom>
            <a:avLst/>
            <a:gdLst>
              <a:gd name="connsiteX0" fmla="*/ 713519 w 1590436"/>
              <a:gd name="connsiteY0" fmla="*/ 1909 h 1166249"/>
              <a:gd name="connsiteX1" fmla="*/ 826164 w 1590436"/>
              <a:gd name="connsiteY1" fmla="*/ 2709 h 1166249"/>
              <a:gd name="connsiteX2" fmla="*/ 1005533 w 1590436"/>
              <a:gd name="connsiteY2" fmla="*/ 68034 h 1166249"/>
              <a:gd name="connsiteX3" fmla="*/ 936615 w 1590436"/>
              <a:gd name="connsiteY3" fmla="*/ 136850 h 1166249"/>
              <a:gd name="connsiteX4" fmla="*/ 1035912 w 1590436"/>
              <a:gd name="connsiteY4" fmla="*/ 189489 h 1166249"/>
              <a:gd name="connsiteX5" fmla="*/ 1545936 w 1590436"/>
              <a:gd name="connsiteY5" fmla="*/ 208149 h 1166249"/>
              <a:gd name="connsiteX6" fmla="*/ 1553929 w 1590436"/>
              <a:gd name="connsiteY6" fmla="*/ 258343 h 1166249"/>
              <a:gd name="connsiteX7" fmla="*/ 1409185 w 1590436"/>
              <a:gd name="connsiteY7" fmla="*/ 464630 h 1166249"/>
              <a:gd name="connsiteX8" fmla="*/ 1213681 w 1590436"/>
              <a:gd name="connsiteY8" fmla="*/ 468027 h 1166249"/>
              <a:gd name="connsiteX9" fmla="*/ 1209233 w 1590436"/>
              <a:gd name="connsiteY9" fmla="*/ 604783 h 1166249"/>
              <a:gd name="connsiteX10" fmla="*/ 1520812 w 1590436"/>
              <a:gd name="connsiteY10" fmla="*/ 626907 h 1166249"/>
              <a:gd name="connsiteX11" fmla="*/ 1560435 w 1590436"/>
              <a:gd name="connsiteY11" fmla="*/ 901983 h 1166249"/>
              <a:gd name="connsiteX12" fmla="*/ 1528879 w 1590436"/>
              <a:gd name="connsiteY12" fmla="*/ 969225 h 1166249"/>
              <a:gd name="connsiteX13" fmla="*/ 1528733 w 1590436"/>
              <a:gd name="connsiteY13" fmla="*/ 969211 h 1166249"/>
              <a:gd name="connsiteX14" fmla="*/ 1031814 w 1590436"/>
              <a:gd name="connsiteY14" fmla="*/ 960542 h 1166249"/>
              <a:gd name="connsiteX15" fmla="*/ 935606 w 1590436"/>
              <a:gd name="connsiteY15" fmla="*/ 1149318 h 1166249"/>
              <a:gd name="connsiteX16" fmla="*/ 590671 w 1590436"/>
              <a:gd name="connsiteY16" fmla="*/ 1077464 h 1166249"/>
              <a:gd name="connsiteX17" fmla="*/ 563049 w 1590436"/>
              <a:gd name="connsiteY17" fmla="*/ 956842 h 1166249"/>
              <a:gd name="connsiteX18" fmla="*/ 329282 w 1590436"/>
              <a:gd name="connsiteY18" fmla="*/ 939608 h 1166249"/>
              <a:gd name="connsiteX19" fmla="*/ 54109 w 1590436"/>
              <a:gd name="connsiteY19" fmla="*/ 976705 h 1166249"/>
              <a:gd name="connsiteX20" fmla="*/ 35106 w 1590436"/>
              <a:gd name="connsiteY20" fmla="*/ 968934 h 1166249"/>
              <a:gd name="connsiteX21" fmla="*/ 3865 w 1590436"/>
              <a:gd name="connsiteY21" fmla="*/ 734550 h 1166249"/>
              <a:gd name="connsiteX22" fmla="*/ 148094 w 1590436"/>
              <a:gd name="connsiteY22" fmla="*/ 623814 h 1166249"/>
              <a:gd name="connsiteX23" fmla="*/ 301402 w 1590436"/>
              <a:gd name="connsiteY23" fmla="*/ 664797 h 1166249"/>
              <a:gd name="connsiteX24" fmla="*/ 381879 w 1590436"/>
              <a:gd name="connsiteY24" fmla="*/ 457638 h 1166249"/>
              <a:gd name="connsiteX25" fmla="*/ 26266 w 1590436"/>
              <a:gd name="connsiteY25" fmla="*/ 421203 h 1166249"/>
              <a:gd name="connsiteX26" fmla="*/ 59348 w 1590436"/>
              <a:gd name="connsiteY26" fmla="*/ 175876 h 1166249"/>
              <a:gd name="connsiteX27" fmla="*/ 211847 w 1590436"/>
              <a:gd name="connsiteY27" fmla="*/ 197947 h 1166249"/>
              <a:gd name="connsiteX28" fmla="*/ 441608 w 1590436"/>
              <a:gd name="connsiteY28" fmla="*/ 211479 h 1166249"/>
              <a:gd name="connsiteX29" fmla="*/ 622537 w 1590436"/>
              <a:gd name="connsiteY29" fmla="*/ 128537 h 1166249"/>
              <a:gd name="connsiteX30" fmla="*/ 607781 w 1590436"/>
              <a:gd name="connsiteY30" fmla="*/ 26246 h 1166249"/>
              <a:gd name="connsiteX31" fmla="*/ 713519 w 1590436"/>
              <a:gd name="connsiteY31" fmla="*/ 1909 h 1166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590436" h="1166249">
                <a:moveTo>
                  <a:pt x="713519" y="1909"/>
                </a:moveTo>
                <a:cubicBezTo>
                  <a:pt x="751389" y="-1226"/>
                  <a:pt x="790410" y="-172"/>
                  <a:pt x="826164" y="2709"/>
                </a:cubicBezTo>
                <a:cubicBezTo>
                  <a:pt x="887252" y="7624"/>
                  <a:pt x="1001178" y="13573"/>
                  <a:pt x="1005533" y="68034"/>
                </a:cubicBezTo>
                <a:cubicBezTo>
                  <a:pt x="990408" y="94612"/>
                  <a:pt x="968814" y="119233"/>
                  <a:pt x="936615" y="136850"/>
                </a:cubicBezTo>
                <a:cubicBezTo>
                  <a:pt x="920591" y="195567"/>
                  <a:pt x="970118" y="185233"/>
                  <a:pt x="1035912" y="189489"/>
                </a:cubicBezTo>
                <a:cubicBezTo>
                  <a:pt x="1205484" y="200444"/>
                  <a:pt x="1375665" y="207582"/>
                  <a:pt x="1545936" y="208149"/>
                </a:cubicBezTo>
                <a:cubicBezTo>
                  <a:pt x="1546487" y="224867"/>
                  <a:pt x="1548710" y="241585"/>
                  <a:pt x="1553929" y="258343"/>
                </a:cubicBezTo>
                <a:cubicBezTo>
                  <a:pt x="1586145" y="361757"/>
                  <a:pt x="1632992" y="506352"/>
                  <a:pt x="1409185" y="464630"/>
                </a:cubicBezTo>
                <a:cubicBezTo>
                  <a:pt x="1309687" y="446075"/>
                  <a:pt x="1306747" y="435912"/>
                  <a:pt x="1213681" y="468027"/>
                </a:cubicBezTo>
                <a:cubicBezTo>
                  <a:pt x="1176705" y="509048"/>
                  <a:pt x="1176502" y="562387"/>
                  <a:pt x="1209233" y="604783"/>
                </a:cubicBezTo>
                <a:cubicBezTo>
                  <a:pt x="1298568" y="720529"/>
                  <a:pt x="1404168" y="603938"/>
                  <a:pt x="1520812" y="626907"/>
                </a:cubicBezTo>
                <a:cubicBezTo>
                  <a:pt x="1611102" y="709507"/>
                  <a:pt x="1601253" y="806920"/>
                  <a:pt x="1560435" y="901983"/>
                </a:cubicBezTo>
                <a:cubicBezTo>
                  <a:pt x="1550879" y="924238"/>
                  <a:pt x="1539798" y="946640"/>
                  <a:pt x="1528879" y="969225"/>
                </a:cubicBezTo>
                <a:cubicBezTo>
                  <a:pt x="1528825" y="969225"/>
                  <a:pt x="1528789" y="969211"/>
                  <a:pt x="1528733" y="969211"/>
                </a:cubicBezTo>
                <a:cubicBezTo>
                  <a:pt x="1365446" y="944590"/>
                  <a:pt x="1194826" y="922547"/>
                  <a:pt x="1031814" y="960542"/>
                </a:cubicBezTo>
                <a:cubicBezTo>
                  <a:pt x="805159" y="1013365"/>
                  <a:pt x="1112750" y="1093785"/>
                  <a:pt x="935606" y="1149318"/>
                </a:cubicBezTo>
                <a:cubicBezTo>
                  <a:pt x="862884" y="1172102"/>
                  <a:pt x="482167" y="1189824"/>
                  <a:pt x="590671" y="1077464"/>
                </a:cubicBezTo>
                <a:cubicBezTo>
                  <a:pt x="643819" y="1022419"/>
                  <a:pt x="661811" y="984371"/>
                  <a:pt x="563049" y="956842"/>
                </a:cubicBezTo>
                <a:cubicBezTo>
                  <a:pt x="488876" y="936158"/>
                  <a:pt x="407608" y="934190"/>
                  <a:pt x="329282" y="939608"/>
                </a:cubicBezTo>
                <a:cubicBezTo>
                  <a:pt x="236179" y="946044"/>
                  <a:pt x="145391" y="962789"/>
                  <a:pt x="54109" y="976705"/>
                </a:cubicBezTo>
                <a:cubicBezTo>
                  <a:pt x="47897" y="973890"/>
                  <a:pt x="41502" y="971419"/>
                  <a:pt x="35106" y="968934"/>
                </a:cubicBezTo>
                <a:cubicBezTo>
                  <a:pt x="29704" y="890234"/>
                  <a:pt x="-12842" y="817322"/>
                  <a:pt x="3865" y="734550"/>
                </a:cubicBezTo>
                <a:cubicBezTo>
                  <a:pt x="14008" y="684198"/>
                  <a:pt x="64824" y="613600"/>
                  <a:pt x="148094" y="623814"/>
                </a:cubicBezTo>
                <a:cubicBezTo>
                  <a:pt x="202640" y="630502"/>
                  <a:pt x="246121" y="659854"/>
                  <a:pt x="301402" y="664797"/>
                </a:cubicBezTo>
                <a:cubicBezTo>
                  <a:pt x="437234" y="676916"/>
                  <a:pt x="450208" y="511269"/>
                  <a:pt x="381879" y="457638"/>
                </a:cubicBezTo>
                <a:cubicBezTo>
                  <a:pt x="282179" y="379400"/>
                  <a:pt x="99098" y="557854"/>
                  <a:pt x="26266" y="421203"/>
                </a:cubicBezTo>
                <a:cubicBezTo>
                  <a:pt x="-16884" y="340243"/>
                  <a:pt x="22443" y="253877"/>
                  <a:pt x="59348" y="175876"/>
                </a:cubicBezTo>
                <a:cubicBezTo>
                  <a:pt x="110181" y="183568"/>
                  <a:pt x="160940" y="191498"/>
                  <a:pt x="211847" y="197947"/>
                </a:cubicBezTo>
                <a:cubicBezTo>
                  <a:pt x="287581" y="207541"/>
                  <a:pt x="364585" y="214096"/>
                  <a:pt x="441608" y="211479"/>
                </a:cubicBezTo>
                <a:cubicBezTo>
                  <a:pt x="520026" y="208810"/>
                  <a:pt x="671663" y="208030"/>
                  <a:pt x="622537" y="128537"/>
                </a:cubicBezTo>
                <a:cubicBezTo>
                  <a:pt x="597819" y="88546"/>
                  <a:pt x="536602" y="57978"/>
                  <a:pt x="607781" y="26246"/>
                </a:cubicBezTo>
                <a:cubicBezTo>
                  <a:pt x="638931" y="12370"/>
                  <a:pt x="675650" y="5045"/>
                  <a:pt x="713519" y="1909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47" name="Picture 46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FB84D857-A5B5-0948-A1FD-7ED95CEBB7C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-3548875" y="2029819"/>
            <a:ext cx="2173131" cy="1026242"/>
          </a:xfrm>
          <a:custGeom>
            <a:avLst/>
            <a:gdLst>
              <a:gd name="connsiteX0" fmla="*/ 1503310 w 2173131"/>
              <a:gd name="connsiteY0" fmla="*/ 5 h 1026242"/>
              <a:gd name="connsiteX1" fmla="*/ 1810203 w 2173131"/>
              <a:gd name="connsiteY1" fmla="*/ 29437 h 1026242"/>
              <a:gd name="connsiteX2" fmla="*/ 1777123 w 2173131"/>
              <a:gd name="connsiteY2" fmla="*/ 274764 h 1026242"/>
              <a:gd name="connsiteX3" fmla="*/ 2132735 w 2173131"/>
              <a:gd name="connsiteY3" fmla="*/ 311199 h 1026242"/>
              <a:gd name="connsiteX4" fmla="*/ 2052259 w 2173131"/>
              <a:gd name="connsiteY4" fmla="*/ 518359 h 1026242"/>
              <a:gd name="connsiteX5" fmla="*/ 1898949 w 2173131"/>
              <a:gd name="connsiteY5" fmla="*/ 477377 h 1026242"/>
              <a:gd name="connsiteX6" fmla="*/ 1754720 w 2173131"/>
              <a:gd name="connsiteY6" fmla="*/ 588112 h 1026242"/>
              <a:gd name="connsiteX7" fmla="*/ 1785961 w 2173131"/>
              <a:gd name="connsiteY7" fmla="*/ 822496 h 1026242"/>
              <a:gd name="connsiteX8" fmla="*/ 1582261 w 2173131"/>
              <a:gd name="connsiteY8" fmla="*/ 789984 h 1026242"/>
              <a:gd name="connsiteX9" fmla="*/ 1221964 w 2173131"/>
              <a:gd name="connsiteY9" fmla="*/ 892447 h 1026242"/>
              <a:gd name="connsiteX10" fmla="*/ 1216210 w 2173131"/>
              <a:gd name="connsiteY10" fmla="*/ 1002866 h 1026242"/>
              <a:gd name="connsiteX11" fmla="*/ 993802 w 2173131"/>
              <a:gd name="connsiteY11" fmla="*/ 1023126 h 1026242"/>
              <a:gd name="connsiteX12" fmla="*/ 849167 w 2173131"/>
              <a:gd name="connsiteY12" fmla="*/ 955143 h 1026242"/>
              <a:gd name="connsiteX13" fmla="*/ 877653 w 2173131"/>
              <a:gd name="connsiteY13" fmla="*/ 825403 h 1026242"/>
              <a:gd name="connsiteX14" fmla="*/ 334752 w 2173131"/>
              <a:gd name="connsiteY14" fmla="*/ 826790 h 1026242"/>
              <a:gd name="connsiteX15" fmla="*/ 377958 w 2173131"/>
              <a:gd name="connsiteY15" fmla="*/ 532857 h 1026242"/>
              <a:gd name="connsiteX16" fmla="*/ 31166 w 2173131"/>
              <a:gd name="connsiteY16" fmla="*/ 477468 h 1026242"/>
              <a:gd name="connsiteX17" fmla="*/ 11594 w 2173131"/>
              <a:gd name="connsiteY17" fmla="*/ 343671 h 1026242"/>
              <a:gd name="connsiteX18" fmla="*/ 239334 w 2173131"/>
              <a:gd name="connsiteY18" fmla="*/ 321666 h 1026242"/>
              <a:gd name="connsiteX19" fmla="*/ 336718 w 2173131"/>
              <a:gd name="connsiteY19" fmla="*/ 34763 h 1026242"/>
              <a:gd name="connsiteX20" fmla="*/ 768727 w 2173131"/>
              <a:gd name="connsiteY20" fmla="*/ 10181 h 1026242"/>
              <a:gd name="connsiteX21" fmla="*/ 913288 w 2173131"/>
              <a:gd name="connsiteY21" fmla="*/ 89067 h 1026242"/>
              <a:gd name="connsiteX22" fmla="*/ 921153 w 2173131"/>
              <a:gd name="connsiteY22" fmla="*/ 218200 h 1026242"/>
              <a:gd name="connsiteX23" fmla="*/ 1281010 w 2173131"/>
              <a:gd name="connsiteY23" fmla="*/ 149913 h 1026242"/>
              <a:gd name="connsiteX24" fmla="*/ 1235747 w 2173131"/>
              <a:gd name="connsiteY24" fmla="*/ 43538 h 1026242"/>
              <a:gd name="connsiteX25" fmla="*/ 1503310 w 2173131"/>
              <a:gd name="connsiteY25" fmla="*/ 5 h 1026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173131" h="1026242">
                <a:moveTo>
                  <a:pt x="1503310" y="5"/>
                </a:moveTo>
                <a:cubicBezTo>
                  <a:pt x="1607164" y="-285"/>
                  <a:pt x="1708848" y="14094"/>
                  <a:pt x="1810203" y="29437"/>
                </a:cubicBezTo>
                <a:cubicBezTo>
                  <a:pt x="1773300" y="107450"/>
                  <a:pt x="1733971" y="193803"/>
                  <a:pt x="1777123" y="274764"/>
                </a:cubicBezTo>
                <a:cubicBezTo>
                  <a:pt x="1849953" y="411415"/>
                  <a:pt x="2033036" y="232961"/>
                  <a:pt x="2132735" y="311199"/>
                </a:cubicBezTo>
                <a:cubicBezTo>
                  <a:pt x="2201065" y="364830"/>
                  <a:pt x="2188089" y="530477"/>
                  <a:pt x="2052259" y="518359"/>
                </a:cubicBezTo>
                <a:cubicBezTo>
                  <a:pt x="1996976" y="513429"/>
                  <a:pt x="1953495" y="484063"/>
                  <a:pt x="1898949" y="477377"/>
                </a:cubicBezTo>
                <a:cubicBezTo>
                  <a:pt x="1815679" y="467160"/>
                  <a:pt x="1764865" y="537759"/>
                  <a:pt x="1754720" y="588112"/>
                </a:cubicBezTo>
                <a:cubicBezTo>
                  <a:pt x="1738032" y="670883"/>
                  <a:pt x="1780559" y="743795"/>
                  <a:pt x="1785961" y="822496"/>
                </a:cubicBezTo>
                <a:cubicBezTo>
                  <a:pt x="1723716" y="798311"/>
                  <a:pt x="1652851" y="789164"/>
                  <a:pt x="1582261" y="789984"/>
                </a:cubicBezTo>
                <a:cubicBezTo>
                  <a:pt x="1512039" y="790790"/>
                  <a:pt x="1162676" y="808209"/>
                  <a:pt x="1221964" y="892447"/>
                </a:cubicBezTo>
                <a:cubicBezTo>
                  <a:pt x="1260263" y="946896"/>
                  <a:pt x="1333628" y="966060"/>
                  <a:pt x="1216210" y="1002866"/>
                </a:cubicBezTo>
                <a:cubicBezTo>
                  <a:pt x="1146742" y="1024632"/>
                  <a:pt x="1068581" y="1030712"/>
                  <a:pt x="993802" y="1023126"/>
                </a:cubicBezTo>
                <a:cubicBezTo>
                  <a:pt x="957908" y="1019479"/>
                  <a:pt x="825643" y="1002072"/>
                  <a:pt x="849167" y="955143"/>
                </a:cubicBezTo>
                <a:cubicBezTo>
                  <a:pt x="881439" y="916513"/>
                  <a:pt x="969450" y="851914"/>
                  <a:pt x="877653" y="825403"/>
                </a:cubicBezTo>
                <a:cubicBezTo>
                  <a:pt x="699443" y="773914"/>
                  <a:pt x="517373" y="799421"/>
                  <a:pt x="334752" y="826790"/>
                </a:cubicBezTo>
                <a:cubicBezTo>
                  <a:pt x="382019" y="729813"/>
                  <a:pt x="438513" y="632729"/>
                  <a:pt x="377958" y="532857"/>
                </a:cubicBezTo>
                <a:cubicBezTo>
                  <a:pt x="292960" y="392688"/>
                  <a:pt x="128900" y="591799"/>
                  <a:pt x="31166" y="477468"/>
                </a:cubicBezTo>
                <a:cubicBezTo>
                  <a:pt x="-2649" y="437913"/>
                  <a:pt x="-8584" y="387468"/>
                  <a:pt x="11594" y="343671"/>
                </a:cubicBezTo>
                <a:cubicBezTo>
                  <a:pt x="47561" y="265578"/>
                  <a:pt x="162552" y="304618"/>
                  <a:pt x="239334" y="321666"/>
                </a:cubicBezTo>
                <a:cubicBezTo>
                  <a:pt x="449633" y="368358"/>
                  <a:pt x="395877" y="182451"/>
                  <a:pt x="336718" y="34763"/>
                </a:cubicBezTo>
                <a:cubicBezTo>
                  <a:pt x="478190" y="13764"/>
                  <a:pt x="624442" y="-8044"/>
                  <a:pt x="768727" y="10181"/>
                </a:cubicBezTo>
                <a:cubicBezTo>
                  <a:pt x="830716" y="18005"/>
                  <a:pt x="943281" y="27138"/>
                  <a:pt x="913288" y="89067"/>
                </a:cubicBezTo>
                <a:cubicBezTo>
                  <a:pt x="879068" y="142816"/>
                  <a:pt x="800595" y="190221"/>
                  <a:pt x="921153" y="218200"/>
                </a:cubicBezTo>
                <a:cubicBezTo>
                  <a:pt x="994444" y="235209"/>
                  <a:pt x="1314991" y="248425"/>
                  <a:pt x="1281010" y="149913"/>
                </a:cubicBezTo>
                <a:cubicBezTo>
                  <a:pt x="1239606" y="117494"/>
                  <a:pt x="1187193" y="86173"/>
                  <a:pt x="1235747" y="43538"/>
                </a:cubicBezTo>
                <a:cubicBezTo>
                  <a:pt x="1319016" y="13803"/>
                  <a:pt x="1410649" y="270"/>
                  <a:pt x="1503310" y="5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45" name="Picture 44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F3994F90-7473-6BF6-1FBD-30898779FE6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9687479" y="-1369122"/>
            <a:ext cx="1599331" cy="1008604"/>
          </a:xfrm>
          <a:custGeom>
            <a:avLst/>
            <a:gdLst>
              <a:gd name="connsiteX0" fmla="*/ 739350 w 1599331"/>
              <a:gd name="connsiteY0" fmla="*/ 629 h 1008604"/>
              <a:gd name="connsiteX1" fmla="*/ 872286 w 1599331"/>
              <a:gd name="connsiteY1" fmla="*/ 7462 h 1008604"/>
              <a:gd name="connsiteX2" fmla="*/ 993763 w 1599331"/>
              <a:gd name="connsiteY2" fmla="*/ 94039 h 1008604"/>
              <a:gd name="connsiteX3" fmla="*/ 1019878 w 1599331"/>
              <a:gd name="connsiteY3" fmla="*/ 201285 h 1008604"/>
              <a:gd name="connsiteX4" fmla="*/ 1515696 w 1599331"/>
              <a:gd name="connsiteY4" fmla="*/ 183946 h 1008604"/>
              <a:gd name="connsiteX5" fmla="*/ 1531758 w 1599331"/>
              <a:gd name="connsiteY5" fmla="*/ 181567 h 1008604"/>
              <a:gd name="connsiteX6" fmla="*/ 1434374 w 1599331"/>
              <a:gd name="connsiteY6" fmla="*/ 468470 h 1008604"/>
              <a:gd name="connsiteX7" fmla="*/ 1206634 w 1599331"/>
              <a:gd name="connsiteY7" fmla="*/ 490475 h 1008604"/>
              <a:gd name="connsiteX8" fmla="*/ 1226209 w 1599331"/>
              <a:gd name="connsiteY8" fmla="*/ 624272 h 1008604"/>
              <a:gd name="connsiteX9" fmla="*/ 1572998 w 1599331"/>
              <a:gd name="connsiteY9" fmla="*/ 679661 h 1008604"/>
              <a:gd name="connsiteX10" fmla="*/ 1529792 w 1599331"/>
              <a:gd name="connsiteY10" fmla="*/ 973594 h 1008604"/>
              <a:gd name="connsiteX11" fmla="*/ 1135035 w 1599331"/>
              <a:gd name="connsiteY11" fmla="*/ 1007347 h 1008604"/>
              <a:gd name="connsiteX12" fmla="*/ 942049 w 1599331"/>
              <a:gd name="connsiteY12" fmla="*/ 930181 h 1008604"/>
              <a:gd name="connsiteX13" fmla="*/ 950797 w 1599331"/>
              <a:gd name="connsiteY13" fmla="*/ 815176 h 1008604"/>
              <a:gd name="connsiteX14" fmla="*/ 574583 w 1599331"/>
              <a:gd name="connsiteY14" fmla="*/ 860877 h 1008604"/>
              <a:gd name="connsiteX15" fmla="*/ 637986 w 1599331"/>
              <a:gd name="connsiteY15" fmla="*/ 944480 h 1008604"/>
              <a:gd name="connsiteX16" fmla="*/ 542807 w 1599331"/>
              <a:gd name="connsiteY16" fmla="*/ 984934 h 1008604"/>
              <a:gd name="connsiteX17" fmla="*/ 253355 w 1599331"/>
              <a:gd name="connsiteY17" fmla="*/ 999934 h 1008604"/>
              <a:gd name="connsiteX18" fmla="*/ 72113 w 1599331"/>
              <a:gd name="connsiteY18" fmla="*/ 1001546 h 1008604"/>
              <a:gd name="connsiteX19" fmla="*/ 1559 w 1599331"/>
              <a:gd name="connsiteY19" fmla="*/ 820581 h 1008604"/>
              <a:gd name="connsiteX20" fmla="*/ 152773 w 1599331"/>
              <a:gd name="connsiteY20" fmla="*/ 623968 h 1008604"/>
              <a:gd name="connsiteX21" fmla="*/ 306100 w 1599331"/>
              <a:gd name="connsiteY21" fmla="*/ 664950 h 1008604"/>
              <a:gd name="connsiteX22" fmla="*/ 426456 w 1599331"/>
              <a:gd name="connsiteY22" fmla="*/ 566083 h 1008604"/>
              <a:gd name="connsiteX23" fmla="*/ 364155 w 1599331"/>
              <a:gd name="connsiteY23" fmla="*/ 441194 h 1008604"/>
              <a:gd name="connsiteX24" fmla="*/ 166244 w 1599331"/>
              <a:gd name="connsiteY24" fmla="*/ 473519 h 1008604"/>
              <a:gd name="connsiteX25" fmla="*/ 32490 w 1599331"/>
              <a:gd name="connsiteY25" fmla="*/ 300523 h 1008604"/>
              <a:gd name="connsiteX26" fmla="*/ 46236 w 1599331"/>
              <a:gd name="connsiteY26" fmla="*/ 208210 h 1008604"/>
              <a:gd name="connsiteX27" fmla="*/ 155970 w 1599331"/>
              <a:gd name="connsiteY27" fmla="*/ 208356 h 1008604"/>
              <a:gd name="connsiteX28" fmla="*/ 446212 w 1599331"/>
              <a:gd name="connsiteY28" fmla="*/ 198668 h 1008604"/>
              <a:gd name="connsiteX29" fmla="*/ 628007 w 1599331"/>
              <a:gd name="connsiteY29" fmla="*/ 128915 h 1008604"/>
              <a:gd name="connsiteX30" fmla="*/ 613249 w 1599331"/>
              <a:gd name="connsiteY30" fmla="*/ 26625 h 1008604"/>
              <a:gd name="connsiteX31" fmla="*/ 739350 w 1599331"/>
              <a:gd name="connsiteY31" fmla="*/ 629 h 1008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599331" h="1008604">
                <a:moveTo>
                  <a:pt x="739350" y="629"/>
                </a:moveTo>
                <a:cubicBezTo>
                  <a:pt x="784651" y="-1469"/>
                  <a:pt x="831092" y="1905"/>
                  <a:pt x="872286" y="7462"/>
                </a:cubicBezTo>
                <a:cubicBezTo>
                  <a:pt x="942288" y="16911"/>
                  <a:pt x="1045903" y="28634"/>
                  <a:pt x="993763" y="94039"/>
                </a:cubicBezTo>
                <a:cubicBezTo>
                  <a:pt x="948095" y="151316"/>
                  <a:pt x="897610" y="178687"/>
                  <a:pt x="1019878" y="201285"/>
                </a:cubicBezTo>
                <a:cubicBezTo>
                  <a:pt x="1184048" y="231642"/>
                  <a:pt x="1353235" y="207985"/>
                  <a:pt x="1515696" y="183946"/>
                </a:cubicBezTo>
                <a:cubicBezTo>
                  <a:pt x="1521044" y="183153"/>
                  <a:pt x="1526393" y="182360"/>
                  <a:pt x="1531758" y="181567"/>
                </a:cubicBezTo>
                <a:cubicBezTo>
                  <a:pt x="1590917" y="329255"/>
                  <a:pt x="1644673" y="515162"/>
                  <a:pt x="1434374" y="468470"/>
                </a:cubicBezTo>
                <a:cubicBezTo>
                  <a:pt x="1357592" y="451422"/>
                  <a:pt x="1242601" y="412396"/>
                  <a:pt x="1206634" y="490475"/>
                </a:cubicBezTo>
                <a:cubicBezTo>
                  <a:pt x="1186437" y="534272"/>
                  <a:pt x="1192393" y="584717"/>
                  <a:pt x="1226209" y="624272"/>
                </a:cubicBezTo>
                <a:cubicBezTo>
                  <a:pt x="1323960" y="738603"/>
                  <a:pt x="1488001" y="539493"/>
                  <a:pt x="1572998" y="679661"/>
                </a:cubicBezTo>
                <a:cubicBezTo>
                  <a:pt x="1633554" y="779532"/>
                  <a:pt x="1577060" y="876629"/>
                  <a:pt x="1529792" y="973594"/>
                </a:cubicBezTo>
                <a:cubicBezTo>
                  <a:pt x="1398077" y="993299"/>
                  <a:pt x="1266069" y="1013956"/>
                  <a:pt x="1135035" y="1007347"/>
                </a:cubicBezTo>
                <a:cubicBezTo>
                  <a:pt x="1059667" y="1003554"/>
                  <a:pt x="922403" y="1002365"/>
                  <a:pt x="942049" y="930181"/>
                </a:cubicBezTo>
                <a:cubicBezTo>
                  <a:pt x="1006683" y="894815"/>
                  <a:pt x="1044579" y="837894"/>
                  <a:pt x="950797" y="815176"/>
                </a:cubicBezTo>
                <a:cubicBezTo>
                  <a:pt x="861738" y="793607"/>
                  <a:pt x="595662" y="759827"/>
                  <a:pt x="574583" y="860877"/>
                </a:cubicBezTo>
                <a:cubicBezTo>
                  <a:pt x="598032" y="887639"/>
                  <a:pt x="629514" y="912365"/>
                  <a:pt x="637986" y="944480"/>
                </a:cubicBezTo>
                <a:cubicBezTo>
                  <a:pt x="655556" y="994397"/>
                  <a:pt x="589449" y="981141"/>
                  <a:pt x="542807" y="984934"/>
                </a:cubicBezTo>
                <a:cubicBezTo>
                  <a:pt x="446673" y="992744"/>
                  <a:pt x="350060" y="997555"/>
                  <a:pt x="253355" y="999934"/>
                </a:cubicBezTo>
                <a:cubicBezTo>
                  <a:pt x="192946" y="1001413"/>
                  <a:pt x="132502" y="1001850"/>
                  <a:pt x="72113" y="1001546"/>
                </a:cubicBezTo>
                <a:cubicBezTo>
                  <a:pt x="41917" y="922172"/>
                  <a:pt x="5989" y="848797"/>
                  <a:pt x="1559" y="820581"/>
                </a:cubicBezTo>
                <a:cubicBezTo>
                  <a:pt x="-8364" y="757251"/>
                  <a:pt x="27583" y="607343"/>
                  <a:pt x="152773" y="623968"/>
                </a:cubicBezTo>
                <a:cubicBezTo>
                  <a:pt x="207079" y="631184"/>
                  <a:pt x="250671" y="660577"/>
                  <a:pt x="306100" y="664950"/>
                </a:cubicBezTo>
                <a:cubicBezTo>
                  <a:pt x="389720" y="671559"/>
                  <a:pt x="416753" y="614849"/>
                  <a:pt x="426456" y="566083"/>
                </a:cubicBezTo>
                <a:cubicBezTo>
                  <a:pt x="435959" y="518360"/>
                  <a:pt x="419142" y="471524"/>
                  <a:pt x="364155" y="441194"/>
                </a:cubicBezTo>
                <a:cubicBezTo>
                  <a:pt x="293254" y="429074"/>
                  <a:pt x="232386" y="462827"/>
                  <a:pt x="166244" y="473519"/>
                </a:cubicBezTo>
                <a:cubicBezTo>
                  <a:pt x="-13622" y="502594"/>
                  <a:pt x="-94" y="380545"/>
                  <a:pt x="32490" y="300523"/>
                </a:cubicBezTo>
                <a:cubicBezTo>
                  <a:pt x="45463" y="268673"/>
                  <a:pt x="48441" y="238184"/>
                  <a:pt x="46236" y="208210"/>
                </a:cubicBezTo>
                <a:cubicBezTo>
                  <a:pt x="82808" y="208528"/>
                  <a:pt x="119380" y="208660"/>
                  <a:pt x="155970" y="208356"/>
                </a:cubicBezTo>
                <a:cubicBezTo>
                  <a:pt x="252840" y="207563"/>
                  <a:pt x="349674" y="204497"/>
                  <a:pt x="446212" y="198668"/>
                </a:cubicBezTo>
                <a:cubicBezTo>
                  <a:pt x="523125" y="194017"/>
                  <a:pt x="678381" y="210404"/>
                  <a:pt x="628007" y="128915"/>
                </a:cubicBezTo>
                <a:cubicBezTo>
                  <a:pt x="603289" y="88937"/>
                  <a:pt x="542053" y="58343"/>
                  <a:pt x="613249" y="26625"/>
                </a:cubicBezTo>
                <a:cubicBezTo>
                  <a:pt x="649885" y="10297"/>
                  <a:pt x="694048" y="2727"/>
                  <a:pt x="739350" y="629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43" name="Picture 42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85B4489F-1519-4E70-0769-BCFB5BDB1B2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12502815" y="2542940"/>
            <a:ext cx="2031650" cy="1000815"/>
          </a:xfrm>
          <a:custGeom>
            <a:avLst/>
            <a:gdLst>
              <a:gd name="connsiteX0" fmla="*/ 1027623 w 2031650"/>
              <a:gd name="connsiteY0" fmla="*/ 448 h 1000815"/>
              <a:gd name="connsiteX1" fmla="*/ 1150204 w 2031650"/>
              <a:gd name="connsiteY1" fmla="*/ 6746 h 1000815"/>
              <a:gd name="connsiteX2" fmla="*/ 1271699 w 2031650"/>
              <a:gd name="connsiteY2" fmla="*/ 93323 h 1000815"/>
              <a:gd name="connsiteX3" fmla="*/ 1216824 w 2031650"/>
              <a:gd name="connsiteY3" fmla="*/ 160618 h 1000815"/>
              <a:gd name="connsiteX4" fmla="*/ 1336924 w 2031650"/>
              <a:gd name="connsiteY4" fmla="*/ 206795 h 1000815"/>
              <a:gd name="connsiteX5" fmla="*/ 1806919 w 2031650"/>
              <a:gd name="connsiteY5" fmla="*/ 180019 h 1000815"/>
              <a:gd name="connsiteX6" fmla="*/ 1764724 w 2031650"/>
              <a:gd name="connsiteY6" fmla="*/ 379248 h 1000815"/>
              <a:gd name="connsiteX7" fmla="*/ 2026135 w 2031650"/>
              <a:gd name="connsiteY7" fmla="*/ 442372 h 1000815"/>
              <a:gd name="connsiteX8" fmla="*/ 2031650 w 2031650"/>
              <a:gd name="connsiteY8" fmla="*/ 441885 h 1000815"/>
              <a:gd name="connsiteX9" fmla="*/ 2031650 w 2031650"/>
              <a:gd name="connsiteY9" fmla="*/ 661337 h 1000815"/>
              <a:gd name="connsiteX10" fmla="*/ 2021142 w 2031650"/>
              <a:gd name="connsiteY10" fmla="*/ 660198 h 1000815"/>
              <a:gd name="connsiteX11" fmla="*/ 1790361 w 2031650"/>
              <a:gd name="connsiteY11" fmla="*/ 673804 h 1000815"/>
              <a:gd name="connsiteX12" fmla="*/ 1784866 w 2031650"/>
              <a:gd name="connsiteY12" fmla="*/ 923306 h 1000815"/>
              <a:gd name="connsiteX13" fmla="*/ 1823974 w 2031650"/>
              <a:gd name="connsiteY13" fmla="*/ 1000671 h 1000815"/>
              <a:gd name="connsiteX14" fmla="*/ 1368148 w 2031650"/>
              <a:gd name="connsiteY14" fmla="*/ 985144 h 1000815"/>
              <a:gd name="connsiteX15" fmla="*/ 1216861 w 2031650"/>
              <a:gd name="connsiteY15" fmla="*/ 953584 h 1000815"/>
              <a:gd name="connsiteX16" fmla="*/ 1271736 w 2031650"/>
              <a:gd name="connsiteY16" fmla="*/ 886289 h 1000815"/>
              <a:gd name="connsiteX17" fmla="*/ 1150241 w 2031650"/>
              <a:gd name="connsiteY17" fmla="*/ 799711 h 1000815"/>
              <a:gd name="connsiteX18" fmla="*/ 907340 w 2031650"/>
              <a:gd name="connsiteY18" fmla="*/ 810549 h 1000815"/>
              <a:gd name="connsiteX19" fmla="*/ 890340 w 2031650"/>
              <a:gd name="connsiteY19" fmla="*/ 900522 h 1000815"/>
              <a:gd name="connsiteX20" fmla="*/ 868452 w 2031650"/>
              <a:gd name="connsiteY20" fmla="*/ 980054 h 1000815"/>
              <a:gd name="connsiteX21" fmla="*/ 724167 w 2031650"/>
              <a:gd name="connsiteY21" fmla="*/ 990919 h 1000815"/>
              <a:gd name="connsiteX22" fmla="*/ 433906 w 2031650"/>
              <a:gd name="connsiteY22" fmla="*/ 1000606 h 1000815"/>
              <a:gd name="connsiteX23" fmla="*/ 359090 w 2031650"/>
              <a:gd name="connsiteY23" fmla="*/ 1000778 h 1000815"/>
              <a:gd name="connsiteX24" fmla="*/ 386326 w 2031650"/>
              <a:gd name="connsiteY24" fmla="*/ 703882 h 1000815"/>
              <a:gd name="connsiteX25" fmla="*/ 219821 w 2031650"/>
              <a:gd name="connsiteY25" fmla="*/ 641716 h 1000815"/>
              <a:gd name="connsiteX26" fmla="*/ 73533 w 2031650"/>
              <a:gd name="connsiteY26" fmla="*/ 645760 h 1000815"/>
              <a:gd name="connsiteX27" fmla="*/ 112477 w 2031650"/>
              <a:gd name="connsiteY27" fmla="*/ 438230 h 1000815"/>
              <a:gd name="connsiteX28" fmla="*/ 346942 w 2031650"/>
              <a:gd name="connsiteY28" fmla="*/ 473438 h 1000815"/>
              <a:gd name="connsiteX29" fmla="*/ 397922 w 2031650"/>
              <a:gd name="connsiteY29" fmla="*/ 353940 h 1000815"/>
              <a:gd name="connsiteX30" fmla="*/ 337183 w 2031650"/>
              <a:gd name="connsiteY30" fmla="*/ 175168 h 1000815"/>
              <a:gd name="connsiteX31" fmla="*/ 532907 w 2031650"/>
              <a:gd name="connsiteY31" fmla="*/ 202513 h 1000815"/>
              <a:gd name="connsiteX32" fmla="*/ 762669 w 2031650"/>
              <a:gd name="connsiteY32" fmla="*/ 209240 h 1000815"/>
              <a:gd name="connsiteX33" fmla="*/ 890303 w 2031650"/>
              <a:gd name="connsiteY33" fmla="*/ 107556 h 1000815"/>
              <a:gd name="connsiteX34" fmla="*/ 907303 w 2031650"/>
              <a:gd name="connsiteY34" fmla="*/ 17582 h 1000815"/>
              <a:gd name="connsiteX35" fmla="*/ 1027623 w 2031650"/>
              <a:gd name="connsiteY35" fmla="*/ 448 h 1000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031650" h="1000815">
                <a:moveTo>
                  <a:pt x="1027623" y="448"/>
                </a:moveTo>
                <a:cubicBezTo>
                  <a:pt x="1068638" y="-1068"/>
                  <a:pt x="1110030" y="1321"/>
                  <a:pt x="1150204" y="6746"/>
                </a:cubicBezTo>
                <a:cubicBezTo>
                  <a:pt x="1220204" y="16195"/>
                  <a:pt x="1323838" y="27918"/>
                  <a:pt x="1271699" y="93323"/>
                </a:cubicBezTo>
                <a:cubicBezTo>
                  <a:pt x="1250107" y="120415"/>
                  <a:pt x="1216291" y="127261"/>
                  <a:pt x="1216824" y="160618"/>
                </a:cubicBezTo>
                <a:cubicBezTo>
                  <a:pt x="1217449" y="198323"/>
                  <a:pt x="1294874" y="201059"/>
                  <a:pt x="1336924" y="206795"/>
                </a:cubicBezTo>
                <a:cubicBezTo>
                  <a:pt x="1495064" y="228363"/>
                  <a:pt x="1651092" y="203504"/>
                  <a:pt x="1806919" y="180019"/>
                </a:cubicBezTo>
                <a:cubicBezTo>
                  <a:pt x="1776135" y="245503"/>
                  <a:pt x="1749837" y="311675"/>
                  <a:pt x="1764724" y="379248"/>
                </a:cubicBezTo>
                <a:cubicBezTo>
                  <a:pt x="1794537" y="514546"/>
                  <a:pt x="1907283" y="459780"/>
                  <a:pt x="2026135" y="442372"/>
                </a:cubicBezTo>
                <a:lnTo>
                  <a:pt x="2031650" y="441885"/>
                </a:lnTo>
                <a:lnTo>
                  <a:pt x="2031650" y="661337"/>
                </a:lnTo>
                <a:lnTo>
                  <a:pt x="2021142" y="660198"/>
                </a:lnTo>
                <a:cubicBezTo>
                  <a:pt x="1935541" y="642591"/>
                  <a:pt x="1861524" y="586460"/>
                  <a:pt x="1790361" y="673804"/>
                </a:cubicBezTo>
                <a:cubicBezTo>
                  <a:pt x="1725910" y="752901"/>
                  <a:pt x="1746071" y="840746"/>
                  <a:pt x="1784866" y="923306"/>
                </a:cubicBezTo>
                <a:cubicBezTo>
                  <a:pt x="1796774" y="948615"/>
                  <a:pt x="1810798" y="974438"/>
                  <a:pt x="1823974" y="1000671"/>
                </a:cubicBezTo>
                <a:cubicBezTo>
                  <a:pt x="1671824" y="1000037"/>
                  <a:pt x="1519746" y="994249"/>
                  <a:pt x="1368148" y="985144"/>
                </a:cubicBezTo>
                <a:cubicBezTo>
                  <a:pt x="1324261" y="982501"/>
                  <a:pt x="1217522" y="993521"/>
                  <a:pt x="1216861" y="953584"/>
                </a:cubicBezTo>
                <a:cubicBezTo>
                  <a:pt x="1216309" y="920227"/>
                  <a:pt x="1250124" y="913381"/>
                  <a:pt x="1271736" y="886289"/>
                </a:cubicBezTo>
                <a:cubicBezTo>
                  <a:pt x="1323875" y="820897"/>
                  <a:pt x="1220260" y="809161"/>
                  <a:pt x="1150241" y="799711"/>
                </a:cubicBezTo>
                <a:cubicBezTo>
                  <a:pt x="1069891" y="788861"/>
                  <a:pt x="984674" y="790157"/>
                  <a:pt x="907340" y="810549"/>
                </a:cubicBezTo>
                <a:cubicBezTo>
                  <a:pt x="847224" y="842980"/>
                  <a:pt x="849173" y="853461"/>
                  <a:pt x="890340" y="900522"/>
                </a:cubicBezTo>
                <a:cubicBezTo>
                  <a:pt x="923383" y="938292"/>
                  <a:pt x="942643" y="973328"/>
                  <a:pt x="868452" y="980054"/>
                </a:cubicBezTo>
                <a:cubicBezTo>
                  <a:pt x="820450" y="984403"/>
                  <a:pt x="772355" y="987998"/>
                  <a:pt x="724167" y="990919"/>
                </a:cubicBezTo>
                <a:cubicBezTo>
                  <a:pt x="627627" y="996747"/>
                  <a:pt x="530777" y="999812"/>
                  <a:pt x="433906" y="1000606"/>
                </a:cubicBezTo>
                <a:cubicBezTo>
                  <a:pt x="408968" y="1000817"/>
                  <a:pt x="384028" y="1000857"/>
                  <a:pt x="359090" y="1000778"/>
                </a:cubicBezTo>
                <a:cubicBezTo>
                  <a:pt x="355966" y="901725"/>
                  <a:pt x="420803" y="803174"/>
                  <a:pt x="386326" y="703882"/>
                </a:cubicBezTo>
                <a:cubicBezTo>
                  <a:pt x="363721" y="638821"/>
                  <a:pt x="306530" y="595883"/>
                  <a:pt x="219821" y="641716"/>
                </a:cubicBezTo>
                <a:cubicBezTo>
                  <a:pt x="175604" y="665095"/>
                  <a:pt x="119589" y="668385"/>
                  <a:pt x="73533" y="645760"/>
                </a:cubicBezTo>
                <a:cubicBezTo>
                  <a:pt x="-22565" y="598552"/>
                  <a:pt x="-38920" y="440121"/>
                  <a:pt x="112477" y="438230"/>
                </a:cubicBezTo>
                <a:cubicBezTo>
                  <a:pt x="188580" y="437280"/>
                  <a:pt x="263249" y="474007"/>
                  <a:pt x="346942" y="473438"/>
                </a:cubicBezTo>
                <a:cubicBezTo>
                  <a:pt x="380482" y="437980"/>
                  <a:pt x="398144" y="396812"/>
                  <a:pt x="397922" y="353940"/>
                </a:cubicBezTo>
                <a:cubicBezTo>
                  <a:pt x="397629" y="298182"/>
                  <a:pt x="367581" y="237112"/>
                  <a:pt x="337183" y="175168"/>
                </a:cubicBezTo>
                <a:cubicBezTo>
                  <a:pt x="402296" y="185002"/>
                  <a:pt x="467299" y="195297"/>
                  <a:pt x="532907" y="202513"/>
                </a:cubicBezTo>
                <a:cubicBezTo>
                  <a:pt x="608810" y="210864"/>
                  <a:pt x="686087" y="215081"/>
                  <a:pt x="762669" y="209240"/>
                </a:cubicBezTo>
                <a:cubicBezTo>
                  <a:pt x="860457" y="201772"/>
                  <a:pt x="962179" y="189719"/>
                  <a:pt x="890303" y="107556"/>
                </a:cubicBezTo>
                <a:cubicBezTo>
                  <a:pt x="849137" y="60507"/>
                  <a:pt x="847188" y="50015"/>
                  <a:pt x="907303" y="17582"/>
                </a:cubicBezTo>
                <a:cubicBezTo>
                  <a:pt x="945970" y="7386"/>
                  <a:pt x="986608" y="1965"/>
                  <a:pt x="1027623" y="448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41" name="Picture 40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6F1C5E8F-5E3B-7CB2-37F0-CB527CCB3E1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5538152" y="-1114826"/>
            <a:ext cx="1868129" cy="858038"/>
          </a:xfrm>
          <a:custGeom>
            <a:avLst/>
            <a:gdLst>
              <a:gd name="connsiteX0" fmla="*/ 1544693 w 1868129"/>
              <a:gd name="connsiteY0" fmla="*/ 318 h 858038"/>
              <a:gd name="connsiteX1" fmla="*/ 1807388 w 1868129"/>
              <a:gd name="connsiteY1" fmla="*/ 28508 h 858038"/>
              <a:gd name="connsiteX2" fmla="*/ 1868127 w 1868129"/>
              <a:gd name="connsiteY2" fmla="*/ 207278 h 858038"/>
              <a:gd name="connsiteX3" fmla="*/ 1817148 w 1868129"/>
              <a:gd name="connsiteY3" fmla="*/ 326775 h 858038"/>
              <a:gd name="connsiteX4" fmla="*/ 1582682 w 1868129"/>
              <a:gd name="connsiteY4" fmla="*/ 291569 h 858038"/>
              <a:gd name="connsiteX5" fmla="*/ 1543738 w 1868129"/>
              <a:gd name="connsiteY5" fmla="*/ 499098 h 858038"/>
              <a:gd name="connsiteX6" fmla="*/ 1690026 w 1868129"/>
              <a:gd name="connsiteY6" fmla="*/ 495053 h 858038"/>
              <a:gd name="connsiteX7" fmla="*/ 1856531 w 1868129"/>
              <a:gd name="connsiteY7" fmla="*/ 557221 h 858038"/>
              <a:gd name="connsiteX8" fmla="*/ 1829295 w 1868129"/>
              <a:gd name="connsiteY8" fmla="*/ 854116 h 858038"/>
              <a:gd name="connsiteX9" fmla="*/ 1319271 w 1868129"/>
              <a:gd name="connsiteY9" fmla="*/ 835455 h 858038"/>
              <a:gd name="connsiteX10" fmla="*/ 1220011 w 1868129"/>
              <a:gd name="connsiteY10" fmla="*/ 782829 h 858038"/>
              <a:gd name="connsiteX11" fmla="*/ 1288929 w 1868129"/>
              <a:gd name="connsiteY11" fmla="*/ 714015 h 858038"/>
              <a:gd name="connsiteX12" fmla="*/ 1109561 w 1868129"/>
              <a:gd name="connsiteY12" fmla="*/ 648688 h 858038"/>
              <a:gd name="connsiteX13" fmla="*/ 891175 w 1868129"/>
              <a:gd name="connsiteY13" fmla="*/ 672225 h 858038"/>
              <a:gd name="connsiteX14" fmla="*/ 905933 w 1868129"/>
              <a:gd name="connsiteY14" fmla="*/ 774517 h 858038"/>
              <a:gd name="connsiteX15" fmla="*/ 725002 w 1868129"/>
              <a:gd name="connsiteY15" fmla="*/ 857460 h 858038"/>
              <a:gd name="connsiteX16" fmla="*/ 495243 w 1868129"/>
              <a:gd name="connsiteY16" fmla="*/ 843926 h 858038"/>
              <a:gd name="connsiteX17" fmla="*/ 342742 w 1868129"/>
              <a:gd name="connsiteY17" fmla="*/ 821855 h 858038"/>
              <a:gd name="connsiteX18" fmla="*/ 344268 w 1868129"/>
              <a:gd name="connsiteY18" fmla="*/ 818604 h 858038"/>
              <a:gd name="connsiteX19" fmla="*/ 384626 w 1868129"/>
              <a:gd name="connsiteY19" fmla="*/ 542869 h 858038"/>
              <a:gd name="connsiteX20" fmla="*/ 219794 w 1868129"/>
              <a:gd name="connsiteY20" fmla="*/ 495053 h 858038"/>
              <a:gd name="connsiteX21" fmla="*/ 73525 w 1868129"/>
              <a:gd name="connsiteY21" fmla="*/ 499098 h 858038"/>
              <a:gd name="connsiteX22" fmla="*/ 112487 w 1868129"/>
              <a:gd name="connsiteY22" fmla="*/ 291569 h 858038"/>
              <a:gd name="connsiteX23" fmla="*/ 346933 w 1868129"/>
              <a:gd name="connsiteY23" fmla="*/ 326775 h 858038"/>
              <a:gd name="connsiteX24" fmla="*/ 397876 w 1868129"/>
              <a:gd name="connsiteY24" fmla="*/ 207292 h 858038"/>
              <a:gd name="connsiteX25" fmla="*/ 339911 w 1868129"/>
              <a:gd name="connsiteY25" fmla="*/ 34150 h 858038"/>
              <a:gd name="connsiteX26" fmla="*/ 361268 w 1868129"/>
              <a:gd name="connsiteY26" fmla="*/ 30991 h 858038"/>
              <a:gd name="connsiteX27" fmla="*/ 807997 w 1868129"/>
              <a:gd name="connsiteY27" fmla="*/ 15132 h 858038"/>
              <a:gd name="connsiteX28" fmla="*/ 896543 w 1868129"/>
              <a:gd name="connsiteY28" fmla="*/ 113670 h 858038"/>
              <a:gd name="connsiteX29" fmla="*/ 959707 w 1868129"/>
              <a:gd name="connsiteY29" fmla="*/ 224736 h 858038"/>
              <a:gd name="connsiteX30" fmla="*/ 1262924 w 1868129"/>
              <a:gd name="connsiteY30" fmla="*/ 133878 h 858038"/>
              <a:gd name="connsiteX31" fmla="*/ 1544693 w 1868129"/>
              <a:gd name="connsiteY31" fmla="*/ 318 h 858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68129" h="858038">
                <a:moveTo>
                  <a:pt x="1544693" y="318"/>
                </a:moveTo>
                <a:cubicBezTo>
                  <a:pt x="1633552" y="3133"/>
                  <a:pt x="1720552" y="15397"/>
                  <a:pt x="1807388" y="28508"/>
                </a:cubicBezTo>
                <a:cubicBezTo>
                  <a:pt x="1837804" y="90437"/>
                  <a:pt x="1867834" y="151507"/>
                  <a:pt x="1868127" y="207278"/>
                </a:cubicBezTo>
                <a:cubicBezTo>
                  <a:pt x="1868347" y="250164"/>
                  <a:pt x="1850687" y="291318"/>
                  <a:pt x="1817148" y="326775"/>
                </a:cubicBezTo>
                <a:cubicBezTo>
                  <a:pt x="1733454" y="327344"/>
                  <a:pt x="1658785" y="290617"/>
                  <a:pt x="1582682" y="291569"/>
                </a:cubicBezTo>
                <a:cubicBezTo>
                  <a:pt x="1431285" y="293459"/>
                  <a:pt x="1447641" y="451904"/>
                  <a:pt x="1543738" y="499098"/>
                </a:cubicBezTo>
                <a:cubicBezTo>
                  <a:pt x="1589794" y="521724"/>
                  <a:pt x="1645810" y="518447"/>
                  <a:pt x="1690026" y="495053"/>
                </a:cubicBezTo>
                <a:cubicBezTo>
                  <a:pt x="1776734" y="449222"/>
                  <a:pt x="1833943" y="492159"/>
                  <a:pt x="1856531" y="557221"/>
                </a:cubicBezTo>
                <a:cubicBezTo>
                  <a:pt x="1891006" y="656512"/>
                  <a:pt x="1826170" y="755063"/>
                  <a:pt x="1829295" y="854116"/>
                </a:cubicBezTo>
                <a:cubicBezTo>
                  <a:pt x="1659022" y="853548"/>
                  <a:pt x="1488844" y="846411"/>
                  <a:pt x="1319271" y="835455"/>
                </a:cubicBezTo>
                <a:cubicBezTo>
                  <a:pt x="1253514" y="831212"/>
                  <a:pt x="1203985" y="841560"/>
                  <a:pt x="1220011" y="782829"/>
                </a:cubicBezTo>
                <a:cubicBezTo>
                  <a:pt x="1252210" y="765212"/>
                  <a:pt x="1273804" y="740591"/>
                  <a:pt x="1288929" y="714015"/>
                </a:cubicBezTo>
                <a:cubicBezTo>
                  <a:pt x="1284555" y="659552"/>
                  <a:pt x="1170649" y="653605"/>
                  <a:pt x="1109561" y="648688"/>
                </a:cubicBezTo>
                <a:cubicBezTo>
                  <a:pt x="1038052" y="642927"/>
                  <a:pt x="953477" y="644472"/>
                  <a:pt x="891175" y="672225"/>
                </a:cubicBezTo>
                <a:cubicBezTo>
                  <a:pt x="819998" y="703957"/>
                  <a:pt x="881215" y="734525"/>
                  <a:pt x="905933" y="774517"/>
                </a:cubicBezTo>
                <a:cubicBezTo>
                  <a:pt x="955057" y="853996"/>
                  <a:pt x="803422" y="854790"/>
                  <a:pt x="725002" y="857460"/>
                </a:cubicBezTo>
                <a:cubicBezTo>
                  <a:pt x="647981" y="860076"/>
                  <a:pt x="570977" y="853520"/>
                  <a:pt x="495243" y="843926"/>
                </a:cubicBezTo>
                <a:cubicBezTo>
                  <a:pt x="444354" y="837491"/>
                  <a:pt x="393577" y="829547"/>
                  <a:pt x="342742" y="821855"/>
                </a:cubicBezTo>
                <a:cubicBezTo>
                  <a:pt x="343238" y="820785"/>
                  <a:pt x="343753" y="819689"/>
                  <a:pt x="344268" y="818604"/>
                </a:cubicBezTo>
                <a:cubicBezTo>
                  <a:pt x="385784" y="730865"/>
                  <a:pt x="434155" y="634415"/>
                  <a:pt x="384626" y="542869"/>
                </a:cubicBezTo>
                <a:cubicBezTo>
                  <a:pt x="353089" y="484547"/>
                  <a:pt x="298782" y="453291"/>
                  <a:pt x="219794" y="495053"/>
                </a:cubicBezTo>
                <a:cubicBezTo>
                  <a:pt x="175577" y="518433"/>
                  <a:pt x="119562" y="521724"/>
                  <a:pt x="73525" y="499098"/>
                </a:cubicBezTo>
                <a:cubicBezTo>
                  <a:pt x="-22555" y="451891"/>
                  <a:pt x="-38930" y="293459"/>
                  <a:pt x="112487" y="291569"/>
                </a:cubicBezTo>
                <a:cubicBezTo>
                  <a:pt x="188570" y="290617"/>
                  <a:pt x="263239" y="327344"/>
                  <a:pt x="346933" y="326775"/>
                </a:cubicBezTo>
                <a:cubicBezTo>
                  <a:pt x="380472" y="291318"/>
                  <a:pt x="398134" y="250151"/>
                  <a:pt x="397876" y="207292"/>
                </a:cubicBezTo>
                <a:cubicBezTo>
                  <a:pt x="397619" y="153213"/>
                  <a:pt x="369355" y="94150"/>
                  <a:pt x="339911" y="34150"/>
                </a:cubicBezTo>
                <a:cubicBezTo>
                  <a:pt x="347043" y="33093"/>
                  <a:pt x="354174" y="32036"/>
                  <a:pt x="361268" y="30991"/>
                </a:cubicBezTo>
                <a:cubicBezTo>
                  <a:pt x="507371" y="9516"/>
                  <a:pt x="660275" y="-10903"/>
                  <a:pt x="807997" y="15132"/>
                </a:cubicBezTo>
                <a:cubicBezTo>
                  <a:pt x="891121" y="29790"/>
                  <a:pt x="954617" y="48490"/>
                  <a:pt x="896543" y="113670"/>
                </a:cubicBezTo>
                <a:cubicBezTo>
                  <a:pt x="840527" y="176552"/>
                  <a:pt x="849549" y="206565"/>
                  <a:pt x="959707" y="224736"/>
                </a:cubicBezTo>
                <a:cubicBezTo>
                  <a:pt x="1025005" y="235508"/>
                  <a:pt x="1381812" y="221524"/>
                  <a:pt x="1262924" y="133878"/>
                </a:cubicBezTo>
                <a:cubicBezTo>
                  <a:pt x="1104930" y="17406"/>
                  <a:pt x="1441484" y="-2947"/>
                  <a:pt x="1544693" y="318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37" name="Picture 36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F20CF07F-9188-6B6A-D46E-A7440B3F17F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-58726" y="-1449417"/>
            <a:ext cx="1597896" cy="1169193"/>
          </a:xfrm>
          <a:custGeom>
            <a:avLst/>
            <a:gdLst>
              <a:gd name="connsiteX0" fmla="*/ 770096 w 1597896"/>
              <a:gd name="connsiteY0" fmla="*/ 13 h 1169193"/>
              <a:gd name="connsiteX1" fmla="*/ 912129 w 1597896"/>
              <a:gd name="connsiteY1" fmla="*/ 13230 h 1169193"/>
              <a:gd name="connsiteX2" fmla="*/ 971324 w 1597896"/>
              <a:gd name="connsiteY2" fmla="*/ 116552 h 1169193"/>
              <a:gd name="connsiteX3" fmla="*/ 1058067 w 1597896"/>
              <a:gd name="connsiteY3" fmla="*/ 206750 h 1169193"/>
              <a:gd name="connsiteX4" fmla="*/ 1532236 w 1597896"/>
              <a:gd name="connsiteY4" fmla="*/ 180847 h 1169193"/>
              <a:gd name="connsiteX5" fmla="*/ 1590201 w 1597896"/>
              <a:gd name="connsiteY5" fmla="*/ 353988 h 1169193"/>
              <a:gd name="connsiteX6" fmla="*/ 1539219 w 1597896"/>
              <a:gd name="connsiteY6" fmla="*/ 473486 h 1169193"/>
              <a:gd name="connsiteX7" fmla="*/ 1304773 w 1597896"/>
              <a:gd name="connsiteY7" fmla="*/ 438279 h 1169193"/>
              <a:gd name="connsiteX8" fmla="*/ 1265812 w 1597896"/>
              <a:gd name="connsiteY8" fmla="*/ 645807 h 1169193"/>
              <a:gd name="connsiteX9" fmla="*/ 1412081 w 1597896"/>
              <a:gd name="connsiteY9" fmla="*/ 641764 h 1169193"/>
              <a:gd name="connsiteX10" fmla="*/ 1576913 w 1597896"/>
              <a:gd name="connsiteY10" fmla="*/ 689579 h 1169193"/>
              <a:gd name="connsiteX11" fmla="*/ 1536554 w 1597896"/>
              <a:gd name="connsiteY11" fmla="*/ 965315 h 1169193"/>
              <a:gd name="connsiteX12" fmla="*/ 1535030 w 1597896"/>
              <a:gd name="connsiteY12" fmla="*/ 968566 h 1169193"/>
              <a:gd name="connsiteX13" fmla="*/ 1228138 w 1597896"/>
              <a:gd name="connsiteY13" fmla="*/ 939134 h 1169193"/>
              <a:gd name="connsiteX14" fmla="*/ 960573 w 1597896"/>
              <a:gd name="connsiteY14" fmla="*/ 982667 h 1169193"/>
              <a:gd name="connsiteX15" fmla="*/ 1005838 w 1597896"/>
              <a:gd name="connsiteY15" fmla="*/ 1089042 h 1169193"/>
              <a:gd name="connsiteX16" fmla="*/ 645980 w 1597896"/>
              <a:gd name="connsiteY16" fmla="*/ 1157327 h 1169193"/>
              <a:gd name="connsiteX17" fmla="*/ 638114 w 1597896"/>
              <a:gd name="connsiteY17" fmla="*/ 1028196 h 1169193"/>
              <a:gd name="connsiteX18" fmla="*/ 493554 w 1597896"/>
              <a:gd name="connsiteY18" fmla="*/ 949310 h 1169193"/>
              <a:gd name="connsiteX19" fmla="*/ 61563 w 1597896"/>
              <a:gd name="connsiteY19" fmla="*/ 973852 h 1169193"/>
              <a:gd name="connsiteX20" fmla="*/ 1559 w 1597896"/>
              <a:gd name="connsiteY20" fmla="*/ 819927 h 1169193"/>
              <a:gd name="connsiteX21" fmla="*/ 152773 w 1597896"/>
              <a:gd name="connsiteY21" fmla="*/ 623301 h 1169193"/>
              <a:gd name="connsiteX22" fmla="*/ 306100 w 1597896"/>
              <a:gd name="connsiteY22" fmla="*/ 664283 h 1169193"/>
              <a:gd name="connsiteX23" fmla="*/ 426456 w 1597896"/>
              <a:gd name="connsiteY23" fmla="*/ 565416 h 1169193"/>
              <a:gd name="connsiteX24" fmla="*/ 364155 w 1597896"/>
              <a:gd name="connsiteY24" fmla="*/ 440525 h 1169193"/>
              <a:gd name="connsiteX25" fmla="*/ 166244 w 1597896"/>
              <a:gd name="connsiteY25" fmla="*/ 472852 h 1169193"/>
              <a:gd name="connsiteX26" fmla="*/ 23632 w 1597896"/>
              <a:gd name="connsiteY26" fmla="*/ 274667 h 1169193"/>
              <a:gd name="connsiteX27" fmla="*/ 64945 w 1597896"/>
              <a:gd name="connsiteY27" fmla="*/ 175614 h 1169193"/>
              <a:gd name="connsiteX28" fmla="*/ 293915 w 1597896"/>
              <a:gd name="connsiteY28" fmla="*/ 206064 h 1169193"/>
              <a:gd name="connsiteX29" fmla="*/ 523638 w 1597896"/>
              <a:gd name="connsiteY29" fmla="*/ 205363 h 1169193"/>
              <a:gd name="connsiteX30" fmla="*/ 612386 w 1597896"/>
              <a:gd name="connsiteY30" fmla="*/ 107604 h 1169193"/>
              <a:gd name="connsiteX31" fmla="*/ 629385 w 1597896"/>
              <a:gd name="connsiteY31" fmla="*/ 17631 h 1169193"/>
              <a:gd name="connsiteX32" fmla="*/ 770096 w 1597896"/>
              <a:gd name="connsiteY32" fmla="*/ 13 h 1169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597896" h="1169193">
                <a:moveTo>
                  <a:pt x="770096" y="13"/>
                </a:moveTo>
                <a:cubicBezTo>
                  <a:pt x="818016" y="-280"/>
                  <a:pt x="866157" y="4567"/>
                  <a:pt x="912129" y="13230"/>
                </a:cubicBezTo>
                <a:cubicBezTo>
                  <a:pt x="1001795" y="30120"/>
                  <a:pt x="1041472" y="57015"/>
                  <a:pt x="971324" y="116552"/>
                </a:cubicBezTo>
                <a:cubicBezTo>
                  <a:pt x="898327" y="178521"/>
                  <a:pt x="972335" y="195068"/>
                  <a:pt x="1058067" y="206750"/>
                </a:cubicBezTo>
                <a:cubicBezTo>
                  <a:pt x="1216613" y="228358"/>
                  <a:pt x="1376668" y="203882"/>
                  <a:pt x="1532236" y="180847"/>
                </a:cubicBezTo>
                <a:cubicBezTo>
                  <a:pt x="1561660" y="240847"/>
                  <a:pt x="1589925" y="299908"/>
                  <a:pt x="1590201" y="353988"/>
                </a:cubicBezTo>
                <a:cubicBezTo>
                  <a:pt x="1590421" y="396873"/>
                  <a:pt x="1572758" y="438027"/>
                  <a:pt x="1539219" y="473486"/>
                </a:cubicBezTo>
                <a:cubicBezTo>
                  <a:pt x="1455526" y="474054"/>
                  <a:pt x="1380876" y="437328"/>
                  <a:pt x="1304773" y="438279"/>
                </a:cubicBezTo>
                <a:cubicBezTo>
                  <a:pt x="1153339" y="440168"/>
                  <a:pt x="1169714" y="598601"/>
                  <a:pt x="1265812" y="645807"/>
                </a:cubicBezTo>
                <a:cubicBezTo>
                  <a:pt x="1311848" y="668433"/>
                  <a:pt x="1367864" y="665156"/>
                  <a:pt x="1412081" y="641764"/>
                </a:cubicBezTo>
                <a:cubicBezTo>
                  <a:pt x="1491070" y="600002"/>
                  <a:pt x="1545376" y="631257"/>
                  <a:pt x="1576913" y="689579"/>
                </a:cubicBezTo>
                <a:cubicBezTo>
                  <a:pt x="1626461" y="781125"/>
                  <a:pt x="1578090" y="877574"/>
                  <a:pt x="1536554" y="965315"/>
                </a:cubicBezTo>
                <a:cubicBezTo>
                  <a:pt x="1536059" y="966385"/>
                  <a:pt x="1535543" y="967482"/>
                  <a:pt x="1535030" y="968566"/>
                </a:cubicBezTo>
                <a:cubicBezTo>
                  <a:pt x="1433675" y="953222"/>
                  <a:pt x="1331992" y="938843"/>
                  <a:pt x="1228138" y="939134"/>
                </a:cubicBezTo>
                <a:cubicBezTo>
                  <a:pt x="1135476" y="939398"/>
                  <a:pt x="1043844" y="952932"/>
                  <a:pt x="960573" y="982667"/>
                </a:cubicBezTo>
                <a:cubicBezTo>
                  <a:pt x="912019" y="1025302"/>
                  <a:pt x="964451" y="1056623"/>
                  <a:pt x="1005838" y="1089042"/>
                </a:cubicBezTo>
                <a:cubicBezTo>
                  <a:pt x="1039819" y="1187552"/>
                  <a:pt x="719272" y="1174350"/>
                  <a:pt x="645980" y="1157327"/>
                </a:cubicBezTo>
                <a:cubicBezTo>
                  <a:pt x="525421" y="1129350"/>
                  <a:pt x="603914" y="1081945"/>
                  <a:pt x="638114" y="1028196"/>
                </a:cubicBezTo>
                <a:cubicBezTo>
                  <a:pt x="668107" y="966267"/>
                  <a:pt x="555561" y="957134"/>
                  <a:pt x="493554" y="949310"/>
                </a:cubicBezTo>
                <a:cubicBezTo>
                  <a:pt x="349269" y="931086"/>
                  <a:pt x="203037" y="952891"/>
                  <a:pt x="61563" y="973852"/>
                </a:cubicBezTo>
                <a:cubicBezTo>
                  <a:pt x="34107" y="905275"/>
                  <a:pt x="5474" y="844904"/>
                  <a:pt x="1559" y="819927"/>
                </a:cubicBezTo>
                <a:cubicBezTo>
                  <a:pt x="-8364" y="756583"/>
                  <a:pt x="27582" y="606676"/>
                  <a:pt x="152773" y="623301"/>
                </a:cubicBezTo>
                <a:cubicBezTo>
                  <a:pt x="207079" y="630517"/>
                  <a:pt x="250673" y="659910"/>
                  <a:pt x="306100" y="664283"/>
                </a:cubicBezTo>
                <a:cubicBezTo>
                  <a:pt x="389720" y="670892"/>
                  <a:pt x="416753" y="614182"/>
                  <a:pt x="426456" y="565416"/>
                </a:cubicBezTo>
                <a:cubicBezTo>
                  <a:pt x="435957" y="517693"/>
                  <a:pt x="419142" y="470856"/>
                  <a:pt x="364155" y="440525"/>
                </a:cubicBezTo>
                <a:cubicBezTo>
                  <a:pt x="293254" y="428407"/>
                  <a:pt x="232386" y="462160"/>
                  <a:pt x="166244" y="472852"/>
                </a:cubicBezTo>
                <a:cubicBezTo>
                  <a:pt x="8212" y="498399"/>
                  <a:pt x="494" y="350472"/>
                  <a:pt x="23632" y="274667"/>
                </a:cubicBezTo>
                <a:cubicBezTo>
                  <a:pt x="33924" y="240980"/>
                  <a:pt x="49195" y="208243"/>
                  <a:pt x="64945" y="175614"/>
                </a:cubicBezTo>
                <a:cubicBezTo>
                  <a:pt x="140992" y="187098"/>
                  <a:pt x="216931" y="199151"/>
                  <a:pt x="293915" y="206064"/>
                </a:cubicBezTo>
                <a:cubicBezTo>
                  <a:pt x="370111" y="212908"/>
                  <a:pt x="447665" y="214561"/>
                  <a:pt x="523638" y="205363"/>
                </a:cubicBezTo>
                <a:cubicBezTo>
                  <a:pt x="615969" y="194183"/>
                  <a:pt x="673253" y="177147"/>
                  <a:pt x="612386" y="107604"/>
                </a:cubicBezTo>
                <a:cubicBezTo>
                  <a:pt x="571220" y="60570"/>
                  <a:pt x="569271" y="50050"/>
                  <a:pt x="629385" y="17631"/>
                </a:cubicBezTo>
                <a:cubicBezTo>
                  <a:pt x="674475" y="5737"/>
                  <a:pt x="722175" y="305"/>
                  <a:pt x="770096" y="13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35" name="Picture 34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17E51518-103F-9536-FB7D-9A6879080B4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-3269238" y="3192116"/>
            <a:ext cx="1893494" cy="861441"/>
          </a:xfrm>
          <a:custGeom>
            <a:avLst/>
            <a:gdLst>
              <a:gd name="connsiteX0" fmla="*/ 1260717 w 1893494"/>
              <a:gd name="connsiteY0" fmla="*/ 229 h 861441"/>
              <a:gd name="connsiteX1" fmla="*/ 1529477 w 1893494"/>
              <a:gd name="connsiteY1" fmla="*/ 29144 h 861441"/>
              <a:gd name="connsiteX2" fmla="*/ 1488162 w 1893494"/>
              <a:gd name="connsiteY2" fmla="*/ 128197 h 861441"/>
              <a:gd name="connsiteX3" fmla="*/ 1630774 w 1893494"/>
              <a:gd name="connsiteY3" fmla="*/ 326383 h 861441"/>
              <a:gd name="connsiteX4" fmla="*/ 1828686 w 1893494"/>
              <a:gd name="connsiteY4" fmla="*/ 294057 h 861441"/>
              <a:gd name="connsiteX5" fmla="*/ 1890988 w 1893494"/>
              <a:gd name="connsiteY5" fmla="*/ 418946 h 861441"/>
              <a:gd name="connsiteX6" fmla="*/ 1770631 w 1893494"/>
              <a:gd name="connsiteY6" fmla="*/ 517815 h 861441"/>
              <a:gd name="connsiteX7" fmla="*/ 1617305 w 1893494"/>
              <a:gd name="connsiteY7" fmla="*/ 476833 h 861441"/>
              <a:gd name="connsiteX8" fmla="*/ 1466091 w 1893494"/>
              <a:gd name="connsiteY8" fmla="*/ 673458 h 861441"/>
              <a:gd name="connsiteX9" fmla="*/ 1526094 w 1893494"/>
              <a:gd name="connsiteY9" fmla="*/ 827382 h 861441"/>
              <a:gd name="connsiteX10" fmla="*/ 1510032 w 1893494"/>
              <a:gd name="connsiteY10" fmla="*/ 829762 h 861441"/>
              <a:gd name="connsiteX11" fmla="*/ 1014214 w 1893494"/>
              <a:gd name="connsiteY11" fmla="*/ 847101 h 861441"/>
              <a:gd name="connsiteX12" fmla="*/ 988099 w 1893494"/>
              <a:gd name="connsiteY12" fmla="*/ 739854 h 861441"/>
              <a:gd name="connsiteX13" fmla="*/ 866622 w 1893494"/>
              <a:gd name="connsiteY13" fmla="*/ 653277 h 861441"/>
              <a:gd name="connsiteX14" fmla="*/ 607585 w 1893494"/>
              <a:gd name="connsiteY14" fmla="*/ 672440 h 861441"/>
              <a:gd name="connsiteX15" fmla="*/ 622343 w 1893494"/>
              <a:gd name="connsiteY15" fmla="*/ 774731 h 861441"/>
              <a:gd name="connsiteX16" fmla="*/ 440548 w 1893494"/>
              <a:gd name="connsiteY16" fmla="*/ 844485 h 861441"/>
              <a:gd name="connsiteX17" fmla="*/ 150306 w 1893494"/>
              <a:gd name="connsiteY17" fmla="*/ 854171 h 861441"/>
              <a:gd name="connsiteX18" fmla="*/ 40554 w 1893494"/>
              <a:gd name="connsiteY18" fmla="*/ 854026 h 861441"/>
              <a:gd name="connsiteX19" fmla="*/ 912 w 1893494"/>
              <a:gd name="connsiteY19" fmla="*/ 658920 h 861441"/>
              <a:gd name="connsiteX20" fmla="*/ 55532 w 1893494"/>
              <a:gd name="connsiteY20" fmla="*/ 506436 h 861441"/>
              <a:gd name="connsiteX21" fmla="*/ 223561 w 1893494"/>
              <a:gd name="connsiteY21" fmla="*/ 498400 h 861441"/>
              <a:gd name="connsiteX22" fmla="*/ 422023 w 1893494"/>
              <a:gd name="connsiteY22" fmla="*/ 373524 h 861441"/>
              <a:gd name="connsiteX23" fmla="*/ 74313 w 1893494"/>
              <a:gd name="connsiteY23" fmla="*/ 319960 h 861441"/>
              <a:gd name="connsiteX24" fmla="*/ 46931 w 1893494"/>
              <a:gd name="connsiteY24" fmla="*/ 34232 h 861441"/>
              <a:gd name="connsiteX25" fmla="*/ 560428 w 1893494"/>
              <a:gd name="connsiteY25" fmla="*/ 22709 h 861441"/>
              <a:gd name="connsiteX26" fmla="*/ 590402 w 1893494"/>
              <a:gd name="connsiteY26" fmla="*/ 137739 h 861441"/>
              <a:gd name="connsiteX27" fmla="*/ 676117 w 1893494"/>
              <a:gd name="connsiteY27" fmla="*/ 224964 h 861441"/>
              <a:gd name="connsiteX28" fmla="*/ 899868 w 1893494"/>
              <a:gd name="connsiteY28" fmla="*/ 219189 h 861441"/>
              <a:gd name="connsiteX29" fmla="*/ 958106 w 1893494"/>
              <a:gd name="connsiteY29" fmla="*/ 117387 h 861441"/>
              <a:gd name="connsiteX30" fmla="*/ 1260717 w 1893494"/>
              <a:gd name="connsiteY30" fmla="*/ 229 h 861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893494" h="861441">
                <a:moveTo>
                  <a:pt x="1260717" y="229"/>
                </a:moveTo>
                <a:cubicBezTo>
                  <a:pt x="1351669" y="3057"/>
                  <a:pt x="1440638" y="15718"/>
                  <a:pt x="1529477" y="29144"/>
                </a:cubicBezTo>
                <a:cubicBezTo>
                  <a:pt x="1513727" y="61775"/>
                  <a:pt x="1498453" y="94511"/>
                  <a:pt x="1488162" y="128197"/>
                </a:cubicBezTo>
                <a:cubicBezTo>
                  <a:pt x="1465024" y="204004"/>
                  <a:pt x="1472743" y="351929"/>
                  <a:pt x="1630774" y="326383"/>
                </a:cubicBezTo>
                <a:cubicBezTo>
                  <a:pt x="1696935" y="315691"/>
                  <a:pt x="1757803" y="281937"/>
                  <a:pt x="1828686" y="294057"/>
                </a:cubicBezTo>
                <a:cubicBezTo>
                  <a:pt x="1883673" y="324387"/>
                  <a:pt x="1900488" y="371224"/>
                  <a:pt x="1890988" y="418946"/>
                </a:cubicBezTo>
                <a:cubicBezTo>
                  <a:pt x="1881285" y="467713"/>
                  <a:pt x="1854249" y="524422"/>
                  <a:pt x="1770631" y="517815"/>
                </a:cubicBezTo>
                <a:cubicBezTo>
                  <a:pt x="1715202" y="513440"/>
                  <a:pt x="1671630" y="484048"/>
                  <a:pt x="1617305" y="476833"/>
                </a:cubicBezTo>
                <a:cubicBezTo>
                  <a:pt x="1492113" y="460206"/>
                  <a:pt x="1456166" y="610128"/>
                  <a:pt x="1466091" y="673458"/>
                </a:cubicBezTo>
                <a:cubicBezTo>
                  <a:pt x="1470006" y="698436"/>
                  <a:pt x="1498619" y="758806"/>
                  <a:pt x="1526094" y="827382"/>
                </a:cubicBezTo>
                <a:cubicBezTo>
                  <a:pt x="1520746" y="828176"/>
                  <a:pt x="1515380" y="828968"/>
                  <a:pt x="1510032" y="829762"/>
                </a:cubicBezTo>
                <a:cubicBezTo>
                  <a:pt x="1347590" y="853802"/>
                  <a:pt x="1178404" y="877458"/>
                  <a:pt x="1014214" y="847101"/>
                </a:cubicBezTo>
                <a:cubicBezTo>
                  <a:pt x="891946" y="824502"/>
                  <a:pt x="942430" y="797132"/>
                  <a:pt x="988099" y="739854"/>
                </a:cubicBezTo>
                <a:cubicBezTo>
                  <a:pt x="1040256" y="674463"/>
                  <a:pt x="936624" y="662726"/>
                  <a:pt x="866622" y="653277"/>
                </a:cubicBezTo>
                <a:cubicBezTo>
                  <a:pt x="784233" y="642162"/>
                  <a:pt x="680840" y="639796"/>
                  <a:pt x="607585" y="672440"/>
                </a:cubicBezTo>
                <a:cubicBezTo>
                  <a:pt x="536389" y="704158"/>
                  <a:pt x="597623" y="734753"/>
                  <a:pt x="622343" y="774731"/>
                </a:cubicBezTo>
                <a:cubicBezTo>
                  <a:pt x="672717" y="856220"/>
                  <a:pt x="517479" y="839832"/>
                  <a:pt x="440548" y="844485"/>
                </a:cubicBezTo>
                <a:cubicBezTo>
                  <a:pt x="344028" y="850312"/>
                  <a:pt x="247176" y="853378"/>
                  <a:pt x="150306" y="854171"/>
                </a:cubicBezTo>
                <a:cubicBezTo>
                  <a:pt x="113717" y="854476"/>
                  <a:pt x="77144" y="854357"/>
                  <a:pt x="40554" y="854026"/>
                </a:cubicBezTo>
                <a:cubicBezTo>
                  <a:pt x="35794" y="789507"/>
                  <a:pt x="6849" y="727339"/>
                  <a:pt x="912" y="658920"/>
                </a:cubicBezTo>
                <a:cubicBezTo>
                  <a:pt x="-3775" y="605078"/>
                  <a:pt x="8908" y="550206"/>
                  <a:pt x="55532" y="506436"/>
                </a:cubicBezTo>
                <a:cubicBezTo>
                  <a:pt x="108534" y="463524"/>
                  <a:pt x="156646" y="474730"/>
                  <a:pt x="223561" y="498400"/>
                </a:cubicBezTo>
                <a:cubicBezTo>
                  <a:pt x="359245" y="546400"/>
                  <a:pt x="439224" y="473264"/>
                  <a:pt x="422023" y="373524"/>
                </a:cubicBezTo>
                <a:cubicBezTo>
                  <a:pt x="395081" y="217273"/>
                  <a:pt x="192152" y="353197"/>
                  <a:pt x="74313" y="319960"/>
                </a:cubicBezTo>
                <a:cubicBezTo>
                  <a:pt x="-38013" y="288281"/>
                  <a:pt x="-1992" y="158713"/>
                  <a:pt x="46931" y="34232"/>
                </a:cubicBezTo>
                <a:cubicBezTo>
                  <a:pt x="218599" y="8356"/>
                  <a:pt x="389715" y="-16608"/>
                  <a:pt x="560428" y="22709"/>
                </a:cubicBezTo>
                <a:cubicBezTo>
                  <a:pt x="661561" y="46008"/>
                  <a:pt x="644800" y="81414"/>
                  <a:pt x="590402" y="137739"/>
                </a:cubicBezTo>
                <a:cubicBezTo>
                  <a:pt x="539955" y="189995"/>
                  <a:pt x="608670" y="213836"/>
                  <a:pt x="676117" y="224964"/>
                </a:cubicBezTo>
                <a:cubicBezTo>
                  <a:pt x="749573" y="237084"/>
                  <a:pt x="827917" y="235749"/>
                  <a:pt x="899868" y="219189"/>
                </a:cubicBezTo>
                <a:cubicBezTo>
                  <a:pt x="1001754" y="195731"/>
                  <a:pt x="1023258" y="174466"/>
                  <a:pt x="958106" y="117387"/>
                </a:cubicBezTo>
                <a:cubicBezTo>
                  <a:pt x="839127" y="13141"/>
                  <a:pt x="1182703" y="-2191"/>
                  <a:pt x="1260717" y="229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33" name="Picture 32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89CA381C-8B0B-F2A0-F1B1-7A42C690547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12658411" y="1192917"/>
            <a:ext cx="1601943" cy="992393"/>
          </a:xfrm>
          <a:custGeom>
            <a:avLst/>
            <a:gdLst>
              <a:gd name="connsiteX0" fmla="*/ 641161 w 1601943"/>
              <a:gd name="connsiteY0" fmla="*/ 0 h 992393"/>
              <a:gd name="connsiteX1" fmla="*/ 917337 w 1601943"/>
              <a:gd name="connsiteY1" fmla="*/ 0 h 992393"/>
              <a:gd name="connsiteX2" fmla="*/ 991654 w 1601943"/>
              <a:gd name="connsiteY2" fmla="*/ 15920 h 992393"/>
              <a:gd name="connsiteX3" fmla="*/ 942604 w 1601943"/>
              <a:gd name="connsiteY3" fmla="*/ 145027 h 992393"/>
              <a:gd name="connsiteX4" fmla="*/ 1532736 w 1601943"/>
              <a:gd name="connsiteY4" fmla="*/ 192101 h 992393"/>
              <a:gd name="connsiteX5" fmla="*/ 1592593 w 1601943"/>
              <a:gd name="connsiteY5" fmla="*/ 192181 h 992393"/>
              <a:gd name="connsiteX6" fmla="*/ 1512172 w 1601943"/>
              <a:gd name="connsiteY6" fmla="*/ 460938 h 992393"/>
              <a:gd name="connsiteX7" fmla="*/ 1252969 w 1601943"/>
              <a:gd name="connsiteY7" fmla="*/ 440955 h 992393"/>
              <a:gd name="connsiteX8" fmla="*/ 1205499 w 1601943"/>
              <a:gd name="connsiteY8" fmla="*/ 565767 h 992393"/>
              <a:gd name="connsiteX9" fmla="*/ 1360536 w 1601943"/>
              <a:gd name="connsiteY9" fmla="*/ 643819 h 992393"/>
              <a:gd name="connsiteX10" fmla="*/ 1542661 w 1601943"/>
              <a:gd name="connsiteY10" fmla="*/ 619938 h 992393"/>
              <a:gd name="connsiteX11" fmla="*/ 1532682 w 1601943"/>
              <a:gd name="connsiteY11" fmla="*/ 957366 h 992393"/>
              <a:gd name="connsiteX12" fmla="*/ 1062721 w 1601943"/>
              <a:gd name="connsiteY12" fmla="*/ 984141 h 992393"/>
              <a:gd name="connsiteX13" fmla="*/ 942621 w 1601943"/>
              <a:gd name="connsiteY13" fmla="*/ 937965 h 992393"/>
              <a:gd name="connsiteX14" fmla="*/ 997498 w 1601943"/>
              <a:gd name="connsiteY14" fmla="*/ 870670 h 992393"/>
              <a:gd name="connsiteX15" fmla="*/ 876002 w 1601943"/>
              <a:gd name="connsiteY15" fmla="*/ 784093 h 992393"/>
              <a:gd name="connsiteX16" fmla="*/ 633101 w 1601943"/>
              <a:gd name="connsiteY16" fmla="*/ 794930 h 992393"/>
              <a:gd name="connsiteX17" fmla="*/ 616103 w 1601943"/>
              <a:gd name="connsiteY17" fmla="*/ 884903 h 992393"/>
              <a:gd name="connsiteX18" fmla="*/ 488468 w 1601943"/>
              <a:gd name="connsiteY18" fmla="*/ 986587 h 992393"/>
              <a:gd name="connsiteX19" fmla="*/ 258707 w 1601943"/>
              <a:gd name="connsiteY19" fmla="*/ 979859 h 992393"/>
              <a:gd name="connsiteX20" fmla="*/ 62983 w 1601943"/>
              <a:gd name="connsiteY20" fmla="*/ 952516 h 992393"/>
              <a:gd name="connsiteX21" fmla="*/ 82738 w 1601943"/>
              <a:gd name="connsiteY21" fmla="*/ 623626 h 992393"/>
              <a:gd name="connsiteX22" fmla="*/ 404389 w 1601943"/>
              <a:gd name="connsiteY22" fmla="*/ 607767 h 992393"/>
              <a:gd name="connsiteX23" fmla="*/ 265782 w 1601943"/>
              <a:gd name="connsiteY23" fmla="*/ 432365 h 992393"/>
              <a:gd name="connsiteX24" fmla="*/ 63938 w 1601943"/>
              <a:gd name="connsiteY24" fmla="*/ 445211 h 992393"/>
              <a:gd name="connsiteX25" fmla="*/ 16468 w 1601943"/>
              <a:gd name="connsiteY25" fmla="*/ 323850 h 992393"/>
              <a:gd name="connsiteX26" fmla="*/ 67687 w 1601943"/>
              <a:gd name="connsiteY26" fmla="*/ 160303 h 992393"/>
              <a:gd name="connsiteX27" fmla="*/ 144029 w 1601943"/>
              <a:gd name="connsiteY27" fmla="*/ 171789 h 992393"/>
              <a:gd name="connsiteX28" fmla="*/ 603679 w 1601943"/>
              <a:gd name="connsiteY28" fmla="*/ 176611 h 992393"/>
              <a:gd name="connsiteX29" fmla="*/ 578316 w 1601943"/>
              <a:gd name="connsiteY29" fmla="*/ 51576 h 992393"/>
              <a:gd name="connsiteX30" fmla="*/ 601338 w 1601943"/>
              <a:gd name="connsiteY30" fmla="*/ 17782 h 992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601943" h="992393">
                <a:moveTo>
                  <a:pt x="641161" y="0"/>
                </a:moveTo>
                <a:lnTo>
                  <a:pt x="917337" y="0"/>
                </a:lnTo>
                <a:lnTo>
                  <a:pt x="991654" y="15920"/>
                </a:lnTo>
                <a:cubicBezTo>
                  <a:pt x="1058992" y="68030"/>
                  <a:pt x="941796" y="94489"/>
                  <a:pt x="942604" y="145027"/>
                </a:cubicBezTo>
                <a:cubicBezTo>
                  <a:pt x="943449" y="196197"/>
                  <a:pt x="1451580" y="191546"/>
                  <a:pt x="1532736" y="192101"/>
                </a:cubicBezTo>
                <a:cubicBezTo>
                  <a:pt x="1552694" y="192233"/>
                  <a:pt x="1572635" y="192219"/>
                  <a:pt x="1592593" y="192181"/>
                </a:cubicBezTo>
                <a:cubicBezTo>
                  <a:pt x="1602848" y="306048"/>
                  <a:pt x="1607774" y="459682"/>
                  <a:pt x="1512172" y="460938"/>
                </a:cubicBezTo>
                <a:cubicBezTo>
                  <a:pt x="1425153" y="462074"/>
                  <a:pt x="1327602" y="397726"/>
                  <a:pt x="1252969" y="440955"/>
                </a:cubicBezTo>
                <a:cubicBezTo>
                  <a:pt x="1200041" y="471616"/>
                  <a:pt x="1188023" y="515454"/>
                  <a:pt x="1205499" y="565767"/>
                </a:cubicBezTo>
                <a:cubicBezTo>
                  <a:pt x="1226579" y="626467"/>
                  <a:pt x="1274197" y="652132"/>
                  <a:pt x="1360536" y="643819"/>
                </a:cubicBezTo>
                <a:cubicBezTo>
                  <a:pt x="1399203" y="617268"/>
                  <a:pt x="1496845" y="587150"/>
                  <a:pt x="1542661" y="619938"/>
                </a:cubicBezTo>
                <a:cubicBezTo>
                  <a:pt x="1652523" y="732855"/>
                  <a:pt x="1585904" y="844079"/>
                  <a:pt x="1532682" y="957366"/>
                </a:cubicBezTo>
                <a:cubicBezTo>
                  <a:pt x="1376891" y="980851"/>
                  <a:pt x="1220863" y="1005697"/>
                  <a:pt x="1062721" y="984141"/>
                </a:cubicBezTo>
                <a:cubicBezTo>
                  <a:pt x="1020673" y="978406"/>
                  <a:pt x="943247" y="975683"/>
                  <a:pt x="942621" y="937965"/>
                </a:cubicBezTo>
                <a:cubicBezTo>
                  <a:pt x="942072" y="904608"/>
                  <a:pt x="975887" y="897762"/>
                  <a:pt x="997498" y="870670"/>
                </a:cubicBezTo>
                <a:cubicBezTo>
                  <a:pt x="1049636" y="805278"/>
                  <a:pt x="946021" y="793542"/>
                  <a:pt x="876002" y="784093"/>
                </a:cubicBezTo>
                <a:cubicBezTo>
                  <a:pt x="795654" y="773242"/>
                  <a:pt x="710435" y="774538"/>
                  <a:pt x="633101" y="794930"/>
                </a:cubicBezTo>
                <a:cubicBezTo>
                  <a:pt x="572987" y="827361"/>
                  <a:pt x="574936" y="837842"/>
                  <a:pt x="616103" y="884903"/>
                </a:cubicBezTo>
                <a:cubicBezTo>
                  <a:pt x="687978" y="967066"/>
                  <a:pt x="586256" y="979132"/>
                  <a:pt x="488468" y="986587"/>
                </a:cubicBezTo>
                <a:cubicBezTo>
                  <a:pt x="411887" y="992441"/>
                  <a:pt x="334607" y="988212"/>
                  <a:pt x="258707" y="979859"/>
                </a:cubicBezTo>
                <a:cubicBezTo>
                  <a:pt x="193098" y="972644"/>
                  <a:pt x="128096" y="962349"/>
                  <a:pt x="62983" y="952516"/>
                </a:cubicBezTo>
                <a:cubicBezTo>
                  <a:pt x="5846" y="836163"/>
                  <a:pt x="-52540" y="716732"/>
                  <a:pt x="82738" y="623626"/>
                </a:cubicBezTo>
                <a:cubicBezTo>
                  <a:pt x="183469" y="554295"/>
                  <a:pt x="318381" y="720129"/>
                  <a:pt x="404389" y="607767"/>
                </a:cubicBezTo>
                <a:cubicBezTo>
                  <a:pt x="466691" y="526369"/>
                  <a:pt x="425229" y="392256"/>
                  <a:pt x="265782" y="432365"/>
                </a:cubicBezTo>
                <a:cubicBezTo>
                  <a:pt x="180601" y="453788"/>
                  <a:pt x="146657" y="455453"/>
                  <a:pt x="63938" y="445211"/>
                </a:cubicBezTo>
                <a:cubicBezTo>
                  <a:pt x="31114" y="408947"/>
                  <a:pt x="15420" y="367013"/>
                  <a:pt x="16468" y="323850"/>
                </a:cubicBezTo>
                <a:cubicBezTo>
                  <a:pt x="17865" y="267471"/>
                  <a:pt x="42031" y="213630"/>
                  <a:pt x="67687" y="160303"/>
                </a:cubicBezTo>
                <a:cubicBezTo>
                  <a:pt x="93213" y="164163"/>
                  <a:pt x="118686" y="168062"/>
                  <a:pt x="144029" y="171789"/>
                </a:cubicBezTo>
                <a:cubicBezTo>
                  <a:pt x="295335" y="194030"/>
                  <a:pt x="453034" y="210511"/>
                  <a:pt x="603679" y="176611"/>
                </a:cubicBezTo>
                <a:cubicBezTo>
                  <a:pt x="693842" y="156325"/>
                  <a:pt x="609963" y="87695"/>
                  <a:pt x="578316" y="51576"/>
                </a:cubicBezTo>
                <a:cubicBezTo>
                  <a:pt x="581243" y="37521"/>
                  <a:pt x="589530" y="26479"/>
                  <a:pt x="601338" y="17782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31" name="Picture 30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57E55533-A7BF-216E-F91A-A2C923D97E3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12657363" y="5076086"/>
            <a:ext cx="1902302" cy="1021091"/>
          </a:xfrm>
          <a:custGeom>
            <a:avLst/>
            <a:gdLst>
              <a:gd name="connsiteX0" fmla="*/ 1223176 w 1902302"/>
              <a:gd name="connsiteY0" fmla="*/ 62 h 1021091"/>
              <a:gd name="connsiteX1" fmla="*/ 1537937 w 1902302"/>
              <a:gd name="connsiteY1" fmla="*/ 29537 h 1021091"/>
              <a:gd name="connsiteX2" fmla="*/ 1486718 w 1902302"/>
              <a:gd name="connsiteY2" fmla="*/ 193084 h 1021091"/>
              <a:gd name="connsiteX3" fmla="*/ 1534169 w 1902302"/>
              <a:gd name="connsiteY3" fmla="*/ 314431 h 1021091"/>
              <a:gd name="connsiteX4" fmla="*/ 1736013 w 1902302"/>
              <a:gd name="connsiteY4" fmla="*/ 301586 h 1021091"/>
              <a:gd name="connsiteX5" fmla="*/ 1874620 w 1902302"/>
              <a:gd name="connsiteY5" fmla="*/ 476987 h 1021091"/>
              <a:gd name="connsiteX6" fmla="*/ 1552970 w 1902302"/>
              <a:gd name="connsiteY6" fmla="*/ 492846 h 1021091"/>
              <a:gd name="connsiteX7" fmla="*/ 1533214 w 1902302"/>
              <a:gd name="connsiteY7" fmla="*/ 821736 h 1021091"/>
              <a:gd name="connsiteX8" fmla="*/ 1270519 w 1902302"/>
              <a:gd name="connsiteY8" fmla="*/ 793546 h 1021091"/>
              <a:gd name="connsiteX9" fmla="*/ 988750 w 1902302"/>
              <a:gd name="connsiteY9" fmla="*/ 927107 h 1021091"/>
              <a:gd name="connsiteX10" fmla="*/ 685533 w 1902302"/>
              <a:gd name="connsiteY10" fmla="*/ 1017965 h 1021091"/>
              <a:gd name="connsiteX11" fmla="*/ 622369 w 1902302"/>
              <a:gd name="connsiteY11" fmla="*/ 906899 h 1021091"/>
              <a:gd name="connsiteX12" fmla="*/ 533823 w 1902302"/>
              <a:gd name="connsiteY12" fmla="*/ 808362 h 1021091"/>
              <a:gd name="connsiteX13" fmla="*/ 87092 w 1902302"/>
              <a:gd name="connsiteY13" fmla="*/ 824221 h 1021091"/>
              <a:gd name="connsiteX14" fmla="*/ 65737 w 1902302"/>
              <a:gd name="connsiteY14" fmla="*/ 827379 h 1021091"/>
              <a:gd name="connsiteX15" fmla="*/ 82737 w 1902302"/>
              <a:gd name="connsiteY15" fmla="*/ 492846 h 1021091"/>
              <a:gd name="connsiteX16" fmla="*/ 404388 w 1902302"/>
              <a:gd name="connsiteY16" fmla="*/ 476987 h 1021091"/>
              <a:gd name="connsiteX17" fmla="*/ 265781 w 1902302"/>
              <a:gd name="connsiteY17" fmla="*/ 301586 h 1021091"/>
              <a:gd name="connsiteX18" fmla="*/ 63937 w 1902302"/>
              <a:gd name="connsiteY18" fmla="*/ 314431 h 1021091"/>
              <a:gd name="connsiteX19" fmla="*/ 17092 w 1902302"/>
              <a:gd name="connsiteY19" fmla="*/ 193560 h 1021091"/>
              <a:gd name="connsiteX20" fmla="*/ 67024 w 1902302"/>
              <a:gd name="connsiteY20" fmla="*/ 32590 h 1021091"/>
              <a:gd name="connsiteX21" fmla="*/ 423133 w 1902302"/>
              <a:gd name="connsiteY21" fmla="*/ 3832 h 1021091"/>
              <a:gd name="connsiteX22" fmla="*/ 642437 w 1902302"/>
              <a:gd name="connsiteY22" fmla="*/ 43784 h 1021091"/>
              <a:gd name="connsiteX23" fmla="*/ 579493 w 1902302"/>
              <a:gd name="connsiteY23" fmla="*/ 180317 h 1021091"/>
              <a:gd name="connsiteX24" fmla="*/ 1010969 w 1902302"/>
              <a:gd name="connsiteY24" fmla="*/ 182458 h 1021091"/>
              <a:gd name="connsiteX25" fmla="*/ 942254 w 1902302"/>
              <a:gd name="connsiteY25" fmla="*/ 79229 h 1021091"/>
              <a:gd name="connsiteX26" fmla="*/ 1117561 w 1902302"/>
              <a:gd name="connsiteY26" fmla="*/ 7124 h 1021091"/>
              <a:gd name="connsiteX27" fmla="*/ 1223176 w 1902302"/>
              <a:gd name="connsiteY27" fmla="*/ 62 h 1021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902302" h="1021091">
                <a:moveTo>
                  <a:pt x="1223176" y="62"/>
                </a:moveTo>
                <a:cubicBezTo>
                  <a:pt x="1328763" y="-1078"/>
                  <a:pt x="1434120" y="13847"/>
                  <a:pt x="1537937" y="29537"/>
                </a:cubicBezTo>
                <a:cubicBezTo>
                  <a:pt x="1512282" y="82876"/>
                  <a:pt x="1488113" y="136704"/>
                  <a:pt x="1486718" y="193084"/>
                </a:cubicBezTo>
                <a:cubicBezTo>
                  <a:pt x="1485632" y="236233"/>
                  <a:pt x="1501346" y="278168"/>
                  <a:pt x="1534169" y="314431"/>
                </a:cubicBezTo>
                <a:cubicBezTo>
                  <a:pt x="1616888" y="324674"/>
                  <a:pt x="1650813" y="323022"/>
                  <a:pt x="1736013" y="301586"/>
                </a:cubicBezTo>
                <a:cubicBezTo>
                  <a:pt x="1895460" y="261476"/>
                  <a:pt x="1936922" y="395590"/>
                  <a:pt x="1874620" y="476987"/>
                </a:cubicBezTo>
                <a:cubicBezTo>
                  <a:pt x="1788612" y="589361"/>
                  <a:pt x="1653700" y="423516"/>
                  <a:pt x="1552970" y="492846"/>
                </a:cubicBezTo>
                <a:cubicBezTo>
                  <a:pt x="1417689" y="585952"/>
                  <a:pt x="1476095" y="705370"/>
                  <a:pt x="1533214" y="821736"/>
                </a:cubicBezTo>
                <a:cubicBezTo>
                  <a:pt x="1446378" y="808626"/>
                  <a:pt x="1359377" y="796362"/>
                  <a:pt x="1270519" y="793546"/>
                </a:cubicBezTo>
                <a:cubicBezTo>
                  <a:pt x="1167310" y="790269"/>
                  <a:pt x="830756" y="810635"/>
                  <a:pt x="988750" y="927107"/>
                </a:cubicBezTo>
                <a:cubicBezTo>
                  <a:pt x="1107636" y="1014754"/>
                  <a:pt x="750831" y="1028736"/>
                  <a:pt x="685533" y="1017965"/>
                </a:cubicBezTo>
                <a:cubicBezTo>
                  <a:pt x="575358" y="999793"/>
                  <a:pt x="566334" y="969780"/>
                  <a:pt x="622369" y="906899"/>
                </a:cubicBezTo>
                <a:cubicBezTo>
                  <a:pt x="680460" y="841705"/>
                  <a:pt x="616947" y="823018"/>
                  <a:pt x="533823" y="808362"/>
                </a:cubicBezTo>
                <a:cubicBezTo>
                  <a:pt x="386101" y="782327"/>
                  <a:pt x="233197" y="802745"/>
                  <a:pt x="87092" y="824221"/>
                </a:cubicBezTo>
                <a:cubicBezTo>
                  <a:pt x="79980" y="825265"/>
                  <a:pt x="72868" y="826322"/>
                  <a:pt x="65737" y="827379"/>
                </a:cubicBezTo>
                <a:cubicBezTo>
                  <a:pt x="7792" y="709242"/>
                  <a:pt x="-54729" y="587458"/>
                  <a:pt x="82737" y="492846"/>
                </a:cubicBezTo>
                <a:cubicBezTo>
                  <a:pt x="183468" y="423516"/>
                  <a:pt x="318380" y="589348"/>
                  <a:pt x="404388" y="476987"/>
                </a:cubicBezTo>
                <a:cubicBezTo>
                  <a:pt x="466690" y="395590"/>
                  <a:pt x="425228" y="261476"/>
                  <a:pt x="265781" y="301586"/>
                </a:cubicBezTo>
                <a:cubicBezTo>
                  <a:pt x="180601" y="323009"/>
                  <a:pt x="146656" y="324674"/>
                  <a:pt x="63937" y="314431"/>
                </a:cubicBezTo>
                <a:cubicBezTo>
                  <a:pt x="31260" y="278299"/>
                  <a:pt x="15915" y="236511"/>
                  <a:pt x="17092" y="193560"/>
                </a:cubicBezTo>
                <a:cubicBezTo>
                  <a:pt x="18616" y="138118"/>
                  <a:pt x="41957" y="85096"/>
                  <a:pt x="67024" y="32590"/>
                </a:cubicBezTo>
                <a:cubicBezTo>
                  <a:pt x="185214" y="15290"/>
                  <a:pt x="303805" y="-913"/>
                  <a:pt x="423133" y="3832"/>
                </a:cubicBezTo>
                <a:cubicBezTo>
                  <a:pt x="499145" y="6846"/>
                  <a:pt x="573924" y="19665"/>
                  <a:pt x="642437" y="43784"/>
                </a:cubicBezTo>
                <a:cubicBezTo>
                  <a:pt x="660043" y="92762"/>
                  <a:pt x="554792" y="146920"/>
                  <a:pt x="579493" y="180317"/>
                </a:cubicBezTo>
                <a:cubicBezTo>
                  <a:pt x="650357" y="276132"/>
                  <a:pt x="917773" y="231225"/>
                  <a:pt x="1010969" y="182458"/>
                </a:cubicBezTo>
                <a:cubicBezTo>
                  <a:pt x="1026131" y="135422"/>
                  <a:pt x="947234" y="123529"/>
                  <a:pt x="942254" y="79229"/>
                </a:cubicBezTo>
                <a:cubicBezTo>
                  <a:pt x="936354" y="26629"/>
                  <a:pt x="1066083" y="13731"/>
                  <a:pt x="1117561" y="7124"/>
                </a:cubicBezTo>
                <a:cubicBezTo>
                  <a:pt x="1152759" y="2607"/>
                  <a:pt x="1187981" y="442"/>
                  <a:pt x="1223176" y="62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29" name="Picture 28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735AC152-4C37-5830-D66A-7AAB4677A33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2952516" y="-1051946"/>
            <a:ext cx="2172569" cy="992423"/>
          </a:xfrm>
          <a:custGeom>
            <a:avLst/>
            <a:gdLst>
              <a:gd name="connsiteX0" fmla="*/ 912052 w 2172569"/>
              <a:gd name="connsiteY0" fmla="*/ 0 h 992423"/>
              <a:gd name="connsiteX1" fmla="*/ 1187557 w 2172569"/>
              <a:gd name="connsiteY1" fmla="*/ 0 h 992423"/>
              <a:gd name="connsiteX2" fmla="*/ 1261939 w 2172569"/>
              <a:gd name="connsiteY2" fmla="*/ 15934 h 992423"/>
              <a:gd name="connsiteX3" fmla="*/ 1217575 w 2172569"/>
              <a:gd name="connsiteY3" fmla="*/ 166820 h 992423"/>
              <a:gd name="connsiteX4" fmla="*/ 1807524 w 2172569"/>
              <a:gd name="connsiteY4" fmla="*/ 163371 h 992423"/>
              <a:gd name="connsiteX5" fmla="*/ 1757592 w 2172569"/>
              <a:gd name="connsiteY5" fmla="*/ 324340 h 992423"/>
              <a:gd name="connsiteX6" fmla="*/ 1804437 w 2172569"/>
              <a:gd name="connsiteY6" fmla="*/ 445212 h 992423"/>
              <a:gd name="connsiteX7" fmla="*/ 2006281 w 2172569"/>
              <a:gd name="connsiteY7" fmla="*/ 432367 h 992423"/>
              <a:gd name="connsiteX8" fmla="*/ 2144888 w 2172569"/>
              <a:gd name="connsiteY8" fmla="*/ 607767 h 992423"/>
              <a:gd name="connsiteX9" fmla="*/ 1823238 w 2172569"/>
              <a:gd name="connsiteY9" fmla="*/ 623626 h 992423"/>
              <a:gd name="connsiteX10" fmla="*/ 1806237 w 2172569"/>
              <a:gd name="connsiteY10" fmla="*/ 958160 h 992423"/>
              <a:gd name="connsiteX11" fmla="*/ 1332070 w 2172569"/>
              <a:gd name="connsiteY11" fmla="*/ 984064 h 992423"/>
              <a:gd name="connsiteX12" fmla="*/ 1245326 w 2172569"/>
              <a:gd name="connsiteY12" fmla="*/ 893865 h 992423"/>
              <a:gd name="connsiteX13" fmla="*/ 1186131 w 2172569"/>
              <a:gd name="connsiteY13" fmla="*/ 790543 h 992423"/>
              <a:gd name="connsiteX14" fmla="*/ 903387 w 2172569"/>
              <a:gd name="connsiteY14" fmla="*/ 794944 h 992423"/>
              <a:gd name="connsiteX15" fmla="*/ 886387 w 2172569"/>
              <a:gd name="connsiteY15" fmla="*/ 884917 h 992423"/>
              <a:gd name="connsiteX16" fmla="*/ 797641 w 2172569"/>
              <a:gd name="connsiteY16" fmla="*/ 982676 h 992423"/>
              <a:gd name="connsiteX17" fmla="*/ 567916 w 2172569"/>
              <a:gd name="connsiteY17" fmla="*/ 983375 h 992423"/>
              <a:gd name="connsiteX18" fmla="*/ 338946 w 2172569"/>
              <a:gd name="connsiteY18" fmla="*/ 952927 h 992423"/>
              <a:gd name="connsiteX19" fmla="*/ 399758 w 2172569"/>
              <a:gd name="connsiteY19" fmla="*/ 794322 h 992423"/>
              <a:gd name="connsiteX20" fmla="*/ 376695 w 2172569"/>
              <a:gd name="connsiteY20" fmla="*/ 663565 h 992423"/>
              <a:gd name="connsiteX21" fmla="*/ 186979 w 2172569"/>
              <a:gd name="connsiteY21" fmla="*/ 631107 h 992423"/>
              <a:gd name="connsiteX22" fmla="*/ 22902 w 2172569"/>
              <a:gd name="connsiteY22" fmla="*/ 452573 h 992423"/>
              <a:gd name="connsiteX23" fmla="*/ 118560 w 2172569"/>
              <a:gd name="connsiteY23" fmla="*/ 425495 h 992423"/>
              <a:gd name="connsiteX24" fmla="*/ 238161 w 2172569"/>
              <a:gd name="connsiteY24" fmla="*/ 452164 h 992423"/>
              <a:gd name="connsiteX25" fmla="*/ 389229 w 2172569"/>
              <a:gd name="connsiteY25" fmla="*/ 378287 h 992423"/>
              <a:gd name="connsiteX26" fmla="*/ 334554 w 2172569"/>
              <a:gd name="connsiteY26" fmla="*/ 159618 h 992423"/>
              <a:gd name="connsiteX27" fmla="*/ 912429 w 2172569"/>
              <a:gd name="connsiteY27" fmla="*/ 166873 h 992423"/>
              <a:gd name="connsiteX28" fmla="*/ 856487 w 2172569"/>
              <a:gd name="connsiteY28" fmla="*/ 32494 h 992423"/>
              <a:gd name="connsiteX29" fmla="*/ 885096 w 2172569"/>
              <a:gd name="connsiteY29" fmla="*/ 8629 h 99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172569" h="992423">
                <a:moveTo>
                  <a:pt x="912052" y="0"/>
                </a:moveTo>
                <a:lnTo>
                  <a:pt x="1187557" y="0"/>
                </a:lnTo>
                <a:lnTo>
                  <a:pt x="1261939" y="15934"/>
                </a:lnTo>
                <a:cubicBezTo>
                  <a:pt x="1335047" y="72484"/>
                  <a:pt x="1185985" y="103925"/>
                  <a:pt x="1217575" y="166820"/>
                </a:cubicBezTo>
                <a:cubicBezTo>
                  <a:pt x="1414090" y="224190"/>
                  <a:pt x="1610237" y="192247"/>
                  <a:pt x="1807524" y="163371"/>
                </a:cubicBezTo>
                <a:cubicBezTo>
                  <a:pt x="1782457" y="215878"/>
                  <a:pt x="1759117" y="268899"/>
                  <a:pt x="1757592" y="324340"/>
                </a:cubicBezTo>
                <a:cubicBezTo>
                  <a:pt x="1756415" y="367292"/>
                  <a:pt x="1771760" y="409093"/>
                  <a:pt x="1804437" y="445212"/>
                </a:cubicBezTo>
                <a:cubicBezTo>
                  <a:pt x="1887156" y="455467"/>
                  <a:pt x="1921081" y="453802"/>
                  <a:pt x="2006281" y="432367"/>
                </a:cubicBezTo>
                <a:cubicBezTo>
                  <a:pt x="2165728" y="392256"/>
                  <a:pt x="2207188" y="526371"/>
                  <a:pt x="2144888" y="607767"/>
                </a:cubicBezTo>
                <a:cubicBezTo>
                  <a:pt x="2058880" y="720143"/>
                  <a:pt x="1923968" y="554296"/>
                  <a:pt x="1823238" y="623626"/>
                </a:cubicBezTo>
                <a:cubicBezTo>
                  <a:pt x="1685752" y="718239"/>
                  <a:pt x="1748292" y="840024"/>
                  <a:pt x="1806237" y="958160"/>
                </a:cubicBezTo>
                <a:cubicBezTo>
                  <a:pt x="1650669" y="981196"/>
                  <a:pt x="1490599" y="1005671"/>
                  <a:pt x="1332070" y="984064"/>
                </a:cubicBezTo>
                <a:cubicBezTo>
                  <a:pt x="1246337" y="972367"/>
                  <a:pt x="1172328" y="955834"/>
                  <a:pt x="1245326" y="893865"/>
                </a:cubicBezTo>
                <a:cubicBezTo>
                  <a:pt x="1315475" y="834328"/>
                  <a:pt x="1275796" y="807433"/>
                  <a:pt x="1186131" y="790543"/>
                </a:cubicBezTo>
                <a:cubicBezTo>
                  <a:pt x="1094186" y="773217"/>
                  <a:pt x="993585" y="771155"/>
                  <a:pt x="903387" y="794944"/>
                </a:cubicBezTo>
                <a:cubicBezTo>
                  <a:pt x="843272" y="827363"/>
                  <a:pt x="845221" y="837869"/>
                  <a:pt x="886387" y="884917"/>
                </a:cubicBezTo>
                <a:cubicBezTo>
                  <a:pt x="947255" y="954460"/>
                  <a:pt x="889970" y="971494"/>
                  <a:pt x="797641" y="982676"/>
                </a:cubicBezTo>
                <a:cubicBezTo>
                  <a:pt x="721667" y="991874"/>
                  <a:pt x="644111" y="990221"/>
                  <a:pt x="567916" y="983375"/>
                </a:cubicBezTo>
                <a:cubicBezTo>
                  <a:pt x="490931" y="976450"/>
                  <a:pt x="414995" y="964411"/>
                  <a:pt x="338946" y="952927"/>
                </a:cubicBezTo>
                <a:cubicBezTo>
                  <a:pt x="364069" y="900936"/>
                  <a:pt x="390386" y="849209"/>
                  <a:pt x="399758" y="794322"/>
                </a:cubicBezTo>
                <a:cubicBezTo>
                  <a:pt x="407331" y="749943"/>
                  <a:pt x="401541" y="704865"/>
                  <a:pt x="376695" y="663565"/>
                </a:cubicBezTo>
                <a:cubicBezTo>
                  <a:pt x="334425" y="593336"/>
                  <a:pt x="270690" y="601385"/>
                  <a:pt x="186979" y="631107"/>
                </a:cubicBezTo>
                <a:cubicBezTo>
                  <a:pt x="27017" y="687896"/>
                  <a:pt x="-38831" y="540235"/>
                  <a:pt x="22902" y="452573"/>
                </a:cubicBezTo>
                <a:cubicBezTo>
                  <a:pt x="71107" y="442569"/>
                  <a:pt x="60981" y="419520"/>
                  <a:pt x="118560" y="425495"/>
                </a:cubicBezTo>
                <a:cubicBezTo>
                  <a:pt x="160222" y="429815"/>
                  <a:pt x="198319" y="443323"/>
                  <a:pt x="238161" y="452164"/>
                </a:cubicBezTo>
                <a:cubicBezTo>
                  <a:pt x="333617" y="473349"/>
                  <a:pt x="371733" y="445265"/>
                  <a:pt x="389229" y="378287"/>
                </a:cubicBezTo>
                <a:cubicBezTo>
                  <a:pt x="408838" y="303141"/>
                  <a:pt x="371825" y="231115"/>
                  <a:pt x="334554" y="159618"/>
                </a:cubicBezTo>
                <a:cubicBezTo>
                  <a:pt x="528019" y="188480"/>
                  <a:pt x="720546" y="221640"/>
                  <a:pt x="912429" y="166873"/>
                </a:cubicBezTo>
                <a:cubicBezTo>
                  <a:pt x="935310" y="113268"/>
                  <a:pt x="830775" y="75656"/>
                  <a:pt x="856487" y="32494"/>
                </a:cubicBezTo>
                <a:cubicBezTo>
                  <a:pt x="862390" y="22595"/>
                  <a:pt x="872471" y="14794"/>
                  <a:pt x="885096" y="8629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26" name="Picture 25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1A68F245-5517-6212-E67B-1BBE69A513A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-3122669" y="731721"/>
            <a:ext cx="1600357" cy="1025777"/>
          </a:xfrm>
          <a:custGeom>
            <a:avLst/>
            <a:gdLst>
              <a:gd name="connsiteX0" fmla="*/ 1247778 w 1600357"/>
              <a:gd name="connsiteY0" fmla="*/ 108 h 1025777"/>
              <a:gd name="connsiteX1" fmla="*/ 1532070 w 1600357"/>
              <a:gd name="connsiteY1" fmla="*/ 28617 h 1025777"/>
              <a:gd name="connsiteX2" fmla="*/ 1586728 w 1600357"/>
              <a:gd name="connsiteY2" fmla="*/ 247286 h 1025777"/>
              <a:gd name="connsiteX3" fmla="*/ 1435660 w 1600357"/>
              <a:gd name="connsiteY3" fmla="*/ 321163 h 1025777"/>
              <a:gd name="connsiteX4" fmla="*/ 1316058 w 1600357"/>
              <a:gd name="connsiteY4" fmla="*/ 294494 h 1025777"/>
              <a:gd name="connsiteX5" fmla="*/ 1220401 w 1600357"/>
              <a:gd name="connsiteY5" fmla="*/ 321572 h 1025777"/>
              <a:gd name="connsiteX6" fmla="*/ 1384478 w 1600357"/>
              <a:gd name="connsiteY6" fmla="*/ 500107 h 1025777"/>
              <a:gd name="connsiteX7" fmla="*/ 1574194 w 1600357"/>
              <a:gd name="connsiteY7" fmla="*/ 532564 h 1025777"/>
              <a:gd name="connsiteX8" fmla="*/ 1597258 w 1600357"/>
              <a:gd name="connsiteY8" fmla="*/ 663321 h 1025777"/>
              <a:gd name="connsiteX9" fmla="*/ 1536444 w 1600357"/>
              <a:gd name="connsiteY9" fmla="*/ 821926 h 1025777"/>
              <a:gd name="connsiteX10" fmla="*/ 1267687 w 1600357"/>
              <a:gd name="connsiteY10" fmla="*/ 793009 h 1025777"/>
              <a:gd name="connsiteX11" fmla="*/ 965076 w 1600357"/>
              <a:gd name="connsiteY11" fmla="*/ 910168 h 1025777"/>
              <a:gd name="connsiteX12" fmla="*/ 906836 w 1600357"/>
              <a:gd name="connsiteY12" fmla="*/ 1011971 h 1025777"/>
              <a:gd name="connsiteX13" fmla="*/ 683087 w 1600357"/>
              <a:gd name="connsiteY13" fmla="*/ 1017745 h 1025777"/>
              <a:gd name="connsiteX14" fmla="*/ 597371 w 1600357"/>
              <a:gd name="connsiteY14" fmla="*/ 930521 h 1025777"/>
              <a:gd name="connsiteX15" fmla="*/ 567397 w 1600357"/>
              <a:gd name="connsiteY15" fmla="*/ 815489 h 1025777"/>
              <a:gd name="connsiteX16" fmla="*/ 53918 w 1600357"/>
              <a:gd name="connsiteY16" fmla="*/ 827001 h 1025777"/>
              <a:gd name="connsiteX17" fmla="*/ 128404 w 1600357"/>
              <a:gd name="connsiteY17" fmla="*/ 597639 h 1025777"/>
              <a:gd name="connsiteX18" fmla="*/ 40226 w 1600357"/>
              <a:gd name="connsiteY18" fmla="*/ 477349 h 1025777"/>
              <a:gd name="connsiteX19" fmla="*/ 0 w 1600357"/>
              <a:gd name="connsiteY19" fmla="*/ 477380 h 1025777"/>
              <a:gd name="connsiteX20" fmla="*/ 0 w 1600357"/>
              <a:gd name="connsiteY20" fmla="*/ 328292 h 1025777"/>
              <a:gd name="connsiteX21" fmla="*/ 14134 w 1600357"/>
              <a:gd name="connsiteY21" fmla="*/ 330808 h 1025777"/>
              <a:gd name="connsiteX22" fmla="*/ 69668 w 1600357"/>
              <a:gd name="connsiteY22" fmla="*/ 326330 h 1025777"/>
              <a:gd name="connsiteX23" fmla="*/ 119087 w 1600357"/>
              <a:gd name="connsiteY23" fmla="*/ 196233 h 1025777"/>
              <a:gd name="connsiteX24" fmla="*/ 120630 w 1600357"/>
              <a:gd name="connsiteY24" fmla="*/ 1023 h 1025777"/>
              <a:gd name="connsiteX25" fmla="*/ 372536 w 1600357"/>
              <a:gd name="connsiteY25" fmla="*/ 11079 h 1025777"/>
              <a:gd name="connsiteX26" fmla="*/ 639989 w 1600357"/>
              <a:gd name="connsiteY26" fmla="*/ 43565 h 1025777"/>
              <a:gd name="connsiteX27" fmla="*/ 594284 w 1600357"/>
              <a:gd name="connsiteY27" fmla="*/ 194740 h 1025777"/>
              <a:gd name="connsiteX28" fmla="*/ 1008521 w 1600357"/>
              <a:gd name="connsiteY28" fmla="*/ 182238 h 1025777"/>
              <a:gd name="connsiteX29" fmla="*/ 939789 w 1600357"/>
              <a:gd name="connsiteY29" fmla="*/ 79009 h 1025777"/>
              <a:gd name="connsiteX30" fmla="*/ 1152677 w 1600357"/>
              <a:gd name="connsiteY30" fmla="*/ 3123 h 1025777"/>
              <a:gd name="connsiteX31" fmla="*/ 1247778 w 1600357"/>
              <a:gd name="connsiteY31" fmla="*/ 108 h 1025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600357" h="1025777">
                <a:moveTo>
                  <a:pt x="1247778" y="108"/>
                </a:moveTo>
                <a:cubicBezTo>
                  <a:pt x="1342790" y="1419"/>
                  <a:pt x="1437544" y="14513"/>
                  <a:pt x="1532070" y="28617"/>
                </a:cubicBezTo>
                <a:cubicBezTo>
                  <a:pt x="1569324" y="100115"/>
                  <a:pt x="1606336" y="172141"/>
                  <a:pt x="1586728" y="247286"/>
                </a:cubicBezTo>
                <a:cubicBezTo>
                  <a:pt x="1569231" y="314278"/>
                  <a:pt x="1531115" y="342361"/>
                  <a:pt x="1435660" y="321163"/>
                </a:cubicBezTo>
                <a:cubicBezTo>
                  <a:pt x="1395817" y="312322"/>
                  <a:pt x="1357738" y="298815"/>
                  <a:pt x="1316058" y="294494"/>
                </a:cubicBezTo>
                <a:cubicBezTo>
                  <a:pt x="1258480" y="288533"/>
                  <a:pt x="1268625" y="311569"/>
                  <a:pt x="1220401" y="321572"/>
                </a:cubicBezTo>
                <a:cubicBezTo>
                  <a:pt x="1158670" y="409234"/>
                  <a:pt x="1224518" y="556895"/>
                  <a:pt x="1384478" y="500107"/>
                </a:cubicBezTo>
                <a:cubicBezTo>
                  <a:pt x="1468191" y="470384"/>
                  <a:pt x="1531943" y="462335"/>
                  <a:pt x="1574194" y="532564"/>
                </a:cubicBezTo>
                <a:cubicBezTo>
                  <a:pt x="1599041" y="573864"/>
                  <a:pt x="1604830" y="618943"/>
                  <a:pt x="1597258" y="663321"/>
                </a:cubicBezTo>
                <a:cubicBezTo>
                  <a:pt x="1587885" y="718208"/>
                  <a:pt x="1561550" y="769935"/>
                  <a:pt x="1536444" y="821926"/>
                </a:cubicBezTo>
                <a:cubicBezTo>
                  <a:pt x="1447607" y="808499"/>
                  <a:pt x="1358639" y="795824"/>
                  <a:pt x="1267687" y="793009"/>
                </a:cubicBezTo>
                <a:cubicBezTo>
                  <a:pt x="1189691" y="790604"/>
                  <a:pt x="846097" y="805921"/>
                  <a:pt x="965076" y="910168"/>
                </a:cubicBezTo>
                <a:cubicBezTo>
                  <a:pt x="1030225" y="967260"/>
                  <a:pt x="1008706" y="988525"/>
                  <a:pt x="906836" y="1011971"/>
                </a:cubicBezTo>
                <a:cubicBezTo>
                  <a:pt x="834906" y="1028529"/>
                  <a:pt x="756542" y="1029864"/>
                  <a:pt x="683087" y="1017745"/>
                </a:cubicBezTo>
                <a:cubicBezTo>
                  <a:pt x="615639" y="1006618"/>
                  <a:pt x="546905" y="982776"/>
                  <a:pt x="597371" y="930521"/>
                </a:cubicBezTo>
                <a:cubicBezTo>
                  <a:pt x="651787" y="874194"/>
                  <a:pt x="668531" y="838789"/>
                  <a:pt x="567397" y="815489"/>
                </a:cubicBezTo>
                <a:cubicBezTo>
                  <a:pt x="396684" y="776172"/>
                  <a:pt x="225568" y="801137"/>
                  <a:pt x="53918" y="827001"/>
                </a:cubicBezTo>
                <a:cubicBezTo>
                  <a:pt x="90950" y="732732"/>
                  <a:pt x="135369" y="641370"/>
                  <a:pt x="128404" y="597639"/>
                </a:cubicBezTo>
                <a:cubicBezTo>
                  <a:pt x="122467" y="560397"/>
                  <a:pt x="99275" y="488264"/>
                  <a:pt x="40226" y="477349"/>
                </a:cubicBezTo>
                <a:lnTo>
                  <a:pt x="0" y="477380"/>
                </a:lnTo>
                <a:lnTo>
                  <a:pt x="0" y="328292"/>
                </a:lnTo>
                <a:lnTo>
                  <a:pt x="14134" y="330808"/>
                </a:lnTo>
                <a:cubicBezTo>
                  <a:pt x="33060" y="332293"/>
                  <a:pt x="51694" y="331332"/>
                  <a:pt x="69668" y="326330"/>
                </a:cubicBezTo>
                <a:cubicBezTo>
                  <a:pt x="116109" y="292220"/>
                  <a:pt x="120574" y="241260"/>
                  <a:pt x="119087" y="196233"/>
                </a:cubicBezTo>
                <a:cubicBezTo>
                  <a:pt x="116972" y="132572"/>
                  <a:pt x="119785" y="66732"/>
                  <a:pt x="120630" y="1023"/>
                </a:cubicBezTo>
                <a:cubicBezTo>
                  <a:pt x="204782" y="1564"/>
                  <a:pt x="288879" y="4695"/>
                  <a:pt x="372536" y="11079"/>
                </a:cubicBezTo>
                <a:cubicBezTo>
                  <a:pt x="462476" y="17952"/>
                  <a:pt x="551960" y="28484"/>
                  <a:pt x="639989" y="43565"/>
                </a:cubicBezTo>
                <a:cubicBezTo>
                  <a:pt x="659856" y="98873"/>
                  <a:pt x="535714" y="155052"/>
                  <a:pt x="594284" y="194740"/>
                </a:cubicBezTo>
                <a:cubicBezTo>
                  <a:pt x="695730" y="263489"/>
                  <a:pt x="905531" y="236119"/>
                  <a:pt x="1008521" y="182238"/>
                </a:cubicBezTo>
                <a:cubicBezTo>
                  <a:pt x="1023683" y="135189"/>
                  <a:pt x="944769" y="123308"/>
                  <a:pt x="939789" y="79009"/>
                </a:cubicBezTo>
                <a:cubicBezTo>
                  <a:pt x="933227" y="20608"/>
                  <a:pt x="1096498" y="7697"/>
                  <a:pt x="1152677" y="3123"/>
                </a:cubicBezTo>
                <a:cubicBezTo>
                  <a:pt x="1184407" y="543"/>
                  <a:pt x="1216107" y="-329"/>
                  <a:pt x="1247778" y="108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sp>
        <p:nvSpPr>
          <p:cNvPr id="2" name="Rectangle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EC1B5E5-2DDF-4459-908B-B33FF9B2E53A}"/>
              </a:ext>
            </a:extLst>
          </p:cNvPr>
          <p:cNvSpPr/>
          <p:nvPr/>
        </p:nvSpPr>
        <p:spPr>
          <a:xfrm>
            <a:off x="10986371" y="6152825"/>
            <a:ext cx="990321" cy="43312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850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6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74FD52AF-D5DF-56E6-2C7B-12111AE48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7269771" y="5353999"/>
            <a:ext cx="1754959" cy="804002"/>
          </a:xfrm>
          <a:custGeom>
            <a:avLst/>
            <a:gdLst>
              <a:gd name="connsiteX0" fmla="*/ 393781 w 1754959"/>
              <a:gd name="connsiteY0" fmla="*/ 91 h 804002"/>
              <a:gd name="connsiteX1" fmla="*/ 639947 w 1754959"/>
              <a:gd name="connsiteY1" fmla="*/ 46627 h 804002"/>
              <a:gd name="connsiteX2" fmla="*/ 577003 w 1754959"/>
              <a:gd name="connsiteY2" fmla="*/ 183160 h 804002"/>
              <a:gd name="connsiteX3" fmla="*/ 757345 w 1754959"/>
              <a:gd name="connsiteY3" fmla="*/ 235390 h 804002"/>
              <a:gd name="connsiteX4" fmla="*/ 976280 w 1754959"/>
              <a:gd name="connsiteY4" fmla="*/ 200235 h 804002"/>
              <a:gd name="connsiteX5" fmla="*/ 939764 w 1754959"/>
              <a:gd name="connsiteY5" fmla="*/ 82086 h 804002"/>
              <a:gd name="connsiteX6" fmla="*/ 1502826 w 1754959"/>
              <a:gd name="connsiteY6" fmla="*/ 6649 h 804002"/>
              <a:gd name="connsiteX7" fmla="*/ 1484263 w 1754959"/>
              <a:gd name="connsiteY7" fmla="*/ 201993 h 804002"/>
              <a:gd name="connsiteX8" fmla="*/ 1670120 w 1754959"/>
              <a:gd name="connsiteY8" fmla="*/ 322349 h 804002"/>
              <a:gd name="connsiteX9" fmla="*/ 1727883 w 1754959"/>
              <a:gd name="connsiteY9" fmla="*/ 306698 h 804002"/>
              <a:gd name="connsiteX10" fmla="*/ 1754959 w 1754959"/>
              <a:gd name="connsiteY10" fmla="*/ 301682 h 804002"/>
              <a:gd name="connsiteX11" fmla="*/ 1754959 w 1754959"/>
              <a:gd name="connsiteY11" fmla="*/ 513314 h 804002"/>
              <a:gd name="connsiteX12" fmla="*/ 1674862 w 1754959"/>
              <a:gd name="connsiteY12" fmla="*/ 491127 h 804002"/>
              <a:gd name="connsiteX13" fmla="*/ 1596957 w 1754959"/>
              <a:gd name="connsiteY13" fmla="*/ 478297 h 804002"/>
              <a:gd name="connsiteX14" fmla="*/ 1500657 w 1754959"/>
              <a:gd name="connsiteY14" fmla="*/ 765637 h 804002"/>
              <a:gd name="connsiteX15" fmla="*/ 1511761 w 1754959"/>
              <a:gd name="connsiteY15" fmla="*/ 804002 h 804002"/>
              <a:gd name="connsiteX16" fmla="*/ 940658 w 1754959"/>
              <a:gd name="connsiteY16" fmla="*/ 804002 h 804002"/>
              <a:gd name="connsiteX17" fmla="*/ 945757 w 1754959"/>
              <a:gd name="connsiteY17" fmla="*/ 796147 h 804002"/>
              <a:gd name="connsiteX18" fmla="*/ 998241 w 1754959"/>
              <a:gd name="connsiteY18" fmla="*/ 733006 h 804002"/>
              <a:gd name="connsiteX19" fmla="*/ 861693 w 1754959"/>
              <a:gd name="connsiteY19" fmla="*/ 654650 h 804002"/>
              <a:gd name="connsiteX20" fmla="*/ 614457 w 1754959"/>
              <a:gd name="connsiteY20" fmla="*/ 675332 h 804002"/>
              <a:gd name="connsiteX21" fmla="*/ 629213 w 1754959"/>
              <a:gd name="connsiteY21" fmla="*/ 777636 h 804002"/>
              <a:gd name="connsiteX22" fmla="*/ 639019 w 1754959"/>
              <a:gd name="connsiteY22" fmla="*/ 801701 h 804002"/>
              <a:gd name="connsiteX23" fmla="*/ 638685 w 1754959"/>
              <a:gd name="connsiteY23" fmla="*/ 804002 h 804002"/>
              <a:gd name="connsiteX24" fmla="*/ 49885 w 1754959"/>
              <a:gd name="connsiteY24" fmla="*/ 804002 h 804002"/>
              <a:gd name="connsiteX25" fmla="*/ 37831 w 1754959"/>
              <a:gd name="connsiteY25" fmla="*/ 779711 h 804002"/>
              <a:gd name="connsiteX26" fmla="*/ 61171 w 1754959"/>
              <a:gd name="connsiteY26" fmla="*/ 508416 h 804002"/>
              <a:gd name="connsiteX27" fmla="*/ 365343 w 1754959"/>
              <a:gd name="connsiteY27" fmla="*/ 515698 h 804002"/>
              <a:gd name="connsiteX28" fmla="*/ 295820 w 1754959"/>
              <a:gd name="connsiteY28" fmla="*/ 297663 h 804002"/>
              <a:gd name="connsiteX29" fmla="*/ 10 w 1754959"/>
              <a:gd name="connsiteY29" fmla="*/ 222676 h 804002"/>
              <a:gd name="connsiteX30" fmla="*/ 52276 w 1754959"/>
              <a:gd name="connsiteY30" fmla="*/ 44711 h 804002"/>
              <a:gd name="connsiteX31" fmla="*/ 53195 w 1754959"/>
              <a:gd name="connsiteY31" fmla="*/ 28680 h 804002"/>
              <a:gd name="connsiteX32" fmla="*/ 136631 w 1754959"/>
              <a:gd name="connsiteY32" fmla="*/ 27914 h 804002"/>
              <a:gd name="connsiteX33" fmla="*/ 393781 w 1754959"/>
              <a:gd name="connsiteY33" fmla="*/ 91 h 804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754959" h="804002">
                <a:moveTo>
                  <a:pt x="393781" y="91"/>
                </a:moveTo>
                <a:cubicBezTo>
                  <a:pt x="480734" y="-1141"/>
                  <a:pt x="565856" y="10019"/>
                  <a:pt x="639947" y="46627"/>
                </a:cubicBezTo>
                <a:cubicBezTo>
                  <a:pt x="657553" y="95605"/>
                  <a:pt x="552302" y="149751"/>
                  <a:pt x="577003" y="183160"/>
                </a:cubicBezTo>
                <a:cubicBezTo>
                  <a:pt x="608815" y="226164"/>
                  <a:pt x="697305" y="233010"/>
                  <a:pt x="757345" y="235390"/>
                </a:cubicBezTo>
                <a:cubicBezTo>
                  <a:pt x="832915" y="238363"/>
                  <a:pt x="910213" y="227288"/>
                  <a:pt x="976280" y="200235"/>
                </a:cubicBezTo>
                <a:cubicBezTo>
                  <a:pt x="1068702" y="162412"/>
                  <a:pt x="945056" y="129266"/>
                  <a:pt x="939764" y="82086"/>
                </a:cubicBezTo>
                <a:cubicBezTo>
                  <a:pt x="932320" y="15847"/>
                  <a:pt x="1220285" y="2446"/>
                  <a:pt x="1502826" y="6649"/>
                </a:cubicBezTo>
                <a:cubicBezTo>
                  <a:pt x="1513577" y="69451"/>
                  <a:pt x="1515672" y="127125"/>
                  <a:pt x="1484263" y="201993"/>
                </a:cubicBezTo>
                <a:cubicBezTo>
                  <a:pt x="1446056" y="293050"/>
                  <a:pt x="1543091" y="354888"/>
                  <a:pt x="1670120" y="322349"/>
                </a:cubicBezTo>
                <a:cubicBezTo>
                  <a:pt x="1689063" y="317492"/>
                  <a:pt x="1708539" y="311671"/>
                  <a:pt x="1727883" y="306698"/>
                </a:cubicBezTo>
                <a:lnTo>
                  <a:pt x="1754959" y="301682"/>
                </a:lnTo>
                <a:lnTo>
                  <a:pt x="1754959" y="513314"/>
                </a:lnTo>
                <a:lnTo>
                  <a:pt x="1674862" y="491127"/>
                </a:lnTo>
                <a:cubicBezTo>
                  <a:pt x="1647462" y="483500"/>
                  <a:pt x="1620779" y="477530"/>
                  <a:pt x="1596957" y="478297"/>
                </a:cubicBezTo>
                <a:cubicBezTo>
                  <a:pt x="1437015" y="483464"/>
                  <a:pt x="1481085" y="699372"/>
                  <a:pt x="1500657" y="765637"/>
                </a:cubicBezTo>
                <a:lnTo>
                  <a:pt x="1511761" y="804002"/>
                </a:lnTo>
                <a:lnTo>
                  <a:pt x="940658" y="804002"/>
                </a:lnTo>
                <a:lnTo>
                  <a:pt x="945757" y="796147"/>
                </a:lnTo>
                <a:cubicBezTo>
                  <a:pt x="962768" y="776807"/>
                  <a:pt x="996515" y="753470"/>
                  <a:pt x="998241" y="733006"/>
                </a:cubicBezTo>
                <a:cubicBezTo>
                  <a:pt x="1057658" y="681914"/>
                  <a:pt x="907050" y="660556"/>
                  <a:pt x="861693" y="654650"/>
                </a:cubicBezTo>
                <a:cubicBezTo>
                  <a:pt x="783348" y="644434"/>
                  <a:pt x="683612" y="644500"/>
                  <a:pt x="614457" y="675332"/>
                </a:cubicBezTo>
                <a:cubicBezTo>
                  <a:pt x="543278" y="707076"/>
                  <a:pt x="604495" y="737632"/>
                  <a:pt x="629213" y="777636"/>
                </a:cubicBezTo>
                <a:cubicBezTo>
                  <a:pt x="634814" y="786700"/>
                  <a:pt x="637956" y="794674"/>
                  <a:pt x="639019" y="801701"/>
                </a:cubicBezTo>
                <a:lnTo>
                  <a:pt x="638685" y="804002"/>
                </a:lnTo>
                <a:lnTo>
                  <a:pt x="49885" y="804002"/>
                </a:lnTo>
                <a:lnTo>
                  <a:pt x="37831" y="779711"/>
                </a:lnTo>
                <a:cubicBezTo>
                  <a:pt x="-5099" y="687662"/>
                  <a:pt x="-21198" y="592218"/>
                  <a:pt x="61171" y="508416"/>
                </a:cubicBezTo>
                <a:cubicBezTo>
                  <a:pt x="173351" y="438054"/>
                  <a:pt x="246789" y="548923"/>
                  <a:pt x="365343" y="515698"/>
                </a:cubicBezTo>
                <a:cubicBezTo>
                  <a:pt x="443837" y="457151"/>
                  <a:pt x="472653" y="270266"/>
                  <a:pt x="295820" y="297663"/>
                </a:cubicBezTo>
                <a:cubicBezTo>
                  <a:pt x="176750" y="316111"/>
                  <a:pt x="1883" y="372477"/>
                  <a:pt x="10" y="222676"/>
                </a:cubicBezTo>
                <a:cubicBezTo>
                  <a:pt x="-745" y="161248"/>
                  <a:pt x="44173" y="105265"/>
                  <a:pt x="52276" y="44711"/>
                </a:cubicBezTo>
                <a:cubicBezTo>
                  <a:pt x="52992" y="39358"/>
                  <a:pt x="53104" y="34006"/>
                  <a:pt x="53195" y="28680"/>
                </a:cubicBezTo>
                <a:cubicBezTo>
                  <a:pt x="77712" y="32248"/>
                  <a:pt x="103974" y="33120"/>
                  <a:pt x="136631" y="27914"/>
                </a:cubicBezTo>
                <a:cubicBezTo>
                  <a:pt x="218045" y="14949"/>
                  <a:pt x="306829" y="1323"/>
                  <a:pt x="393781" y="91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75" name="Picture 74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22CE03CB-392D-5600-D83D-AF806938F9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5521046" y="5353265"/>
            <a:ext cx="2175691" cy="804736"/>
          </a:xfrm>
          <a:custGeom>
            <a:avLst/>
            <a:gdLst>
              <a:gd name="connsiteX0" fmla="*/ 1547782 w 2175691"/>
              <a:gd name="connsiteY0" fmla="*/ 1498 h 804736"/>
              <a:gd name="connsiteX1" fmla="*/ 1666495 w 2175691"/>
              <a:gd name="connsiteY1" fmla="*/ 3261 h 804736"/>
              <a:gd name="connsiteX2" fmla="*/ 1801940 w 2175691"/>
              <a:gd name="connsiteY2" fmla="*/ 29414 h 804736"/>
              <a:gd name="connsiteX3" fmla="*/ 1801021 w 2175691"/>
              <a:gd name="connsiteY3" fmla="*/ 45445 h 804736"/>
              <a:gd name="connsiteX4" fmla="*/ 1748755 w 2175691"/>
              <a:gd name="connsiteY4" fmla="*/ 223410 h 804736"/>
              <a:gd name="connsiteX5" fmla="*/ 2044565 w 2175691"/>
              <a:gd name="connsiteY5" fmla="*/ 298397 h 804736"/>
              <a:gd name="connsiteX6" fmla="*/ 2114088 w 2175691"/>
              <a:gd name="connsiteY6" fmla="*/ 516432 h 804736"/>
              <a:gd name="connsiteX7" fmla="*/ 1809916 w 2175691"/>
              <a:gd name="connsiteY7" fmla="*/ 509150 h 804736"/>
              <a:gd name="connsiteX8" fmla="*/ 1786593 w 2175691"/>
              <a:gd name="connsiteY8" fmla="*/ 780433 h 804736"/>
              <a:gd name="connsiteX9" fmla="*/ 1798654 w 2175691"/>
              <a:gd name="connsiteY9" fmla="*/ 804736 h 804736"/>
              <a:gd name="connsiteX10" fmla="*/ 1652483 w 2175691"/>
              <a:gd name="connsiteY10" fmla="*/ 804736 h 804736"/>
              <a:gd name="connsiteX11" fmla="*/ 1508316 w 2175691"/>
              <a:gd name="connsiteY11" fmla="*/ 796529 h 804736"/>
              <a:gd name="connsiteX12" fmla="*/ 1405450 w 2175691"/>
              <a:gd name="connsiteY12" fmla="*/ 802332 h 804736"/>
              <a:gd name="connsiteX13" fmla="*/ 1388049 w 2175691"/>
              <a:gd name="connsiteY13" fmla="*/ 804736 h 804736"/>
              <a:gd name="connsiteX14" fmla="*/ 742759 w 2175691"/>
              <a:gd name="connsiteY14" fmla="*/ 804736 h 804736"/>
              <a:gd name="connsiteX15" fmla="*/ 697252 w 2175691"/>
              <a:gd name="connsiteY15" fmla="*/ 799860 h 804736"/>
              <a:gd name="connsiteX16" fmla="*/ 585533 w 2175691"/>
              <a:gd name="connsiteY16" fmla="*/ 800821 h 804736"/>
              <a:gd name="connsiteX17" fmla="*/ 542134 w 2175691"/>
              <a:gd name="connsiteY17" fmla="*/ 804736 h 804736"/>
              <a:gd name="connsiteX18" fmla="*/ 365878 w 2175691"/>
              <a:gd name="connsiteY18" fmla="*/ 804736 h 804736"/>
              <a:gd name="connsiteX19" fmla="*/ 369823 w 2175691"/>
              <a:gd name="connsiteY19" fmla="*/ 778226 h 804736"/>
              <a:gd name="connsiteX20" fmla="*/ 247499 w 2175691"/>
              <a:gd name="connsiteY20" fmla="*/ 482494 h 804736"/>
              <a:gd name="connsiteX21" fmla="*/ 4747 w 2175691"/>
              <a:gd name="connsiteY21" fmla="*/ 425124 h 804736"/>
              <a:gd name="connsiteX22" fmla="*/ 14137 w 2175691"/>
              <a:gd name="connsiteY22" fmla="*/ 344427 h 804736"/>
              <a:gd name="connsiteX23" fmla="*/ 83753 w 2175691"/>
              <a:gd name="connsiteY23" fmla="*/ 298687 h 804736"/>
              <a:gd name="connsiteX24" fmla="*/ 307541 w 2175691"/>
              <a:gd name="connsiteY24" fmla="*/ 330063 h 804736"/>
              <a:gd name="connsiteX25" fmla="*/ 359734 w 2175691"/>
              <a:gd name="connsiteY25" fmla="*/ 65930 h 804736"/>
              <a:gd name="connsiteX26" fmla="*/ 365762 w 2175691"/>
              <a:gd name="connsiteY26" fmla="*/ 4938 h 804736"/>
              <a:gd name="connsiteX27" fmla="*/ 650472 w 2175691"/>
              <a:gd name="connsiteY27" fmla="*/ 15089 h 804736"/>
              <a:gd name="connsiteX28" fmla="*/ 918457 w 2175691"/>
              <a:gd name="connsiteY28" fmla="*/ 47361 h 804736"/>
              <a:gd name="connsiteX29" fmla="*/ 872753 w 2175691"/>
              <a:gd name="connsiteY29" fmla="*/ 198538 h 804736"/>
              <a:gd name="connsiteX30" fmla="*/ 1286990 w 2175691"/>
              <a:gd name="connsiteY30" fmla="*/ 186035 h 804736"/>
              <a:gd name="connsiteX31" fmla="*/ 1218277 w 2175691"/>
              <a:gd name="connsiteY31" fmla="*/ 82807 h 804736"/>
              <a:gd name="connsiteX32" fmla="*/ 1430117 w 2175691"/>
              <a:gd name="connsiteY32" fmla="*/ 14058 h 804736"/>
              <a:gd name="connsiteX33" fmla="*/ 1547782 w 2175691"/>
              <a:gd name="connsiteY33" fmla="*/ 1498 h 804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175691" h="804736">
                <a:moveTo>
                  <a:pt x="1547782" y="1498"/>
                </a:moveTo>
                <a:cubicBezTo>
                  <a:pt x="1587369" y="-777"/>
                  <a:pt x="1627130" y="-665"/>
                  <a:pt x="1666495" y="3261"/>
                </a:cubicBezTo>
                <a:cubicBezTo>
                  <a:pt x="1722344" y="8837"/>
                  <a:pt x="1759505" y="23216"/>
                  <a:pt x="1801940" y="29414"/>
                </a:cubicBezTo>
                <a:cubicBezTo>
                  <a:pt x="1801847" y="34740"/>
                  <a:pt x="1801737" y="40093"/>
                  <a:pt x="1801021" y="45445"/>
                </a:cubicBezTo>
                <a:cubicBezTo>
                  <a:pt x="1792898" y="106001"/>
                  <a:pt x="1748000" y="161996"/>
                  <a:pt x="1748755" y="223410"/>
                </a:cubicBezTo>
                <a:cubicBezTo>
                  <a:pt x="1750628" y="373212"/>
                  <a:pt x="1925495" y="316847"/>
                  <a:pt x="2044565" y="298397"/>
                </a:cubicBezTo>
                <a:cubicBezTo>
                  <a:pt x="2221396" y="271000"/>
                  <a:pt x="2192580" y="457887"/>
                  <a:pt x="2114088" y="516432"/>
                </a:cubicBezTo>
                <a:cubicBezTo>
                  <a:pt x="1995532" y="549644"/>
                  <a:pt x="1922093" y="438789"/>
                  <a:pt x="1809916" y="509150"/>
                </a:cubicBezTo>
                <a:cubicBezTo>
                  <a:pt x="1727527" y="592940"/>
                  <a:pt x="1743626" y="688384"/>
                  <a:pt x="1786593" y="780433"/>
                </a:cubicBezTo>
                <a:lnTo>
                  <a:pt x="1798654" y="804736"/>
                </a:lnTo>
                <a:lnTo>
                  <a:pt x="1652483" y="804736"/>
                </a:lnTo>
                <a:lnTo>
                  <a:pt x="1508316" y="796529"/>
                </a:lnTo>
                <a:cubicBezTo>
                  <a:pt x="1482168" y="796582"/>
                  <a:pt x="1444679" y="798216"/>
                  <a:pt x="1405450" y="802332"/>
                </a:cubicBezTo>
                <a:lnTo>
                  <a:pt x="1388049" y="804736"/>
                </a:lnTo>
                <a:lnTo>
                  <a:pt x="742759" y="804736"/>
                </a:lnTo>
                <a:lnTo>
                  <a:pt x="697252" y="799860"/>
                </a:lnTo>
                <a:cubicBezTo>
                  <a:pt x="659955" y="798233"/>
                  <a:pt x="622723" y="798769"/>
                  <a:pt x="585533" y="800821"/>
                </a:cubicBezTo>
                <a:lnTo>
                  <a:pt x="542134" y="804736"/>
                </a:lnTo>
                <a:lnTo>
                  <a:pt x="365878" y="804736"/>
                </a:lnTo>
                <a:lnTo>
                  <a:pt x="369823" y="778226"/>
                </a:lnTo>
                <a:cubicBezTo>
                  <a:pt x="389376" y="689178"/>
                  <a:pt x="459102" y="461956"/>
                  <a:pt x="247499" y="482494"/>
                </a:cubicBezTo>
                <a:cubicBezTo>
                  <a:pt x="157724" y="549209"/>
                  <a:pt x="31780" y="510248"/>
                  <a:pt x="4747" y="425124"/>
                </a:cubicBezTo>
                <a:cubicBezTo>
                  <a:pt x="-3781" y="398295"/>
                  <a:pt x="-914" y="369816"/>
                  <a:pt x="14137" y="344427"/>
                </a:cubicBezTo>
                <a:cubicBezTo>
                  <a:pt x="30366" y="317045"/>
                  <a:pt x="59512" y="320442"/>
                  <a:pt x="83753" y="298687"/>
                </a:cubicBezTo>
                <a:cubicBezTo>
                  <a:pt x="152119" y="282406"/>
                  <a:pt x="235114" y="327432"/>
                  <a:pt x="307541" y="330063"/>
                </a:cubicBezTo>
                <a:cubicBezTo>
                  <a:pt x="485733" y="336564"/>
                  <a:pt x="360541" y="128217"/>
                  <a:pt x="359734" y="65930"/>
                </a:cubicBezTo>
                <a:cubicBezTo>
                  <a:pt x="359476" y="45789"/>
                  <a:pt x="362013" y="25423"/>
                  <a:pt x="365762" y="4938"/>
                </a:cubicBezTo>
                <a:cubicBezTo>
                  <a:pt x="460849" y="4754"/>
                  <a:pt x="555918" y="7912"/>
                  <a:pt x="650472" y="15089"/>
                </a:cubicBezTo>
                <a:cubicBezTo>
                  <a:pt x="740598" y="21921"/>
                  <a:pt x="830226" y="32401"/>
                  <a:pt x="918457" y="47361"/>
                </a:cubicBezTo>
                <a:cubicBezTo>
                  <a:pt x="938344" y="102657"/>
                  <a:pt x="814200" y="158850"/>
                  <a:pt x="872753" y="198538"/>
                </a:cubicBezTo>
                <a:cubicBezTo>
                  <a:pt x="974180" y="267287"/>
                  <a:pt x="1184000" y="239917"/>
                  <a:pt x="1286990" y="186035"/>
                </a:cubicBezTo>
                <a:cubicBezTo>
                  <a:pt x="1302153" y="139001"/>
                  <a:pt x="1223257" y="127106"/>
                  <a:pt x="1218277" y="82807"/>
                </a:cubicBezTo>
                <a:cubicBezTo>
                  <a:pt x="1212101" y="27894"/>
                  <a:pt x="1376786" y="21816"/>
                  <a:pt x="1430117" y="14058"/>
                </a:cubicBezTo>
                <a:cubicBezTo>
                  <a:pt x="1468784" y="8435"/>
                  <a:pt x="1508196" y="3773"/>
                  <a:pt x="1547782" y="1498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73" name="Picture 72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983ACC14-90FA-B924-F52A-E0FDE9741D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4055135" y="5358216"/>
            <a:ext cx="1869104" cy="799785"/>
          </a:xfrm>
          <a:custGeom>
            <a:avLst/>
            <a:gdLst>
              <a:gd name="connsiteX0" fmla="*/ 1831653 w 1869104"/>
              <a:gd name="connsiteY0" fmla="*/ 0 h 799785"/>
              <a:gd name="connsiteX1" fmla="*/ 1825625 w 1869104"/>
              <a:gd name="connsiteY1" fmla="*/ 60992 h 799785"/>
              <a:gd name="connsiteX2" fmla="*/ 1773432 w 1869104"/>
              <a:gd name="connsiteY2" fmla="*/ 325123 h 799785"/>
              <a:gd name="connsiteX3" fmla="*/ 1549644 w 1869104"/>
              <a:gd name="connsiteY3" fmla="*/ 293749 h 799785"/>
              <a:gd name="connsiteX4" fmla="*/ 1480028 w 1869104"/>
              <a:gd name="connsiteY4" fmla="*/ 339489 h 799785"/>
              <a:gd name="connsiteX5" fmla="*/ 1470637 w 1869104"/>
              <a:gd name="connsiteY5" fmla="*/ 420186 h 799785"/>
              <a:gd name="connsiteX6" fmla="*/ 1713392 w 1869104"/>
              <a:gd name="connsiteY6" fmla="*/ 477556 h 799785"/>
              <a:gd name="connsiteX7" fmla="*/ 1835751 w 1869104"/>
              <a:gd name="connsiteY7" fmla="*/ 773300 h 799785"/>
              <a:gd name="connsiteX8" fmla="*/ 1831810 w 1869104"/>
              <a:gd name="connsiteY8" fmla="*/ 799785 h 799785"/>
              <a:gd name="connsiteX9" fmla="*/ 1215886 w 1869104"/>
              <a:gd name="connsiteY9" fmla="*/ 799785 h 799785"/>
              <a:gd name="connsiteX10" fmla="*/ 1219649 w 1869104"/>
              <a:gd name="connsiteY10" fmla="*/ 785061 h 799785"/>
              <a:gd name="connsiteX11" fmla="*/ 1269196 w 1869104"/>
              <a:gd name="connsiteY11" fmla="*/ 738544 h 799785"/>
              <a:gd name="connsiteX12" fmla="*/ 1147702 w 1869104"/>
              <a:gd name="connsiteY12" fmla="*/ 651965 h 799785"/>
              <a:gd name="connsiteX13" fmla="*/ 904818 w 1869104"/>
              <a:gd name="connsiteY13" fmla="*/ 662789 h 799785"/>
              <a:gd name="connsiteX14" fmla="*/ 887820 w 1869104"/>
              <a:gd name="connsiteY14" fmla="*/ 752776 h 799785"/>
              <a:gd name="connsiteX15" fmla="*/ 908783 w 1869104"/>
              <a:gd name="connsiteY15" fmla="*/ 780188 h 799785"/>
              <a:gd name="connsiteX16" fmla="*/ 915580 w 1869104"/>
              <a:gd name="connsiteY16" fmla="*/ 799785 h 799785"/>
              <a:gd name="connsiteX17" fmla="*/ 350125 w 1869104"/>
              <a:gd name="connsiteY17" fmla="*/ 799785 h 799785"/>
              <a:gd name="connsiteX18" fmla="*/ 374101 w 1869104"/>
              <a:gd name="connsiteY18" fmla="*/ 749406 h 799785"/>
              <a:gd name="connsiteX19" fmla="*/ 314373 w 1869104"/>
              <a:gd name="connsiteY19" fmla="*/ 476207 h 799785"/>
              <a:gd name="connsiteX20" fmla="*/ 119384 w 1869104"/>
              <a:gd name="connsiteY20" fmla="*/ 514243 h 799785"/>
              <a:gd name="connsiteX21" fmla="*/ 1453 w 1869104"/>
              <a:gd name="connsiteY21" fmla="*/ 410922 h 799785"/>
              <a:gd name="connsiteX22" fmla="*/ 78052 w 1869104"/>
              <a:gd name="connsiteY22" fmla="*/ 292732 h 799785"/>
              <a:gd name="connsiteX23" fmla="*/ 343795 w 1869104"/>
              <a:gd name="connsiteY23" fmla="*/ 325204 h 799785"/>
              <a:gd name="connsiteX24" fmla="*/ 337640 w 1869104"/>
              <a:gd name="connsiteY24" fmla="*/ 33041 h 799785"/>
              <a:gd name="connsiteX25" fmla="*/ 768968 w 1869104"/>
              <a:gd name="connsiteY25" fmla="*/ 8537 h 799785"/>
              <a:gd name="connsiteX26" fmla="*/ 913530 w 1869104"/>
              <a:gd name="connsiteY26" fmla="*/ 87436 h 799785"/>
              <a:gd name="connsiteX27" fmla="*/ 921396 w 1869104"/>
              <a:gd name="connsiteY27" fmla="*/ 216569 h 799785"/>
              <a:gd name="connsiteX28" fmla="*/ 1281253 w 1869104"/>
              <a:gd name="connsiteY28" fmla="*/ 148283 h 799785"/>
              <a:gd name="connsiteX29" fmla="*/ 1235987 w 1869104"/>
              <a:gd name="connsiteY29" fmla="*/ 41908 h 799785"/>
              <a:gd name="connsiteX30" fmla="*/ 1557877 w 1869104"/>
              <a:gd name="connsiteY30" fmla="*/ 9475 h 799785"/>
              <a:gd name="connsiteX31" fmla="*/ 1831653 w 1869104"/>
              <a:gd name="connsiteY31" fmla="*/ 0 h 799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69104" h="799785">
                <a:moveTo>
                  <a:pt x="1831653" y="0"/>
                </a:moveTo>
                <a:cubicBezTo>
                  <a:pt x="1827904" y="20485"/>
                  <a:pt x="1825367" y="40851"/>
                  <a:pt x="1825625" y="60992"/>
                </a:cubicBezTo>
                <a:cubicBezTo>
                  <a:pt x="1826434" y="123278"/>
                  <a:pt x="1951623" y="331613"/>
                  <a:pt x="1773432" y="325123"/>
                </a:cubicBezTo>
                <a:cubicBezTo>
                  <a:pt x="1701005" y="322494"/>
                  <a:pt x="1618027" y="277467"/>
                  <a:pt x="1549644" y="293749"/>
                </a:cubicBezTo>
                <a:cubicBezTo>
                  <a:pt x="1525403" y="315516"/>
                  <a:pt x="1496257" y="312106"/>
                  <a:pt x="1480028" y="339489"/>
                </a:cubicBezTo>
                <a:cubicBezTo>
                  <a:pt x="1464959" y="364864"/>
                  <a:pt x="1462109" y="393357"/>
                  <a:pt x="1470637" y="420186"/>
                </a:cubicBezTo>
                <a:cubicBezTo>
                  <a:pt x="1497671" y="505323"/>
                  <a:pt x="1623615" y="544270"/>
                  <a:pt x="1713392" y="477556"/>
                </a:cubicBezTo>
                <a:cubicBezTo>
                  <a:pt x="1925013" y="457018"/>
                  <a:pt x="1855286" y="684238"/>
                  <a:pt x="1835751" y="773300"/>
                </a:cubicBezTo>
                <a:lnTo>
                  <a:pt x="1831810" y="799785"/>
                </a:lnTo>
                <a:lnTo>
                  <a:pt x="1215886" y="799785"/>
                </a:lnTo>
                <a:lnTo>
                  <a:pt x="1219649" y="785061"/>
                </a:lnTo>
                <a:cubicBezTo>
                  <a:pt x="1229942" y="767793"/>
                  <a:pt x="1253001" y="758863"/>
                  <a:pt x="1269196" y="738544"/>
                </a:cubicBezTo>
                <a:cubicBezTo>
                  <a:pt x="1321336" y="673137"/>
                  <a:pt x="1217721" y="661416"/>
                  <a:pt x="1147702" y="651965"/>
                </a:cubicBezTo>
                <a:cubicBezTo>
                  <a:pt x="1067371" y="641115"/>
                  <a:pt x="982152" y="642397"/>
                  <a:pt x="904818" y="662789"/>
                </a:cubicBezTo>
                <a:cubicBezTo>
                  <a:pt x="844668" y="695196"/>
                  <a:pt x="846671" y="705742"/>
                  <a:pt x="887820" y="752776"/>
                </a:cubicBezTo>
                <a:cubicBezTo>
                  <a:pt x="896085" y="762219"/>
                  <a:pt x="903488" y="771489"/>
                  <a:pt x="908783" y="780188"/>
                </a:cubicBezTo>
                <a:lnTo>
                  <a:pt x="915580" y="799785"/>
                </a:lnTo>
                <a:lnTo>
                  <a:pt x="350125" y="799785"/>
                </a:lnTo>
                <a:lnTo>
                  <a:pt x="374101" y="749406"/>
                </a:lnTo>
                <a:cubicBezTo>
                  <a:pt x="400748" y="686869"/>
                  <a:pt x="447319" y="500776"/>
                  <a:pt x="314373" y="476207"/>
                </a:cubicBezTo>
                <a:cubicBezTo>
                  <a:pt x="239631" y="462398"/>
                  <a:pt x="189973" y="513741"/>
                  <a:pt x="119384" y="514243"/>
                </a:cubicBezTo>
                <a:cubicBezTo>
                  <a:pt x="44053" y="514785"/>
                  <a:pt x="8308" y="458961"/>
                  <a:pt x="1453" y="410922"/>
                </a:cubicBezTo>
                <a:cubicBezTo>
                  <a:pt x="-7332" y="349230"/>
                  <a:pt x="24425" y="331098"/>
                  <a:pt x="78052" y="292732"/>
                </a:cubicBezTo>
                <a:cubicBezTo>
                  <a:pt x="166432" y="285476"/>
                  <a:pt x="257310" y="349243"/>
                  <a:pt x="343795" y="325204"/>
                </a:cubicBezTo>
                <a:cubicBezTo>
                  <a:pt x="435318" y="230406"/>
                  <a:pt x="387665" y="132238"/>
                  <a:pt x="337640" y="33041"/>
                </a:cubicBezTo>
                <a:cubicBezTo>
                  <a:pt x="478910" y="12053"/>
                  <a:pt x="624905" y="-9647"/>
                  <a:pt x="768968" y="8537"/>
                </a:cubicBezTo>
                <a:cubicBezTo>
                  <a:pt x="830977" y="16374"/>
                  <a:pt x="943503" y="25507"/>
                  <a:pt x="913530" y="87436"/>
                </a:cubicBezTo>
                <a:cubicBezTo>
                  <a:pt x="879309" y="141185"/>
                  <a:pt x="800837" y="188577"/>
                  <a:pt x="921396" y="216569"/>
                </a:cubicBezTo>
                <a:cubicBezTo>
                  <a:pt x="994705" y="233578"/>
                  <a:pt x="1315233" y="246794"/>
                  <a:pt x="1281253" y="148283"/>
                </a:cubicBezTo>
                <a:cubicBezTo>
                  <a:pt x="1239848" y="115877"/>
                  <a:pt x="1187433" y="84555"/>
                  <a:pt x="1235987" y="41908"/>
                </a:cubicBezTo>
                <a:cubicBezTo>
                  <a:pt x="1342507" y="27489"/>
                  <a:pt x="1449944" y="16586"/>
                  <a:pt x="1557877" y="9475"/>
                </a:cubicBezTo>
                <a:cubicBezTo>
                  <a:pt x="1648829" y="3490"/>
                  <a:pt x="1740242" y="199"/>
                  <a:pt x="1831653" y="0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71" name="Picture 70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2C51EBE0-15E7-AEE8-53B4-352ABC7EDC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2859032" y="5209775"/>
            <a:ext cx="1600258" cy="948226"/>
          </a:xfrm>
          <a:custGeom>
            <a:avLst/>
            <a:gdLst>
              <a:gd name="connsiteX0" fmla="*/ 740602 w 1600258"/>
              <a:gd name="connsiteY0" fmla="*/ 629 h 948226"/>
              <a:gd name="connsiteX1" fmla="*/ 873536 w 1600258"/>
              <a:gd name="connsiteY1" fmla="*/ 7468 h 948226"/>
              <a:gd name="connsiteX2" fmla="*/ 995033 w 1600258"/>
              <a:gd name="connsiteY2" fmla="*/ 94046 h 948226"/>
              <a:gd name="connsiteX3" fmla="*/ 1021148 w 1600258"/>
              <a:gd name="connsiteY3" fmla="*/ 201292 h 948226"/>
              <a:gd name="connsiteX4" fmla="*/ 1516965 w 1600258"/>
              <a:gd name="connsiteY4" fmla="*/ 183953 h 948226"/>
              <a:gd name="connsiteX5" fmla="*/ 1533707 w 1600258"/>
              <a:gd name="connsiteY5" fmla="*/ 181468 h 948226"/>
              <a:gd name="connsiteX6" fmla="*/ 1539864 w 1600258"/>
              <a:gd name="connsiteY6" fmla="*/ 473632 h 948226"/>
              <a:gd name="connsiteX7" fmla="*/ 1274120 w 1600258"/>
              <a:gd name="connsiteY7" fmla="*/ 441160 h 948226"/>
              <a:gd name="connsiteX8" fmla="*/ 1197520 w 1600258"/>
              <a:gd name="connsiteY8" fmla="*/ 559350 h 948226"/>
              <a:gd name="connsiteX9" fmla="*/ 1315451 w 1600258"/>
              <a:gd name="connsiteY9" fmla="*/ 662671 h 948226"/>
              <a:gd name="connsiteX10" fmla="*/ 1510440 w 1600258"/>
              <a:gd name="connsiteY10" fmla="*/ 624635 h 948226"/>
              <a:gd name="connsiteX11" fmla="*/ 1570187 w 1600258"/>
              <a:gd name="connsiteY11" fmla="*/ 897848 h 948226"/>
              <a:gd name="connsiteX12" fmla="*/ 1546211 w 1600258"/>
              <a:gd name="connsiteY12" fmla="*/ 948226 h 948226"/>
              <a:gd name="connsiteX13" fmla="*/ 943100 w 1600258"/>
              <a:gd name="connsiteY13" fmla="*/ 948226 h 948226"/>
              <a:gd name="connsiteX14" fmla="*/ 943372 w 1600258"/>
              <a:gd name="connsiteY14" fmla="*/ 930160 h 948226"/>
              <a:gd name="connsiteX15" fmla="*/ 1012290 w 1600258"/>
              <a:gd name="connsiteY15" fmla="*/ 861346 h 948226"/>
              <a:gd name="connsiteX16" fmla="*/ 832921 w 1600258"/>
              <a:gd name="connsiteY16" fmla="*/ 796020 h 948226"/>
              <a:gd name="connsiteX17" fmla="*/ 614555 w 1600258"/>
              <a:gd name="connsiteY17" fmla="*/ 819557 h 948226"/>
              <a:gd name="connsiteX18" fmla="*/ 629312 w 1600258"/>
              <a:gd name="connsiteY18" fmla="*/ 921861 h 948226"/>
              <a:gd name="connsiteX19" fmla="*/ 638841 w 1600258"/>
              <a:gd name="connsiteY19" fmla="*/ 948160 h 948226"/>
              <a:gd name="connsiteX20" fmla="*/ 638820 w 1600258"/>
              <a:gd name="connsiteY20" fmla="*/ 948226 h 948226"/>
              <a:gd name="connsiteX21" fmla="*/ 49593 w 1600258"/>
              <a:gd name="connsiteY21" fmla="*/ 948226 h 948226"/>
              <a:gd name="connsiteX22" fmla="*/ 32105 w 1600258"/>
              <a:gd name="connsiteY22" fmla="*/ 912411 h 948226"/>
              <a:gd name="connsiteX23" fmla="*/ 8158 w 1600258"/>
              <a:gd name="connsiteY23" fmla="*/ 737222 h 948226"/>
              <a:gd name="connsiteX24" fmla="*/ 97989 w 1600258"/>
              <a:gd name="connsiteY24" fmla="*/ 626209 h 948226"/>
              <a:gd name="connsiteX25" fmla="*/ 281052 w 1600258"/>
              <a:gd name="connsiteY25" fmla="*/ 660927 h 948226"/>
              <a:gd name="connsiteX26" fmla="*/ 410303 w 1600258"/>
              <a:gd name="connsiteY26" fmla="*/ 478086 h 948226"/>
              <a:gd name="connsiteX27" fmla="*/ 45705 w 1600258"/>
              <a:gd name="connsiteY27" fmla="*/ 440671 h 948226"/>
              <a:gd name="connsiteX28" fmla="*/ 48369 w 1600258"/>
              <a:gd name="connsiteY28" fmla="*/ 208205 h 948226"/>
              <a:gd name="connsiteX29" fmla="*/ 157240 w 1600258"/>
              <a:gd name="connsiteY29" fmla="*/ 208336 h 948226"/>
              <a:gd name="connsiteX30" fmla="*/ 447481 w 1600258"/>
              <a:gd name="connsiteY30" fmla="*/ 198649 h 948226"/>
              <a:gd name="connsiteX31" fmla="*/ 629275 w 1600258"/>
              <a:gd name="connsiteY31" fmla="*/ 128922 h 948226"/>
              <a:gd name="connsiteX32" fmla="*/ 614519 w 1600258"/>
              <a:gd name="connsiteY32" fmla="*/ 26618 h 948226"/>
              <a:gd name="connsiteX33" fmla="*/ 740602 w 1600258"/>
              <a:gd name="connsiteY33" fmla="*/ 629 h 94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600258" h="948226">
                <a:moveTo>
                  <a:pt x="740602" y="629"/>
                </a:moveTo>
                <a:cubicBezTo>
                  <a:pt x="785906" y="-1469"/>
                  <a:pt x="832351" y="1904"/>
                  <a:pt x="873536" y="7468"/>
                </a:cubicBezTo>
                <a:cubicBezTo>
                  <a:pt x="943556" y="16918"/>
                  <a:pt x="1047170" y="28639"/>
                  <a:pt x="995033" y="94046"/>
                </a:cubicBezTo>
                <a:cubicBezTo>
                  <a:pt x="949363" y="151323"/>
                  <a:pt x="898879" y="178693"/>
                  <a:pt x="1021148" y="201292"/>
                </a:cubicBezTo>
                <a:cubicBezTo>
                  <a:pt x="1185318" y="231635"/>
                  <a:pt x="1354505" y="207980"/>
                  <a:pt x="1516965" y="183953"/>
                </a:cubicBezTo>
                <a:cubicBezTo>
                  <a:pt x="1522534" y="183120"/>
                  <a:pt x="1528121" y="182300"/>
                  <a:pt x="1533707" y="181468"/>
                </a:cubicBezTo>
                <a:cubicBezTo>
                  <a:pt x="1583732" y="280654"/>
                  <a:pt x="1631387" y="378820"/>
                  <a:pt x="1539864" y="473632"/>
                </a:cubicBezTo>
                <a:cubicBezTo>
                  <a:pt x="1453377" y="497672"/>
                  <a:pt x="1362498" y="433905"/>
                  <a:pt x="1274120" y="441160"/>
                </a:cubicBezTo>
                <a:cubicBezTo>
                  <a:pt x="1220494" y="479526"/>
                  <a:pt x="1188735" y="497658"/>
                  <a:pt x="1197520" y="559350"/>
                </a:cubicBezTo>
                <a:cubicBezTo>
                  <a:pt x="1204375" y="607376"/>
                  <a:pt x="1240139" y="663213"/>
                  <a:pt x="1315451" y="662671"/>
                </a:cubicBezTo>
                <a:cubicBezTo>
                  <a:pt x="1386041" y="662168"/>
                  <a:pt x="1435697" y="610826"/>
                  <a:pt x="1510440" y="624635"/>
                </a:cubicBezTo>
                <a:cubicBezTo>
                  <a:pt x="1643386" y="649218"/>
                  <a:pt x="1596817" y="835309"/>
                  <a:pt x="1570187" y="897848"/>
                </a:cubicBezTo>
                <a:lnTo>
                  <a:pt x="1546211" y="948226"/>
                </a:lnTo>
                <a:lnTo>
                  <a:pt x="943100" y="948226"/>
                </a:lnTo>
                <a:lnTo>
                  <a:pt x="943372" y="930160"/>
                </a:lnTo>
                <a:cubicBezTo>
                  <a:pt x="975571" y="912543"/>
                  <a:pt x="997165" y="887936"/>
                  <a:pt x="1012290" y="861346"/>
                </a:cubicBezTo>
                <a:cubicBezTo>
                  <a:pt x="1008045" y="806882"/>
                  <a:pt x="893936" y="800922"/>
                  <a:pt x="832921" y="796020"/>
                </a:cubicBezTo>
                <a:cubicBezTo>
                  <a:pt x="761449" y="790258"/>
                  <a:pt x="676818" y="791791"/>
                  <a:pt x="614555" y="819557"/>
                </a:cubicBezTo>
                <a:cubicBezTo>
                  <a:pt x="543378" y="851288"/>
                  <a:pt x="604594" y="881869"/>
                  <a:pt x="629312" y="921861"/>
                </a:cubicBezTo>
                <a:cubicBezTo>
                  <a:pt x="635457" y="931804"/>
                  <a:pt x="638454" y="940518"/>
                  <a:pt x="638841" y="948160"/>
                </a:cubicBezTo>
                <a:lnTo>
                  <a:pt x="638820" y="948226"/>
                </a:lnTo>
                <a:lnTo>
                  <a:pt x="49593" y="948226"/>
                </a:lnTo>
                <a:lnTo>
                  <a:pt x="32105" y="912411"/>
                </a:lnTo>
                <a:cubicBezTo>
                  <a:pt x="6383" y="855446"/>
                  <a:pt x="-11042" y="796386"/>
                  <a:pt x="8158" y="737222"/>
                </a:cubicBezTo>
                <a:cubicBezTo>
                  <a:pt x="22841" y="691984"/>
                  <a:pt x="56639" y="660200"/>
                  <a:pt x="97989" y="626209"/>
                </a:cubicBezTo>
                <a:cubicBezTo>
                  <a:pt x="165509" y="611037"/>
                  <a:pt x="220350" y="647539"/>
                  <a:pt x="281052" y="660927"/>
                </a:cubicBezTo>
                <a:cubicBezTo>
                  <a:pt x="420375" y="691626"/>
                  <a:pt x="461558" y="545089"/>
                  <a:pt x="410303" y="478086"/>
                </a:cubicBezTo>
                <a:cubicBezTo>
                  <a:pt x="324993" y="366544"/>
                  <a:pt x="125261" y="551367"/>
                  <a:pt x="45705" y="440671"/>
                </a:cubicBezTo>
                <a:cubicBezTo>
                  <a:pt x="-9724" y="363557"/>
                  <a:pt x="12771" y="286139"/>
                  <a:pt x="48369" y="208205"/>
                </a:cubicBezTo>
                <a:cubicBezTo>
                  <a:pt x="84664" y="208521"/>
                  <a:pt x="120943" y="208626"/>
                  <a:pt x="157240" y="208336"/>
                </a:cubicBezTo>
                <a:cubicBezTo>
                  <a:pt x="254109" y="207543"/>
                  <a:pt x="350942" y="204476"/>
                  <a:pt x="447481" y="198649"/>
                </a:cubicBezTo>
                <a:cubicBezTo>
                  <a:pt x="524393" y="194011"/>
                  <a:pt x="679631" y="210398"/>
                  <a:pt x="629275" y="128922"/>
                </a:cubicBezTo>
                <a:cubicBezTo>
                  <a:pt x="604557" y="88932"/>
                  <a:pt x="543340" y="58348"/>
                  <a:pt x="614519" y="26618"/>
                </a:cubicBezTo>
                <a:cubicBezTo>
                  <a:pt x="651136" y="10296"/>
                  <a:pt x="695298" y="2727"/>
                  <a:pt x="740602" y="629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69" name="Picture 68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49AC00C5-2151-A111-3048-C709427664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7277846" y="4564122"/>
            <a:ext cx="1746884" cy="1025734"/>
          </a:xfrm>
          <a:custGeom>
            <a:avLst/>
            <a:gdLst>
              <a:gd name="connsiteX0" fmla="*/ 1230639 w 1746884"/>
              <a:gd name="connsiteY0" fmla="*/ 20 h 1025734"/>
              <a:gd name="connsiteX1" fmla="*/ 1488098 w 1746884"/>
              <a:gd name="connsiteY1" fmla="*/ 23344 h 1025734"/>
              <a:gd name="connsiteX2" fmla="*/ 1482730 w 1746884"/>
              <a:gd name="connsiteY2" fmla="*/ 165798 h 1025734"/>
              <a:gd name="connsiteX3" fmla="*/ 1596324 w 1746884"/>
              <a:gd name="connsiteY3" fmla="*/ 329213 h 1025734"/>
              <a:gd name="connsiteX4" fmla="*/ 1743715 w 1746884"/>
              <a:gd name="connsiteY4" fmla="*/ 306867 h 1025734"/>
              <a:gd name="connsiteX5" fmla="*/ 1746884 w 1746884"/>
              <a:gd name="connsiteY5" fmla="*/ 306483 h 1025734"/>
              <a:gd name="connsiteX6" fmla="*/ 1746884 w 1746884"/>
              <a:gd name="connsiteY6" fmla="*/ 513845 h 1025734"/>
              <a:gd name="connsiteX7" fmla="*/ 1717249 w 1746884"/>
              <a:gd name="connsiteY7" fmla="*/ 506622 h 1025734"/>
              <a:gd name="connsiteX8" fmla="*/ 1642251 w 1746884"/>
              <a:gd name="connsiteY8" fmla="*/ 481843 h 1025734"/>
              <a:gd name="connsiteX9" fmla="*/ 1473486 w 1746884"/>
              <a:gd name="connsiteY9" fmla="*/ 685300 h 1025734"/>
              <a:gd name="connsiteX10" fmla="*/ 1494768 w 1746884"/>
              <a:gd name="connsiteY10" fmla="*/ 796525 h 1025734"/>
              <a:gd name="connsiteX11" fmla="*/ 931706 w 1746884"/>
              <a:gd name="connsiteY11" fmla="*/ 871961 h 1025734"/>
              <a:gd name="connsiteX12" fmla="*/ 968223 w 1746884"/>
              <a:gd name="connsiteY12" fmla="*/ 990112 h 1025734"/>
              <a:gd name="connsiteX13" fmla="*/ 749287 w 1746884"/>
              <a:gd name="connsiteY13" fmla="*/ 1025265 h 1025734"/>
              <a:gd name="connsiteX14" fmla="*/ 568944 w 1746884"/>
              <a:gd name="connsiteY14" fmla="*/ 973037 h 1025734"/>
              <a:gd name="connsiteX15" fmla="*/ 631889 w 1746884"/>
              <a:gd name="connsiteY15" fmla="*/ 836504 h 1025734"/>
              <a:gd name="connsiteX16" fmla="*/ 128573 w 1746884"/>
              <a:gd name="connsiteY16" fmla="*/ 817789 h 1025734"/>
              <a:gd name="connsiteX17" fmla="*/ 45139 w 1746884"/>
              <a:gd name="connsiteY17" fmla="*/ 818557 h 1025734"/>
              <a:gd name="connsiteX18" fmla="*/ 8088 w 1746884"/>
              <a:gd name="connsiteY18" fmla="*/ 669745 h 1025734"/>
              <a:gd name="connsiteX19" fmla="*/ 197894 w 1746884"/>
              <a:gd name="connsiteY19" fmla="*/ 489296 h 1025734"/>
              <a:gd name="connsiteX20" fmla="*/ 377098 w 1746884"/>
              <a:gd name="connsiteY20" fmla="*/ 495640 h 1025734"/>
              <a:gd name="connsiteX21" fmla="*/ 420654 w 1746884"/>
              <a:gd name="connsiteY21" fmla="*/ 369256 h 1025734"/>
              <a:gd name="connsiteX22" fmla="*/ 89575 w 1746884"/>
              <a:gd name="connsiteY22" fmla="*/ 327798 h 1025734"/>
              <a:gd name="connsiteX23" fmla="*/ 44201 w 1746884"/>
              <a:gd name="connsiteY23" fmla="*/ 41634 h 1025734"/>
              <a:gd name="connsiteX24" fmla="*/ 44789 w 1746884"/>
              <a:gd name="connsiteY24" fmla="*/ 35635 h 1025734"/>
              <a:gd name="connsiteX25" fmla="*/ 413210 w 1746884"/>
              <a:gd name="connsiteY25" fmla="*/ 3692 h 1025734"/>
              <a:gd name="connsiteX26" fmla="*/ 631852 w 1746884"/>
              <a:gd name="connsiteY26" fmla="*/ 43564 h 1025734"/>
              <a:gd name="connsiteX27" fmla="*/ 586147 w 1746884"/>
              <a:gd name="connsiteY27" fmla="*/ 194741 h 1025734"/>
              <a:gd name="connsiteX28" fmla="*/ 1000384 w 1746884"/>
              <a:gd name="connsiteY28" fmla="*/ 182239 h 1025734"/>
              <a:gd name="connsiteX29" fmla="*/ 931669 w 1746884"/>
              <a:gd name="connsiteY29" fmla="*/ 79009 h 1025734"/>
              <a:gd name="connsiteX30" fmla="*/ 1144540 w 1746884"/>
              <a:gd name="connsiteY30" fmla="*/ 3124 h 1025734"/>
              <a:gd name="connsiteX31" fmla="*/ 1230639 w 1746884"/>
              <a:gd name="connsiteY31" fmla="*/ 20 h 102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746884" h="1025734">
                <a:moveTo>
                  <a:pt x="1230639" y="20"/>
                </a:moveTo>
                <a:cubicBezTo>
                  <a:pt x="1316665" y="524"/>
                  <a:pt x="1402474" y="10964"/>
                  <a:pt x="1488098" y="23344"/>
                </a:cubicBezTo>
                <a:cubicBezTo>
                  <a:pt x="1497269" y="68185"/>
                  <a:pt x="1502468" y="112815"/>
                  <a:pt x="1482730" y="165798"/>
                </a:cubicBezTo>
                <a:cubicBezTo>
                  <a:pt x="1455807" y="238010"/>
                  <a:pt x="1451452" y="331010"/>
                  <a:pt x="1596324" y="329213"/>
                </a:cubicBezTo>
                <a:cubicBezTo>
                  <a:pt x="1640900" y="328663"/>
                  <a:pt x="1694462" y="315077"/>
                  <a:pt x="1743715" y="306867"/>
                </a:cubicBezTo>
                <a:lnTo>
                  <a:pt x="1746884" y="306483"/>
                </a:lnTo>
                <a:lnTo>
                  <a:pt x="1746884" y="513845"/>
                </a:lnTo>
                <a:lnTo>
                  <a:pt x="1717249" y="506622"/>
                </a:lnTo>
                <a:cubicBezTo>
                  <a:pt x="1691987" y="498663"/>
                  <a:pt x="1667512" y="488371"/>
                  <a:pt x="1642251" y="481843"/>
                </a:cubicBezTo>
                <a:cubicBezTo>
                  <a:pt x="1487969" y="441983"/>
                  <a:pt x="1460972" y="612243"/>
                  <a:pt x="1473486" y="685300"/>
                </a:cubicBezTo>
                <a:cubicBezTo>
                  <a:pt x="1480488" y="726362"/>
                  <a:pt x="1488906" y="762191"/>
                  <a:pt x="1494768" y="796525"/>
                </a:cubicBezTo>
                <a:cubicBezTo>
                  <a:pt x="1212227" y="792323"/>
                  <a:pt x="924264" y="805724"/>
                  <a:pt x="931706" y="871961"/>
                </a:cubicBezTo>
                <a:cubicBezTo>
                  <a:pt x="936998" y="919143"/>
                  <a:pt x="1060627" y="952287"/>
                  <a:pt x="968223" y="990112"/>
                </a:cubicBezTo>
                <a:cubicBezTo>
                  <a:pt x="902155" y="1017164"/>
                  <a:pt x="824858" y="1028239"/>
                  <a:pt x="749287" y="1025265"/>
                </a:cubicBezTo>
                <a:cubicBezTo>
                  <a:pt x="689247" y="1022887"/>
                  <a:pt x="600740" y="1016041"/>
                  <a:pt x="568944" y="973037"/>
                </a:cubicBezTo>
                <a:cubicBezTo>
                  <a:pt x="544246" y="939626"/>
                  <a:pt x="649495" y="885481"/>
                  <a:pt x="631889" y="836504"/>
                </a:cubicBezTo>
                <a:cubicBezTo>
                  <a:pt x="483690" y="763287"/>
                  <a:pt x="291383" y="791860"/>
                  <a:pt x="128573" y="817789"/>
                </a:cubicBezTo>
                <a:cubicBezTo>
                  <a:pt x="95916" y="822997"/>
                  <a:pt x="69654" y="822138"/>
                  <a:pt x="45139" y="818557"/>
                </a:cubicBezTo>
                <a:cubicBezTo>
                  <a:pt x="45964" y="768177"/>
                  <a:pt x="21026" y="718657"/>
                  <a:pt x="8088" y="669745"/>
                </a:cubicBezTo>
                <a:cubicBezTo>
                  <a:pt x="-15290" y="581424"/>
                  <a:pt x="38137" y="436340"/>
                  <a:pt x="197894" y="489296"/>
                </a:cubicBezTo>
                <a:cubicBezTo>
                  <a:pt x="253230" y="507639"/>
                  <a:pt x="330584" y="541366"/>
                  <a:pt x="377098" y="495640"/>
                </a:cubicBezTo>
                <a:cubicBezTo>
                  <a:pt x="413322" y="460035"/>
                  <a:pt x="432122" y="413106"/>
                  <a:pt x="420654" y="369256"/>
                </a:cubicBezTo>
                <a:cubicBezTo>
                  <a:pt x="382115" y="222137"/>
                  <a:pt x="207673" y="345864"/>
                  <a:pt x="89575" y="327798"/>
                </a:cubicBezTo>
                <a:cubicBezTo>
                  <a:pt x="-69486" y="243666"/>
                  <a:pt x="28543" y="158371"/>
                  <a:pt x="44201" y="41634"/>
                </a:cubicBezTo>
                <a:cubicBezTo>
                  <a:pt x="44457" y="39639"/>
                  <a:pt x="44587" y="37630"/>
                  <a:pt x="44789" y="35635"/>
                </a:cubicBezTo>
                <a:cubicBezTo>
                  <a:pt x="166267" y="17450"/>
                  <a:pt x="288848" y="-1211"/>
                  <a:pt x="413210" y="3692"/>
                </a:cubicBezTo>
                <a:cubicBezTo>
                  <a:pt x="489000" y="6692"/>
                  <a:pt x="563579" y="19433"/>
                  <a:pt x="631852" y="43564"/>
                </a:cubicBezTo>
                <a:cubicBezTo>
                  <a:pt x="651737" y="98860"/>
                  <a:pt x="527595" y="155054"/>
                  <a:pt x="586147" y="194741"/>
                </a:cubicBezTo>
                <a:cubicBezTo>
                  <a:pt x="687574" y="263490"/>
                  <a:pt x="897395" y="236119"/>
                  <a:pt x="1000384" y="182239"/>
                </a:cubicBezTo>
                <a:cubicBezTo>
                  <a:pt x="1015546" y="135203"/>
                  <a:pt x="936649" y="123309"/>
                  <a:pt x="931669" y="79009"/>
                </a:cubicBezTo>
                <a:cubicBezTo>
                  <a:pt x="925127" y="20596"/>
                  <a:pt x="1088342" y="7696"/>
                  <a:pt x="1144540" y="3124"/>
                </a:cubicBezTo>
                <a:cubicBezTo>
                  <a:pt x="1173264" y="788"/>
                  <a:pt x="1201964" y="-148"/>
                  <a:pt x="1230639" y="20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67" name="Picture 66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632CA4BF-A89E-0CDE-FFDB-10B1F1597C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5521426" y="4417445"/>
            <a:ext cx="2180406" cy="1175259"/>
          </a:xfrm>
          <a:custGeom>
            <a:avLst/>
            <a:gdLst>
              <a:gd name="connsiteX0" fmla="*/ 1069843 w 2180406"/>
              <a:gd name="connsiteY0" fmla="*/ 291 h 1175259"/>
              <a:gd name="connsiteX1" fmla="*/ 1286590 w 2180406"/>
              <a:gd name="connsiteY1" fmla="*/ 44128 h 1175259"/>
              <a:gd name="connsiteX2" fmla="*/ 1222911 w 2180406"/>
              <a:gd name="connsiteY2" fmla="*/ 182486 h 1175259"/>
              <a:gd name="connsiteX3" fmla="*/ 1719114 w 2180406"/>
              <a:gd name="connsiteY3" fmla="*/ 194286 h 1175259"/>
              <a:gd name="connsiteX4" fmla="*/ 1801191 w 2180406"/>
              <a:gd name="connsiteY4" fmla="*/ 182314 h 1175259"/>
              <a:gd name="connsiteX5" fmla="*/ 1800602 w 2180406"/>
              <a:gd name="connsiteY5" fmla="*/ 188313 h 1175259"/>
              <a:gd name="connsiteX6" fmla="*/ 1845979 w 2180406"/>
              <a:gd name="connsiteY6" fmla="*/ 474477 h 1175259"/>
              <a:gd name="connsiteX7" fmla="*/ 2177055 w 2180406"/>
              <a:gd name="connsiteY7" fmla="*/ 515935 h 1175259"/>
              <a:gd name="connsiteX8" fmla="*/ 2133500 w 2180406"/>
              <a:gd name="connsiteY8" fmla="*/ 642317 h 1175259"/>
              <a:gd name="connsiteX9" fmla="*/ 1954297 w 2180406"/>
              <a:gd name="connsiteY9" fmla="*/ 635974 h 1175259"/>
              <a:gd name="connsiteX10" fmla="*/ 1764489 w 2180406"/>
              <a:gd name="connsiteY10" fmla="*/ 816424 h 1175259"/>
              <a:gd name="connsiteX11" fmla="*/ 1801520 w 2180406"/>
              <a:gd name="connsiteY11" fmla="*/ 965222 h 1175259"/>
              <a:gd name="connsiteX12" fmla="*/ 1666076 w 2180406"/>
              <a:gd name="connsiteY12" fmla="*/ 939067 h 1175259"/>
              <a:gd name="connsiteX13" fmla="*/ 1429700 w 2180406"/>
              <a:gd name="connsiteY13" fmla="*/ 949865 h 1175259"/>
              <a:gd name="connsiteX14" fmla="*/ 1217858 w 2180406"/>
              <a:gd name="connsiteY14" fmla="*/ 1018614 h 1175259"/>
              <a:gd name="connsiteX15" fmla="*/ 1286573 w 2180406"/>
              <a:gd name="connsiteY15" fmla="*/ 1121843 h 1175259"/>
              <a:gd name="connsiteX16" fmla="*/ 872336 w 2180406"/>
              <a:gd name="connsiteY16" fmla="*/ 1134344 h 1175259"/>
              <a:gd name="connsiteX17" fmla="*/ 918040 w 2180406"/>
              <a:gd name="connsiteY17" fmla="*/ 983169 h 1175259"/>
              <a:gd name="connsiteX18" fmla="*/ 650055 w 2180406"/>
              <a:gd name="connsiteY18" fmla="*/ 950896 h 1175259"/>
              <a:gd name="connsiteX19" fmla="*/ 365343 w 2180406"/>
              <a:gd name="connsiteY19" fmla="*/ 940745 h 1175259"/>
              <a:gd name="connsiteX20" fmla="*/ 358800 w 2180406"/>
              <a:gd name="connsiteY20" fmla="*/ 651926 h 1175259"/>
              <a:gd name="connsiteX21" fmla="*/ 38217 w 2180406"/>
              <a:gd name="connsiteY21" fmla="*/ 620459 h 1175259"/>
              <a:gd name="connsiteX22" fmla="*/ 184065 w 2180406"/>
              <a:gd name="connsiteY22" fmla="*/ 454692 h 1175259"/>
              <a:gd name="connsiteX23" fmla="*/ 378209 w 2180406"/>
              <a:gd name="connsiteY23" fmla="*/ 433865 h 1175259"/>
              <a:gd name="connsiteX24" fmla="*/ 394785 w 2180406"/>
              <a:gd name="connsiteY24" fmla="*/ 313759 h 1175259"/>
              <a:gd name="connsiteX25" fmla="*/ 338549 w 2180406"/>
              <a:gd name="connsiteY25" fmla="*/ 175203 h 1175259"/>
              <a:gd name="connsiteX26" fmla="*/ 457858 w 2180406"/>
              <a:gd name="connsiteY26" fmla="*/ 192953 h 1175259"/>
              <a:gd name="connsiteX27" fmla="*/ 917747 w 2180406"/>
              <a:gd name="connsiteY27" fmla="*/ 182538 h 1175259"/>
              <a:gd name="connsiteX28" fmla="*/ 861822 w 2180406"/>
              <a:gd name="connsiteY28" fmla="*/ 48158 h 1175259"/>
              <a:gd name="connsiteX29" fmla="*/ 1069843 w 2180406"/>
              <a:gd name="connsiteY29" fmla="*/ 291 h 1175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180406" h="1175259">
                <a:moveTo>
                  <a:pt x="1069843" y="291"/>
                </a:moveTo>
                <a:cubicBezTo>
                  <a:pt x="1141498" y="1970"/>
                  <a:pt x="1230299" y="10878"/>
                  <a:pt x="1286590" y="44128"/>
                </a:cubicBezTo>
                <a:cubicBezTo>
                  <a:pt x="1305576" y="104313"/>
                  <a:pt x="1192771" y="122459"/>
                  <a:pt x="1222911" y="182486"/>
                </a:cubicBezTo>
                <a:cubicBezTo>
                  <a:pt x="1382340" y="229322"/>
                  <a:pt x="1554248" y="217137"/>
                  <a:pt x="1719114" y="194286"/>
                </a:cubicBezTo>
                <a:cubicBezTo>
                  <a:pt x="1746423" y="190507"/>
                  <a:pt x="1773771" y="186437"/>
                  <a:pt x="1801191" y="182314"/>
                </a:cubicBezTo>
                <a:cubicBezTo>
                  <a:pt x="1800988" y="184309"/>
                  <a:pt x="1800878" y="186318"/>
                  <a:pt x="1800602" y="188313"/>
                </a:cubicBezTo>
                <a:cubicBezTo>
                  <a:pt x="1784962" y="305050"/>
                  <a:pt x="1686935" y="390345"/>
                  <a:pt x="1845979" y="474477"/>
                </a:cubicBezTo>
                <a:cubicBezTo>
                  <a:pt x="1964074" y="492543"/>
                  <a:pt x="2138518" y="368816"/>
                  <a:pt x="2177055" y="515935"/>
                </a:cubicBezTo>
                <a:cubicBezTo>
                  <a:pt x="2188523" y="559785"/>
                  <a:pt x="2169723" y="606714"/>
                  <a:pt x="2133500" y="642317"/>
                </a:cubicBezTo>
                <a:cubicBezTo>
                  <a:pt x="2086985" y="688045"/>
                  <a:pt x="2009634" y="654332"/>
                  <a:pt x="1954297" y="635974"/>
                </a:cubicBezTo>
                <a:cubicBezTo>
                  <a:pt x="1794538" y="583019"/>
                  <a:pt x="1741131" y="728089"/>
                  <a:pt x="1764489" y="816424"/>
                </a:cubicBezTo>
                <a:cubicBezTo>
                  <a:pt x="1777447" y="865336"/>
                  <a:pt x="1802368" y="914856"/>
                  <a:pt x="1801520" y="965222"/>
                </a:cubicBezTo>
                <a:cubicBezTo>
                  <a:pt x="1759106" y="959022"/>
                  <a:pt x="1721927" y="944644"/>
                  <a:pt x="1666076" y="939067"/>
                </a:cubicBezTo>
                <a:cubicBezTo>
                  <a:pt x="1587345" y="931217"/>
                  <a:pt x="1507034" y="938605"/>
                  <a:pt x="1429700" y="949865"/>
                </a:cubicBezTo>
                <a:cubicBezTo>
                  <a:pt x="1376367" y="957622"/>
                  <a:pt x="1211684" y="963701"/>
                  <a:pt x="1217858" y="1018614"/>
                </a:cubicBezTo>
                <a:cubicBezTo>
                  <a:pt x="1222820" y="1062914"/>
                  <a:pt x="1301734" y="1074807"/>
                  <a:pt x="1286573" y="1121843"/>
                </a:cubicBezTo>
                <a:cubicBezTo>
                  <a:pt x="1183601" y="1175724"/>
                  <a:pt x="973780" y="1203093"/>
                  <a:pt x="872336" y="1134344"/>
                </a:cubicBezTo>
                <a:cubicBezTo>
                  <a:pt x="813783" y="1094670"/>
                  <a:pt x="937925" y="1038477"/>
                  <a:pt x="918040" y="983169"/>
                </a:cubicBezTo>
                <a:cubicBezTo>
                  <a:pt x="829809" y="968221"/>
                  <a:pt x="740179" y="957742"/>
                  <a:pt x="650055" y="950896"/>
                </a:cubicBezTo>
                <a:cubicBezTo>
                  <a:pt x="555518" y="943720"/>
                  <a:pt x="460432" y="940548"/>
                  <a:pt x="365343" y="940745"/>
                </a:cubicBezTo>
                <a:cubicBezTo>
                  <a:pt x="383245" y="843172"/>
                  <a:pt x="430915" y="743063"/>
                  <a:pt x="358800" y="651926"/>
                </a:cubicBezTo>
                <a:cubicBezTo>
                  <a:pt x="290178" y="565230"/>
                  <a:pt x="141758" y="718112"/>
                  <a:pt x="38217" y="620459"/>
                </a:cubicBezTo>
                <a:cubicBezTo>
                  <a:pt x="-54003" y="533473"/>
                  <a:pt x="30848" y="407194"/>
                  <a:pt x="184065" y="454692"/>
                </a:cubicBezTo>
                <a:cubicBezTo>
                  <a:pt x="257098" y="477331"/>
                  <a:pt x="344430" y="492900"/>
                  <a:pt x="378209" y="433865"/>
                </a:cubicBezTo>
                <a:cubicBezTo>
                  <a:pt x="400023" y="395696"/>
                  <a:pt x="403293" y="354238"/>
                  <a:pt x="394785" y="313759"/>
                </a:cubicBezTo>
                <a:cubicBezTo>
                  <a:pt x="384732" y="265864"/>
                  <a:pt x="361594" y="220560"/>
                  <a:pt x="338549" y="175203"/>
                </a:cubicBezTo>
                <a:cubicBezTo>
                  <a:pt x="378448" y="181242"/>
                  <a:pt x="418218" y="187440"/>
                  <a:pt x="457858" y="192953"/>
                </a:cubicBezTo>
                <a:cubicBezTo>
                  <a:pt x="610708" y="214190"/>
                  <a:pt x="769510" y="224459"/>
                  <a:pt x="917747" y="182538"/>
                </a:cubicBezTo>
                <a:cubicBezTo>
                  <a:pt x="940702" y="128934"/>
                  <a:pt x="836076" y="91336"/>
                  <a:pt x="861822" y="48158"/>
                </a:cubicBezTo>
                <a:cubicBezTo>
                  <a:pt x="889959" y="952"/>
                  <a:pt x="1008919" y="-1136"/>
                  <a:pt x="1069843" y="291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65" name="Picture 64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58FA2649-E8BB-9169-529F-C8069DD453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4329604" y="4561201"/>
            <a:ext cx="1590962" cy="1025431"/>
          </a:xfrm>
          <a:custGeom>
            <a:avLst/>
            <a:gdLst>
              <a:gd name="connsiteX0" fmla="*/ 455614 w 1590962"/>
              <a:gd name="connsiteY0" fmla="*/ 1551 h 1025431"/>
              <a:gd name="connsiteX1" fmla="*/ 643601 w 1590962"/>
              <a:gd name="connsiteY1" fmla="*/ 69905 h 1025431"/>
              <a:gd name="connsiteX2" fmla="*/ 593943 w 1590962"/>
              <a:gd name="connsiteY2" fmla="*/ 197675 h 1025431"/>
              <a:gd name="connsiteX3" fmla="*/ 1010185 w 1590962"/>
              <a:gd name="connsiteY3" fmla="*/ 167860 h 1025431"/>
              <a:gd name="connsiteX4" fmla="*/ 944520 w 1590962"/>
              <a:gd name="connsiteY4" fmla="*/ 59914 h 1025431"/>
              <a:gd name="connsiteX5" fmla="*/ 1153037 w 1590962"/>
              <a:gd name="connsiteY5" fmla="*/ 5821 h 1025431"/>
              <a:gd name="connsiteX6" fmla="*/ 1530390 w 1590962"/>
              <a:gd name="connsiteY6" fmla="*/ 31459 h 1025431"/>
              <a:gd name="connsiteX7" fmla="*/ 1586626 w 1590962"/>
              <a:gd name="connsiteY7" fmla="*/ 170015 h 1025431"/>
              <a:gd name="connsiteX8" fmla="*/ 1570050 w 1590962"/>
              <a:gd name="connsiteY8" fmla="*/ 290121 h 1025431"/>
              <a:gd name="connsiteX9" fmla="*/ 1375904 w 1590962"/>
              <a:gd name="connsiteY9" fmla="*/ 310948 h 1025431"/>
              <a:gd name="connsiteX10" fmla="*/ 1230058 w 1590962"/>
              <a:gd name="connsiteY10" fmla="*/ 476715 h 1025431"/>
              <a:gd name="connsiteX11" fmla="*/ 1550642 w 1590962"/>
              <a:gd name="connsiteY11" fmla="*/ 508182 h 1025431"/>
              <a:gd name="connsiteX12" fmla="*/ 1557167 w 1590962"/>
              <a:gd name="connsiteY12" fmla="*/ 797002 h 1025431"/>
              <a:gd name="connsiteX13" fmla="*/ 1283391 w 1590962"/>
              <a:gd name="connsiteY13" fmla="*/ 806477 h 1025431"/>
              <a:gd name="connsiteX14" fmla="*/ 961501 w 1590962"/>
              <a:gd name="connsiteY14" fmla="*/ 838909 h 1025431"/>
              <a:gd name="connsiteX15" fmla="*/ 1006766 w 1590962"/>
              <a:gd name="connsiteY15" fmla="*/ 945283 h 1025431"/>
              <a:gd name="connsiteX16" fmla="*/ 646908 w 1590962"/>
              <a:gd name="connsiteY16" fmla="*/ 1013570 h 1025431"/>
              <a:gd name="connsiteX17" fmla="*/ 639044 w 1590962"/>
              <a:gd name="connsiteY17" fmla="*/ 884438 h 1025431"/>
              <a:gd name="connsiteX18" fmla="*/ 494483 w 1590962"/>
              <a:gd name="connsiteY18" fmla="*/ 805539 h 1025431"/>
              <a:gd name="connsiteX19" fmla="*/ 63153 w 1590962"/>
              <a:gd name="connsiteY19" fmla="*/ 830041 h 1025431"/>
              <a:gd name="connsiteX20" fmla="*/ 2727 w 1590962"/>
              <a:gd name="connsiteY20" fmla="*/ 613751 h 1025431"/>
              <a:gd name="connsiteX21" fmla="*/ 230153 w 1590962"/>
              <a:gd name="connsiteY21" fmla="*/ 501137 h 1025431"/>
              <a:gd name="connsiteX22" fmla="*/ 422165 w 1590962"/>
              <a:gd name="connsiteY22" fmla="*/ 354442 h 1025431"/>
              <a:gd name="connsiteX23" fmla="*/ 80925 w 1590962"/>
              <a:gd name="connsiteY23" fmla="*/ 322698 h 1025431"/>
              <a:gd name="connsiteX24" fmla="*/ 52917 w 1590962"/>
              <a:gd name="connsiteY24" fmla="*/ 79710 h 1025431"/>
              <a:gd name="connsiteX25" fmla="*/ 50123 w 1590962"/>
              <a:gd name="connsiteY25" fmla="*/ 35186 h 1025431"/>
              <a:gd name="connsiteX26" fmla="*/ 60837 w 1590962"/>
              <a:gd name="connsiteY26" fmla="*/ 39732 h 1025431"/>
              <a:gd name="connsiteX27" fmla="*/ 175350 w 1590962"/>
              <a:gd name="connsiteY27" fmla="*/ 21666 h 1025431"/>
              <a:gd name="connsiteX28" fmla="*/ 455614 w 1590962"/>
              <a:gd name="connsiteY28" fmla="*/ 1551 h 1025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590962" h="1025431">
                <a:moveTo>
                  <a:pt x="455614" y="1551"/>
                </a:moveTo>
                <a:cubicBezTo>
                  <a:pt x="511757" y="5108"/>
                  <a:pt x="644024" y="18257"/>
                  <a:pt x="643601" y="69905"/>
                </a:cubicBezTo>
                <a:cubicBezTo>
                  <a:pt x="643233" y="115023"/>
                  <a:pt x="536311" y="158623"/>
                  <a:pt x="593943" y="197675"/>
                </a:cubicBezTo>
                <a:cubicBezTo>
                  <a:pt x="655915" y="239676"/>
                  <a:pt x="1017389" y="262909"/>
                  <a:pt x="1010185" y="167860"/>
                </a:cubicBezTo>
                <a:cubicBezTo>
                  <a:pt x="1007024" y="126362"/>
                  <a:pt x="915374" y="110728"/>
                  <a:pt x="944520" y="59914"/>
                </a:cubicBezTo>
                <a:cubicBezTo>
                  <a:pt x="995060" y="23239"/>
                  <a:pt x="1082961" y="11583"/>
                  <a:pt x="1153037" y="5821"/>
                </a:cubicBezTo>
                <a:cubicBezTo>
                  <a:pt x="1280175" y="-4620"/>
                  <a:pt x="1405934" y="12614"/>
                  <a:pt x="1530390" y="31459"/>
                </a:cubicBezTo>
                <a:cubicBezTo>
                  <a:pt x="1553436" y="76803"/>
                  <a:pt x="1576573" y="122120"/>
                  <a:pt x="1586626" y="170015"/>
                </a:cubicBezTo>
                <a:cubicBezTo>
                  <a:pt x="1595135" y="210495"/>
                  <a:pt x="1591882" y="251952"/>
                  <a:pt x="1570050" y="290121"/>
                </a:cubicBezTo>
                <a:cubicBezTo>
                  <a:pt x="1536271" y="349156"/>
                  <a:pt x="1448939" y="333587"/>
                  <a:pt x="1375904" y="310948"/>
                </a:cubicBezTo>
                <a:cubicBezTo>
                  <a:pt x="1222687" y="263450"/>
                  <a:pt x="1137838" y="389729"/>
                  <a:pt x="1230058" y="476715"/>
                </a:cubicBezTo>
                <a:cubicBezTo>
                  <a:pt x="1333599" y="574367"/>
                  <a:pt x="1482037" y="421486"/>
                  <a:pt x="1550642" y="508182"/>
                </a:cubicBezTo>
                <a:cubicBezTo>
                  <a:pt x="1622756" y="599319"/>
                  <a:pt x="1575066" y="699416"/>
                  <a:pt x="1557167" y="797002"/>
                </a:cubicBezTo>
                <a:cubicBezTo>
                  <a:pt x="1465754" y="797201"/>
                  <a:pt x="1374343" y="800490"/>
                  <a:pt x="1283391" y="806477"/>
                </a:cubicBezTo>
                <a:cubicBezTo>
                  <a:pt x="1175457" y="813587"/>
                  <a:pt x="1068002" y="824491"/>
                  <a:pt x="961501" y="838909"/>
                </a:cubicBezTo>
                <a:cubicBezTo>
                  <a:pt x="912947" y="881557"/>
                  <a:pt x="965379" y="912879"/>
                  <a:pt x="1006766" y="945283"/>
                </a:cubicBezTo>
                <a:cubicBezTo>
                  <a:pt x="1040747" y="1043795"/>
                  <a:pt x="720219" y="1030580"/>
                  <a:pt x="646908" y="1013570"/>
                </a:cubicBezTo>
                <a:cubicBezTo>
                  <a:pt x="526349" y="985579"/>
                  <a:pt x="604843" y="938186"/>
                  <a:pt x="639044" y="884438"/>
                </a:cubicBezTo>
                <a:cubicBezTo>
                  <a:pt x="669018" y="822508"/>
                  <a:pt x="556489" y="813376"/>
                  <a:pt x="494483" y="805539"/>
                </a:cubicBezTo>
                <a:cubicBezTo>
                  <a:pt x="350419" y="787367"/>
                  <a:pt x="204424" y="809054"/>
                  <a:pt x="63153" y="830041"/>
                </a:cubicBezTo>
                <a:cubicBezTo>
                  <a:pt x="26929" y="758200"/>
                  <a:pt x="-10523" y="685803"/>
                  <a:pt x="2727" y="613751"/>
                </a:cubicBezTo>
                <a:cubicBezTo>
                  <a:pt x="20939" y="514631"/>
                  <a:pt x="98274" y="454473"/>
                  <a:pt x="230153" y="501137"/>
                </a:cubicBezTo>
                <a:cubicBezTo>
                  <a:pt x="375191" y="552429"/>
                  <a:pt x="466218" y="456507"/>
                  <a:pt x="422165" y="354442"/>
                </a:cubicBezTo>
                <a:cubicBezTo>
                  <a:pt x="367693" y="228204"/>
                  <a:pt x="195310" y="354944"/>
                  <a:pt x="80925" y="322698"/>
                </a:cubicBezTo>
                <a:cubicBezTo>
                  <a:pt x="-74314" y="278914"/>
                  <a:pt x="48763" y="163419"/>
                  <a:pt x="52917" y="79710"/>
                </a:cubicBezTo>
                <a:cubicBezTo>
                  <a:pt x="53652" y="64710"/>
                  <a:pt x="52421" y="49896"/>
                  <a:pt x="50123" y="35186"/>
                </a:cubicBezTo>
                <a:cubicBezTo>
                  <a:pt x="53689" y="36706"/>
                  <a:pt x="57364" y="38094"/>
                  <a:pt x="60837" y="39732"/>
                </a:cubicBezTo>
                <a:cubicBezTo>
                  <a:pt x="99063" y="33877"/>
                  <a:pt x="137124" y="27507"/>
                  <a:pt x="175350" y="21666"/>
                </a:cubicBezTo>
                <a:cubicBezTo>
                  <a:pt x="267019" y="7644"/>
                  <a:pt x="361556" y="-4381"/>
                  <a:pt x="455614" y="1551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63" name="Picture 62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1A38CB33-BB68-4C30-A314-8C630EE295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2859031" y="4559812"/>
            <a:ext cx="1903911" cy="865568"/>
          </a:xfrm>
          <a:custGeom>
            <a:avLst/>
            <a:gdLst>
              <a:gd name="connsiteX0" fmla="*/ 1309053 w 1903911"/>
              <a:gd name="connsiteY0" fmla="*/ 31 h 865568"/>
              <a:gd name="connsiteX1" fmla="*/ 1425627 w 1903911"/>
              <a:gd name="connsiteY1" fmla="*/ 8782 h 865568"/>
              <a:gd name="connsiteX2" fmla="*/ 1520715 w 1903911"/>
              <a:gd name="connsiteY2" fmla="*/ 36562 h 865568"/>
              <a:gd name="connsiteX3" fmla="*/ 1523509 w 1903911"/>
              <a:gd name="connsiteY3" fmla="*/ 81087 h 865568"/>
              <a:gd name="connsiteX4" fmla="*/ 1551517 w 1903911"/>
              <a:gd name="connsiteY4" fmla="*/ 324073 h 865568"/>
              <a:gd name="connsiteX5" fmla="*/ 1892757 w 1903911"/>
              <a:gd name="connsiteY5" fmla="*/ 355817 h 865568"/>
              <a:gd name="connsiteX6" fmla="*/ 1700745 w 1903911"/>
              <a:gd name="connsiteY6" fmla="*/ 502514 h 865568"/>
              <a:gd name="connsiteX7" fmla="*/ 1473318 w 1903911"/>
              <a:gd name="connsiteY7" fmla="*/ 615126 h 865568"/>
              <a:gd name="connsiteX8" fmla="*/ 1533689 w 1903911"/>
              <a:gd name="connsiteY8" fmla="*/ 831404 h 865568"/>
              <a:gd name="connsiteX9" fmla="*/ 1516947 w 1903911"/>
              <a:gd name="connsiteY9" fmla="*/ 833889 h 865568"/>
              <a:gd name="connsiteX10" fmla="*/ 1021129 w 1903911"/>
              <a:gd name="connsiteY10" fmla="*/ 851228 h 865568"/>
              <a:gd name="connsiteX11" fmla="*/ 995015 w 1903911"/>
              <a:gd name="connsiteY11" fmla="*/ 743981 h 865568"/>
              <a:gd name="connsiteX12" fmla="*/ 873518 w 1903911"/>
              <a:gd name="connsiteY12" fmla="*/ 657404 h 865568"/>
              <a:gd name="connsiteX13" fmla="*/ 614500 w 1903911"/>
              <a:gd name="connsiteY13" fmla="*/ 676554 h 865568"/>
              <a:gd name="connsiteX14" fmla="*/ 629257 w 1903911"/>
              <a:gd name="connsiteY14" fmla="*/ 778858 h 865568"/>
              <a:gd name="connsiteX15" fmla="*/ 447463 w 1903911"/>
              <a:gd name="connsiteY15" fmla="*/ 848584 h 865568"/>
              <a:gd name="connsiteX16" fmla="*/ 157221 w 1903911"/>
              <a:gd name="connsiteY16" fmla="*/ 858271 h 865568"/>
              <a:gd name="connsiteX17" fmla="*/ 48351 w 1903911"/>
              <a:gd name="connsiteY17" fmla="*/ 858140 h 865568"/>
              <a:gd name="connsiteX18" fmla="*/ 115320 w 1903911"/>
              <a:gd name="connsiteY18" fmla="*/ 559104 h 865568"/>
              <a:gd name="connsiteX19" fmla="*/ 3167 w 1903911"/>
              <a:gd name="connsiteY19" fmla="*/ 487548 h 865568"/>
              <a:gd name="connsiteX20" fmla="*/ 0 w 1903911"/>
              <a:gd name="connsiteY20" fmla="*/ 488265 h 865568"/>
              <a:gd name="connsiteX21" fmla="*/ 0 w 1903911"/>
              <a:gd name="connsiteY21" fmla="*/ 330733 h 865568"/>
              <a:gd name="connsiteX22" fmla="*/ 26629 w 1903911"/>
              <a:gd name="connsiteY22" fmla="*/ 333844 h 865568"/>
              <a:gd name="connsiteX23" fmla="*/ 101812 w 1903911"/>
              <a:gd name="connsiteY23" fmla="*/ 294879 h 865568"/>
              <a:gd name="connsiteX24" fmla="*/ 114751 w 1903911"/>
              <a:gd name="connsiteY24" fmla="*/ 144456 h 865568"/>
              <a:gd name="connsiteX25" fmla="*/ 114492 w 1903911"/>
              <a:gd name="connsiteY25" fmla="*/ 5624 h 865568"/>
              <a:gd name="connsiteX26" fmla="*/ 140903 w 1903911"/>
              <a:gd name="connsiteY26" fmla="*/ 5703 h 865568"/>
              <a:gd name="connsiteX27" fmla="*/ 417545 w 1903911"/>
              <a:gd name="connsiteY27" fmla="*/ 19342 h 865568"/>
              <a:gd name="connsiteX28" fmla="*/ 639402 w 1903911"/>
              <a:gd name="connsiteY28" fmla="*/ 92861 h 865568"/>
              <a:gd name="connsiteX29" fmla="*/ 612827 w 1903911"/>
              <a:gd name="connsiteY29" fmla="*/ 212769 h 865568"/>
              <a:gd name="connsiteX30" fmla="*/ 832922 w 1903911"/>
              <a:gd name="connsiteY30" fmla="*/ 234853 h 865568"/>
              <a:gd name="connsiteX31" fmla="*/ 1010545 w 1903911"/>
              <a:gd name="connsiteY31" fmla="*/ 169223 h 865568"/>
              <a:gd name="connsiteX32" fmla="*/ 961878 w 1903911"/>
              <a:gd name="connsiteY32" fmla="*/ 47333 h 865568"/>
              <a:gd name="connsiteX33" fmla="*/ 1309053 w 1903911"/>
              <a:gd name="connsiteY33" fmla="*/ 31 h 865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03911" h="865568">
                <a:moveTo>
                  <a:pt x="1309053" y="31"/>
                </a:moveTo>
                <a:cubicBezTo>
                  <a:pt x="1348123" y="-311"/>
                  <a:pt x="1387075" y="2201"/>
                  <a:pt x="1425627" y="8782"/>
                </a:cubicBezTo>
                <a:cubicBezTo>
                  <a:pt x="1459093" y="14505"/>
                  <a:pt x="1491200" y="23848"/>
                  <a:pt x="1520715" y="36562"/>
                </a:cubicBezTo>
                <a:cubicBezTo>
                  <a:pt x="1523011" y="51271"/>
                  <a:pt x="1524261" y="66087"/>
                  <a:pt x="1523509" y="81087"/>
                </a:cubicBezTo>
                <a:cubicBezTo>
                  <a:pt x="1519355" y="164796"/>
                  <a:pt x="1396278" y="280289"/>
                  <a:pt x="1551517" y="324073"/>
                </a:cubicBezTo>
                <a:cubicBezTo>
                  <a:pt x="1665900" y="356320"/>
                  <a:pt x="1838266" y="229566"/>
                  <a:pt x="1892757" y="355817"/>
                </a:cubicBezTo>
                <a:cubicBezTo>
                  <a:pt x="1936808" y="457884"/>
                  <a:pt x="1845783" y="553818"/>
                  <a:pt x="1700745" y="502514"/>
                </a:cubicBezTo>
                <a:cubicBezTo>
                  <a:pt x="1568884" y="455849"/>
                  <a:pt x="1491548" y="516020"/>
                  <a:pt x="1473318" y="615126"/>
                </a:cubicBezTo>
                <a:cubicBezTo>
                  <a:pt x="1460050" y="687178"/>
                  <a:pt x="1497504" y="759575"/>
                  <a:pt x="1533689" y="831404"/>
                </a:cubicBezTo>
                <a:cubicBezTo>
                  <a:pt x="1528103" y="832236"/>
                  <a:pt x="1522515" y="833056"/>
                  <a:pt x="1516947" y="833889"/>
                </a:cubicBezTo>
                <a:cubicBezTo>
                  <a:pt x="1354506" y="857929"/>
                  <a:pt x="1185317" y="881584"/>
                  <a:pt x="1021129" y="851228"/>
                </a:cubicBezTo>
                <a:cubicBezTo>
                  <a:pt x="898861" y="828629"/>
                  <a:pt x="949345" y="801258"/>
                  <a:pt x="995015" y="743981"/>
                </a:cubicBezTo>
                <a:cubicBezTo>
                  <a:pt x="1047152" y="678576"/>
                  <a:pt x="943537" y="666853"/>
                  <a:pt x="873518" y="657404"/>
                </a:cubicBezTo>
                <a:cubicBezTo>
                  <a:pt x="791148" y="646276"/>
                  <a:pt x="687736" y="643897"/>
                  <a:pt x="614500" y="676554"/>
                </a:cubicBezTo>
                <a:cubicBezTo>
                  <a:pt x="543324" y="708285"/>
                  <a:pt x="604539" y="738867"/>
                  <a:pt x="629257" y="778858"/>
                </a:cubicBezTo>
                <a:cubicBezTo>
                  <a:pt x="679613" y="860333"/>
                  <a:pt x="524374" y="843933"/>
                  <a:pt x="447463" y="848584"/>
                </a:cubicBezTo>
                <a:cubicBezTo>
                  <a:pt x="350943" y="854413"/>
                  <a:pt x="254091" y="857465"/>
                  <a:pt x="157221" y="858271"/>
                </a:cubicBezTo>
                <a:cubicBezTo>
                  <a:pt x="120925" y="858563"/>
                  <a:pt x="84648" y="858443"/>
                  <a:pt x="48351" y="858140"/>
                </a:cubicBezTo>
                <a:cubicBezTo>
                  <a:pt x="93432" y="759443"/>
                  <a:pt x="159556" y="659915"/>
                  <a:pt x="115320" y="559104"/>
                </a:cubicBezTo>
                <a:cubicBezTo>
                  <a:pt x="86726" y="493958"/>
                  <a:pt x="47172" y="481894"/>
                  <a:pt x="3167" y="487548"/>
                </a:cubicBezTo>
                <a:lnTo>
                  <a:pt x="0" y="488265"/>
                </a:lnTo>
                <a:lnTo>
                  <a:pt x="0" y="330733"/>
                </a:lnTo>
                <a:lnTo>
                  <a:pt x="26629" y="333844"/>
                </a:lnTo>
                <a:cubicBezTo>
                  <a:pt x="58087" y="333780"/>
                  <a:pt x="85281" y="324172"/>
                  <a:pt x="101812" y="294879"/>
                </a:cubicBezTo>
                <a:cubicBezTo>
                  <a:pt x="128183" y="248135"/>
                  <a:pt x="119785" y="193382"/>
                  <a:pt x="114751" y="144456"/>
                </a:cubicBezTo>
                <a:cubicBezTo>
                  <a:pt x="110064" y="99020"/>
                  <a:pt x="112030" y="52434"/>
                  <a:pt x="114492" y="5624"/>
                </a:cubicBezTo>
                <a:cubicBezTo>
                  <a:pt x="123296" y="5676"/>
                  <a:pt x="132098" y="5597"/>
                  <a:pt x="140903" y="5703"/>
                </a:cubicBezTo>
                <a:cubicBezTo>
                  <a:pt x="233361" y="6760"/>
                  <a:pt x="325766" y="11082"/>
                  <a:pt x="417545" y="19342"/>
                </a:cubicBezTo>
                <a:cubicBezTo>
                  <a:pt x="484458" y="25382"/>
                  <a:pt x="674301" y="20768"/>
                  <a:pt x="639402" y="92861"/>
                </a:cubicBezTo>
                <a:cubicBezTo>
                  <a:pt x="601488" y="152465"/>
                  <a:pt x="555745" y="156627"/>
                  <a:pt x="612827" y="212769"/>
                </a:cubicBezTo>
                <a:cubicBezTo>
                  <a:pt x="681689" y="233796"/>
                  <a:pt x="758693" y="241342"/>
                  <a:pt x="832922" y="234853"/>
                </a:cubicBezTo>
                <a:cubicBezTo>
                  <a:pt x="879086" y="230822"/>
                  <a:pt x="1013834" y="212849"/>
                  <a:pt x="1010545" y="169223"/>
                </a:cubicBezTo>
                <a:cubicBezTo>
                  <a:pt x="1006813" y="119874"/>
                  <a:pt x="896748" y="104426"/>
                  <a:pt x="961878" y="47333"/>
                </a:cubicBezTo>
                <a:cubicBezTo>
                  <a:pt x="1073580" y="27766"/>
                  <a:pt x="1191845" y="1057"/>
                  <a:pt x="1309053" y="31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61" name="Picture 60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3D4D8748-3217-163C-764D-1319385F87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7280648" y="3626010"/>
            <a:ext cx="1744082" cy="1173768"/>
          </a:xfrm>
          <a:custGeom>
            <a:avLst/>
            <a:gdLst>
              <a:gd name="connsiteX0" fmla="*/ 767017 w 1744082"/>
              <a:gd name="connsiteY0" fmla="*/ 10 h 1173768"/>
              <a:gd name="connsiteX1" fmla="*/ 961691 w 1744082"/>
              <a:gd name="connsiteY1" fmla="*/ 115059 h 1173768"/>
              <a:gd name="connsiteX2" fmla="*/ 1316293 w 1744082"/>
              <a:gd name="connsiteY2" fmla="*/ 206381 h 1173768"/>
              <a:gd name="connsiteX3" fmla="*/ 1519644 w 1744082"/>
              <a:gd name="connsiteY3" fmla="*/ 179526 h 1173768"/>
              <a:gd name="connsiteX4" fmla="*/ 1593524 w 1744082"/>
              <a:gd name="connsiteY4" fmla="*/ 474399 h 1173768"/>
              <a:gd name="connsiteX5" fmla="*/ 1708224 w 1744082"/>
              <a:gd name="connsiteY5" fmla="*/ 451040 h 1173768"/>
              <a:gd name="connsiteX6" fmla="*/ 1744082 w 1744082"/>
              <a:gd name="connsiteY6" fmla="*/ 443084 h 1173768"/>
              <a:gd name="connsiteX7" fmla="*/ 1744082 w 1744082"/>
              <a:gd name="connsiteY7" fmla="*/ 649609 h 1173768"/>
              <a:gd name="connsiteX8" fmla="*/ 1726502 w 1744082"/>
              <a:gd name="connsiteY8" fmla="*/ 648143 h 1173768"/>
              <a:gd name="connsiteX9" fmla="*/ 1639450 w 1744082"/>
              <a:gd name="connsiteY9" fmla="*/ 627015 h 1173768"/>
              <a:gd name="connsiteX10" fmla="*/ 1466090 w 1744082"/>
              <a:gd name="connsiteY10" fmla="*/ 839447 h 1173768"/>
              <a:gd name="connsiteX11" fmla="*/ 1485296 w 1744082"/>
              <a:gd name="connsiteY11" fmla="*/ 961456 h 1173768"/>
              <a:gd name="connsiteX12" fmla="*/ 1141740 w 1744082"/>
              <a:gd name="connsiteY12" fmla="*/ 941236 h 1173768"/>
              <a:gd name="connsiteX13" fmla="*/ 928869 w 1744082"/>
              <a:gd name="connsiteY13" fmla="*/ 1017121 h 1173768"/>
              <a:gd name="connsiteX14" fmla="*/ 997584 w 1744082"/>
              <a:gd name="connsiteY14" fmla="*/ 1120350 h 1173768"/>
              <a:gd name="connsiteX15" fmla="*/ 583346 w 1744082"/>
              <a:gd name="connsiteY15" fmla="*/ 1132853 h 1173768"/>
              <a:gd name="connsiteX16" fmla="*/ 629052 w 1744082"/>
              <a:gd name="connsiteY16" fmla="*/ 981676 h 1173768"/>
              <a:gd name="connsiteX17" fmla="*/ 410410 w 1744082"/>
              <a:gd name="connsiteY17" fmla="*/ 941804 h 1173768"/>
              <a:gd name="connsiteX18" fmla="*/ 41988 w 1744082"/>
              <a:gd name="connsiteY18" fmla="*/ 973746 h 1173768"/>
              <a:gd name="connsiteX19" fmla="*/ 50296 w 1744082"/>
              <a:gd name="connsiteY19" fmla="*/ 650500 h 1173768"/>
              <a:gd name="connsiteX20" fmla="*/ 220032 w 1744082"/>
              <a:gd name="connsiteY20" fmla="*/ 643139 h 1173768"/>
              <a:gd name="connsiteX21" fmla="*/ 374279 w 1744082"/>
              <a:gd name="connsiteY21" fmla="*/ 640800 h 1173768"/>
              <a:gd name="connsiteX22" fmla="*/ 284944 w 1744082"/>
              <a:gd name="connsiteY22" fmla="*/ 439734 h 1173768"/>
              <a:gd name="connsiteX23" fmla="*/ 70584 w 1744082"/>
              <a:gd name="connsiteY23" fmla="*/ 464777 h 1173768"/>
              <a:gd name="connsiteX24" fmla="*/ 3762 w 1744082"/>
              <a:gd name="connsiteY24" fmla="*/ 358535 h 1173768"/>
              <a:gd name="connsiteX25" fmla="*/ 54431 w 1744082"/>
              <a:gd name="connsiteY25" fmla="*/ 174491 h 1173768"/>
              <a:gd name="connsiteX26" fmla="*/ 513473 w 1744082"/>
              <a:gd name="connsiteY26" fmla="*/ 204002 h 1173768"/>
              <a:gd name="connsiteX27" fmla="*/ 602735 w 1744082"/>
              <a:gd name="connsiteY27" fmla="*/ 106099 h 1173768"/>
              <a:gd name="connsiteX28" fmla="*/ 658806 w 1744082"/>
              <a:gd name="connsiteY28" fmla="*/ 7536 h 1173768"/>
              <a:gd name="connsiteX29" fmla="*/ 767017 w 1744082"/>
              <a:gd name="connsiteY29" fmla="*/ 10 h 117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744082" h="1173768">
                <a:moveTo>
                  <a:pt x="767017" y="10"/>
                </a:moveTo>
                <a:cubicBezTo>
                  <a:pt x="899253" y="-568"/>
                  <a:pt x="1068706" y="24216"/>
                  <a:pt x="961691" y="115059"/>
                </a:cubicBezTo>
                <a:cubicBezTo>
                  <a:pt x="827883" y="228649"/>
                  <a:pt x="1229219" y="214759"/>
                  <a:pt x="1316293" y="206381"/>
                </a:cubicBezTo>
                <a:cubicBezTo>
                  <a:pt x="1384604" y="199799"/>
                  <a:pt x="1452106" y="189597"/>
                  <a:pt x="1519644" y="179526"/>
                </a:cubicBezTo>
                <a:cubicBezTo>
                  <a:pt x="1466202" y="317870"/>
                  <a:pt x="1426819" y="476447"/>
                  <a:pt x="1593524" y="474399"/>
                </a:cubicBezTo>
                <a:cubicBezTo>
                  <a:pt x="1633808" y="473903"/>
                  <a:pt x="1670867" y="461523"/>
                  <a:pt x="1708224" y="451040"/>
                </a:cubicBezTo>
                <a:lnTo>
                  <a:pt x="1744082" y="443084"/>
                </a:lnTo>
                <a:lnTo>
                  <a:pt x="1744082" y="649609"/>
                </a:lnTo>
                <a:lnTo>
                  <a:pt x="1726502" y="648143"/>
                </a:lnTo>
                <a:cubicBezTo>
                  <a:pt x="1699473" y="642800"/>
                  <a:pt x="1670187" y="634957"/>
                  <a:pt x="1639450" y="627015"/>
                </a:cubicBezTo>
                <a:cubicBezTo>
                  <a:pt x="1485701" y="587288"/>
                  <a:pt x="1465375" y="767988"/>
                  <a:pt x="1466090" y="839447"/>
                </a:cubicBezTo>
                <a:cubicBezTo>
                  <a:pt x="1466532" y="883945"/>
                  <a:pt x="1477395" y="922773"/>
                  <a:pt x="1485296" y="961456"/>
                </a:cubicBezTo>
                <a:cubicBezTo>
                  <a:pt x="1371133" y="944949"/>
                  <a:pt x="1256638" y="931893"/>
                  <a:pt x="1141740" y="941236"/>
                </a:cubicBezTo>
                <a:cubicBezTo>
                  <a:pt x="1085540" y="945808"/>
                  <a:pt x="922327" y="958707"/>
                  <a:pt x="928869" y="1017121"/>
                </a:cubicBezTo>
                <a:cubicBezTo>
                  <a:pt x="933830" y="1061421"/>
                  <a:pt x="1012746" y="1073314"/>
                  <a:pt x="997584" y="1120350"/>
                </a:cubicBezTo>
                <a:cubicBezTo>
                  <a:pt x="894612" y="1174232"/>
                  <a:pt x="684792" y="1201602"/>
                  <a:pt x="583346" y="1132853"/>
                </a:cubicBezTo>
                <a:cubicBezTo>
                  <a:pt x="524795" y="1093179"/>
                  <a:pt x="648937" y="1036984"/>
                  <a:pt x="629052" y="981676"/>
                </a:cubicBezTo>
                <a:cubicBezTo>
                  <a:pt x="560796" y="957531"/>
                  <a:pt x="486200" y="944803"/>
                  <a:pt x="410410" y="941804"/>
                </a:cubicBezTo>
                <a:cubicBezTo>
                  <a:pt x="286046" y="936902"/>
                  <a:pt x="163465" y="955562"/>
                  <a:pt x="41988" y="973746"/>
                </a:cubicBezTo>
                <a:cubicBezTo>
                  <a:pt x="52465" y="861491"/>
                  <a:pt x="-63261" y="753980"/>
                  <a:pt x="50296" y="650500"/>
                </a:cubicBezTo>
                <a:cubicBezTo>
                  <a:pt x="109765" y="613179"/>
                  <a:pt x="150123" y="618399"/>
                  <a:pt x="220032" y="643139"/>
                </a:cubicBezTo>
                <a:cubicBezTo>
                  <a:pt x="269966" y="660795"/>
                  <a:pt x="334913" y="679495"/>
                  <a:pt x="374279" y="640800"/>
                </a:cubicBezTo>
                <a:cubicBezTo>
                  <a:pt x="437590" y="578579"/>
                  <a:pt x="446265" y="414728"/>
                  <a:pt x="284944" y="439734"/>
                </a:cubicBezTo>
                <a:cubicBezTo>
                  <a:pt x="215844" y="450451"/>
                  <a:pt x="139538" y="494183"/>
                  <a:pt x="70584" y="464777"/>
                </a:cubicBezTo>
                <a:cubicBezTo>
                  <a:pt x="23168" y="444597"/>
                  <a:pt x="7401" y="398011"/>
                  <a:pt x="3762" y="358535"/>
                </a:cubicBezTo>
                <a:cubicBezTo>
                  <a:pt x="-2063" y="295389"/>
                  <a:pt x="25539" y="234292"/>
                  <a:pt x="54431" y="174491"/>
                </a:cubicBezTo>
                <a:cubicBezTo>
                  <a:pt x="204707" y="197143"/>
                  <a:pt x="359484" y="222755"/>
                  <a:pt x="513473" y="204002"/>
                </a:cubicBezTo>
                <a:cubicBezTo>
                  <a:pt x="605878" y="192742"/>
                  <a:pt x="663749" y="175838"/>
                  <a:pt x="602735" y="106099"/>
                </a:cubicBezTo>
                <a:cubicBezTo>
                  <a:pt x="555853" y="52522"/>
                  <a:pt x="568497" y="23671"/>
                  <a:pt x="658806" y="7536"/>
                </a:cubicBezTo>
                <a:cubicBezTo>
                  <a:pt x="682996" y="3214"/>
                  <a:pt x="722939" y="203"/>
                  <a:pt x="767017" y="10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59" name="Picture 58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C9130A13-3A32-976D-533D-5039644EB43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5801820" y="3768309"/>
            <a:ext cx="1895491" cy="863663"/>
          </a:xfrm>
          <a:custGeom>
            <a:avLst/>
            <a:gdLst>
              <a:gd name="connsiteX0" fmla="*/ 452117 w 1895491"/>
              <a:gd name="connsiteY0" fmla="*/ 1406 h 863663"/>
              <a:gd name="connsiteX1" fmla="*/ 567443 w 1895491"/>
              <a:gd name="connsiteY1" fmla="*/ 19809 h 863663"/>
              <a:gd name="connsiteX2" fmla="*/ 595065 w 1895491"/>
              <a:gd name="connsiteY2" fmla="*/ 140431 h 863663"/>
              <a:gd name="connsiteX3" fmla="*/ 940000 w 1895491"/>
              <a:gd name="connsiteY3" fmla="*/ 212285 h 863663"/>
              <a:gd name="connsiteX4" fmla="*/ 1036208 w 1895491"/>
              <a:gd name="connsiteY4" fmla="*/ 23510 h 863663"/>
              <a:gd name="connsiteX5" fmla="*/ 1533127 w 1895491"/>
              <a:gd name="connsiteY5" fmla="*/ 32180 h 863663"/>
              <a:gd name="connsiteX6" fmla="*/ 1533276 w 1895491"/>
              <a:gd name="connsiteY6" fmla="*/ 32193 h 863663"/>
              <a:gd name="connsiteX7" fmla="*/ 1482607 w 1895491"/>
              <a:gd name="connsiteY7" fmla="*/ 216237 h 863663"/>
              <a:gd name="connsiteX8" fmla="*/ 1549429 w 1895491"/>
              <a:gd name="connsiteY8" fmla="*/ 322480 h 863663"/>
              <a:gd name="connsiteX9" fmla="*/ 1763790 w 1895491"/>
              <a:gd name="connsiteY9" fmla="*/ 297436 h 863663"/>
              <a:gd name="connsiteX10" fmla="*/ 1853125 w 1895491"/>
              <a:gd name="connsiteY10" fmla="*/ 498501 h 863663"/>
              <a:gd name="connsiteX11" fmla="*/ 1698877 w 1895491"/>
              <a:gd name="connsiteY11" fmla="*/ 500841 h 863663"/>
              <a:gd name="connsiteX12" fmla="*/ 1529141 w 1895491"/>
              <a:gd name="connsiteY12" fmla="*/ 508203 h 863663"/>
              <a:gd name="connsiteX13" fmla="*/ 1520815 w 1895491"/>
              <a:gd name="connsiteY13" fmla="*/ 831462 h 863663"/>
              <a:gd name="connsiteX14" fmla="*/ 1438739 w 1895491"/>
              <a:gd name="connsiteY14" fmla="*/ 843436 h 863663"/>
              <a:gd name="connsiteX15" fmla="*/ 942536 w 1895491"/>
              <a:gd name="connsiteY15" fmla="*/ 831634 h 863663"/>
              <a:gd name="connsiteX16" fmla="*/ 1006215 w 1895491"/>
              <a:gd name="connsiteY16" fmla="*/ 693278 h 863663"/>
              <a:gd name="connsiteX17" fmla="*/ 789466 w 1895491"/>
              <a:gd name="connsiteY17" fmla="*/ 649440 h 863663"/>
              <a:gd name="connsiteX18" fmla="*/ 581447 w 1895491"/>
              <a:gd name="connsiteY18" fmla="*/ 697308 h 863663"/>
              <a:gd name="connsiteX19" fmla="*/ 637370 w 1895491"/>
              <a:gd name="connsiteY19" fmla="*/ 831687 h 863663"/>
              <a:gd name="connsiteX20" fmla="*/ 177483 w 1895491"/>
              <a:gd name="connsiteY20" fmla="*/ 842102 h 863663"/>
              <a:gd name="connsiteX21" fmla="*/ 58172 w 1895491"/>
              <a:gd name="connsiteY21" fmla="*/ 824353 h 863663"/>
              <a:gd name="connsiteX22" fmla="*/ 4931 w 1895491"/>
              <a:gd name="connsiteY22" fmla="*/ 696767 h 863663"/>
              <a:gd name="connsiteX23" fmla="*/ 125490 w 1895491"/>
              <a:gd name="connsiteY23" fmla="*/ 478652 h 863663"/>
              <a:gd name="connsiteX24" fmla="*/ 422606 w 1895491"/>
              <a:gd name="connsiteY24" fmla="*/ 437868 h 863663"/>
              <a:gd name="connsiteX25" fmla="*/ 386273 w 1895491"/>
              <a:gd name="connsiteY25" fmla="*/ 313560 h 863663"/>
              <a:gd name="connsiteX26" fmla="*/ 196742 w 1895491"/>
              <a:gd name="connsiteY26" fmla="*/ 322016 h 863663"/>
              <a:gd name="connsiteX27" fmla="*/ 25865 w 1895491"/>
              <a:gd name="connsiteY27" fmla="*/ 121479 h 863663"/>
              <a:gd name="connsiteX28" fmla="*/ 39501 w 1895491"/>
              <a:gd name="connsiteY28" fmla="*/ 31903 h 863663"/>
              <a:gd name="connsiteX29" fmla="*/ 58504 w 1895491"/>
              <a:gd name="connsiteY29" fmla="*/ 39673 h 863663"/>
              <a:gd name="connsiteX30" fmla="*/ 333676 w 1895491"/>
              <a:gd name="connsiteY30" fmla="*/ 2577 h 863663"/>
              <a:gd name="connsiteX31" fmla="*/ 452117 w 1895491"/>
              <a:gd name="connsiteY31" fmla="*/ 1406 h 863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95491" h="863663">
                <a:moveTo>
                  <a:pt x="452117" y="1406"/>
                </a:moveTo>
                <a:cubicBezTo>
                  <a:pt x="491496" y="3806"/>
                  <a:pt x="530356" y="9468"/>
                  <a:pt x="567443" y="19809"/>
                </a:cubicBezTo>
                <a:cubicBezTo>
                  <a:pt x="666205" y="47339"/>
                  <a:pt x="648213" y="85386"/>
                  <a:pt x="595065" y="140431"/>
                </a:cubicBezTo>
                <a:cubicBezTo>
                  <a:pt x="486561" y="252792"/>
                  <a:pt x="867278" y="235083"/>
                  <a:pt x="940000" y="212285"/>
                </a:cubicBezTo>
                <a:cubicBezTo>
                  <a:pt x="1117127" y="156752"/>
                  <a:pt x="809553" y="76334"/>
                  <a:pt x="1036208" y="23510"/>
                </a:cubicBezTo>
                <a:cubicBezTo>
                  <a:pt x="1199220" y="-14485"/>
                  <a:pt x="1369841" y="7559"/>
                  <a:pt x="1533127" y="32180"/>
                </a:cubicBezTo>
                <a:cubicBezTo>
                  <a:pt x="1533183" y="32180"/>
                  <a:pt x="1533220" y="32193"/>
                  <a:pt x="1533276" y="32193"/>
                </a:cubicBezTo>
                <a:cubicBezTo>
                  <a:pt x="1504384" y="92008"/>
                  <a:pt x="1476782" y="153106"/>
                  <a:pt x="1482607" y="216237"/>
                </a:cubicBezTo>
                <a:cubicBezTo>
                  <a:pt x="1486246" y="255714"/>
                  <a:pt x="1502015" y="302299"/>
                  <a:pt x="1549429" y="322480"/>
                </a:cubicBezTo>
                <a:cubicBezTo>
                  <a:pt x="1618383" y="351871"/>
                  <a:pt x="1694689" y="308154"/>
                  <a:pt x="1763790" y="297436"/>
                </a:cubicBezTo>
                <a:cubicBezTo>
                  <a:pt x="1925110" y="272444"/>
                  <a:pt x="1916418" y="436282"/>
                  <a:pt x="1853125" y="498501"/>
                </a:cubicBezTo>
                <a:cubicBezTo>
                  <a:pt x="1813758" y="537199"/>
                  <a:pt x="1748811" y="518498"/>
                  <a:pt x="1698877" y="500841"/>
                </a:cubicBezTo>
                <a:cubicBezTo>
                  <a:pt x="1628987" y="476100"/>
                  <a:pt x="1588610" y="470895"/>
                  <a:pt x="1529141" y="508203"/>
                </a:cubicBezTo>
                <a:cubicBezTo>
                  <a:pt x="1415582" y="611682"/>
                  <a:pt x="1531308" y="719181"/>
                  <a:pt x="1520815" y="831462"/>
                </a:cubicBezTo>
                <a:cubicBezTo>
                  <a:pt x="1493394" y="835573"/>
                  <a:pt x="1466029" y="839657"/>
                  <a:pt x="1438739" y="843436"/>
                </a:cubicBezTo>
                <a:cubicBezTo>
                  <a:pt x="1273870" y="866273"/>
                  <a:pt x="1101963" y="878472"/>
                  <a:pt x="942536" y="831634"/>
                </a:cubicBezTo>
                <a:cubicBezTo>
                  <a:pt x="912413" y="771609"/>
                  <a:pt x="1025199" y="753463"/>
                  <a:pt x="1006215" y="693278"/>
                </a:cubicBezTo>
                <a:cubicBezTo>
                  <a:pt x="949924" y="660039"/>
                  <a:pt x="861121" y="651119"/>
                  <a:pt x="789466" y="649440"/>
                </a:cubicBezTo>
                <a:cubicBezTo>
                  <a:pt x="728544" y="648014"/>
                  <a:pt x="609584" y="650102"/>
                  <a:pt x="581447" y="697308"/>
                </a:cubicBezTo>
                <a:cubicBezTo>
                  <a:pt x="555699" y="740484"/>
                  <a:pt x="660324" y="778084"/>
                  <a:pt x="637370" y="831687"/>
                </a:cubicBezTo>
                <a:cubicBezTo>
                  <a:pt x="489135" y="873607"/>
                  <a:pt x="330331" y="863326"/>
                  <a:pt x="177483" y="842102"/>
                </a:cubicBezTo>
                <a:cubicBezTo>
                  <a:pt x="137823" y="836590"/>
                  <a:pt x="98053" y="830393"/>
                  <a:pt x="58172" y="824353"/>
                </a:cubicBezTo>
                <a:cubicBezTo>
                  <a:pt x="36909" y="782538"/>
                  <a:pt x="15720" y="740683"/>
                  <a:pt x="4931" y="696767"/>
                </a:cubicBezTo>
                <a:cubicBezTo>
                  <a:pt x="-10285" y="634850"/>
                  <a:pt x="4398" y="484321"/>
                  <a:pt x="125490" y="478652"/>
                </a:cubicBezTo>
                <a:cubicBezTo>
                  <a:pt x="251949" y="472744"/>
                  <a:pt x="369604" y="587352"/>
                  <a:pt x="422606" y="437868"/>
                </a:cubicBezTo>
                <a:cubicBezTo>
                  <a:pt x="437824" y="394956"/>
                  <a:pt x="429002" y="347101"/>
                  <a:pt x="386273" y="313560"/>
                </a:cubicBezTo>
                <a:cubicBezTo>
                  <a:pt x="334851" y="273211"/>
                  <a:pt x="254816" y="306925"/>
                  <a:pt x="196742" y="322016"/>
                </a:cubicBezTo>
                <a:cubicBezTo>
                  <a:pt x="1257" y="372819"/>
                  <a:pt x="-13335" y="217123"/>
                  <a:pt x="25865" y="121479"/>
                </a:cubicBezTo>
                <a:cubicBezTo>
                  <a:pt x="38636" y="90316"/>
                  <a:pt x="41486" y="60727"/>
                  <a:pt x="39501" y="31903"/>
                </a:cubicBezTo>
                <a:cubicBezTo>
                  <a:pt x="45897" y="34386"/>
                  <a:pt x="52310" y="36859"/>
                  <a:pt x="58504" y="39673"/>
                </a:cubicBezTo>
                <a:cubicBezTo>
                  <a:pt x="149787" y="25758"/>
                  <a:pt x="240573" y="9012"/>
                  <a:pt x="333676" y="2577"/>
                </a:cubicBezTo>
                <a:cubicBezTo>
                  <a:pt x="372839" y="-132"/>
                  <a:pt x="412737" y="-995"/>
                  <a:pt x="452117" y="1406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57" name="Picture 56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A362F159-BBF1-7409-679A-410DA240C2B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4336526" y="3767637"/>
            <a:ext cx="1894842" cy="1027732"/>
          </a:xfrm>
          <a:custGeom>
            <a:avLst/>
            <a:gdLst>
              <a:gd name="connsiteX0" fmla="*/ 1301095 w 1894842"/>
              <a:gd name="connsiteY0" fmla="*/ 49 h 1027732"/>
              <a:gd name="connsiteX1" fmla="*/ 1504796 w 1894842"/>
              <a:gd name="connsiteY1" fmla="*/ 32560 h 1027732"/>
              <a:gd name="connsiteX2" fmla="*/ 1491158 w 1894842"/>
              <a:gd name="connsiteY2" fmla="*/ 122137 h 1027732"/>
              <a:gd name="connsiteX3" fmla="*/ 1662037 w 1894842"/>
              <a:gd name="connsiteY3" fmla="*/ 322674 h 1027732"/>
              <a:gd name="connsiteX4" fmla="*/ 1851568 w 1894842"/>
              <a:gd name="connsiteY4" fmla="*/ 314216 h 1027732"/>
              <a:gd name="connsiteX5" fmla="*/ 1887901 w 1894842"/>
              <a:gd name="connsiteY5" fmla="*/ 438525 h 1027732"/>
              <a:gd name="connsiteX6" fmla="*/ 1590785 w 1894842"/>
              <a:gd name="connsiteY6" fmla="*/ 479309 h 1027732"/>
              <a:gd name="connsiteX7" fmla="*/ 1470226 w 1894842"/>
              <a:gd name="connsiteY7" fmla="*/ 697411 h 1027732"/>
              <a:gd name="connsiteX8" fmla="*/ 1523467 w 1894842"/>
              <a:gd name="connsiteY8" fmla="*/ 824996 h 1027732"/>
              <a:gd name="connsiteX9" fmla="*/ 1146115 w 1894842"/>
              <a:gd name="connsiteY9" fmla="*/ 799358 h 1027732"/>
              <a:gd name="connsiteX10" fmla="*/ 937598 w 1894842"/>
              <a:gd name="connsiteY10" fmla="*/ 853451 h 1027732"/>
              <a:gd name="connsiteX11" fmla="*/ 1003263 w 1894842"/>
              <a:gd name="connsiteY11" fmla="*/ 961398 h 1027732"/>
              <a:gd name="connsiteX12" fmla="*/ 587021 w 1894842"/>
              <a:gd name="connsiteY12" fmla="*/ 991212 h 1027732"/>
              <a:gd name="connsiteX13" fmla="*/ 636677 w 1894842"/>
              <a:gd name="connsiteY13" fmla="*/ 863441 h 1027732"/>
              <a:gd name="connsiteX14" fmla="*/ 448690 w 1894842"/>
              <a:gd name="connsiteY14" fmla="*/ 795089 h 1027732"/>
              <a:gd name="connsiteX15" fmla="*/ 168428 w 1894842"/>
              <a:gd name="connsiteY15" fmla="*/ 815203 h 1027732"/>
              <a:gd name="connsiteX16" fmla="*/ 53916 w 1894842"/>
              <a:gd name="connsiteY16" fmla="*/ 833270 h 1027732"/>
              <a:gd name="connsiteX17" fmla="*/ 43201 w 1894842"/>
              <a:gd name="connsiteY17" fmla="*/ 828723 h 1027732"/>
              <a:gd name="connsiteX18" fmla="*/ 7897 w 1894842"/>
              <a:gd name="connsiteY18" fmla="*/ 583185 h 1027732"/>
              <a:gd name="connsiteX19" fmla="*/ 119505 w 1894842"/>
              <a:gd name="connsiteY19" fmla="*/ 478740 h 1027732"/>
              <a:gd name="connsiteX20" fmla="*/ 300087 w 1894842"/>
              <a:gd name="connsiteY20" fmla="*/ 521151 h 1027732"/>
              <a:gd name="connsiteX21" fmla="*/ 384257 w 1894842"/>
              <a:gd name="connsiteY21" fmla="*/ 314957 h 1027732"/>
              <a:gd name="connsiteX22" fmla="*/ 25796 w 1894842"/>
              <a:gd name="connsiteY22" fmla="*/ 276948 h 1027732"/>
              <a:gd name="connsiteX23" fmla="*/ 53584 w 1894842"/>
              <a:gd name="connsiteY23" fmla="*/ 36828 h 1027732"/>
              <a:gd name="connsiteX24" fmla="*/ 596485 w 1894842"/>
              <a:gd name="connsiteY24" fmla="*/ 35467 h 1027732"/>
              <a:gd name="connsiteX25" fmla="*/ 568001 w 1894842"/>
              <a:gd name="connsiteY25" fmla="*/ 165207 h 1027732"/>
              <a:gd name="connsiteX26" fmla="*/ 712634 w 1894842"/>
              <a:gd name="connsiteY26" fmla="*/ 233190 h 1027732"/>
              <a:gd name="connsiteX27" fmla="*/ 935044 w 1894842"/>
              <a:gd name="connsiteY27" fmla="*/ 212930 h 1027732"/>
              <a:gd name="connsiteX28" fmla="*/ 940796 w 1894842"/>
              <a:gd name="connsiteY28" fmla="*/ 102511 h 1027732"/>
              <a:gd name="connsiteX29" fmla="*/ 1301095 w 1894842"/>
              <a:gd name="connsiteY29" fmla="*/ 49 h 1027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894842" h="1027732">
                <a:moveTo>
                  <a:pt x="1301095" y="49"/>
                </a:moveTo>
                <a:cubicBezTo>
                  <a:pt x="1371684" y="-757"/>
                  <a:pt x="1442550" y="8375"/>
                  <a:pt x="1504796" y="32560"/>
                </a:cubicBezTo>
                <a:cubicBezTo>
                  <a:pt x="1506781" y="61384"/>
                  <a:pt x="1503931" y="90988"/>
                  <a:pt x="1491158" y="122137"/>
                </a:cubicBezTo>
                <a:cubicBezTo>
                  <a:pt x="1451960" y="217781"/>
                  <a:pt x="1466550" y="373477"/>
                  <a:pt x="1662037" y="322674"/>
                </a:cubicBezTo>
                <a:cubicBezTo>
                  <a:pt x="1720111" y="307582"/>
                  <a:pt x="1800129" y="273855"/>
                  <a:pt x="1851568" y="314216"/>
                </a:cubicBezTo>
                <a:cubicBezTo>
                  <a:pt x="1894314" y="347758"/>
                  <a:pt x="1903118" y="395613"/>
                  <a:pt x="1887901" y="438525"/>
                </a:cubicBezTo>
                <a:cubicBezTo>
                  <a:pt x="1834899" y="588010"/>
                  <a:pt x="1717244" y="473401"/>
                  <a:pt x="1590785" y="479309"/>
                </a:cubicBezTo>
                <a:cubicBezTo>
                  <a:pt x="1469693" y="484979"/>
                  <a:pt x="1455010" y="635520"/>
                  <a:pt x="1470226" y="697411"/>
                </a:cubicBezTo>
                <a:cubicBezTo>
                  <a:pt x="1481015" y="741326"/>
                  <a:pt x="1502204" y="783181"/>
                  <a:pt x="1523467" y="824996"/>
                </a:cubicBezTo>
                <a:cubicBezTo>
                  <a:pt x="1399012" y="806164"/>
                  <a:pt x="1273251" y="788917"/>
                  <a:pt x="1146115" y="799358"/>
                </a:cubicBezTo>
                <a:cubicBezTo>
                  <a:pt x="1076020" y="805119"/>
                  <a:pt x="988138" y="816789"/>
                  <a:pt x="937598" y="853451"/>
                </a:cubicBezTo>
                <a:cubicBezTo>
                  <a:pt x="908450" y="904265"/>
                  <a:pt x="1000120" y="919899"/>
                  <a:pt x="1003263" y="961398"/>
                </a:cubicBezTo>
                <a:cubicBezTo>
                  <a:pt x="1010466" y="1056459"/>
                  <a:pt x="648991" y="1033211"/>
                  <a:pt x="587021" y="991212"/>
                </a:cubicBezTo>
                <a:cubicBezTo>
                  <a:pt x="529387" y="952160"/>
                  <a:pt x="636311" y="908561"/>
                  <a:pt x="636677" y="863441"/>
                </a:cubicBezTo>
                <a:cubicBezTo>
                  <a:pt x="637083" y="811794"/>
                  <a:pt x="504816" y="798643"/>
                  <a:pt x="448690" y="795089"/>
                </a:cubicBezTo>
                <a:cubicBezTo>
                  <a:pt x="354632" y="789142"/>
                  <a:pt x="260097" y="801169"/>
                  <a:pt x="168428" y="815203"/>
                </a:cubicBezTo>
                <a:cubicBezTo>
                  <a:pt x="130202" y="821044"/>
                  <a:pt x="92142" y="827414"/>
                  <a:pt x="53916" y="833270"/>
                </a:cubicBezTo>
                <a:cubicBezTo>
                  <a:pt x="50441" y="831631"/>
                  <a:pt x="46748" y="830244"/>
                  <a:pt x="43201" y="828723"/>
                </a:cubicBezTo>
                <a:cubicBezTo>
                  <a:pt x="30446" y="746785"/>
                  <a:pt x="-19010" y="668269"/>
                  <a:pt x="7897" y="583185"/>
                </a:cubicBezTo>
                <a:cubicBezTo>
                  <a:pt x="19622" y="546142"/>
                  <a:pt x="57481" y="480737"/>
                  <a:pt x="119505" y="478740"/>
                </a:cubicBezTo>
                <a:cubicBezTo>
                  <a:pt x="185851" y="476600"/>
                  <a:pt x="235948" y="516089"/>
                  <a:pt x="300087" y="521151"/>
                </a:cubicBezTo>
                <a:cubicBezTo>
                  <a:pt x="437094" y="531961"/>
                  <a:pt x="450822" y="370159"/>
                  <a:pt x="384257" y="314957"/>
                </a:cubicBezTo>
                <a:cubicBezTo>
                  <a:pt x="287075" y="234353"/>
                  <a:pt x="99859" y="414380"/>
                  <a:pt x="25796" y="276948"/>
                </a:cubicBezTo>
                <a:cubicBezTo>
                  <a:pt x="-17833" y="196014"/>
                  <a:pt x="14769" y="116454"/>
                  <a:pt x="53584" y="36828"/>
                </a:cubicBezTo>
                <a:cubicBezTo>
                  <a:pt x="236205" y="9498"/>
                  <a:pt x="418275" y="-16021"/>
                  <a:pt x="596485" y="35467"/>
                </a:cubicBezTo>
                <a:cubicBezTo>
                  <a:pt x="688284" y="61978"/>
                  <a:pt x="600271" y="126578"/>
                  <a:pt x="568001" y="165207"/>
                </a:cubicBezTo>
                <a:cubicBezTo>
                  <a:pt x="544477" y="212137"/>
                  <a:pt x="676723" y="229555"/>
                  <a:pt x="712634" y="233190"/>
                </a:cubicBezTo>
                <a:cubicBezTo>
                  <a:pt x="787413" y="240776"/>
                  <a:pt x="865574" y="234697"/>
                  <a:pt x="935044" y="212930"/>
                </a:cubicBezTo>
                <a:cubicBezTo>
                  <a:pt x="1052479" y="176124"/>
                  <a:pt x="979095" y="156960"/>
                  <a:pt x="940796" y="102511"/>
                </a:cubicBezTo>
                <a:cubicBezTo>
                  <a:pt x="881508" y="18273"/>
                  <a:pt x="1230873" y="855"/>
                  <a:pt x="1301095" y="49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55" name="Picture 54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3CD6F918-0BAB-C3C9-EC7E-A275FC1D50D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2859031" y="3622833"/>
            <a:ext cx="1900518" cy="1174102"/>
          </a:xfrm>
          <a:custGeom>
            <a:avLst/>
            <a:gdLst>
              <a:gd name="connsiteX0" fmla="*/ 738503 w 1900518"/>
              <a:gd name="connsiteY0" fmla="*/ 111 h 1174102"/>
              <a:gd name="connsiteX1" fmla="*/ 952102 w 1900518"/>
              <a:gd name="connsiteY1" fmla="*/ 23242 h 1174102"/>
              <a:gd name="connsiteX2" fmla="*/ 943355 w 1900518"/>
              <a:gd name="connsiteY2" fmla="*/ 138247 h 1174102"/>
              <a:gd name="connsiteX3" fmla="*/ 1136341 w 1900518"/>
              <a:gd name="connsiteY3" fmla="*/ 215414 h 1174102"/>
              <a:gd name="connsiteX4" fmla="*/ 1531098 w 1900518"/>
              <a:gd name="connsiteY4" fmla="*/ 181660 h 1174102"/>
              <a:gd name="connsiteX5" fmla="*/ 1503310 w 1900518"/>
              <a:gd name="connsiteY5" fmla="*/ 421780 h 1174102"/>
              <a:gd name="connsiteX6" fmla="*/ 1861773 w 1900518"/>
              <a:gd name="connsiteY6" fmla="*/ 459789 h 1174102"/>
              <a:gd name="connsiteX7" fmla="*/ 1777601 w 1900518"/>
              <a:gd name="connsiteY7" fmla="*/ 665983 h 1174102"/>
              <a:gd name="connsiteX8" fmla="*/ 1597021 w 1900518"/>
              <a:gd name="connsiteY8" fmla="*/ 623573 h 1174102"/>
              <a:gd name="connsiteX9" fmla="*/ 1485411 w 1900518"/>
              <a:gd name="connsiteY9" fmla="*/ 728017 h 1174102"/>
              <a:gd name="connsiteX10" fmla="*/ 1520716 w 1900518"/>
              <a:gd name="connsiteY10" fmla="*/ 973555 h 1174102"/>
              <a:gd name="connsiteX11" fmla="*/ 1425627 w 1900518"/>
              <a:gd name="connsiteY11" fmla="*/ 945776 h 1174102"/>
              <a:gd name="connsiteX12" fmla="*/ 961879 w 1900518"/>
              <a:gd name="connsiteY12" fmla="*/ 984326 h 1174102"/>
              <a:gd name="connsiteX13" fmla="*/ 1010545 w 1900518"/>
              <a:gd name="connsiteY13" fmla="*/ 1106216 h 1174102"/>
              <a:gd name="connsiteX14" fmla="*/ 832921 w 1900518"/>
              <a:gd name="connsiteY14" fmla="*/ 1171846 h 1174102"/>
              <a:gd name="connsiteX15" fmla="*/ 612828 w 1900518"/>
              <a:gd name="connsiteY15" fmla="*/ 1149762 h 1174102"/>
              <a:gd name="connsiteX16" fmla="*/ 639402 w 1900518"/>
              <a:gd name="connsiteY16" fmla="*/ 1029855 h 1174102"/>
              <a:gd name="connsiteX17" fmla="*/ 417546 w 1900518"/>
              <a:gd name="connsiteY17" fmla="*/ 956335 h 1174102"/>
              <a:gd name="connsiteX18" fmla="*/ 140920 w 1900518"/>
              <a:gd name="connsiteY18" fmla="*/ 942710 h 1174102"/>
              <a:gd name="connsiteX19" fmla="*/ 114512 w 1900518"/>
              <a:gd name="connsiteY19" fmla="*/ 942631 h 1174102"/>
              <a:gd name="connsiteX20" fmla="*/ 94828 w 1900518"/>
              <a:gd name="connsiteY20" fmla="*/ 686679 h 1174102"/>
              <a:gd name="connsiteX21" fmla="*/ 31716 w 1900518"/>
              <a:gd name="connsiteY21" fmla="*/ 628510 h 1174102"/>
              <a:gd name="connsiteX22" fmla="*/ 0 w 1900518"/>
              <a:gd name="connsiteY22" fmla="*/ 629628 h 1174102"/>
              <a:gd name="connsiteX23" fmla="*/ 0 w 1900518"/>
              <a:gd name="connsiteY23" fmla="*/ 473447 h 1174102"/>
              <a:gd name="connsiteX24" fmla="*/ 29060 w 1900518"/>
              <a:gd name="connsiteY24" fmla="*/ 476766 h 1174102"/>
              <a:gd name="connsiteX25" fmla="*/ 73399 w 1900518"/>
              <a:gd name="connsiteY25" fmla="*/ 209639 h 1174102"/>
              <a:gd name="connsiteX26" fmla="*/ 254660 w 1900518"/>
              <a:gd name="connsiteY26" fmla="*/ 208001 h 1174102"/>
              <a:gd name="connsiteX27" fmla="*/ 544113 w 1900518"/>
              <a:gd name="connsiteY27" fmla="*/ 193000 h 1174102"/>
              <a:gd name="connsiteX28" fmla="*/ 639292 w 1900518"/>
              <a:gd name="connsiteY28" fmla="*/ 152547 h 1174102"/>
              <a:gd name="connsiteX29" fmla="*/ 575889 w 1900518"/>
              <a:gd name="connsiteY29" fmla="*/ 68942 h 1174102"/>
              <a:gd name="connsiteX30" fmla="*/ 738503 w 1900518"/>
              <a:gd name="connsiteY30" fmla="*/ 111 h 1174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900518" h="1174102">
                <a:moveTo>
                  <a:pt x="738503" y="111"/>
                </a:moveTo>
                <a:cubicBezTo>
                  <a:pt x="818789" y="-1379"/>
                  <a:pt x="907573" y="12458"/>
                  <a:pt x="952102" y="23242"/>
                </a:cubicBezTo>
                <a:cubicBezTo>
                  <a:pt x="1045885" y="45959"/>
                  <a:pt x="1007991" y="102881"/>
                  <a:pt x="943355" y="138247"/>
                </a:cubicBezTo>
                <a:cubicBezTo>
                  <a:pt x="923709" y="210431"/>
                  <a:pt x="1060973" y="211620"/>
                  <a:pt x="1136341" y="215414"/>
                </a:cubicBezTo>
                <a:cubicBezTo>
                  <a:pt x="1267375" y="222023"/>
                  <a:pt x="1399385" y="201366"/>
                  <a:pt x="1531098" y="181660"/>
                </a:cubicBezTo>
                <a:cubicBezTo>
                  <a:pt x="1492286" y="261286"/>
                  <a:pt x="1459682" y="340846"/>
                  <a:pt x="1503310" y="421780"/>
                </a:cubicBezTo>
                <a:cubicBezTo>
                  <a:pt x="1577374" y="559211"/>
                  <a:pt x="1764589" y="379185"/>
                  <a:pt x="1861773" y="459789"/>
                </a:cubicBezTo>
                <a:cubicBezTo>
                  <a:pt x="1928337" y="514992"/>
                  <a:pt x="1914609" y="676793"/>
                  <a:pt x="1777601" y="665983"/>
                </a:cubicBezTo>
                <a:cubicBezTo>
                  <a:pt x="1713463" y="660921"/>
                  <a:pt x="1663365" y="621432"/>
                  <a:pt x="1597021" y="623573"/>
                </a:cubicBezTo>
                <a:cubicBezTo>
                  <a:pt x="1534996" y="625568"/>
                  <a:pt x="1497136" y="690960"/>
                  <a:pt x="1485411" y="728017"/>
                </a:cubicBezTo>
                <a:cubicBezTo>
                  <a:pt x="1458507" y="813089"/>
                  <a:pt x="1507960" y="891617"/>
                  <a:pt x="1520716" y="973555"/>
                </a:cubicBezTo>
                <a:cubicBezTo>
                  <a:pt x="1491199" y="960841"/>
                  <a:pt x="1459093" y="951498"/>
                  <a:pt x="1425627" y="945776"/>
                </a:cubicBezTo>
                <a:cubicBezTo>
                  <a:pt x="1271438" y="919450"/>
                  <a:pt x="1110814" y="958239"/>
                  <a:pt x="961879" y="984326"/>
                </a:cubicBezTo>
                <a:cubicBezTo>
                  <a:pt x="896749" y="1041433"/>
                  <a:pt x="1006814" y="1056881"/>
                  <a:pt x="1010545" y="1106216"/>
                </a:cubicBezTo>
                <a:cubicBezTo>
                  <a:pt x="1013835" y="1149841"/>
                  <a:pt x="879069" y="1167815"/>
                  <a:pt x="832921" y="1171846"/>
                </a:cubicBezTo>
                <a:cubicBezTo>
                  <a:pt x="758713" y="1178335"/>
                  <a:pt x="681690" y="1170788"/>
                  <a:pt x="612828" y="1149762"/>
                </a:cubicBezTo>
                <a:cubicBezTo>
                  <a:pt x="555746" y="1093622"/>
                  <a:pt x="601489" y="1089459"/>
                  <a:pt x="639402" y="1029855"/>
                </a:cubicBezTo>
                <a:cubicBezTo>
                  <a:pt x="674302" y="957749"/>
                  <a:pt x="484459" y="962362"/>
                  <a:pt x="417546" y="956335"/>
                </a:cubicBezTo>
                <a:cubicBezTo>
                  <a:pt x="325766" y="948075"/>
                  <a:pt x="233342" y="943753"/>
                  <a:pt x="140920" y="942710"/>
                </a:cubicBezTo>
                <a:cubicBezTo>
                  <a:pt x="132118" y="942604"/>
                  <a:pt x="123314" y="942683"/>
                  <a:pt x="114512" y="942631"/>
                </a:cubicBezTo>
                <a:cubicBezTo>
                  <a:pt x="119087" y="856040"/>
                  <a:pt x="125409" y="768736"/>
                  <a:pt x="94828" y="686679"/>
                </a:cubicBezTo>
                <a:cubicBezTo>
                  <a:pt x="80553" y="648383"/>
                  <a:pt x="58416" y="632530"/>
                  <a:pt x="31716" y="628510"/>
                </a:cubicBezTo>
                <a:lnTo>
                  <a:pt x="0" y="629628"/>
                </a:lnTo>
                <a:lnTo>
                  <a:pt x="0" y="473447"/>
                </a:lnTo>
                <a:lnTo>
                  <a:pt x="29060" y="476766"/>
                </a:lnTo>
                <a:cubicBezTo>
                  <a:pt x="153895" y="473297"/>
                  <a:pt x="120725" y="334067"/>
                  <a:pt x="73399" y="209639"/>
                </a:cubicBezTo>
                <a:cubicBezTo>
                  <a:pt x="133827" y="209929"/>
                  <a:pt x="194254" y="209480"/>
                  <a:pt x="254660" y="208001"/>
                </a:cubicBezTo>
                <a:cubicBezTo>
                  <a:pt x="351366" y="205621"/>
                  <a:pt x="447959" y="200811"/>
                  <a:pt x="544113" y="193000"/>
                </a:cubicBezTo>
                <a:cubicBezTo>
                  <a:pt x="590757" y="189207"/>
                  <a:pt x="656862" y="202462"/>
                  <a:pt x="639292" y="152547"/>
                </a:cubicBezTo>
                <a:cubicBezTo>
                  <a:pt x="630820" y="120432"/>
                  <a:pt x="599339" y="95705"/>
                  <a:pt x="575889" y="68942"/>
                </a:cubicBezTo>
                <a:cubicBezTo>
                  <a:pt x="586428" y="18418"/>
                  <a:pt x="658217" y="1601"/>
                  <a:pt x="738503" y="111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51" name="Picture 50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D3965AAE-0C91-7514-2AC1-C6EDBCEE275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6991485" y="2831614"/>
            <a:ext cx="1879144" cy="1006212"/>
          </a:xfrm>
          <a:custGeom>
            <a:avLst/>
            <a:gdLst>
              <a:gd name="connsiteX0" fmla="*/ 1029216 w 1879144"/>
              <a:gd name="connsiteY0" fmla="*/ 449 h 1006212"/>
              <a:gd name="connsiteX1" fmla="*/ 1151797 w 1879144"/>
              <a:gd name="connsiteY1" fmla="*/ 6746 h 1006212"/>
              <a:gd name="connsiteX2" fmla="*/ 1273294 w 1879144"/>
              <a:gd name="connsiteY2" fmla="*/ 93323 h 1006212"/>
              <a:gd name="connsiteX3" fmla="*/ 1218417 w 1879144"/>
              <a:gd name="connsiteY3" fmla="*/ 160618 h 1006212"/>
              <a:gd name="connsiteX4" fmla="*/ 1369685 w 1879144"/>
              <a:gd name="connsiteY4" fmla="*/ 192190 h 1006212"/>
              <a:gd name="connsiteX5" fmla="*/ 1825512 w 1879144"/>
              <a:gd name="connsiteY5" fmla="*/ 207719 h 1006212"/>
              <a:gd name="connsiteX6" fmla="*/ 1864950 w 1879144"/>
              <a:gd name="connsiteY6" fmla="*/ 393879 h 1006212"/>
              <a:gd name="connsiteX7" fmla="*/ 1528765 w 1879144"/>
              <a:gd name="connsiteY7" fmla="*/ 456562 h 1006212"/>
              <a:gd name="connsiteX8" fmla="*/ 1662702 w 1879144"/>
              <a:gd name="connsiteY8" fmla="*/ 646698 h 1006212"/>
              <a:gd name="connsiteX9" fmla="*/ 1878551 w 1879144"/>
              <a:gd name="connsiteY9" fmla="*/ 787830 h 1006212"/>
              <a:gd name="connsiteX10" fmla="*/ 1808807 w 1879144"/>
              <a:gd name="connsiteY10" fmla="*/ 973909 h 1006212"/>
              <a:gd name="connsiteX11" fmla="*/ 1605454 w 1879144"/>
              <a:gd name="connsiteY11" fmla="*/ 1000764 h 1006212"/>
              <a:gd name="connsiteX12" fmla="*/ 1250854 w 1879144"/>
              <a:gd name="connsiteY12" fmla="*/ 909456 h 1006212"/>
              <a:gd name="connsiteX13" fmla="*/ 947967 w 1879144"/>
              <a:gd name="connsiteY13" fmla="*/ 801932 h 1006212"/>
              <a:gd name="connsiteX14" fmla="*/ 891896 w 1879144"/>
              <a:gd name="connsiteY14" fmla="*/ 900495 h 1006212"/>
              <a:gd name="connsiteX15" fmla="*/ 802634 w 1879144"/>
              <a:gd name="connsiteY15" fmla="*/ 998398 h 1006212"/>
              <a:gd name="connsiteX16" fmla="*/ 343592 w 1879144"/>
              <a:gd name="connsiteY16" fmla="*/ 968888 h 1006212"/>
              <a:gd name="connsiteX17" fmla="*/ 375146 w 1879144"/>
              <a:gd name="connsiteY17" fmla="*/ 901646 h 1006212"/>
              <a:gd name="connsiteX18" fmla="*/ 335525 w 1879144"/>
              <a:gd name="connsiteY18" fmla="*/ 626570 h 1006212"/>
              <a:gd name="connsiteX19" fmla="*/ 23946 w 1879144"/>
              <a:gd name="connsiteY19" fmla="*/ 604446 h 1006212"/>
              <a:gd name="connsiteX20" fmla="*/ 28393 w 1879144"/>
              <a:gd name="connsiteY20" fmla="*/ 467689 h 1006212"/>
              <a:gd name="connsiteX21" fmla="*/ 223897 w 1879144"/>
              <a:gd name="connsiteY21" fmla="*/ 464293 h 1006212"/>
              <a:gd name="connsiteX22" fmla="*/ 368642 w 1879144"/>
              <a:gd name="connsiteY22" fmla="*/ 258006 h 1006212"/>
              <a:gd name="connsiteX23" fmla="*/ 360646 w 1879144"/>
              <a:gd name="connsiteY23" fmla="*/ 207812 h 1006212"/>
              <a:gd name="connsiteX24" fmla="*/ 435462 w 1879144"/>
              <a:gd name="connsiteY24" fmla="*/ 207640 h 1006212"/>
              <a:gd name="connsiteX25" fmla="*/ 725723 w 1879144"/>
              <a:gd name="connsiteY25" fmla="*/ 197952 h 1006212"/>
              <a:gd name="connsiteX26" fmla="*/ 870008 w 1879144"/>
              <a:gd name="connsiteY26" fmla="*/ 187090 h 1006212"/>
              <a:gd name="connsiteX27" fmla="*/ 891896 w 1879144"/>
              <a:gd name="connsiteY27" fmla="*/ 107556 h 1006212"/>
              <a:gd name="connsiteX28" fmla="*/ 908896 w 1879144"/>
              <a:gd name="connsiteY28" fmla="*/ 17582 h 1006212"/>
              <a:gd name="connsiteX29" fmla="*/ 1029216 w 1879144"/>
              <a:gd name="connsiteY29" fmla="*/ 449 h 1006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879144" h="1006212">
                <a:moveTo>
                  <a:pt x="1029216" y="449"/>
                </a:moveTo>
                <a:cubicBezTo>
                  <a:pt x="1070231" y="-1068"/>
                  <a:pt x="1111623" y="1321"/>
                  <a:pt x="1151797" y="6746"/>
                </a:cubicBezTo>
                <a:cubicBezTo>
                  <a:pt x="1221799" y="16195"/>
                  <a:pt x="1325431" y="27918"/>
                  <a:pt x="1273294" y="93323"/>
                </a:cubicBezTo>
                <a:cubicBezTo>
                  <a:pt x="1251699" y="120415"/>
                  <a:pt x="1217884" y="127261"/>
                  <a:pt x="1218417" y="160618"/>
                </a:cubicBezTo>
                <a:cubicBezTo>
                  <a:pt x="1219078" y="200569"/>
                  <a:pt x="1325817" y="189548"/>
                  <a:pt x="1369685" y="192190"/>
                </a:cubicBezTo>
                <a:cubicBezTo>
                  <a:pt x="1521284" y="201296"/>
                  <a:pt x="1673380" y="207085"/>
                  <a:pt x="1825512" y="207719"/>
                </a:cubicBezTo>
                <a:cubicBezTo>
                  <a:pt x="1855855" y="268116"/>
                  <a:pt x="1881455" y="330653"/>
                  <a:pt x="1864950" y="393879"/>
                </a:cubicBezTo>
                <a:cubicBezTo>
                  <a:pt x="1820459" y="564296"/>
                  <a:pt x="1645445" y="388961"/>
                  <a:pt x="1528765" y="456562"/>
                </a:cubicBezTo>
                <a:cubicBezTo>
                  <a:pt x="1413002" y="523618"/>
                  <a:pt x="1493516" y="706764"/>
                  <a:pt x="1662702" y="646698"/>
                </a:cubicBezTo>
                <a:cubicBezTo>
                  <a:pt x="1817903" y="591601"/>
                  <a:pt x="1886324" y="679672"/>
                  <a:pt x="1878551" y="787830"/>
                </a:cubicBezTo>
                <a:cubicBezTo>
                  <a:pt x="1876363" y="818478"/>
                  <a:pt x="1840159" y="892711"/>
                  <a:pt x="1808807" y="973909"/>
                </a:cubicBezTo>
                <a:cubicBezTo>
                  <a:pt x="1741287" y="983967"/>
                  <a:pt x="1673785" y="994183"/>
                  <a:pt x="1605454" y="1000764"/>
                </a:cubicBezTo>
                <a:cubicBezTo>
                  <a:pt x="1518380" y="1009155"/>
                  <a:pt x="1117044" y="1023046"/>
                  <a:pt x="1250854" y="909456"/>
                </a:cubicBezTo>
                <a:cubicBezTo>
                  <a:pt x="1393540" y="788332"/>
                  <a:pt x="1044746" y="784645"/>
                  <a:pt x="947967" y="801932"/>
                </a:cubicBezTo>
                <a:cubicBezTo>
                  <a:pt x="857658" y="818067"/>
                  <a:pt x="845014" y="846919"/>
                  <a:pt x="891896" y="900495"/>
                </a:cubicBezTo>
                <a:cubicBezTo>
                  <a:pt x="952930" y="970235"/>
                  <a:pt x="895039" y="987139"/>
                  <a:pt x="802634" y="998398"/>
                </a:cubicBezTo>
                <a:cubicBezTo>
                  <a:pt x="648648" y="1017152"/>
                  <a:pt x="493868" y="991552"/>
                  <a:pt x="343592" y="968888"/>
                </a:cubicBezTo>
                <a:cubicBezTo>
                  <a:pt x="354509" y="946302"/>
                  <a:pt x="365589" y="923901"/>
                  <a:pt x="375146" y="901646"/>
                </a:cubicBezTo>
                <a:cubicBezTo>
                  <a:pt x="415963" y="806583"/>
                  <a:pt x="425815" y="709168"/>
                  <a:pt x="335525" y="626570"/>
                </a:cubicBezTo>
                <a:cubicBezTo>
                  <a:pt x="218879" y="603601"/>
                  <a:pt x="113280" y="720191"/>
                  <a:pt x="23946" y="604446"/>
                </a:cubicBezTo>
                <a:cubicBezTo>
                  <a:pt x="-8785" y="562050"/>
                  <a:pt x="-8583" y="508710"/>
                  <a:pt x="28393" y="467689"/>
                </a:cubicBezTo>
                <a:cubicBezTo>
                  <a:pt x="121477" y="435587"/>
                  <a:pt x="124398" y="445750"/>
                  <a:pt x="223897" y="464293"/>
                </a:cubicBezTo>
                <a:cubicBezTo>
                  <a:pt x="447702" y="506028"/>
                  <a:pt x="400857" y="361434"/>
                  <a:pt x="368642" y="258006"/>
                </a:cubicBezTo>
                <a:cubicBezTo>
                  <a:pt x="363403" y="241262"/>
                  <a:pt x="361179" y="224530"/>
                  <a:pt x="360646" y="207812"/>
                </a:cubicBezTo>
                <a:cubicBezTo>
                  <a:pt x="385586" y="207891"/>
                  <a:pt x="410524" y="207852"/>
                  <a:pt x="435462" y="207640"/>
                </a:cubicBezTo>
                <a:cubicBezTo>
                  <a:pt x="532333" y="206848"/>
                  <a:pt x="629185" y="203781"/>
                  <a:pt x="725723" y="197952"/>
                </a:cubicBezTo>
                <a:cubicBezTo>
                  <a:pt x="773911" y="195046"/>
                  <a:pt x="822023" y="191438"/>
                  <a:pt x="870008" y="187090"/>
                </a:cubicBezTo>
                <a:cubicBezTo>
                  <a:pt x="944201" y="180349"/>
                  <a:pt x="924939" y="145314"/>
                  <a:pt x="891896" y="107556"/>
                </a:cubicBezTo>
                <a:cubicBezTo>
                  <a:pt x="850729" y="60507"/>
                  <a:pt x="848782" y="50015"/>
                  <a:pt x="908896" y="17582"/>
                </a:cubicBezTo>
                <a:cubicBezTo>
                  <a:pt x="947563" y="7386"/>
                  <a:pt x="988201" y="1965"/>
                  <a:pt x="1029216" y="449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49" name="Picture 48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821E1EDB-2478-8821-62D4-82E4B232C8F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5806234" y="2831277"/>
            <a:ext cx="1590436" cy="1166249"/>
          </a:xfrm>
          <a:custGeom>
            <a:avLst/>
            <a:gdLst>
              <a:gd name="connsiteX0" fmla="*/ 713519 w 1590436"/>
              <a:gd name="connsiteY0" fmla="*/ 1909 h 1166249"/>
              <a:gd name="connsiteX1" fmla="*/ 826164 w 1590436"/>
              <a:gd name="connsiteY1" fmla="*/ 2709 h 1166249"/>
              <a:gd name="connsiteX2" fmla="*/ 1005533 w 1590436"/>
              <a:gd name="connsiteY2" fmla="*/ 68034 h 1166249"/>
              <a:gd name="connsiteX3" fmla="*/ 936615 w 1590436"/>
              <a:gd name="connsiteY3" fmla="*/ 136850 h 1166249"/>
              <a:gd name="connsiteX4" fmla="*/ 1035912 w 1590436"/>
              <a:gd name="connsiteY4" fmla="*/ 189489 h 1166249"/>
              <a:gd name="connsiteX5" fmla="*/ 1545936 w 1590436"/>
              <a:gd name="connsiteY5" fmla="*/ 208149 h 1166249"/>
              <a:gd name="connsiteX6" fmla="*/ 1553929 w 1590436"/>
              <a:gd name="connsiteY6" fmla="*/ 258343 h 1166249"/>
              <a:gd name="connsiteX7" fmla="*/ 1409185 w 1590436"/>
              <a:gd name="connsiteY7" fmla="*/ 464630 h 1166249"/>
              <a:gd name="connsiteX8" fmla="*/ 1213681 w 1590436"/>
              <a:gd name="connsiteY8" fmla="*/ 468027 h 1166249"/>
              <a:gd name="connsiteX9" fmla="*/ 1209233 w 1590436"/>
              <a:gd name="connsiteY9" fmla="*/ 604783 h 1166249"/>
              <a:gd name="connsiteX10" fmla="*/ 1520812 w 1590436"/>
              <a:gd name="connsiteY10" fmla="*/ 626907 h 1166249"/>
              <a:gd name="connsiteX11" fmla="*/ 1560435 w 1590436"/>
              <a:gd name="connsiteY11" fmla="*/ 901983 h 1166249"/>
              <a:gd name="connsiteX12" fmla="*/ 1528879 w 1590436"/>
              <a:gd name="connsiteY12" fmla="*/ 969225 h 1166249"/>
              <a:gd name="connsiteX13" fmla="*/ 1528733 w 1590436"/>
              <a:gd name="connsiteY13" fmla="*/ 969211 h 1166249"/>
              <a:gd name="connsiteX14" fmla="*/ 1031814 w 1590436"/>
              <a:gd name="connsiteY14" fmla="*/ 960542 h 1166249"/>
              <a:gd name="connsiteX15" fmla="*/ 935606 w 1590436"/>
              <a:gd name="connsiteY15" fmla="*/ 1149318 h 1166249"/>
              <a:gd name="connsiteX16" fmla="*/ 590671 w 1590436"/>
              <a:gd name="connsiteY16" fmla="*/ 1077464 h 1166249"/>
              <a:gd name="connsiteX17" fmla="*/ 563049 w 1590436"/>
              <a:gd name="connsiteY17" fmla="*/ 956842 h 1166249"/>
              <a:gd name="connsiteX18" fmla="*/ 329282 w 1590436"/>
              <a:gd name="connsiteY18" fmla="*/ 939608 h 1166249"/>
              <a:gd name="connsiteX19" fmla="*/ 54109 w 1590436"/>
              <a:gd name="connsiteY19" fmla="*/ 976705 h 1166249"/>
              <a:gd name="connsiteX20" fmla="*/ 35106 w 1590436"/>
              <a:gd name="connsiteY20" fmla="*/ 968934 h 1166249"/>
              <a:gd name="connsiteX21" fmla="*/ 3865 w 1590436"/>
              <a:gd name="connsiteY21" fmla="*/ 734550 h 1166249"/>
              <a:gd name="connsiteX22" fmla="*/ 148094 w 1590436"/>
              <a:gd name="connsiteY22" fmla="*/ 623814 h 1166249"/>
              <a:gd name="connsiteX23" fmla="*/ 301402 w 1590436"/>
              <a:gd name="connsiteY23" fmla="*/ 664797 h 1166249"/>
              <a:gd name="connsiteX24" fmla="*/ 381879 w 1590436"/>
              <a:gd name="connsiteY24" fmla="*/ 457638 h 1166249"/>
              <a:gd name="connsiteX25" fmla="*/ 26266 w 1590436"/>
              <a:gd name="connsiteY25" fmla="*/ 421203 h 1166249"/>
              <a:gd name="connsiteX26" fmla="*/ 59348 w 1590436"/>
              <a:gd name="connsiteY26" fmla="*/ 175876 h 1166249"/>
              <a:gd name="connsiteX27" fmla="*/ 211847 w 1590436"/>
              <a:gd name="connsiteY27" fmla="*/ 197947 h 1166249"/>
              <a:gd name="connsiteX28" fmla="*/ 441608 w 1590436"/>
              <a:gd name="connsiteY28" fmla="*/ 211479 h 1166249"/>
              <a:gd name="connsiteX29" fmla="*/ 622537 w 1590436"/>
              <a:gd name="connsiteY29" fmla="*/ 128537 h 1166249"/>
              <a:gd name="connsiteX30" fmla="*/ 607781 w 1590436"/>
              <a:gd name="connsiteY30" fmla="*/ 26246 h 1166249"/>
              <a:gd name="connsiteX31" fmla="*/ 713519 w 1590436"/>
              <a:gd name="connsiteY31" fmla="*/ 1909 h 1166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590436" h="1166249">
                <a:moveTo>
                  <a:pt x="713519" y="1909"/>
                </a:moveTo>
                <a:cubicBezTo>
                  <a:pt x="751389" y="-1226"/>
                  <a:pt x="790410" y="-172"/>
                  <a:pt x="826164" y="2709"/>
                </a:cubicBezTo>
                <a:cubicBezTo>
                  <a:pt x="887252" y="7624"/>
                  <a:pt x="1001178" y="13573"/>
                  <a:pt x="1005533" y="68034"/>
                </a:cubicBezTo>
                <a:cubicBezTo>
                  <a:pt x="990408" y="94612"/>
                  <a:pt x="968814" y="119233"/>
                  <a:pt x="936615" y="136850"/>
                </a:cubicBezTo>
                <a:cubicBezTo>
                  <a:pt x="920591" y="195567"/>
                  <a:pt x="970118" y="185233"/>
                  <a:pt x="1035912" y="189489"/>
                </a:cubicBezTo>
                <a:cubicBezTo>
                  <a:pt x="1205484" y="200444"/>
                  <a:pt x="1375665" y="207582"/>
                  <a:pt x="1545936" y="208149"/>
                </a:cubicBezTo>
                <a:cubicBezTo>
                  <a:pt x="1546487" y="224867"/>
                  <a:pt x="1548710" y="241585"/>
                  <a:pt x="1553929" y="258343"/>
                </a:cubicBezTo>
                <a:cubicBezTo>
                  <a:pt x="1586145" y="361757"/>
                  <a:pt x="1632992" y="506352"/>
                  <a:pt x="1409185" y="464630"/>
                </a:cubicBezTo>
                <a:cubicBezTo>
                  <a:pt x="1309687" y="446075"/>
                  <a:pt x="1306747" y="435912"/>
                  <a:pt x="1213681" y="468027"/>
                </a:cubicBezTo>
                <a:cubicBezTo>
                  <a:pt x="1176705" y="509048"/>
                  <a:pt x="1176502" y="562387"/>
                  <a:pt x="1209233" y="604783"/>
                </a:cubicBezTo>
                <a:cubicBezTo>
                  <a:pt x="1298568" y="720529"/>
                  <a:pt x="1404168" y="603938"/>
                  <a:pt x="1520812" y="626907"/>
                </a:cubicBezTo>
                <a:cubicBezTo>
                  <a:pt x="1611102" y="709507"/>
                  <a:pt x="1601253" y="806920"/>
                  <a:pt x="1560435" y="901983"/>
                </a:cubicBezTo>
                <a:cubicBezTo>
                  <a:pt x="1550879" y="924238"/>
                  <a:pt x="1539798" y="946640"/>
                  <a:pt x="1528879" y="969225"/>
                </a:cubicBezTo>
                <a:cubicBezTo>
                  <a:pt x="1528825" y="969225"/>
                  <a:pt x="1528789" y="969211"/>
                  <a:pt x="1528733" y="969211"/>
                </a:cubicBezTo>
                <a:cubicBezTo>
                  <a:pt x="1365446" y="944590"/>
                  <a:pt x="1194826" y="922547"/>
                  <a:pt x="1031814" y="960542"/>
                </a:cubicBezTo>
                <a:cubicBezTo>
                  <a:pt x="805159" y="1013365"/>
                  <a:pt x="1112750" y="1093785"/>
                  <a:pt x="935606" y="1149318"/>
                </a:cubicBezTo>
                <a:cubicBezTo>
                  <a:pt x="862884" y="1172102"/>
                  <a:pt x="482167" y="1189824"/>
                  <a:pt x="590671" y="1077464"/>
                </a:cubicBezTo>
                <a:cubicBezTo>
                  <a:pt x="643819" y="1022419"/>
                  <a:pt x="661811" y="984371"/>
                  <a:pt x="563049" y="956842"/>
                </a:cubicBezTo>
                <a:cubicBezTo>
                  <a:pt x="488876" y="936158"/>
                  <a:pt x="407608" y="934190"/>
                  <a:pt x="329282" y="939608"/>
                </a:cubicBezTo>
                <a:cubicBezTo>
                  <a:pt x="236179" y="946044"/>
                  <a:pt x="145391" y="962789"/>
                  <a:pt x="54109" y="976705"/>
                </a:cubicBezTo>
                <a:cubicBezTo>
                  <a:pt x="47897" y="973890"/>
                  <a:pt x="41502" y="971419"/>
                  <a:pt x="35106" y="968934"/>
                </a:cubicBezTo>
                <a:cubicBezTo>
                  <a:pt x="29704" y="890234"/>
                  <a:pt x="-12842" y="817322"/>
                  <a:pt x="3865" y="734550"/>
                </a:cubicBezTo>
                <a:cubicBezTo>
                  <a:pt x="14008" y="684198"/>
                  <a:pt x="64824" y="613600"/>
                  <a:pt x="148094" y="623814"/>
                </a:cubicBezTo>
                <a:cubicBezTo>
                  <a:pt x="202640" y="630502"/>
                  <a:pt x="246121" y="659854"/>
                  <a:pt x="301402" y="664797"/>
                </a:cubicBezTo>
                <a:cubicBezTo>
                  <a:pt x="437234" y="676916"/>
                  <a:pt x="450208" y="511269"/>
                  <a:pt x="381879" y="457638"/>
                </a:cubicBezTo>
                <a:cubicBezTo>
                  <a:pt x="282179" y="379400"/>
                  <a:pt x="99098" y="557854"/>
                  <a:pt x="26266" y="421203"/>
                </a:cubicBezTo>
                <a:cubicBezTo>
                  <a:pt x="-16884" y="340243"/>
                  <a:pt x="22443" y="253877"/>
                  <a:pt x="59348" y="175876"/>
                </a:cubicBezTo>
                <a:cubicBezTo>
                  <a:pt x="110181" y="183568"/>
                  <a:pt x="160940" y="191498"/>
                  <a:pt x="211847" y="197947"/>
                </a:cubicBezTo>
                <a:cubicBezTo>
                  <a:pt x="287581" y="207541"/>
                  <a:pt x="364585" y="214096"/>
                  <a:pt x="441608" y="211479"/>
                </a:cubicBezTo>
                <a:cubicBezTo>
                  <a:pt x="520026" y="208810"/>
                  <a:pt x="671663" y="208030"/>
                  <a:pt x="622537" y="128537"/>
                </a:cubicBezTo>
                <a:cubicBezTo>
                  <a:pt x="597819" y="88546"/>
                  <a:pt x="536602" y="57978"/>
                  <a:pt x="607781" y="26246"/>
                </a:cubicBezTo>
                <a:cubicBezTo>
                  <a:pt x="638931" y="12370"/>
                  <a:pt x="675650" y="5045"/>
                  <a:pt x="713519" y="1909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47" name="Picture 46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FB84D857-A5B5-0948-A1FD-7ED95CEBB7C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4055359" y="2977730"/>
            <a:ext cx="2173131" cy="1026242"/>
          </a:xfrm>
          <a:custGeom>
            <a:avLst/>
            <a:gdLst>
              <a:gd name="connsiteX0" fmla="*/ 1503310 w 2173131"/>
              <a:gd name="connsiteY0" fmla="*/ 5 h 1026242"/>
              <a:gd name="connsiteX1" fmla="*/ 1810203 w 2173131"/>
              <a:gd name="connsiteY1" fmla="*/ 29437 h 1026242"/>
              <a:gd name="connsiteX2" fmla="*/ 1777123 w 2173131"/>
              <a:gd name="connsiteY2" fmla="*/ 274764 h 1026242"/>
              <a:gd name="connsiteX3" fmla="*/ 2132735 w 2173131"/>
              <a:gd name="connsiteY3" fmla="*/ 311199 h 1026242"/>
              <a:gd name="connsiteX4" fmla="*/ 2052259 w 2173131"/>
              <a:gd name="connsiteY4" fmla="*/ 518359 h 1026242"/>
              <a:gd name="connsiteX5" fmla="*/ 1898949 w 2173131"/>
              <a:gd name="connsiteY5" fmla="*/ 477377 h 1026242"/>
              <a:gd name="connsiteX6" fmla="*/ 1754720 w 2173131"/>
              <a:gd name="connsiteY6" fmla="*/ 588112 h 1026242"/>
              <a:gd name="connsiteX7" fmla="*/ 1785961 w 2173131"/>
              <a:gd name="connsiteY7" fmla="*/ 822496 h 1026242"/>
              <a:gd name="connsiteX8" fmla="*/ 1582261 w 2173131"/>
              <a:gd name="connsiteY8" fmla="*/ 789984 h 1026242"/>
              <a:gd name="connsiteX9" fmla="*/ 1221964 w 2173131"/>
              <a:gd name="connsiteY9" fmla="*/ 892447 h 1026242"/>
              <a:gd name="connsiteX10" fmla="*/ 1216210 w 2173131"/>
              <a:gd name="connsiteY10" fmla="*/ 1002866 h 1026242"/>
              <a:gd name="connsiteX11" fmla="*/ 993802 w 2173131"/>
              <a:gd name="connsiteY11" fmla="*/ 1023126 h 1026242"/>
              <a:gd name="connsiteX12" fmla="*/ 849167 w 2173131"/>
              <a:gd name="connsiteY12" fmla="*/ 955143 h 1026242"/>
              <a:gd name="connsiteX13" fmla="*/ 877653 w 2173131"/>
              <a:gd name="connsiteY13" fmla="*/ 825403 h 1026242"/>
              <a:gd name="connsiteX14" fmla="*/ 334752 w 2173131"/>
              <a:gd name="connsiteY14" fmla="*/ 826790 h 1026242"/>
              <a:gd name="connsiteX15" fmla="*/ 377958 w 2173131"/>
              <a:gd name="connsiteY15" fmla="*/ 532857 h 1026242"/>
              <a:gd name="connsiteX16" fmla="*/ 31166 w 2173131"/>
              <a:gd name="connsiteY16" fmla="*/ 477468 h 1026242"/>
              <a:gd name="connsiteX17" fmla="*/ 11594 w 2173131"/>
              <a:gd name="connsiteY17" fmla="*/ 343671 h 1026242"/>
              <a:gd name="connsiteX18" fmla="*/ 239334 w 2173131"/>
              <a:gd name="connsiteY18" fmla="*/ 321666 h 1026242"/>
              <a:gd name="connsiteX19" fmla="*/ 336718 w 2173131"/>
              <a:gd name="connsiteY19" fmla="*/ 34763 h 1026242"/>
              <a:gd name="connsiteX20" fmla="*/ 768727 w 2173131"/>
              <a:gd name="connsiteY20" fmla="*/ 10181 h 1026242"/>
              <a:gd name="connsiteX21" fmla="*/ 913288 w 2173131"/>
              <a:gd name="connsiteY21" fmla="*/ 89067 h 1026242"/>
              <a:gd name="connsiteX22" fmla="*/ 921153 w 2173131"/>
              <a:gd name="connsiteY22" fmla="*/ 218200 h 1026242"/>
              <a:gd name="connsiteX23" fmla="*/ 1281010 w 2173131"/>
              <a:gd name="connsiteY23" fmla="*/ 149913 h 1026242"/>
              <a:gd name="connsiteX24" fmla="*/ 1235747 w 2173131"/>
              <a:gd name="connsiteY24" fmla="*/ 43538 h 1026242"/>
              <a:gd name="connsiteX25" fmla="*/ 1503310 w 2173131"/>
              <a:gd name="connsiteY25" fmla="*/ 5 h 1026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173131" h="1026242">
                <a:moveTo>
                  <a:pt x="1503310" y="5"/>
                </a:moveTo>
                <a:cubicBezTo>
                  <a:pt x="1607164" y="-285"/>
                  <a:pt x="1708848" y="14094"/>
                  <a:pt x="1810203" y="29437"/>
                </a:cubicBezTo>
                <a:cubicBezTo>
                  <a:pt x="1773300" y="107450"/>
                  <a:pt x="1733971" y="193803"/>
                  <a:pt x="1777123" y="274764"/>
                </a:cubicBezTo>
                <a:cubicBezTo>
                  <a:pt x="1849953" y="411415"/>
                  <a:pt x="2033036" y="232961"/>
                  <a:pt x="2132735" y="311199"/>
                </a:cubicBezTo>
                <a:cubicBezTo>
                  <a:pt x="2201065" y="364830"/>
                  <a:pt x="2188089" y="530477"/>
                  <a:pt x="2052259" y="518359"/>
                </a:cubicBezTo>
                <a:cubicBezTo>
                  <a:pt x="1996976" y="513429"/>
                  <a:pt x="1953495" y="484063"/>
                  <a:pt x="1898949" y="477377"/>
                </a:cubicBezTo>
                <a:cubicBezTo>
                  <a:pt x="1815679" y="467160"/>
                  <a:pt x="1764865" y="537759"/>
                  <a:pt x="1754720" y="588112"/>
                </a:cubicBezTo>
                <a:cubicBezTo>
                  <a:pt x="1738032" y="670883"/>
                  <a:pt x="1780559" y="743795"/>
                  <a:pt x="1785961" y="822496"/>
                </a:cubicBezTo>
                <a:cubicBezTo>
                  <a:pt x="1723716" y="798311"/>
                  <a:pt x="1652851" y="789164"/>
                  <a:pt x="1582261" y="789984"/>
                </a:cubicBezTo>
                <a:cubicBezTo>
                  <a:pt x="1512039" y="790790"/>
                  <a:pt x="1162676" y="808209"/>
                  <a:pt x="1221964" y="892447"/>
                </a:cubicBezTo>
                <a:cubicBezTo>
                  <a:pt x="1260263" y="946896"/>
                  <a:pt x="1333628" y="966060"/>
                  <a:pt x="1216210" y="1002866"/>
                </a:cubicBezTo>
                <a:cubicBezTo>
                  <a:pt x="1146742" y="1024632"/>
                  <a:pt x="1068581" y="1030712"/>
                  <a:pt x="993802" y="1023126"/>
                </a:cubicBezTo>
                <a:cubicBezTo>
                  <a:pt x="957908" y="1019479"/>
                  <a:pt x="825643" y="1002072"/>
                  <a:pt x="849167" y="955143"/>
                </a:cubicBezTo>
                <a:cubicBezTo>
                  <a:pt x="881439" y="916513"/>
                  <a:pt x="969450" y="851914"/>
                  <a:pt x="877653" y="825403"/>
                </a:cubicBezTo>
                <a:cubicBezTo>
                  <a:pt x="699443" y="773914"/>
                  <a:pt x="517373" y="799421"/>
                  <a:pt x="334752" y="826790"/>
                </a:cubicBezTo>
                <a:cubicBezTo>
                  <a:pt x="382019" y="729813"/>
                  <a:pt x="438513" y="632729"/>
                  <a:pt x="377958" y="532857"/>
                </a:cubicBezTo>
                <a:cubicBezTo>
                  <a:pt x="292960" y="392688"/>
                  <a:pt x="128900" y="591799"/>
                  <a:pt x="31166" y="477468"/>
                </a:cubicBezTo>
                <a:cubicBezTo>
                  <a:pt x="-2649" y="437913"/>
                  <a:pt x="-8584" y="387468"/>
                  <a:pt x="11594" y="343671"/>
                </a:cubicBezTo>
                <a:cubicBezTo>
                  <a:pt x="47561" y="265578"/>
                  <a:pt x="162552" y="304618"/>
                  <a:pt x="239334" y="321666"/>
                </a:cubicBezTo>
                <a:cubicBezTo>
                  <a:pt x="449633" y="368358"/>
                  <a:pt x="395877" y="182451"/>
                  <a:pt x="336718" y="34763"/>
                </a:cubicBezTo>
                <a:cubicBezTo>
                  <a:pt x="478190" y="13764"/>
                  <a:pt x="624442" y="-8044"/>
                  <a:pt x="768727" y="10181"/>
                </a:cubicBezTo>
                <a:cubicBezTo>
                  <a:pt x="830716" y="18005"/>
                  <a:pt x="943281" y="27138"/>
                  <a:pt x="913288" y="89067"/>
                </a:cubicBezTo>
                <a:cubicBezTo>
                  <a:pt x="879068" y="142816"/>
                  <a:pt x="800595" y="190221"/>
                  <a:pt x="921153" y="218200"/>
                </a:cubicBezTo>
                <a:cubicBezTo>
                  <a:pt x="994444" y="235209"/>
                  <a:pt x="1314991" y="248425"/>
                  <a:pt x="1281010" y="149913"/>
                </a:cubicBezTo>
                <a:cubicBezTo>
                  <a:pt x="1239606" y="117494"/>
                  <a:pt x="1187193" y="86173"/>
                  <a:pt x="1235747" y="43538"/>
                </a:cubicBezTo>
                <a:cubicBezTo>
                  <a:pt x="1319016" y="13803"/>
                  <a:pt x="1410649" y="270"/>
                  <a:pt x="1503310" y="5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45" name="Picture 44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F3994F90-7473-6BF6-1FBD-30898779FE6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2860319" y="2830885"/>
            <a:ext cx="1599331" cy="1008604"/>
          </a:xfrm>
          <a:custGeom>
            <a:avLst/>
            <a:gdLst>
              <a:gd name="connsiteX0" fmla="*/ 739350 w 1599331"/>
              <a:gd name="connsiteY0" fmla="*/ 629 h 1008604"/>
              <a:gd name="connsiteX1" fmla="*/ 872286 w 1599331"/>
              <a:gd name="connsiteY1" fmla="*/ 7462 h 1008604"/>
              <a:gd name="connsiteX2" fmla="*/ 993763 w 1599331"/>
              <a:gd name="connsiteY2" fmla="*/ 94039 h 1008604"/>
              <a:gd name="connsiteX3" fmla="*/ 1019878 w 1599331"/>
              <a:gd name="connsiteY3" fmla="*/ 201285 h 1008604"/>
              <a:gd name="connsiteX4" fmla="*/ 1515696 w 1599331"/>
              <a:gd name="connsiteY4" fmla="*/ 183946 h 1008604"/>
              <a:gd name="connsiteX5" fmla="*/ 1531758 w 1599331"/>
              <a:gd name="connsiteY5" fmla="*/ 181567 h 1008604"/>
              <a:gd name="connsiteX6" fmla="*/ 1434374 w 1599331"/>
              <a:gd name="connsiteY6" fmla="*/ 468470 h 1008604"/>
              <a:gd name="connsiteX7" fmla="*/ 1206634 w 1599331"/>
              <a:gd name="connsiteY7" fmla="*/ 490475 h 1008604"/>
              <a:gd name="connsiteX8" fmla="*/ 1226209 w 1599331"/>
              <a:gd name="connsiteY8" fmla="*/ 624272 h 1008604"/>
              <a:gd name="connsiteX9" fmla="*/ 1572998 w 1599331"/>
              <a:gd name="connsiteY9" fmla="*/ 679661 h 1008604"/>
              <a:gd name="connsiteX10" fmla="*/ 1529792 w 1599331"/>
              <a:gd name="connsiteY10" fmla="*/ 973594 h 1008604"/>
              <a:gd name="connsiteX11" fmla="*/ 1135035 w 1599331"/>
              <a:gd name="connsiteY11" fmla="*/ 1007347 h 1008604"/>
              <a:gd name="connsiteX12" fmla="*/ 942049 w 1599331"/>
              <a:gd name="connsiteY12" fmla="*/ 930181 h 1008604"/>
              <a:gd name="connsiteX13" fmla="*/ 950797 w 1599331"/>
              <a:gd name="connsiteY13" fmla="*/ 815176 h 1008604"/>
              <a:gd name="connsiteX14" fmla="*/ 574583 w 1599331"/>
              <a:gd name="connsiteY14" fmla="*/ 860877 h 1008604"/>
              <a:gd name="connsiteX15" fmla="*/ 637986 w 1599331"/>
              <a:gd name="connsiteY15" fmla="*/ 944480 h 1008604"/>
              <a:gd name="connsiteX16" fmla="*/ 542807 w 1599331"/>
              <a:gd name="connsiteY16" fmla="*/ 984934 h 1008604"/>
              <a:gd name="connsiteX17" fmla="*/ 253355 w 1599331"/>
              <a:gd name="connsiteY17" fmla="*/ 999934 h 1008604"/>
              <a:gd name="connsiteX18" fmla="*/ 72113 w 1599331"/>
              <a:gd name="connsiteY18" fmla="*/ 1001546 h 1008604"/>
              <a:gd name="connsiteX19" fmla="*/ 1559 w 1599331"/>
              <a:gd name="connsiteY19" fmla="*/ 820581 h 1008604"/>
              <a:gd name="connsiteX20" fmla="*/ 152773 w 1599331"/>
              <a:gd name="connsiteY20" fmla="*/ 623968 h 1008604"/>
              <a:gd name="connsiteX21" fmla="*/ 306100 w 1599331"/>
              <a:gd name="connsiteY21" fmla="*/ 664950 h 1008604"/>
              <a:gd name="connsiteX22" fmla="*/ 426456 w 1599331"/>
              <a:gd name="connsiteY22" fmla="*/ 566083 h 1008604"/>
              <a:gd name="connsiteX23" fmla="*/ 364155 w 1599331"/>
              <a:gd name="connsiteY23" fmla="*/ 441194 h 1008604"/>
              <a:gd name="connsiteX24" fmla="*/ 166244 w 1599331"/>
              <a:gd name="connsiteY24" fmla="*/ 473519 h 1008604"/>
              <a:gd name="connsiteX25" fmla="*/ 32490 w 1599331"/>
              <a:gd name="connsiteY25" fmla="*/ 300523 h 1008604"/>
              <a:gd name="connsiteX26" fmla="*/ 46236 w 1599331"/>
              <a:gd name="connsiteY26" fmla="*/ 208210 h 1008604"/>
              <a:gd name="connsiteX27" fmla="*/ 155970 w 1599331"/>
              <a:gd name="connsiteY27" fmla="*/ 208356 h 1008604"/>
              <a:gd name="connsiteX28" fmla="*/ 446212 w 1599331"/>
              <a:gd name="connsiteY28" fmla="*/ 198668 h 1008604"/>
              <a:gd name="connsiteX29" fmla="*/ 628007 w 1599331"/>
              <a:gd name="connsiteY29" fmla="*/ 128915 h 1008604"/>
              <a:gd name="connsiteX30" fmla="*/ 613249 w 1599331"/>
              <a:gd name="connsiteY30" fmla="*/ 26625 h 1008604"/>
              <a:gd name="connsiteX31" fmla="*/ 739350 w 1599331"/>
              <a:gd name="connsiteY31" fmla="*/ 629 h 1008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599331" h="1008604">
                <a:moveTo>
                  <a:pt x="739350" y="629"/>
                </a:moveTo>
                <a:cubicBezTo>
                  <a:pt x="784651" y="-1469"/>
                  <a:pt x="831092" y="1905"/>
                  <a:pt x="872286" y="7462"/>
                </a:cubicBezTo>
                <a:cubicBezTo>
                  <a:pt x="942288" y="16911"/>
                  <a:pt x="1045903" y="28634"/>
                  <a:pt x="993763" y="94039"/>
                </a:cubicBezTo>
                <a:cubicBezTo>
                  <a:pt x="948095" y="151316"/>
                  <a:pt x="897610" y="178687"/>
                  <a:pt x="1019878" y="201285"/>
                </a:cubicBezTo>
                <a:cubicBezTo>
                  <a:pt x="1184048" y="231642"/>
                  <a:pt x="1353235" y="207985"/>
                  <a:pt x="1515696" y="183946"/>
                </a:cubicBezTo>
                <a:cubicBezTo>
                  <a:pt x="1521044" y="183153"/>
                  <a:pt x="1526393" y="182360"/>
                  <a:pt x="1531758" y="181567"/>
                </a:cubicBezTo>
                <a:cubicBezTo>
                  <a:pt x="1590917" y="329255"/>
                  <a:pt x="1644673" y="515162"/>
                  <a:pt x="1434374" y="468470"/>
                </a:cubicBezTo>
                <a:cubicBezTo>
                  <a:pt x="1357592" y="451422"/>
                  <a:pt x="1242601" y="412396"/>
                  <a:pt x="1206634" y="490475"/>
                </a:cubicBezTo>
                <a:cubicBezTo>
                  <a:pt x="1186437" y="534272"/>
                  <a:pt x="1192393" y="584717"/>
                  <a:pt x="1226209" y="624272"/>
                </a:cubicBezTo>
                <a:cubicBezTo>
                  <a:pt x="1323960" y="738603"/>
                  <a:pt x="1488001" y="539493"/>
                  <a:pt x="1572998" y="679661"/>
                </a:cubicBezTo>
                <a:cubicBezTo>
                  <a:pt x="1633554" y="779532"/>
                  <a:pt x="1577060" y="876629"/>
                  <a:pt x="1529792" y="973594"/>
                </a:cubicBezTo>
                <a:cubicBezTo>
                  <a:pt x="1398077" y="993299"/>
                  <a:pt x="1266069" y="1013956"/>
                  <a:pt x="1135035" y="1007347"/>
                </a:cubicBezTo>
                <a:cubicBezTo>
                  <a:pt x="1059667" y="1003554"/>
                  <a:pt x="922403" y="1002365"/>
                  <a:pt x="942049" y="930181"/>
                </a:cubicBezTo>
                <a:cubicBezTo>
                  <a:pt x="1006683" y="894815"/>
                  <a:pt x="1044579" y="837894"/>
                  <a:pt x="950797" y="815176"/>
                </a:cubicBezTo>
                <a:cubicBezTo>
                  <a:pt x="861738" y="793607"/>
                  <a:pt x="595662" y="759827"/>
                  <a:pt x="574583" y="860877"/>
                </a:cubicBezTo>
                <a:cubicBezTo>
                  <a:pt x="598032" y="887639"/>
                  <a:pt x="629514" y="912365"/>
                  <a:pt x="637986" y="944480"/>
                </a:cubicBezTo>
                <a:cubicBezTo>
                  <a:pt x="655556" y="994397"/>
                  <a:pt x="589449" y="981141"/>
                  <a:pt x="542807" y="984934"/>
                </a:cubicBezTo>
                <a:cubicBezTo>
                  <a:pt x="446673" y="992744"/>
                  <a:pt x="350060" y="997555"/>
                  <a:pt x="253355" y="999934"/>
                </a:cubicBezTo>
                <a:cubicBezTo>
                  <a:pt x="192946" y="1001413"/>
                  <a:pt x="132502" y="1001850"/>
                  <a:pt x="72113" y="1001546"/>
                </a:cubicBezTo>
                <a:cubicBezTo>
                  <a:pt x="41917" y="922172"/>
                  <a:pt x="5989" y="848797"/>
                  <a:pt x="1559" y="820581"/>
                </a:cubicBezTo>
                <a:cubicBezTo>
                  <a:pt x="-8364" y="757251"/>
                  <a:pt x="27583" y="607343"/>
                  <a:pt x="152773" y="623968"/>
                </a:cubicBezTo>
                <a:cubicBezTo>
                  <a:pt x="207079" y="631184"/>
                  <a:pt x="250671" y="660577"/>
                  <a:pt x="306100" y="664950"/>
                </a:cubicBezTo>
                <a:cubicBezTo>
                  <a:pt x="389720" y="671559"/>
                  <a:pt x="416753" y="614849"/>
                  <a:pt x="426456" y="566083"/>
                </a:cubicBezTo>
                <a:cubicBezTo>
                  <a:pt x="435959" y="518360"/>
                  <a:pt x="419142" y="471524"/>
                  <a:pt x="364155" y="441194"/>
                </a:cubicBezTo>
                <a:cubicBezTo>
                  <a:pt x="293254" y="429074"/>
                  <a:pt x="232386" y="462827"/>
                  <a:pt x="166244" y="473519"/>
                </a:cubicBezTo>
                <a:cubicBezTo>
                  <a:pt x="-13622" y="502594"/>
                  <a:pt x="-94" y="380545"/>
                  <a:pt x="32490" y="300523"/>
                </a:cubicBezTo>
                <a:cubicBezTo>
                  <a:pt x="45463" y="268673"/>
                  <a:pt x="48441" y="238184"/>
                  <a:pt x="46236" y="208210"/>
                </a:cubicBezTo>
                <a:cubicBezTo>
                  <a:pt x="82808" y="208528"/>
                  <a:pt x="119380" y="208660"/>
                  <a:pt x="155970" y="208356"/>
                </a:cubicBezTo>
                <a:cubicBezTo>
                  <a:pt x="252840" y="207563"/>
                  <a:pt x="349674" y="204497"/>
                  <a:pt x="446212" y="198668"/>
                </a:cubicBezTo>
                <a:cubicBezTo>
                  <a:pt x="523125" y="194017"/>
                  <a:pt x="678381" y="210404"/>
                  <a:pt x="628007" y="128915"/>
                </a:cubicBezTo>
                <a:cubicBezTo>
                  <a:pt x="603289" y="88937"/>
                  <a:pt x="542053" y="58343"/>
                  <a:pt x="613249" y="26625"/>
                </a:cubicBezTo>
                <a:cubicBezTo>
                  <a:pt x="649885" y="10297"/>
                  <a:pt x="694048" y="2727"/>
                  <a:pt x="739350" y="629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43" name="Picture 42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85B4489F-1519-4E70-0769-BCFB5BDB1B2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6993080" y="2038662"/>
            <a:ext cx="2031650" cy="1000815"/>
          </a:xfrm>
          <a:custGeom>
            <a:avLst/>
            <a:gdLst>
              <a:gd name="connsiteX0" fmla="*/ 1027623 w 2031650"/>
              <a:gd name="connsiteY0" fmla="*/ 448 h 1000815"/>
              <a:gd name="connsiteX1" fmla="*/ 1150204 w 2031650"/>
              <a:gd name="connsiteY1" fmla="*/ 6746 h 1000815"/>
              <a:gd name="connsiteX2" fmla="*/ 1271699 w 2031650"/>
              <a:gd name="connsiteY2" fmla="*/ 93323 h 1000815"/>
              <a:gd name="connsiteX3" fmla="*/ 1216824 w 2031650"/>
              <a:gd name="connsiteY3" fmla="*/ 160618 h 1000815"/>
              <a:gd name="connsiteX4" fmla="*/ 1336924 w 2031650"/>
              <a:gd name="connsiteY4" fmla="*/ 206795 h 1000815"/>
              <a:gd name="connsiteX5" fmla="*/ 1806919 w 2031650"/>
              <a:gd name="connsiteY5" fmla="*/ 180019 h 1000815"/>
              <a:gd name="connsiteX6" fmla="*/ 1764724 w 2031650"/>
              <a:gd name="connsiteY6" fmla="*/ 379248 h 1000815"/>
              <a:gd name="connsiteX7" fmla="*/ 2026135 w 2031650"/>
              <a:gd name="connsiteY7" fmla="*/ 442372 h 1000815"/>
              <a:gd name="connsiteX8" fmla="*/ 2031650 w 2031650"/>
              <a:gd name="connsiteY8" fmla="*/ 441885 h 1000815"/>
              <a:gd name="connsiteX9" fmla="*/ 2031650 w 2031650"/>
              <a:gd name="connsiteY9" fmla="*/ 661337 h 1000815"/>
              <a:gd name="connsiteX10" fmla="*/ 2021142 w 2031650"/>
              <a:gd name="connsiteY10" fmla="*/ 660198 h 1000815"/>
              <a:gd name="connsiteX11" fmla="*/ 1790361 w 2031650"/>
              <a:gd name="connsiteY11" fmla="*/ 673804 h 1000815"/>
              <a:gd name="connsiteX12" fmla="*/ 1784866 w 2031650"/>
              <a:gd name="connsiteY12" fmla="*/ 923306 h 1000815"/>
              <a:gd name="connsiteX13" fmla="*/ 1823974 w 2031650"/>
              <a:gd name="connsiteY13" fmla="*/ 1000671 h 1000815"/>
              <a:gd name="connsiteX14" fmla="*/ 1368148 w 2031650"/>
              <a:gd name="connsiteY14" fmla="*/ 985144 h 1000815"/>
              <a:gd name="connsiteX15" fmla="*/ 1216861 w 2031650"/>
              <a:gd name="connsiteY15" fmla="*/ 953584 h 1000815"/>
              <a:gd name="connsiteX16" fmla="*/ 1271736 w 2031650"/>
              <a:gd name="connsiteY16" fmla="*/ 886289 h 1000815"/>
              <a:gd name="connsiteX17" fmla="*/ 1150241 w 2031650"/>
              <a:gd name="connsiteY17" fmla="*/ 799711 h 1000815"/>
              <a:gd name="connsiteX18" fmla="*/ 907340 w 2031650"/>
              <a:gd name="connsiteY18" fmla="*/ 810549 h 1000815"/>
              <a:gd name="connsiteX19" fmla="*/ 890340 w 2031650"/>
              <a:gd name="connsiteY19" fmla="*/ 900522 h 1000815"/>
              <a:gd name="connsiteX20" fmla="*/ 868452 w 2031650"/>
              <a:gd name="connsiteY20" fmla="*/ 980054 h 1000815"/>
              <a:gd name="connsiteX21" fmla="*/ 724167 w 2031650"/>
              <a:gd name="connsiteY21" fmla="*/ 990919 h 1000815"/>
              <a:gd name="connsiteX22" fmla="*/ 433906 w 2031650"/>
              <a:gd name="connsiteY22" fmla="*/ 1000606 h 1000815"/>
              <a:gd name="connsiteX23" fmla="*/ 359090 w 2031650"/>
              <a:gd name="connsiteY23" fmla="*/ 1000778 h 1000815"/>
              <a:gd name="connsiteX24" fmla="*/ 386326 w 2031650"/>
              <a:gd name="connsiteY24" fmla="*/ 703882 h 1000815"/>
              <a:gd name="connsiteX25" fmla="*/ 219821 w 2031650"/>
              <a:gd name="connsiteY25" fmla="*/ 641716 h 1000815"/>
              <a:gd name="connsiteX26" fmla="*/ 73533 w 2031650"/>
              <a:gd name="connsiteY26" fmla="*/ 645760 h 1000815"/>
              <a:gd name="connsiteX27" fmla="*/ 112477 w 2031650"/>
              <a:gd name="connsiteY27" fmla="*/ 438230 h 1000815"/>
              <a:gd name="connsiteX28" fmla="*/ 346942 w 2031650"/>
              <a:gd name="connsiteY28" fmla="*/ 473438 h 1000815"/>
              <a:gd name="connsiteX29" fmla="*/ 397922 w 2031650"/>
              <a:gd name="connsiteY29" fmla="*/ 353940 h 1000815"/>
              <a:gd name="connsiteX30" fmla="*/ 337183 w 2031650"/>
              <a:gd name="connsiteY30" fmla="*/ 175168 h 1000815"/>
              <a:gd name="connsiteX31" fmla="*/ 532907 w 2031650"/>
              <a:gd name="connsiteY31" fmla="*/ 202513 h 1000815"/>
              <a:gd name="connsiteX32" fmla="*/ 762669 w 2031650"/>
              <a:gd name="connsiteY32" fmla="*/ 209240 h 1000815"/>
              <a:gd name="connsiteX33" fmla="*/ 890303 w 2031650"/>
              <a:gd name="connsiteY33" fmla="*/ 107556 h 1000815"/>
              <a:gd name="connsiteX34" fmla="*/ 907303 w 2031650"/>
              <a:gd name="connsiteY34" fmla="*/ 17582 h 1000815"/>
              <a:gd name="connsiteX35" fmla="*/ 1027623 w 2031650"/>
              <a:gd name="connsiteY35" fmla="*/ 448 h 1000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031650" h="1000815">
                <a:moveTo>
                  <a:pt x="1027623" y="448"/>
                </a:moveTo>
                <a:cubicBezTo>
                  <a:pt x="1068638" y="-1068"/>
                  <a:pt x="1110030" y="1321"/>
                  <a:pt x="1150204" y="6746"/>
                </a:cubicBezTo>
                <a:cubicBezTo>
                  <a:pt x="1220204" y="16195"/>
                  <a:pt x="1323838" y="27918"/>
                  <a:pt x="1271699" y="93323"/>
                </a:cubicBezTo>
                <a:cubicBezTo>
                  <a:pt x="1250107" y="120415"/>
                  <a:pt x="1216291" y="127261"/>
                  <a:pt x="1216824" y="160618"/>
                </a:cubicBezTo>
                <a:cubicBezTo>
                  <a:pt x="1217449" y="198323"/>
                  <a:pt x="1294874" y="201059"/>
                  <a:pt x="1336924" y="206795"/>
                </a:cubicBezTo>
                <a:cubicBezTo>
                  <a:pt x="1495064" y="228363"/>
                  <a:pt x="1651092" y="203504"/>
                  <a:pt x="1806919" y="180019"/>
                </a:cubicBezTo>
                <a:cubicBezTo>
                  <a:pt x="1776135" y="245503"/>
                  <a:pt x="1749837" y="311675"/>
                  <a:pt x="1764724" y="379248"/>
                </a:cubicBezTo>
                <a:cubicBezTo>
                  <a:pt x="1794537" y="514546"/>
                  <a:pt x="1907283" y="459780"/>
                  <a:pt x="2026135" y="442372"/>
                </a:cubicBezTo>
                <a:lnTo>
                  <a:pt x="2031650" y="441885"/>
                </a:lnTo>
                <a:lnTo>
                  <a:pt x="2031650" y="661337"/>
                </a:lnTo>
                <a:lnTo>
                  <a:pt x="2021142" y="660198"/>
                </a:lnTo>
                <a:cubicBezTo>
                  <a:pt x="1935541" y="642591"/>
                  <a:pt x="1861524" y="586460"/>
                  <a:pt x="1790361" y="673804"/>
                </a:cubicBezTo>
                <a:cubicBezTo>
                  <a:pt x="1725910" y="752901"/>
                  <a:pt x="1746071" y="840746"/>
                  <a:pt x="1784866" y="923306"/>
                </a:cubicBezTo>
                <a:cubicBezTo>
                  <a:pt x="1796774" y="948615"/>
                  <a:pt x="1810798" y="974438"/>
                  <a:pt x="1823974" y="1000671"/>
                </a:cubicBezTo>
                <a:cubicBezTo>
                  <a:pt x="1671824" y="1000037"/>
                  <a:pt x="1519746" y="994249"/>
                  <a:pt x="1368148" y="985144"/>
                </a:cubicBezTo>
                <a:cubicBezTo>
                  <a:pt x="1324261" y="982501"/>
                  <a:pt x="1217522" y="993521"/>
                  <a:pt x="1216861" y="953584"/>
                </a:cubicBezTo>
                <a:cubicBezTo>
                  <a:pt x="1216309" y="920227"/>
                  <a:pt x="1250124" y="913381"/>
                  <a:pt x="1271736" y="886289"/>
                </a:cubicBezTo>
                <a:cubicBezTo>
                  <a:pt x="1323875" y="820897"/>
                  <a:pt x="1220260" y="809161"/>
                  <a:pt x="1150241" y="799711"/>
                </a:cubicBezTo>
                <a:cubicBezTo>
                  <a:pt x="1069891" y="788861"/>
                  <a:pt x="984674" y="790157"/>
                  <a:pt x="907340" y="810549"/>
                </a:cubicBezTo>
                <a:cubicBezTo>
                  <a:pt x="847224" y="842980"/>
                  <a:pt x="849173" y="853461"/>
                  <a:pt x="890340" y="900522"/>
                </a:cubicBezTo>
                <a:cubicBezTo>
                  <a:pt x="923383" y="938292"/>
                  <a:pt x="942643" y="973328"/>
                  <a:pt x="868452" y="980054"/>
                </a:cubicBezTo>
                <a:cubicBezTo>
                  <a:pt x="820450" y="984403"/>
                  <a:pt x="772355" y="987998"/>
                  <a:pt x="724167" y="990919"/>
                </a:cubicBezTo>
                <a:cubicBezTo>
                  <a:pt x="627627" y="996747"/>
                  <a:pt x="530777" y="999812"/>
                  <a:pt x="433906" y="1000606"/>
                </a:cubicBezTo>
                <a:cubicBezTo>
                  <a:pt x="408968" y="1000817"/>
                  <a:pt x="384028" y="1000857"/>
                  <a:pt x="359090" y="1000778"/>
                </a:cubicBezTo>
                <a:cubicBezTo>
                  <a:pt x="355966" y="901725"/>
                  <a:pt x="420803" y="803174"/>
                  <a:pt x="386326" y="703882"/>
                </a:cubicBezTo>
                <a:cubicBezTo>
                  <a:pt x="363721" y="638821"/>
                  <a:pt x="306530" y="595883"/>
                  <a:pt x="219821" y="641716"/>
                </a:cubicBezTo>
                <a:cubicBezTo>
                  <a:pt x="175604" y="665095"/>
                  <a:pt x="119589" y="668385"/>
                  <a:pt x="73533" y="645760"/>
                </a:cubicBezTo>
                <a:cubicBezTo>
                  <a:pt x="-22565" y="598552"/>
                  <a:pt x="-38920" y="440121"/>
                  <a:pt x="112477" y="438230"/>
                </a:cubicBezTo>
                <a:cubicBezTo>
                  <a:pt x="188580" y="437280"/>
                  <a:pt x="263249" y="474007"/>
                  <a:pt x="346942" y="473438"/>
                </a:cubicBezTo>
                <a:cubicBezTo>
                  <a:pt x="380482" y="437980"/>
                  <a:pt x="398144" y="396812"/>
                  <a:pt x="397922" y="353940"/>
                </a:cubicBezTo>
                <a:cubicBezTo>
                  <a:pt x="397629" y="298182"/>
                  <a:pt x="367581" y="237112"/>
                  <a:pt x="337183" y="175168"/>
                </a:cubicBezTo>
                <a:cubicBezTo>
                  <a:pt x="402296" y="185002"/>
                  <a:pt x="467299" y="195297"/>
                  <a:pt x="532907" y="202513"/>
                </a:cubicBezTo>
                <a:cubicBezTo>
                  <a:pt x="608810" y="210864"/>
                  <a:pt x="686087" y="215081"/>
                  <a:pt x="762669" y="209240"/>
                </a:cubicBezTo>
                <a:cubicBezTo>
                  <a:pt x="860457" y="201772"/>
                  <a:pt x="962179" y="189719"/>
                  <a:pt x="890303" y="107556"/>
                </a:cubicBezTo>
                <a:cubicBezTo>
                  <a:pt x="849137" y="60507"/>
                  <a:pt x="847188" y="50015"/>
                  <a:pt x="907303" y="17582"/>
                </a:cubicBezTo>
                <a:cubicBezTo>
                  <a:pt x="945970" y="7386"/>
                  <a:pt x="986608" y="1965"/>
                  <a:pt x="1027623" y="448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41" name="Picture 40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6F1C5E8F-5E3B-7CB2-37F0-CB527CCB3E1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5522838" y="2185310"/>
            <a:ext cx="1868129" cy="858038"/>
          </a:xfrm>
          <a:custGeom>
            <a:avLst/>
            <a:gdLst>
              <a:gd name="connsiteX0" fmla="*/ 1544693 w 1868129"/>
              <a:gd name="connsiteY0" fmla="*/ 318 h 858038"/>
              <a:gd name="connsiteX1" fmla="*/ 1807388 w 1868129"/>
              <a:gd name="connsiteY1" fmla="*/ 28508 h 858038"/>
              <a:gd name="connsiteX2" fmla="*/ 1868127 w 1868129"/>
              <a:gd name="connsiteY2" fmla="*/ 207278 h 858038"/>
              <a:gd name="connsiteX3" fmla="*/ 1817148 w 1868129"/>
              <a:gd name="connsiteY3" fmla="*/ 326775 h 858038"/>
              <a:gd name="connsiteX4" fmla="*/ 1582682 w 1868129"/>
              <a:gd name="connsiteY4" fmla="*/ 291569 h 858038"/>
              <a:gd name="connsiteX5" fmla="*/ 1543738 w 1868129"/>
              <a:gd name="connsiteY5" fmla="*/ 499098 h 858038"/>
              <a:gd name="connsiteX6" fmla="*/ 1690026 w 1868129"/>
              <a:gd name="connsiteY6" fmla="*/ 495053 h 858038"/>
              <a:gd name="connsiteX7" fmla="*/ 1856531 w 1868129"/>
              <a:gd name="connsiteY7" fmla="*/ 557221 h 858038"/>
              <a:gd name="connsiteX8" fmla="*/ 1829295 w 1868129"/>
              <a:gd name="connsiteY8" fmla="*/ 854116 h 858038"/>
              <a:gd name="connsiteX9" fmla="*/ 1319271 w 1868129"/>
              <a:gd name="connsiteY9" fmla="*/ 835455 h 858038"/>
              <a:gd name="connsiteX10" fmla="*/ 1220011 w 1868129"/>
              <a:gd name="connsiteY10" fmla="*/ 782829 h 858038"/>
              <a:gd name="connsiteX11" fmla="*/ 1288929 w 1868129"/>
              <a:gd name="connsiteY11" fmla="*/ 714015 h 858038"/>
              <a:gd name="connsiteX12" fmla="*/ 1109561 w 1868129"/>
              <a:gd name="connsiteY12" fmla="*/ 648688 h 858038"/>
              <a:gd name="connsiteX13" fmla="*/ 891175 w 1868129"/>
              <a:gd name="connsiteY13" fmla="*/ 672225 h 858038"/>
              <a:gd name="connsiteX14" fmla="*/ 905933 w 1868129"/>
              <a:gd name="connsiteY14" fmla="*/ 774517 h 858038"/>
              <a:gd name="connsiteX15" fmla="*/ 725002 w 1868129"/>
              <a:gd name="connsiteY15" fmla="*/ 857460 h 858038"/>
              <a:gd name="connsiteX16" fmla="*/ 495243 w 1868129"/>
              <a:gd name="connsiteY16" fmla="*/ 843926 h 858038"/>
              <a:gd name="connsiteX17" fmla="*/ 342742 w 1868129"/>
              <a:gd name="connsiteY17" fmla="*/ 821855 h 858038"/>
              <a:gd name="connsiteX18" fmla="*/ 344268 w 1868129"/>
              <a:gd name="connsiteY18" fmla="*/ 818604 h 858038"/>
              <a:gd name="connsiteX19" fmla="*/ 384626 w 1868129"/>
              <a:gd name="connsiteY19" fmla="*/ 542869 h 858038"/>
              <a:gd name="connsiteX20" fmla="*/ 219794 w 1868129"/>
              <a:gd name="connsiteY20" fmla="*/ 495053 h 858038"/>
              <a:gd name="connsiteX21" fmla="*/ 73525 w 1868129"/>
              <a:gd name="connsiteY21" fmla="*/ 499098 h 858038"/>
              <a:gd name="connsiteX22" fmla="*/ 112487 w 1868129"/>
              <a:gd name="connsiteY22" fmla="*/ 291569 h 858038"/>
              <a:gd name="connsiteX23" fmla="*/ 346933 w 1868129"/>
              <a:gd name="connsiteY23" fmla="*/ 326775 h 858038"/>
              <a:gd name="connsiteX24" fmla="*/ 397876 w 1868129"/>
              <a:gd name="connsiteY24" fmla="*/ 207292 h 858038"/>
              <a:gd name="connsiteX25" fmla="*/ 339911 w 1868129"/>
              <a:gd name="connsiteY25" fmla="*/ 34150 h 858038"/>
              <a:gd name="connsiteX26" fmla="*/ 361268 w 1868129"/>
              <a:gd name="connsiteY26" fmla="*/ 30991 h 858038"/>
              <a:gd name="connsiteX27" fmla="*/ 807997 w 1868129"/>
              <a:gd name="connsiteY27" fmla="*/ 15132 h 858038"/>
              <a:gd name="connsiteX28" fmla="*/ 896543 w 1868129"/>
              <a:gd name="connsiteY28" fmla="*/ 113670 h 858038"/>
              <a:gd name="connsiteX29" fmla="*/ 959707 w 1868129"/>
              <a:gd name="connsiteY29" fmla="*/ 224736 h 858038"/>
              <a:gd name="connsiteX30" fmla="*/ 1262924 w 1868129"/>
              <a:gd name="connsiteY30" fmla="*/ 133878 h 858038"/>
              <a:gd name="connsiteX31" fmla="*/ 1544693 w 1868129"/>
              <a:gd name="connsiteY31" fmla="*/ 318 h 858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68129" h="858038">
                <a:moveTo>
                  <a:pt x="1544693" y="318"/>
                </a:moveTo>
                <a:cubicBezTo>
                  <a:pt x="1633552" y="3133"/>
                  <a:pt x="1720552" y="15397"/>
                  <a:pt x="1807388" y="28508"/>
                </a:cubicBezTo>
                <a:cubicBezTo>
                  <a:pt x="1837804" y="90437"/>
                  <a:pt x="1867834" y="151507"/>
                  <a:pt x="1868127" y="207278"/>
                </a:cubicBezTo>
                <a:cubicBezTo>
                  <a:pt x="1868347" y="250164"/>
                  <a:pt x="1850687" y="291318"/>
                  <a:pt x="1817148" y="326775"/>
                </a:cubicBezTo>
                <a:cubicBezTo>
                  <a:pt x="1733454" y="327344"/>
                  <a:pt x="1658785" y="290617"/>
                  <a:pt x="1582682" y="291569"/>
                </a:cubicBezTo>
                <a:cubicBezTo>
                  <a:pt x="1431285" y="293459"/>
                  <a:pt x="1447641" y="451904"/>
                  <a:pt x="1543738" y="499098"/>
                </a:cubicBezTo>
                <a:cubicBezTo>
                  <a:pt x="1589794" y="521724"/>
                  <a:pt x="1645810" y="518447"/>
                  <a:pt x="1690026" y="495053"/>
                </a:cubicBezTo>
                <a:cubicBezTo>
                  <a:pt x="1776734" y="449222"/>
                  <a:pt x="1833943" y="492159"/>
                  <a:pt x="1856531" y="557221"/>
                </a:cubicBezTo>
                <a:cubicBezTo>
                  <a:pt x="1891006" y="656512"/>
                  <a:pt x="1826170" y="755063"/>
                  <a:pt x="1829295" y="854116"/>
                </a:cubicBezTo>
                <a:cubicBezTo>
                  <a:pt x="1659022" y="853548"/>
                  <a:pt x="1488844" y="846411"/>
                  <a:pt x="1319271" y="835455"/>
                </a:cubicBezTo>
                <a:cubicBezTo>
                  <a:pt x="1253514" y="831212"/>
                  <a:pt x="1203985" y="841560"/>
                  <a:pt x="1220011" y="782829"/>
                </a:cubicBezTo>
                <a:cubicBezTo>
                  <a:pt x="1252210" y="765212"/>
                  <a:pt x="1273804" y="740591"/>
                  <a:pt x="1288929" y="714015"/>
                </a:cubicBezTo>
                <a:cubicBezTo>
                  <a:pt x="1284555" y="659552"/>
                  <a:pt x="1170649" y="653605"/>
                  <a:pt x="1109561" y="648688"/>
                </a:cubicBezTo>
                <a:cubicBezTo>
                  <a:pt x="1038052" y="642927"/>
                  <a:pt x="953477" y="644472"/>
                  <a:pt x="891175" y="672225"/>
                </a:cubicBezTo>
                <a:cubicBezTo>
                  <a:pt x="819998" y="703957"/>
                  <a:pt x="881215" y="734525"/>
                  <a:pt x="905933" y="774517"/>
                </a:cubicBezTo>
                <a:cubicBezTo>
                  <a:pt x="955057" y="853996"/>
                  <a:pt x="803422" y="854790"/>
                  <a:pt x="725002" y="857460"/>
                </a:cubicBezTo>
                <a:cubicBezTo>
                  <a:pt x="647981" y="860076"/>
                  <a:pt x="570977" y="853520"/>
                  <a:pt x="495243" y="843926"/>
                </a:cubicBezTo>
                <a:cubicBezTo>
                  <a:pt x="444354" y="837491"/>
                  <a:pt x="393577" y="829547"/>
                  <a:pt x="342742" y="821855"/>
                </a:cubicBezTo>
                <a:cubicBezTo>
                  <a:pt x="343238" y="820785"/>
                  <a:pt x="343753" y="819689"/>
                  <a:pt x="344268" y="818604"/>
                </a:cubicBezTo>
                <a:cubicBezTo>
                  <a:pt x="385784" y="730865"/>
                  <a:pt x="434155" y="634415"/>
                  <a:pt x="384626" y="542869"/>
                </a:cubicBezTo>
                <a:cubicBezTo>
                  <a:pt x="353089" y="484547"/>
                  <a:pt x="298782" y="453291"/>
                  <a:pt x="219794" y="495053"/>
                </a:cubicBezTo>
                <a:cubicBezTo>
                  <a:pt x="175577" y="518433"/>
                  <a:pt x="119562" y="521724"/>
                  <a:pt x="73525" y="499098"/>
                </a:cubicBezTo>
                <a:cubicBezTo>
                  <a:pt x="-22555" y="451891"/>
                  <a:pt x="-38930" y="293459"/>
                  <a:pt x="112487" y="291569"/>
                </a:cubicBezTo>
                <a:cubicBezTo>
                  <a:pt x="188570" y="290617"/>
                  <a:pt x="263239" y="327344"/>
                  <a:pt x="346933" y="326775"/>
                </a:cubicBezTo>
                <a:cubicBezTo>
                  <a:pt x="380472" y="291318"/>
                  <a:pt x="398134" y="250151"/>
                  <a:pt x="397876" y="207292"/>
                </a:cubicBezTo>
                <a:cubicBezTo>
                  <a:pt x="397619" y="153213"/>
                  <a:pt x="369355" y="94150"/>
                  <a:pt x="339911" y="34150"/>
                </a:cubicBezTo>
                <a:cubicBezTo>
                  <a:pt x="347043" y="33093"/>
                  <a:pt x="354174" y="32036"/>
                  <a:pt x="361268" y="30991"/>
                </a:cubicBezTo>
                <a:cubicBezTo>
                  <a:pt x="507371" y="9516"/>
                  <a:pt x="660275" y="-10903"/>
                  <a:pt x="807997" y="15132"/>
                </a:cubicBezTo>
                <a:cubicBezTo>
                  <a:pt x="891121" y="29790"/>
                  <a:pt x="954617" y="48490"/>
                  <a:pt x="896543" y="113670"/>
                </a:cubicBezTo>
                <a:cubicBezTo>
                  <a:pt x="840527" y="176552"/>
                  <a:pt x="849549" y="206565"/>
                  <a:pt x="959707" y="224736"/>
                </a:cubicBezTo>
                <a:cubicBezTo>
                  <a:pt x="1025005" y="235508"/>
                  <a:pt x="1381812" y="221524"/>
                  <a:pt x="1262924" y="133878"/>
                </a:cubicBezTo>
                <a:cubicBezTo>
                  <a:pt x="1104930" y="17406"/>
                  <a:pt x="1441484" y="-2947"/>
                  <a:pt x="1544693" y="318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37" name="Picture 36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F20CF07F-9188-6B6A-D46E-A7440B3F17F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4330532" y="2038574"/>
            <a:ext cx="1597896" cy="1169193"/>
          </a:xfrm>
          <a:custGeom>
            <a:avLst/>
            <a:gdLst>
              <a:gd name="connsiteX0" fmla="*/ 770096 w 1597896"/>
              <a:gd name="connsiteY0" fmla="*/ 13 h 1169193"/>
              <a:gd name="connsiteX1" fmla="*/ 912129 w 1597896"/>
              <a:gd name="connsiteY1" fmla="*/ 13230 h 1169193"/>
              <a:gd name="connsiteX2" fmla="*/ 971324 w 1597896"/>
              <a:gd name="connsiteY2" fmla="*/ 116552 h 1169193"/>
              <a:gd name="connsiteX3" fmla="*/ 1058067 w 1597896"/>
              <a:gd name="connsiteY3" fmla="*/ 206750 h 1169193"/>
              <a:gd name="connsiteX4" fmla="*/ 1532236 w 1597896"/>
              <a:gd name="connsiteY4" fmla="*/ 180847 h 1169193"/>
              <a:gd name="connsiteX5" fmla="*/ 1590201 w 1597896"/>
              <a:gd name="connsiteY5" fmla="*/ 353988 h 1169193"/>
              <a:gd name="connsiteX6" fmla="*/ 1539219 w 1597896"/>
              <a:gd name="connsiteY6" fmla="*/ 473486 h 1169193"/>
              <a:gd name="connsiteX7" fmla="*/ 1304773 w 1597896"/>
              <a:gd name="connsiteY7" fmla="*/ 438279 h 1169193"/>
              <a:gd name="connsiteX8" fmla="*/ 1265812 w 1597896"/>
              <a:gd name="connsiteY8" fmla="*/ 645807 h 1169193"/>
              <a:gd name="connsiteX9" fmla="*/ 1412081 w 1597896"/>
              <a:gd name="connsiteY9" fmla="*/ 641764 h 1169193"/>
              <a:gd name="connsiteX10" fmla="*/ 1576913 w 1597896"/>
              <a:gd name="connsiteY10" fmla="*/ 689579 h 1169193"/>
              <a:gd name="connsiteX11" fmla="*/ 1536554 w 1597896"/>
              <a:gd name="connsiteY11" fmla="*/ 965315 h 1169193"/>
              <a:gd name="connsiteX12" fmla="*/ 1535030 w 1597896"/>
              <a:gd name="connsiteY12" fmla="*/ 968566 h 1169193"/>
              <a:gd name="connsiteX13" fmla="*/ 1228138 w 1597896"/>
              <a:gd name="connsiteY13" fmla="*/ 939134 h 1169193"/>
              <a:gd name="connsiteX14" fmla="*/ 960573 w 1597896"/>
              <a:gd name="connsiteY14" fmla="*/ 982667 h 1169193"/>
              <a:gd name="connsiteX15" fmla="*/ 1005838 w 1597896"/>
              <a:gd name="connsiteY15" fmla="*/ 1089042 h 1169193"/>
              <a:gd name="connsiteX16" fmla="*/ 645980 w 1597896"/>
              <a:gd name="connsiteY16" fmla="*/ 1157327 h 1169193"/>
              <a:gd name="connsiteX17" fmla="*/ 638114 w 1597896"/>
              <a:gd name="connsiteY17" fmla="*/ 1028196 h 1169193"/>
              <a:gd name="connsiteX18" fmla="*/ 493554 w 1597896"/>
              <a:gd name="connsiteY18" fmla="*/ 949310 h 1169193"/>
              <a:gd name="connsiteX19" fmla="*/ 61563 w 1597896"/>
              <a:gd name="connsiteY19" fmla="*/ 973852 h 1169193"/>
              <a:gd name="connsiteX20" fmla="*/ 1559 w 1597896"/>
              <a:gd name="connsiteY20" fmla="*/ 819927 h 1169193"/>
              <a:gd name="connsiteX21" fmla="*/ 152773 w 1597896"/>
              <a:gd name="connsiteY21" fmla="*/ 623301 h 1169193"/>
              <a:gd name="connsiteX22" fmla="*/ 306100 w 1597896"/>
              <a:gd name="connsiteY22" fmla="*/ 664283 h 1169193"/>
              <a:gd name="connsiteX23" fmla="*/ 426456 w 1597896"/>
              <a:gd name="connsiteY23" fmla="*/ 565416 h 1169193"/>
              <a:gd name="connsiteX24" fmla="*/ 364155 w 1597896"/>
              <a:gd name="connsiteY24" fmla="*/ 440525 h 1169193"/>
              <a:gd name="connsiteX25" fmla="*/ 166244 w 1597896"/>
              <a:gd name="connsiteY25" fmla="*/ 472852 h 1169193"/>
              <a:gd name="connsiteX26" fmla="*/ 23632 w 1597896"/>
              <a:gd name="connsiteY26" fmla="*/ 274667 h 1169193"/>
              <a:gd name="connsiteX27" fmla="*/ 64945 w 1597896"/>
              <a:gd name="connsiteY27" fmla="*/ 175614 h 1169193"/>
              <a:gd name="connsiteX28" fmla="*/ 293915 w 1597896"/>
              <a:gd name="connsiteY28" fmla="*/ 206064 h 1169193"/>
              <a:gd name="connsiteX29" fmla="*/ 523638 w 1597896"/>
              <a:gd name="connsiteY29" fmla="*/ 205363 h 1169193"/>
              <a:gd name="connsiteX30" fmla="*/ 612386 w 1597896"/>
              <a:gd name="connsiteY30" fmla="*/ 107604 h 1169193"/>
              <a:gd name="connsiteX31" fmla="*/ 629385 w 1597896"/>
              <a:gd name="connsiteY31" fmla="*/ 17631 h 1169193"/>
              <a:gd name="connsiteX32" fmla="*/ 770096 w 1597896"/>
              <a:gd name="connsiteY32" fmla="*/ 13 h 1169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597896" h="1169193">
                <a:moveTo>
                  <a:pt x="770096" y="13"/>
                </a:moveTo>
                <a:cubicBezTo>
                  <a:pt x="818016" y="-280"/>
                  <a:pt x="866157" y="4567"/>
                  <a:pt x="912129" y="13230"/>
                </a:cubicBezTo>
                <a:cubicBezTo>
                  <a:pt x="1001795" y="30120"/>
                  <a:pt x="1041472" y="57015"/>
                  <a:pt x="971324" y="116552"/>
                </a:cubicBezTo>
                <a:cubicBezTo>
                  <a:pt x="898327" y="178521"/>
                  <a:pt x="972335" y="195068"/>
                  <a:pt x="1058067" y="206750"/>
                </a:cubicBezTo>
                <a:cubicBezTo>
                  <a:pt x="1216613" y="228358"/>
                  <a:pt x="1376668" y="203882"/>
                  <a:pt x="1532236" y="180847"/>
                </a:cubicBezTo>
                <a:cubicBezTo>
                  <a:pt x="1561660" y="240847"/>
                  <a:pt x="1589925" y="299908"/>
                  <a:pt x="1590201" y="353988"/>
                </a:cubicBezTo>
                <a:cubicBezTo>
                  <a:pt x="1590421" y="396873"/>
                  <a:pt x="1572758" y="438027"/>
                  <a:pt x="1539219" y="473486"/>
                </a:cubicBezTo>
                <a:cubicBezTo>
                  <a:pt x="1455526" y="474054"/>
                  <a:pt x="1380876" y="437328"/>
                  <a:pt x="1304773" y="438279"/>
                </a:cubicBezTo>
                <a:cubicBezTo>
                  <a:pt x="1153339" y="440168"/>
                  <a:pt x="1169714" y="598601"/>
                  <a:pt x="1265812" y="645807"/>
                </a:cubicBezTo>
                <a:cubicBezTo>
                  <a:pt x="1311848" y="668433"/>
                  <a:pt x="1367864" y="665156"/>
                  <a:pt x="1412081" y="641764"/>
                </a:cubicBezTo>
                <a:cubicBezTo>
                  <a:pt x="1491070" y="600002"/>
                  <a:pt x="1545376" y="631257"/>
                  <a:pt x="1576913" y="689579"/>
                </a:cubicBezTo>
                <a:cubicBezTo>
                  <a:pt x="1626461" y="781125"/>
                  <a:pt x="1578090" y="877574"/>
                  <a:pt x="1536554" y="965315"/>
                </a:cubicBezTo>
                <a:cubicBezTo>
                  <a:pt x="1536059" y="966385"/>
                  <a:pt x="1535543" y="967482"/>
                  <a:pt x="1535030" y="968566"/>
                </a:cubicBezTo>
                <a:cubicBezTo>
                  <a:pt x="1433675" y="953222"/>
                  <a:pt x="1331992" y="938843"/>
                  <a:pt x="1228138" y="939134"/>
                </a:cubicBezTo>
                <a:cubicBezTo>
                  <a:pt x="1135476" y="939398"/>
                  <a:pt x="1043844" y="952932"/>
                  <a:pt x="960573" y="982667"/>
                </a:cubicBezTo>
                <a:cubicBezTo>
                  <a:pt x="912019" y="1025302"/>
                  <a:pt x="964451" y="1056623"/>
                  <a:pt x="1005838" y="1089042"/>
                </a:cubicBezTo>
                <a:cubicBezTo>
                  <a:pt x="1039819" y="1187552"/>
                  <a:pt x="719272" y="1174350"/>
                  <a:pt x="645980" y="1157327"/>
                </a:cubicBezTo>
                <a:cubicBezTo>
                  <a:pt x="525421" y="1129350"/>
                  <a:pt x="603914" y="1081945"/>
                  <a:pt x="638114" y="1028196"/>
                </a:cubicBezTo>
                <a:cubicBezTo>
                  <a:pt x="668107" y="966267"/>
                  <a:pt x="555561" y="957134"/>
                  <a:pt x="493554" y="949310"/>
                </a:cubicBezTo>
                <a:cubicBezTo>
                  <a:pt x="349269" y="931086"/>
                  <a:pt x="203037" y="952891"/>
                  <a:pt x="61563" y="973852"/>
                </a:cubicBezTo>
                <a:cubicBezTo>
                  <a:pt x="34107" y="905275"/>
                  <a:pt x="5474" y="844904"/>
                  <a:pt x="1559" y="819927"/>
                </a:cubicBezTo>
                <a:cubicBezTo>
                  <a:pt x="-8364" y="756583"/>
                  <a:pt x="27582" y="606676"/>
                  <a:pt x="152773" y="623301"/>
                </a:cubicBezTo>
                <a:cubicBezTo>
                  <a:pt x="207079" y="630517"/>
                  <a:pt x="250673" y="659910"/>
                  <a:pt x="306100" y="664283"/>
                </a:cubicBezTo>
                <a:cubicBezTo>
                  <a:pt x="389720" y="670892"/>
                  <a:pt x="416753" y="614182"/>
                  <a:pt x="426456" y="565416"/>
                </a:cubicBezTo>
                <a:cubicBezTo>
                  <a:pt x="435957" y="517693"/>
                  <a:pt x="419142" y="470856"/>
                  <a:pt x="364155" y="440525"/>
                </a:cubicBezTo>
                <a:cubicBezTo>
                  <a:pt x="293254" y="428407"/>
                  <a:pt x="232386" y="462160"/>
                  <a:pt x="166244" y="472852"/>
                </a:cubicBezTo>
                <a:cubicBezTo>
                  <a:pt x="8212" y="498399"/>
                  <a:pt x="494" y="350472"/>
                  <a:pt x="23632" y="274667"/>
                </a:cubicBezTo>
                <a:cubicBezTo>
                  <a:pt x="33924" y="240980"/>
                  <a:pt x="49195" y="208243"/>
                  <a:pt x="64945" y="175614"/>
                </a:cubicBezTo>
                <a:cubicBezTo>
                  <a:pt x="140992" y="187098"/>
                  <a:pt x="216931" y="199151"/>
                  <a:pt x="293915" y="206064"/>
                </a:cubicBezTo>
                <a:cubicBezTo>
                  <a:pt x="370111" y="212908"/>
                  <a:pt x="447665" y="214561"/>
                  <a:pt x="523638" y="205363"/>
                </a:cubicBezTo>
                <a:cubicBezTo>
                  <a:pt x="615969" y="194183"/>
                  <a:pt x="673253" y="177147"/>
                  <a:pt x="612386" y="107604"/>
                </a:cubicBezTo>
                <a:cubicBezTo>
                  <a:pt x="571220" y="60570"/>
                  <a:pt x="569271" y="50050"/>
                  <a:pt x="629385" y="17631"/>
                </a:cubicBezTo>
                <a:cubicBezTo>
                  <a:pt x="674475" y="5737"/>
                  <a:pt x="722175" y="305"/>
                  <a:pt x="770096" y="13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35" name="Picture 34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17E51518-103F-9536-FB7D-9A6879080B4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2865964" y="2185070"/>
            <a:ext cx="1893494" cy="861441"/>
          </a:xfrm>
          <a:custGeom>
            <a:avLst/>
            <a:gdLst>
              <a:gd name="connsiteX0" fmla="*/ 1260717 w 1893494"/>
              <a:gd name="connsiteY0" fmla="*/ 229 h 861441"/>
              <a:gd name="connsiteX1" fmla="*/ 1529477 w 1893494"/>
              <a:gd name="connsiteY1" fmla="*/ 29144 h 861441"/>
              <a:gd name="connsiteX2" fmla="*/ 1488162 w 1893494"/>
              <a:gd name="connsiteY2" fmla="*/ 128197 h 861441"/>
              <a:gd name="connsiteX3" fmla="*/ 1630774 w 1893494"/>
              <a:gd name="connsiteY3" fmla="*/ 326383 h 861441"/>
              <a:gd name="connsiteX4" fmla="*/ 1828686 w 1893494"/>
              <a:gd name="connsiteY4" fmla="*/ 294057 h 861441"/>
              <a:gd name="connsiteX5" fmla="*/ 1890988 w 1893494"/>
              <a:gd name="connsiteY5" fmla="*/ 418946 h 861441"/>
              <a:gd name="connsiteX6" fmla="*/ 1770631 w 1893494"/>
              <a:gd name="connsiteY6" fmla="*/ 517815 h 861441"/>
              <a:gd name="connsiteX7" fmla="*/ 1617305 w 1893494"/>
              <a:gd name="connsiteY7" fmla="*/ 476833 h 861441"/>
              <a:gd name="connsiteX8" fmla="*/ 1466091 w 1893494"/>
              <a:gd name="connsiteY8" fmla="*/ 673458 h 861441"/>
              <a:gd name="connsiteX9" fmla="*/ 1526094 w 1893494"/>
              <a:gd name="connsiteY9" fmla="*/ 827382 h 861441"/>
              <a:gd name="connsiteX10" fmla="*/ 1510032 w 1893494"/>
              <a:gd name="connsiteY10" fmla="*/ 829762 h 861441"/>
              <a:gd name="connsiteX11" fmla="*/ 1014214 w 1893494"/>
              <a:gd name="connsiteY11" fmla="*/ 847101 h 861441"/>
              <a:gd name="connsiteX12" fmla="*/ 988099 w 1893494"/>
              <a:gd name="connsiteY12" fmla="*/ 739854 h 861441"/>
              <a:gd name="connsiteX13" fmla="*/ 866622 w 1893494"/>
              <a:gd name="connsiteY13" fmla="*/ 653277 h 861441"/>
              <a:gd name="connsiteX14" fmla="*/ 607585 w 1893494"/>
              <a:gd name="connsiteY14" fmla="*/ 672440 h 861441"/>
              <a:gd name="connsiteX15" fmla="*/ 622343 w 1893494"/>
              <a:gd name="connsiteY15" fmla="*/ 774731 h 861441"/>
              <a:gd name="connsiteX16" fmla="*/ 440548 w 1893494"/>
              <a:gd name="connsiteY16" fmla="*/ 844485 h 861441"/>
              <a:gd name="connsiteX17" fmla="*/ 150306 w 1893494"/>
              <a:gd name="connsiteY17" fmla="*/ 854171 h 861441"/>
              <a:gd name="connsiteX18" fmla="*/ 40554 w 1893494"/>
              <a:gd name="connsiteY18" fmla="*/ 854026 h 861441"/>
              <a:gd name="connsiteX19" fmla="*/ 912 w 1893494"/>
              <a:gd name="connsiteY19" fmla="*/ 658920 h 861441"/>
              <a:gd name="connsiteX20" fmla="*/ 55532 w 1893494"/>
              <a:gd name="connsiteY20" fmla="*/ 506436 h 861441"/>
              <a:gd name="connsiteX21" fmla="*/ 223561 w 1893494"/>
              <a:gd name="connsiteY21" fmla="*/ 498400 h 861441"/>
              <a:gd name="connsiteX22" fmla="*/ 422023 w 1893494"/>
              <a:gd name="connsiteY22" fmla="*/ 373524 h 861441"/>
              <a:gd name="connsiteX23" fmla="*/ 74313 w 1893494"/>
              <a:gd name="connsiteY23" fmla="*/ 319960 h 861441"/>
              <a:gd name="connsiteX24" fmla="*/ 46931 w 1893494"/>
              <a:gd name="connsiteY24" fmla="*/ 34232 h 861441"/>
              <a:gd name="connsiteX25" fmla="*/ 560428 w 1893494"/>
              <a:gd name="connsiteY25" fmla="*/ 22709 h 861441"/>
              <a:gd name="connsiteX26" fmla="*/ 590402 w 1893494"/>
              <a:gd name="connsiteY26" fmla="*/ 137739 h 861441"/>
              <a:gd name="connsiteX27" fmla="*/ 676117 w 1893494"/>
              <a:gd name="connsiteY27" fmla="*/ 224964 h 861441"/>
              <a:gd name="connsiteX28" fmla="*/ 899868 w 1893494"/>
              <a:gd name="connsiteY28" fmla="*/ 219189 h 861441"/>
              <a:gd name="connsiteX29" fmla="*/ 958106 w 1893494"/>
              <a:gd name="connsiteY29" fmla="*/ 117387 h 861441"/>
              <a:gd name="connsiteX30" fmla="*/ 1260717 w 1893494"/>
              <a:gd name="connsiteY30" fmla="*/ 229 h 861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893494" h="861441">
                <a:moveTo>
                  <a:pt x="1260717" y="229"/>
                </a:moveTo>
                <a:cubicBezTo>
                  <a:pt x="1351669" y="3057"/>
                  <a:pt x="1440638" y="15718"/>
                  <a:pt x="1529477" y="29144"/>
                </a:cubicBezTo>
                <a:cubicBezTo>
                  <a:pt x="1513727" y="61775"/>
                  <a:pt x="1498453" y="94511"/>
                  <a:pt x="1488162" y="128197"/>
                </a:cubicBezTo>
                <a:cubicBezTo>
                  <a:pt x="1465024" y="204004"/>
                  <a:pt x="1472743" y="351929"/>
                  <a:pt x="1630774" y="326383"/>
                </a:cubicBezTo>
                <a:cubicBezTo>
                  <a:pt x="1696935" y="315691"/>
                  <a:pt x="1757803" y="281937"/>
                  <a:pt x="1828686" y="294057"/>
                </a:cubicBezTo>
                <a:cubicBezTo>
                  <a:pt x="1883673" y="324387"/>
                  <a:pt x="1900488" y="371224"/>
                  <a:pt x="1890988" y="418946"/>
                </a:cubicBezTo>
                <a:cubicBezTo>
                  <a:pt x="1881285" y="467713"/>
                  <a:pt x="1854249" y="524422"/>
                  <a:pt x="1770631" y="517815"/>
                </a:cubicBezTo>
                <a:cubicBezTo>
                  <a:pt x="1715202" y="513440"/>
                  <a:pt x="1671630" y="484048"/>
                  <a:pt x="1617305" y="476833"/>
                </a:cubicBezTo>
                <a:cubicBezTo>
                  <a:pt x="1492113" y="460206"/>
                  <a:pt x="1456166" y="610128"/>
                  <a:pt x="1466091" y="673458"/>
                </a:cubicBezTo>
                <a:cubicBezTo>
                  <a:pt x="1470006" y="698436"/>
                  <a:pt x="1498619" y="758806"/>
                  <a:pt x="1526094" y="827382"/>
                </a:cubicBezTo>
                <a:cubicBezTo>
                  <a:pt x="1520746" y="828176"/>
                  <a:pt x="1515380" y="828968"/>
                  <a:pt x="1510032" y="829762"/>
                </a:cubicBezTo>
                <a:cubicBezTo>
                  <a:pt x="1347590" y="853802"/>
                  <a:pt x="1178404" y="877458"/>
                  <a:pt x="1014214" y="847101"/>
                </a:cubicBezTo>
                <a:cubicBezTo>
                  <a:pt x="891946" y="824502"/>
                  <a:pt x="942430" y="797132"/>
                  <a:pt x="988099" y="739854"/>
                </a:cubicBezTo>
                <a:cubicBezTo>
                  <a:pt x="1040256" y="674463"/>
                  <a:pt x="936624" y="662726"/>
                  <a:pt x="866622" y="653277"/>
                </a:cubicBezTo>
                <a:cubicBezTo>
                  <a:pt x="784233" y="642162"/>
                  <a:pt x="680840" y="639796"/>
                  <a:pt x="607585" y="672440"/>
                </a:cubicBezTo>
                <a:cubicBezTo>
                  <a:pt x="536389" y="704158"/>
                  <a:pt x="597623" y="734753"/>
                  <a:pt x="622343" y="774731"/>
                </a:cubicBezTo>
                <a:cubicBezTo>
                  <a:pt x="672717" y="856220"/>
                  <a:pt x="517479" y="839832"/>
                  <a:pt x="440548" y="844485"/>
                </a:cubicBezTo>
                <a:cubicBezTo>
                  <a:pt x="344028" y="850312"/>
                  <a:pt x="247176" y="853378"/>
                  <a:pt x="150306" y="854171"/>
                </a:cubicBezTo>
                <a:cubicBezTo>
                  <a:pt x="113717" y="854476"/>
                  <a:pt x="77144" y="854357"/>
                  <a:pt x="40554" y="854026"/>
                </a:cubicBezTo>
                <a:cubicBezTo>
                  <a:pt x="35794" y="789507"/>
                  <a:pt x="6849" y="727339"/>
                  <a:pt x="912" y="658920"/>
                </a:cubicBezTo>
                <a:cubicBezTo>
                  <a:pt x="-3775" y="605078"/>
                  <a:pt x="8908" y="550206"/>
                  <a:pt x="55532" y="506436"/>
                </a:cubicBezTo>
                <a:cubicBezTo>
                  <a:pt x="108534" y="463524"/>
                  <a:pt x="156646" y="474730"/>
                  <a:pt x="223561" y="498400"/>
                </a:cubicBezTo>
                <a:cubicBezTo>
                  <a:pt x="359245" y="546400"/>
                  <a:pt x="439224" y="473264"/>
                  <a:pt x="422023" y="373524"/>
                </a:cubicBezTo>
                <a:cubicBezTo>
                  <a:pt x="395081" y="217273"/>
                  <a:pt x="192152" y="353197"/>
                  <a:pt x="74313" y="319960"/>
                </a:cubicBezTo>
                <a:cubicBezTo>
                  <a:pt x="-38013" y="288281"/>
                  <a:pt x="-1992" y="158713"/>
                  <a:pt x="46931" y="34232"/>
                </a:cubicBezTo>
                <a:cubicBezTo>
                  <a:pt x="218599" y="8356"/>
                  <a:pt x="389715" y="-16608"/>
                  <a:pt x="560428" y="22709"/>
                </a:cubicBezTo>
                <a:cubicBezTo>
                  <a:pt x="661561" y="46008"/>
                  <a:pt x="644800" y="81414"/>
                  <a:pt x="590402" y="137739"/>
                </a:cubicBezTo>
                <a:cubicBezTo>
                  <a:pt x="539955" y="189995"/>
                  <a:pt x="608670" y="213836"/>
                  <a:pt x="676117" y="224964"/>
                </a:cubicBezTo>
                <a:cubicBezTo>
                  <a:pt x="749573" y="237084"/>
                  <a:pt x="827917" y="235749"/>
                  <a:pt x="899868" y="219189"/>
                </a:cubicBezTo>
                <a:cubicBezTo>
                  <a:pt x="1001754" y="195731"/>
                  <a:pt x="1023258" y="174466"/>
                  <a:pt x="958106" y="117387"/>
                </a:cubicBezTo>
                <a:cubicBezTo>
                  <a:pt x="839127" y="13141"/>
                  <a:pt x="1182703" y="-2191"/>
                  <a:pt x="1260717" y="229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33" name="Picture 32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89CA381C-8B0B-F2A0-F1B1-7A42C690547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7267261" y="1261302"/>
            <a:ext cx="1601943" cy="992393"/>
          </a:xfrm>
          <a:custGeom>
            <a:avLst/>
            <a:gdLst>
              <a:gd name="connsiteX0" fmla="*/ 641161 w 1601943"/>
              <a:gd name="connsiteY0" fmla="*/ 0 h 992393"/>
              <a:gd name="connsiteX1" fmla="*/ 917337 w 1601943"/>
              <a:gd name="connsiteY1" fmla="*/ 0 h 992393"/>
              <a:gd name="connsiteX2" fmla="*/ 991654 w 1601943"/>
              <a:gd name="connsiteY2" fmla="*/ 15920 h 992393"/>
              <a:gd name="connsiteX3" fmla="*/ 942604 w 1601943"/>
              <a:gd name="connsiteY3" fmla="*/ 145027 h 992393"/>
              <a:gd name="connsiteX4" fmla="*/ 1532736 w 1601943"/>
              <a:gd name="connsiteY4" fmla="*/ 192101 h 992393"/>
              <a:gd name="connsiteX5" fmla="*/ 1592593 w 1601943"/>
              <a:gd name="connsiteY5" fmla="*/ 192181 h 992393"/>
              <a:gd name="connsiteX6" fmla="*/ 1512172 w 1601943"/>
              <a:gd name="connsiteY6" fmla="*/ 460938 h 992393"/>
              <a:gd name="connsiteX7" fmla="*/ 1252969 w 1601943"/>
              <a:gd name="connsiteY7" fmla="*/ 440955 h 992393"/>
              <a:gd name="connsiteX8" fmla="*/ 1205499 w 1601943"/>
              <a:gd name="connsiteY8" fmla="*/ 565767 h 992393"/>
              <a:gd name="connsiteX9" fmla="*/ 1360536 w 1601943"/>
              <a:gd name="connsiteY9" fmla="*/ 643819 h 992393"/>
              <a:gd name="connsiteX10" fmla="*/ 1542661 w 1601943"/>
              <a:gd name="connsiteY10" fmla="*/ 619938 h 992393"/>
              <a:gd name="connsiteX11" fmla="*/ 1532682 w 1601943"/>
              <a:gd name="connsiteY11" fmla="*/ 957366 h 992393"/>
              <a:gd name="connsiteX12" fmla="*/ 1062721 w 1601943"/>
              <a:gd name="connsiteY12" fmla="*/ 984141 h 992393"/>
              <a:gd name="connsiteX13" fmla="*/ 942621 w 1601943"/>
              <a:gd name="connsiteY13" fmla="*/ 937965 h 992393"/>
              <a:gd name="connsiteX14" fmla="*/ 997498 w 1601943"/>
              <a:gd name="connsiteY14" fmla="*/ 870670 h 992393"/>
              <a:gd name="connsiteX15" fmla="*/ 876002 w 1601943"/>
              <a:gd name="connsiteY15" fmla="*/ 784093 h 992393"/>
              <a:gd name="connsiteX16" fmla="*/ 633101 w 1601943"/>
              <a:gd name="connsiteY16" fmla="*/ 794930 h 992393"/>
              <a:gd name="connsiteX17" fmla="*/ 616103 w 1601943"/>
              <a:gd name="connsiteY17" fmla="*/ 884903 h 992393"/>
              <a:gd name="connsiteX18" fmla="*/ 488468 w 1601943"/>
              <a:gd name="connsiteY18" fmla="*/ 986587 h 992393"/>
              <a:gd name="connsiteX19" fmla="*/ 258707 w 1601943"/>
              <a:gd name="connsiteY19" fmla="*/ 979859 h 992393"/>
              <a:gd name="connsiteX20" fmla="*/ 62983 w 1601943"/>
              <a:gd name="connsiteY20" fmla="*/ 952516 h 992393"/>
              <a:gd name="connsiteX21" fmla="*/ 82738 w 1601943"/>
              <a:gd name="connsiteY21" fmla="*/ 623626 h 992393"/>
              <a:gd name="connsiteX22" fmla="*/ 404389 w 1601943"/>
              <a:gd name="connsiteY22" fmla="*/ 607767 h 992393"/>
              <a:gd name="connsiteX23" fmla="*/ 265782 w 1601943"/>
              <a:gd name="connsiteY23" fmla="*/ 432365 h 992393"/>
              <a:gd name="connsiteX24" fmla="*/ 63938 w 1601943"/>
              <a:gd name="connsiteY24" fmla="*/ 445211 h 992393"/>
              <a:gd name="connsiteX25" fmla="*/ 16468 w 1601943"/>
              <a:gd name="connsiteY25" fmla="*/ 323850 h 992393"/>
              <a:gd name="connsiteX26" fmla="*/ 67687 w 1601943"/>
              <a:gd name="connsiteY26" fmla="*/ 160303 h 992393"/>
              <a:gd name="connsiteX27" fmla="*/ 144029 w 1601943"/>
              <a:gd name="connsiteY27" fmla="*/ 171789 h 992393"/>
              <a:gd name="connsiteX28" fmla="*/ 603679 w 1601943"/>
              <a:gd name="connsiteY28" fmla="*/ 176611 h 992393"/>
              <a:gd name="connsiteX29" fmla="*/ 578316 w 1601943"/>
              <a:gd name="connsiteY29" fmla="*/ 51576 h 992393"/>
              <a:gd name="connsiteX30" fmla="*/ 601338 w 1601943"/>
              <a:gd name="connsiteY30" fmla="*/ 17782 h 992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601943" h="992393">
                <a:moveTo>
                  <a:pt x="641161" y="0"/>
                </a:moveTo>
                <a:lnTo>
                  <a:pt x="917337" y="0"/>
                </a:lnTo>
                <a:lnTo>
                  <a:pt x="991654" y="15920"/>
                </a:lnTo>
                <a:cubicBezTo>
                  <a:pt x="1058992" y="68030"/>
                  <a:pt x="941796" y="94489"/>
                  <a:pt x="942604" y="145027"/>
                </a:cubicBezTo>
                <a:cubicBezTo>
                  <a:pt x="943449" y="196197"/>
                  <a:pt x="1451580" y="191546"/>
                  <a:pt x="1532736" y="192101"/>
                </a:cubicBezTo>
                <a:cubicBezTo>
                  <a:pt x="1552694" y="192233"/>
                  <a:pt x="1572635" y="192219"/>
                  <a:pt x="1592593" y="192181"/>
                </a:cubicBezTo>
                <a:cubicBezTo>
                  <a:pt x="1602848" y="306048"/>
                  <a:pt x="1607774" y="459682"/>
                  <a:pt x="1512172" y="460938"/>
                </a:cubicBezTo>
                <a:cubicBezTo>
                  <a:pt x="1425153" y="462074"/>
                  <a:pt x="1327602" y="397726"/>
                  <a:pt x="1252969" y="440955"/>
                </a:cubicBezTo>
                <a:cubicBezTo>
                  <a:pt x="1200041" y="471616"/>
                  <a:pt x="1188023" y="515454"/>
                  <a:pt x="1205499" y="565767"/>
                </a:cubicBezTo>
                <a:cubicBezTo>
                  <a:pt x="1226579" y="626467"/>
                  <a:pt x="1274197" y="652132"/>
                  <a:pt x="1360536" y="643819"/>
                </a:cubicBezTo>
                <a:cubicBezTo>
                  <a:pt x="1399203" y="617268"/>
                  <a:pt x="1496845" y="587150"/>
                  <a:pt x="1542661" y="619938"/>
                </a:cubicBezTo>
                <a:cubicBezTo>
                  <a:pt x="1652523" y="732855"/>
                  <a:pt x="1585904" y="844079"/>
                  <a:pt x="1532682" y="957366"/>
                </a:cubicBezTo>
                <a:cubicBezTo>
                  <a:pt x="1376891" y="980851"/>
                  <a:pt x="1220863" y="1005697"/>
                  <a:pt x="1062721" y="984141"/>
                </a:cubicBezTo>
                <a:cubicBezTo>
                  <a:pt x="1020673" y="978406"/>
                  <a:pt x="943247" y="975683"/>
                  <a:pt x="942621" y="937965"/>
                </a:cubicBezTo>
                <a:cubicBezTo>
                  <a:pt x="942072" y="904608"/>
                  <a:pt x="975887" y="897762"/>
                  <a:pt x="997498" y="870670"/>
                </a:cubicBezTo>
                <a:cubicBezTo>
                  <a:pt x="1049636" y="805278"/>
                  <a:pt x="946021" y="793542"/>
                  <a:pt x="876002" y="784093"/>
                </a:cubicBezTo>
                <a:cubicBezTo>
                  <a:pt x="795654" y="773242"/>
                  <a:pt x="710435" y="774538"/>
                  <a:pt x="633101" y="794930"/>
                </a:cubicBezTo>
                <a:cubicBezTo>
                  <a:pt x="572987" y="827361"/>
                  <a:pt x="574936" y="837842"/>
                  <a:pt x="616103" y="884903"/>
                </a:cubicBezTo>
                <a:cubicBezTo>
                  <a:pt x="687978" y="967066"/>
                  <a:pt x="586256" y="979132"/>
                  <a:pt x="488468" y="986587"/>
                </a:cubicBezTo>
                <a:cubicBezTo>
                  <a:pt x="411887" y="992441"/>
                  <a:pt x="334607" y="988212"/>
                  <a:pt x="258707" y="979859"/>
                </a:cubicBezTo>
                <a:cubicBezTo>
                  <a:pt x="193098" y="972644"/>
                  <a:pt x="128096" y="962349"/>
                  <a:pt x="62983" y="952516"/>
                </a:cubicBezTo>
                <a:cubicBezTo>
                  <a:pt x="5846" y="836163"/>
                  <a:pt x="-52540" y="716732"/>
                  <a:pt x="82738" y="623626"/>
                </a:cubicBezTo>
                <a:cubicBezTo>
                  <a:pt x="183469" y="554295"/>
                  <a:pt x="318381" y="720129"/>
                  <a:pt x="404389" y="607767"/>
                </a:cubicBezTo>
                <a:cubicBezTo>
                  <a:pt x="466691" y="526369"/>
                  <a:pt x="425229" y="392256"/>
                  <a:pt x="265782" y="432365"/>
                </a:cubicBezTo>
                <a:cubicBezTo>
                  <a:pt x="180601" y="453788"/>
                  <a:pt x="146657" y="455453"/>
                  <a:pt x="63938" y="445211"/>
                </a:cubicBezTo>
                <a:cubicBezTo>
                  <a:pt x="31114" y="408947"/>
                  <a:pt x="15420" y="367013"/>
                  <a:pt x="16468" y="323850"/>
                </a:cubicBezTo>
                <a:cubicBezTo>
                  <a:pt x="17865" y="267471"/>
                  <a:pt x="42031" y="213630"/>
                  <a:pt x="67687" y="160303"/>
                </a:cubicBezTo>
                <a:cubicBezTo>
                  <a:pt x="93213" y="164163"/>
                  <a:pt x="118686" y="168062"/>
                  <a:pt x="144029" y="171789"/>
                </a:cubicBezTo>
                <a:cubicBezTo>
                  <a:pt x="295335" y="194030"/>
                  <a:pt x="453034" y="210511"/>
                  <a:pt x="603679" y="176611"/>
                </a:cubicBezTo>
                <a:cubicBezTo>
                  <a:pt x="693842" y="156325"/>
                  <a:pt x="609963" y="87695"/>
                  <a:pt x="578316" y="51576"/>
                </a:cubicBezTo>
                <a:cubicBezTo>
                  <a:pt x="581243" y="37521"/>
                  <a:pt x="589530" y="26479"/>
                  <a:pt x="601338" y="17782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31" name="Picture 30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57E55533-A7BF-216E-F91A-A2C923D97E3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5797029" y="1392082"/>
            <a:ext cx="1902302" cy="1021091"/>
          </a:xfrm>
          <a:custGeom>
            <a:avLst/>
            <a:gdLst>
              <a:gd name="connsiteX0" fmla="*/ 1223176 w 1902302"/>
              <a:gd name="connsiteY0" fmla="*/ 62 h 1021091"/>
              <a:gd name="connsiteX1" fmla="*/ 1537937 w 1902302"/>
              <a:gd name="connsiteY1" fmla="*/ 29537 h 1021091"/>
              <a:gd name="connsiteX2" fmla="*/ 1486718 w 1902302"/>
              <a:gd name="connsiteY2" fmla="*/ 193084 h 1021091"/>
              <a:gd name="connsiteX3" fmla="*/ 1534169 w 1902302"/>
              <a:gd name="connsiteY3" fmla="*/ 314431 h 1021091"/>
              <a:gd name="connsiteX4" fmla="*/ 1736013 w 1902302"/>
              <a:gd name="connsiteY4" fmla="*/ 301586 h 1021091"/>
              <a:gd name="connsiteX5" fmla="*/ 1874620 w 1902302"/>
              <a:gd name="connsiteY5" fmla="*/ 476987 h 1021091"/>
              <a:gd name="connsiteX6" fmla="*/ 1552970 w 1902302"/>
              <a:gd name="connsiteY6" fmla="*/ 492846 h 1021091"/>
              <a:gd name="connsiteX7" fmla="*/ 1533214 w 1902302"/>
              <a:gd name="connsiteY7" fmla="*/ 821736 h 1021091"/>
              <a:gd name="connsiteX8" fmla="*/ 1270519 w 1902302"/>
              <a:gd name="connsiteY8" fmla="*/ 793546 h 1021091"/>
              <a:gd name="connsiteX9" fmla="*/ 988750 w 1902302"/>
              <a:gd name="connsiteY9" fmla="*/ 927107 h 1021091"/>
              <a:gd name="connsiteX10" fmla="*/ 685533 w 1902302"/>
              <a:gd name="connsiteY10" fmla="*/ 1017965 h 1021091"/>
              <a:gd name="connsiteX11" fmla="*/ 622369 w 1902302"/>
              <a:gd name="connsiteY11" fmla="*/ 906899 h 1021091"/>
              <a:gd name="connsiteX12" fmla="*/ 533823 w 1902302"/>
              <a:gd name="connsiteY12" fmla="*/ 808362 h 1021091"/>
              <a:gd name="connsiteX13" fmla="*/ 87092 w 1902302"/>
              <a:gd name="connsiteY13" fmla="*/ 824221 h 1021091"/>
              <a:gd name="connsiteX14" fmla="*/ 65737 w 1902302"/>
              <a:gd name="connsiteY14" fmla="*/ 827379 h 1021091"/>
              <a:gd name="connsiteX15" fmla="*/ 82737 w 1902302"/>
              <a:gd name="connsiteY15" fmla="*/ 492846 h 1021091"/>
              <a:gd name="connsiteX16" fmla="*/ 404388 w 1902302"/>
              <a:gd name="connsiteY16" fmla="*/ 476987 h 1021091"/>
              <a:gd name="connsiteX17" fmla="*/ 265781 w 1902302"/>
              <a:gd name="connsiteY17" fmla="*/ 301586 h 1021091"/>
              <a:gd name="connsiteX18" fmla="*/ 63937 w 1902302"/>
              <a:gd name="connsiteY18" fmla="*/ 314431 h 1021091"/>
              <a:gd name="connsiteX19" fmla="*/ 17092 w 1902302"/>
              <a:gd name="connsiteY19" fmla="*/ 193560 h 1021091"/>
              <a:gd name="connsiteX20" fmla="*/ 67024 w 1902302"/>
              <a:gd name="connsiteY20" fmla="*/ 32590 h 1021091"/>
              <a:gd name="connsiteX21" fmla="*/ 423133 w 1902302"/>
              <a:gd name="connsiteY21" fmla="*/ 3832 h 1021091"/>
              <a:gd name="connsiteX22" fmla="*/ 642437 w 1902302"/>
              <a:gd name="connsiteY22" fmla="*/ 43784 h 1021091"/>
              <a:gd name="connsiteX23" fmla="*/ 579493 w 1902302"/>
              <a:gd name="connsiteY23" fmla="*/ 180317 h 1021091"/>
              <a:gd name="connsiteX24" fmla="*/ 1010969 w 1902302"/>
              <a:gd name="connsiteY24" fmla="*/ 182458 h 1021091"/>
              <a:gd name="connsiteX25" fmla="*/ 942254 w 1902302"/>
              <a:gd name="connsiteY25" fmla="*/ 79229 h 1021091"/>
              <a:gd name="connsiteX26" fmla="*/ 1117561 w 1902302"/>
              <a:gd name="connsiteY26" fmla="*/ 7124 h 1021091"/>
              <a:gd name="connsiteX27" fmla="*/ 1223176 w 1902302"/>
              <a:gd name="connsiteY27" fmla="*/ 62 h 1021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902302" h="1021091">
                <a:moveTo>
                  <a:pt x="1223176" y="62"/>
                </a:moveTo>
                <a:cubicBezTo>
                  <a:pt x="1328763" y="-1078"/>
                  <a:pt x="1434120" y="13847"/>
                  <a:pt x="1537937" y="29537"/>
                </a:cubicBezTo>
                <a:cubicBezTo>
                  <a:pt x="1512282" y="82876"/>
                  <a:pt x="1488113" y="136704"/>
                  <a:pt x="1486718" y="193084"/>
                </a:cubicBezTo>
                <a:cubicBezTo>
                  <a:pt x="1485632" y="236233"/>
                  <a:pt x="1501346" y="278168"/>
                  <a:pt x="1534169" y="314431"/>
                </a:cubicBezTo>
                <a:cubicBezTo>
                  <a:pt x="1616888" y="324674"/>
                  <a:pt x="1650813" y="323022"/>
                  <a:pt x="1736013" y="301586"/>
                </a:cubicBezTo>
                <a:cubicBezTo>
                  <a:pt x="1895460" y="261476"/>
                  <a:pt x="1936922" y="395590"/>
                  <a:pt x="1874620" y="476987"/>
                </a:cubicBezTo>
                <a:cubicBezTo>
                  <a:pt x="1788612" y="589361"/>
                  <a:pt x="1653700" y="423516"/>
                  <a:pt x="1552970" y="492846"/>
                </a:cubicBezTo>
                <a:cubicBezTo>
                  <a:pt x="1417689" y="585952"/>
                  <a:pt x="1476095" y="705370"/>
                  <a:pt x="1533214" y="821736"/>
                </a:cubicBezTo>
                <a:cubicBezTo>
                  <a:pt x="1446378" y="808626"/>
                  <a:pt x="1359377" y="796362"/>
                  <a:pt x="1270519" y="793546"/>
                </a:cubicBezTo>
                <a:cubicBezTo>
                  <a:pt x="1167310" y="790269"/>
                  <a:pt x="830756" y="810635"/>
                  <a:pt x="988750" y="927107"/>
                </a:cubicBezTo>
                <a:cubicBezTo>
                  <a:pt x="1107636" y="1014754"/>
                  <a:pt x="750831" y="1028736"/>
                  <a:pt x="685533" y="1017965"/>
                </a:cubicBezTo>
                <a:cubicBezTo>
                  <a:pt x="575358" y="999793"/>
                  <a:pt x="566334" y="969780"/>
                  <a:pt x="622369" y="906899"/>
                </a:cubicBezTo>
                <a:cubicBezTo>
                  <a:pt x="680460" y="841705"/>
                  <a:pt x="616947" y="823018"/>
                  <a:pt x="533823" y="808362"/>
                </a:cubicBezTo>
                <a:cubicBezTo>
                  <a:pt x="386101" y="782327"/>
                  <a:pt x="233197" y="802745"/>
                  <a:pt x="87092" y="824221"/>
                </a:cubicBezTo>
                <a:cubicBezTo>
                  <a:pt x="79980" y="825265"/>
                  <a:pt x="72868" y="826322"/>
                  <a:pt x="65737" y="827379"/>
                </a:cubicBezTo>
                <a:cubicBezTo>
                  <a:pt x="7792" y="709242"/>
                  <a:pt x="-54729" y="587458"/>
                  <a:pt x="82737" y="492846"/>
                </a:cubicBezTo>
                <a:cubicBezTo>
                  <a:pt x="183468" y="423516"/>
                  <a:pt x="318380" y="589348"/>
                  <a:pt x="404388" y="476987"/>
                </a:cubicBezTo>
                <a:cubicBezTo>
                  <a:pt x="466690" y="395590"/>
                  <a:pt x="425228" y="261476"/>
                  <a:pt x="265781" y="301586"/>
                </a:cubicBezTo>
                <a:cubicBezTo>
                  <a:pt x="180601" y="323009"/>
                  <a:pt x="146656" y="324674"/>
                  <a:pt x="63937" y="314431"/>
                </a:cubicBezTo>
                <a:cubicBezTo>
                  <a:pt x="31260" y="278299"/>
                  <a:pt x="15915" y="236511"/>
                  <a:pt x="17092" y="193560"/>
                </a:cubicBezTo>
                <a:cubicBezTo>
                  <a:pt x="18616" y="138118"/>
                  <a:pt x="41957" y="85096"/>
                  <a:pt x="67024" y="32590"/>
                </a:cubicBezTo>
                <a:cubicBezTo>
                  <a:pt x="185214" y="15290"/>
                  <a:pt x="303805" y="-913"/>
                  <a:pt x="423133" y="3832"/>
                </a:cubicBezTo>
                <a:cubicBezTo>
                  <a:pt x="499145" y="6846"/>
                  <a:pt x="573924" y="19665"/>
                  <a:pt x="642437" y="43784"/>
                </a:cubicBezTo>
                <a:cubicBezTo>
                  <a:pt x="660043" y="92762"/>
                  <a:pt x="554792" y="146920"/>
                  <a:pt x="579493" y="180317"/>
                </a:cubicBezTo>
                <a:cubicBezTo>
                  <a:pt x="650357" y="276132"/>
                  <a:pt x="917773" y="231225"/>
                  <a:pt x="1010969" y="182458"/>
                </a:cubicBezTo>
                <a:cubicBezTo>
                  <a:pt x="1026131" y="135422"/>
                  <a:pt x="947234" y="123529"/>
                  <a:pt x="942254" y="79229"/>
                </a:cubicBezTo>
                <a:cubicBezTo>
                  <a:pt x="936354" y="26629"/>
                  <a:pt x="1066083" y="13731"/>
                  <a:pt x="1117561" y="7124"/>
                </a:cubicBezTo>
                <a:cubicBezTo>
                  <a:pt x="1152759" y="2607"/>
                  <a:pt x="1187981" y="442"/>
                  <a:pt x="1223176" y="62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29" name="Picture 28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735AC152-4C37-5830-D66A-7AAB4677A33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4056531" y="1261302"/>
            <a:ext cx="2172569" cy="992423"/>
          </a:xfrm>
          <a:custGeom>
            <a:avLst/>
            <a:gdLst>
              <a:gd name="connsiteX0" fmla="*/ 912052 w 2172569"/>
              <a:gd name="connsiteY0" fmla="*/ 0 h 992423"/>
              <a:gd name="connsiteX1" fmla="*/ 1187557 w 2172569"/>
              <a:gd name="connsiteY1" fmla="*/ 0 h 992423"/>
              <a:gd name="connsiteX2" fmla="*/ 1261939 w 2172569"/>
              <a:gd name="connsiteY2" fmla="*/ 15934 h 992423"/>
              <a:gd name="connsiteX3" fmla="*/ 1217575 w 2172569"/>
              <a:gd name="connsiteY3" fmla="*/ 166820 h 992423"/>
              <a:gd name="connsiteX4" fmla="*/ 1807524 w 2172569"/>
              <a:gd name="connsiteY4" fmla="*/ 163371 h 992423"/>
              <a:gd name="connsiteX5" fmla="*/ 1757592 w 2172569"/>
              <a:gd name="connsiteY5" fmla="*/ 324340 h 992423"/>
              <a:gd name="connsiteX6" fmla="*/ 1804437 w 2172569"/>
              <a:gd name="connsiteY6" fmla="*/ 445212 h 992423"/>
              <a:gd name="connsiteX7" fmla="*/ 2006281 w 2172569"/>
              <a:gd name="connsiteY7" fmla="*/ 432367 h 992423"/>
              <a:gd name="connsiteX8" fmla="*/ 2144888 w 2172569"/>
              <a:gd name="connsiteY8" fmla="*/ 607767 h 992423"/>
              <a:gd name="connsiteX9" fmla="*/ 1823238 w 2172569"/>
              <a:gd name="connsiteY9" fmla="*/ 623626 h 992423"/>
              <a:gd name="connsiteX10" fmla="*/ 1806237 w 2172569"/>
              <a:gd name="connsiteY10" fmla="*/ 958160 h 992423"/>
              <a:gd name="connsiteX11" fmla="*/ 1332070 w 2172569"/>
              <a:gd name="connsiteY11" fmla="*/ 984064 h 992423"/>
              <a:gd name="connsiteX12" fmla="*/ 1245326 w 2172569"/>
              <a:gd name="connsiteY12" fmla="*/ 893865 h 992423"/>
              <a:gd name="connsiteX13" fmla="*/ 1186131 w 2172569"/>
              <a:gd name="connsiteY13" fmla="*/ 790543 h 992423"/>
              <a:gd name="connsiteX14" fmla="*/ 903387 w 2172569"/>
              <a:gd name="connsiteY14" fmla="*/ 794944 h 992423"/>
              <a:gd name="connsiteX15" fmla="*/ 886387 w 2172569"/>
              <a:gd name="connsiteY15" fmla="*/ 884917 h 992423"/>
              <a:gd name="connsiteX16" fmla="*/ 797641 w 2172569"/>
              <a:gd name="connsiteY16" fmla="*/ 982676 h 992423"/>
              <a:gd name="connsiteX17" fmla="*/ 567916 w 2172569"/>
              <a:gd name="connsiteY17" fmla="*/ 983375 h 992423"/>
              <a:gd name="connsiteX18" fmla="*/ 338946 w 2172569"/>
              <a:gd name="connsiteY18" fmla="*/ 952927 h 992423"/>
              <a:gd name="connsiteX19" fmla="*/ 399758 w 2172569"/>
              <a:gd name="connsiteY19" fmla="*/ 794322 h 992423"/>
              <a:gd name="connsiteX20" fmla="*/ 376695 w 2172569"/>
              <a:gd name="connsiteY20" fmla="*/ 663565 h 992423"/>
              <a:gd name="connsiteX21" fmla="*/ 186979 w 2172569"/>
              <a:gd name="connsiteY21" fmla="*/ 631107 h 992423"/>
              <a:gd name="connsiteX22" fmla="*/ 22902 w 2172569"/>
              <a:gd name="connsiteY22" fmla="*/ 452573 h 992423"/>
              <a:gd name="connsiteX23" fmla="*/ 118560 w 2172569"/>
              <a:gd name="connsiteY23" fmla="*/ 425495 h 992423"/>
              <a:gd name="connsiteX24" fmla="*/ 238161 w 2172569"/>
              <a:gd name="connsiteY24" fmla="*/ 452164 h 992423"/>
              <a:gd name="connsiteX25" fmla="*/ 389229 w 2172569"/>
              <a:gd name="connsiteY25" fmla="*/ 378287 h 992423"/>
              <a:gd name="connsiteX26" fmla="*/ 334554 w 2172569"/>
              <a:gd name="connsiteY26" fmla="*/ 159618 h 992423"/>
              <a:gd name="connsiteX27" fmla="*/ 912429 w 2172569"/>
              <a:gd name="connsiteY27" fmla="*/ 166873 h 992423"/>
              <a:gd name="connsiteX28" fmla="*/ 856487 w 2172569"/>
              <a:gd name="connsiteY28" fmla="*/ 32494 h 992423"/>
              <a:gd name="connsiteX29" fmla="*/ 885096 w 2172569"/>
              <a:gd name="connsiteY29" fmla="*/ 8629 h 99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172569" h="992423">
                <a:moveTo>
                  <a:pt x="912052" y="0"/>
                </a:moveTo>
                <a:lnTo>
                  <a:pt x="1187557" y="0"/>
                </a:lnTo>
                <a:lnTo>
                  <a:pt x="1261939" y="15934"/>
                </a:lnTo>
                <a:cubicBezTo>
                  <a:pt x="1335047" y="72484"/>
                  <a:pt x="1185985" y="103925"/>
                  <a:pt x="1217575" y="166820"/>
                </a:cubicBezTo>
                <a:cubicBezTo>
                  <a:pt x="1414090" y="224190"/>
                  <a:pt x="1610237" y="192247"/>
                  <a:pt x="1807524" y="163371"/>
                </a:cubicBezTo>
                <a:cubicBezTo>
                  <a:pt x="1782457" y="215878"/>
                  <a:pt x="1759117" y="268899"/>
                  <a:pt x="1757592" y="324340"/>
                </a:cubicBezTo>
                <a:cubicBezTo>
                  <a:pt x="1756415" y="367292"/>
                  <a:pt x="1771760" y="409093"/>
                  <a:pt x="1804437" y="445212"/>
                </a:cubicBezTo>
                <a:cubicBezTo>
                  <a:pt x="1887156" y="455467"/>
                  <a:pt x="1921081" y="453802"/>
                  <a:pt x="2006281" y="432367"/>
                </a:cubicBezTo>
                <a:cubicBezTo>
                  <a:pt x="2165728" y="392256"/>
                  <a:pt x="2207188" y="526371"/>
                  <a:pt x="2144888" y="607767"/>
                </a:cubicBezTo>
                <a:cubicBezTo>
                  <a:pt x="2058880" y="720143"/>
                  <a:pt x="1923968" y="554296"/>
                  <a:pt x="1823238" y="623626"/>
                </a:cubicBezTo>
                <a:cubicBezTo>
                  <a:pt x="1685752" y="718239"/>
                  <a:pt x="1748292" y="840024"/>
                  <a:pt x="1806237" y="958160"/>
                </a:cubicBezTo>
                <a:cubicBezTo>
                  <a:pt x="1650669" y="981196"/>
                  <a:pt x="1490599" y="1005671"/>
                  <a:pt x="1332070" y="984064"/>
                </a:cubicBezTo>
                <a:cubicBezTo>
                  <a:pt x="1246337" y="972367"/>
                  <a:pt x="1172328" y="955834"/>
                  <a:pt x="1245326" y="893865"/>
                </a:cubicBezTo>
                <a:cubicBezTo>
                  <a:pt x="1315475" y="834328"/>
                  <a:pt x="1275796" y="807433"/>
                  <a:pt x="1186131" y="790543"/>
                </a:cubicBezTo>
                <a:cubicBezTo>
                  <a:pt x="1094186" y="773217"/>
                  <a:pt x="993585" y="771155"/>
                  <a:pt x="903387" y="794944"/>
                </a:cubicBezTo>
                <a:cubicBezTo>
                  <a:pt x="843272" y="827363"/>
                  <a:pt x="845221" y="837869"/>
                  <a:pt x="886387" y="884917"/>
                </a:cubicBezTo>
                <a:cubicBezTo>
                  <a:pt x="947255" y="954460"/>
                  <a:pt x="889970" y="971494"/>
                  <a:pt x="797641" y="982676"/>
                </a:cubicBezTo>
                <a:cubicBezTo>
                  <a:pt x="721667" y="991874"/>
                  <a:pt x="644111" y="990221"/>
                  <a:pt x="567916" y="983375"/>
                </a:cubicBezTo>
                <a:cubicBezTo>
                  <a:pt x="490931" y="976450"/>
                  <a:pt x="414995" y="964411"/>
                  <a:pt x="338946" y="952927"/>
                </a:cubicBezTo>
                <a:cubicBezTo>
                  <a:pt x="364069" y="900936"/>
                  <a:pt x="390386" y="849209"/>
                  <a:pt x="399758" y="794322"/>
                </a:cubicBezTo>
                <a:cubicBezTo>
                  <a:pt x="407331" y="749943"/>
                  <a:pt x="401541" y="704865"/>
                  <a:pt x="376695" y="663565"/>
                </a:cubicBezTo>
                <a:cubicBezTo>
                  <a:pt x="334425" y="593336"/>
                  <a:pt x="270690" y="601385"/>
                  <a:pt x="186979" y="631107"/>
                </a:cubicBezTo>
                <a:cubicBezTo>
                  <a:pt x="27017" y="687896"/>
                  <a:pt x="-38831" y="540235"/>
                  <a:pt x="22902" y="452573"/>
                </a:cubicBezTo>
                <a:cubicBezTo>
                  <a:pt x="71107" y="442569"/>
                  <a:pt x="60981" y="419520"/>
                  <a:pt x="118560" y="425495"/>
                </a:cubicBezTo>
                <a:cubicBezTo>
                  <a:pt x="160222" y="429815"/>
                  <a:pt x="198319" y="443323"/>
                  <a:pt x="238161" y="452164"/>
                </a:cubicBezTo>
                <a:cubicBezTo>
                  <a:pt x="333617" y="473349"/>
                  <a:pt x="371733" y="445265"/>
                  <a:pt x="389229" y="378287"/>
                </a:cubicBezTo>
                <a:cubicBezTo>
                  <a:pt x="408838" y="303141"/>
                  <a:pt x="371825" y="231115"/>
                  <a:pt x="334554" y="159618"/>
                </a:cubicBezTo>
                <a:cubicBezTo>
                  <a:pt x="528019" y="188480"/>
                  <a:pt x="720546" y="221640"/>
                  <a:pt x="912429" y="166873"/>
                </a:cubicBezTo>
                <a:cubicBezTo>
                  <a:pt x="935310" y="113268"/>
                  <a:pt x="830775" y="75656"/>
                  <a:pt x="856487" y="32494"/>
                </a:cubicBezTo>
                <a:cubicBezTo>
                  <a:pt x="862390" y="22595"/>
                  <a:pt x="872471" y="14794"/>
                  <a:pt x="885096" y="8629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pic>
        <p:nvPicPr>
          <p:cNvPr id="26" name="Picture 25" descr="A picture containing outdoor, wilderness, tropical and subtropical coniferous forests, mountain&#10;&#10;Description automatically generated">
            <a:extLst>
              <a:ext uri="{FF2B5EF4-FFF2-40B4-BE49-F238E27FC236}">
                <a16:creationId xmlns:a16="http://schemas.microsoft.com/office/drawing/2014/main" id="{1A68F245-5517-6212-E67B-1BBE69A513A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2859031" y="1392302"/>
            <a:ext cx="1600357" cy="1025777"/>
          </a:xfrm>
          <a:custGeom>
            <a:avLst/>
            <a:gdLst>
              <a:gd name="connsiteX0" fmla="*/ 1247778 w 1600357"/>
              <a:gd name="connsiteY0" fmla="*/ 108 h 1025777"/>
              <a:gd name="connsiteX1" fmla="*/ 1532070 w 1600357"/>
              <a:gd name="connsiteY1" fmla="*/ 28617 h 1025777"/>
              <a:gd name="connsiteX2" fmla="*/ 1586728 w 1600357"/>
              <a:gd name="connsiteY2" fmla="*/ 247286 h 1025777"/>
              <a:gd name="connsiteX3" fmla="*/ 1435660 w 1600357"/>
              <a:gd name="connsiteY3" fmla="*/ 321163 h 1025777"/>
              <a:gd name="connsiteX4" fmla="*/ 1316058 w 1600357"/>
              <a:gd name="connsiteY4" fmla="*/ 294494 h 1025777"/>
              <a:gd name="connsiteX5" fmla="*/ 1220401 w 1600357"/>
              <a:gd name="connsiteY5" fmla="*/ 321572 h 1025777"/>
              <a:gd name="connsiteX6" fmla="*/ 1384478 w 1600357"/>
              <a:gd name="connsiteY6" fmla="*/ 500107 h 1025777"/>
              <a:gd name="connsiteX7" fmla="*/ 1574194 w 1600357"/>
              <a:gd name="connsiteY7" fmla="*/ 532564 h 1025777"/>
              <a:gd name="connsiteX8" fmla="*/ 1597258 w 1600357"/>
              <a:gd name="connsiteY8" fmla="*/ 663321 h 1025777"/>
              <a:gd name="connsiteX9" fmla="*/ 1536444 w 1600357"/>
              <a:gd name="connsiteY9" fmla="*/ 821926 h 1025777"/>
              <a:gd name="connsiteX10" fmla="*/ 1267687 w 1600357"/>
              <a:gd name="connsiteY10" fmla="*/ 793009 h 1025777"/>
              <a:gd name="connsiteX11" fmla="*/ 965076 w 1600357"/>
              <a:gd name="connsiteY11" fmla="*/ 910168 h 1025777"/>
              <a:gd name="connsiteX12" fmla="*/ 906836 w 1600357"/>
              <a:gd name="connsiteY12" fmla="*/ 1011971 h 1025777"/>
              <a:gd name="connsiteX13" fmla="*/ 683087 w 1600357"/>
              <a:gd name="connsiteY13" fmla="*/ 1017745 h 1025777"/>
              <a:gd name="connsiteX14" fmla="*/ 597371 w 1600357"/>
              <a:gd name="connsiteY14" fmla="*/ 930521 h 1025777"/>
              <a:gd name="connsiteX15" fmla="*/ 567397 w 1600357"/>
              <a:gd name="connsiteY15" fmla="*/ 815489 h 1025777"/>
              <a:gd name="connsiteX16" fmla="*/ 53918 w 1600357"/>
              <a:gd name="connsiteY16" fmla="*/ 827001 h 1025777"/>
              <a:gd name="connsiteX17" fmla="*/ 128404 w 1600357"/>
              <a:gd name="connsiteY17" fmla="*/ 597639 h 1025777"/>
              <a:gd name="connsiteX18" fmla="*/ 40226 w 1600357"/>
              <a:gd name="connsiteY18" fmla="*/ 477349 h 1025777"/>
              <a:gd name="connsiteX19" fmla="*/ 0 w 1600357"/>
              <a:gd name="connsiteY19" fmla="*/ 477380 h 1025777"/>
              <a:gd name="connsiteX20" fmla="*/ 0 w 1600357"/>
              <a:gd name="connsiteY20" fmla="*/ 328292 h 1025777"/>
              <a:gd name="connsiteX21" fmla="*/ 14134 w 1600357"/>
              <a:gd name="connsiteY21" fmla="*/ 330808 h 1025777"/>
              <a:gd name="connsiteX22" fmla="*/ 69668 w 1600357"/>
              <a:gd name="connsiteY22" fmla="*/ 326330 h 1025777"/>
              <a:gd name="connsiteX23" fmla="*/ 119087 w 1600357"/>
              <a:gd name="connsiteY23" fmla="*/ 196233 h 1025777"/>
              <a:gd name="connsiteX24" fmla="*/ 120630 w 1600357"/>
              <a:gd name="connsiteY24" fmla="*/ 1023 h 1025777"/>
              <a:gd name="connsiteX25" fmla="*/ 372536 w 1600357"/>
              <a:gd name="connsiteY25" fmla="*/ 11079 h 1025777"/>
              <a:gd name="connsiteX26" fmla="*/ 639989 w 1600357"/>
              <a:gd name="connsiteY26" fmla="*/ 43565 h 1025777"/>
              <a:gd name="connsiteX27" fmla="*/ 594284 w 1600357"/>
              <a:gd name="connsiteY27" fmla="*/ 194740 h 1025777"/>
              <a:gd name="connsiteX28" fmla="*/ 1008521 w 1600357"/>
              <a:gd name="connsiteY28" fmla="*/ 182238 h 1025777"/>
              <a:gd name="connsiteX29" fmla="*/ 939789 w 1600357"/>
              <a:gd name="connsiteY29" fmla="*/ 79009 h 1025777"/>
              <a:gd name="connsiteX30" fmla="*/ 1152677 w 1600357"/>
              <a:gd name="connsiteY30" fmla="*/ 3123 h 1025777"/>
              <a:gd name="connsiteX31" fmla="*/ 1247778 w 1600357"/>
              <a:gd name="connsiteY31" fmla="*/ 108 h 1025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600357" h="1025777">
                <a:moveTo>
                  <a:pt x="1247778" y="108"/>
                </a:moveTo>
                <a:cubicBezTo>
                  <a:pt x="1342790" y="1419"/>
                  <a:pt x="1437544" y="14513"/>
                  <a:pt x="1532070" y="28617"/>
                </a:cubicBezTo>
                <a:cubicBezTo>
                  <a:pt x="1569324" y="100115"/>
                  <a:pt x="1606336" y="172141"/>
                  <a:pt x="1586728" y="247286"/>
                </a:cubicBezTo>
                <a:cubicBezTo>
                  <a:pt x="1569231" y="314278"/>
                  <a:pt x="1531115" y="342361"/>
                  <a:pt x="1435660" y="321163"/>
                </a:cubicBezTo>
                <a:cubicBezTo>
                  <a:pt x="1395817" y="312322"/>
                  <a:pt x="1357738" y="298815"/>
                  <a:pt x="1316058" y="294494"/>
                </a:cubicBezTo>
                <a:cubicBezTo>
                  <a:pt x="1258480" y="288533"/>
                  <a:pt x="1268625" y="311569"/>
                  <a:pt x="1220401" y="321572"/>
                </a:cubicBezTo>
                <a:cubicBezTo>
                  <a:pt x="1158670" y="409234"/>
                  <a:pt x="1224518" y="556895"/>
                  <a:pt x="1384478" y="500107"/>
                </a:cubicBezTo>
                <a:cubicBezTo>
                  <a:pt x="1468191" y="470384"/>
                  <a:pt x="1531943" y="462335"/>
                  <a:pt x="1574194" y="532564"/>
                </a:cubicBezTo>
                <a:cubicBezTo>
                  <a:pt x="1599041" y="573864"/>
                  <a:pt x="1604830" y="618943"/>
                  <a:pt x="1597258" y="663321"/>
                </a:cubicBezTo>
                <a:cubicBezTo>
                  <a:pt x="1587885" y="718208"/>
                  <a:pt x="1561550" y="769935"/>
                  <a:pt x="1536444" y="821926"/>
                </a:cubicBezTo>
                <a:cubicBezTo>
                  <a:pt x="1447607" y="808499"/>
                  <a:pt x="1358639" y="795824"/>
                  <a:pt x="1267687" y="793009"/>
                </a:cubicBezTo>
                <a:cubicBezTo>
                  <a:pt x="1189691" y="790604"/>
                  <a:pt x="846097" y="805921"/>
                  <a:pt x="965076" y="910168"/>
                </a:cubicBezTo>
                <a:cubicBezTo>
                  <a:pt x="1030225" y="967260"/>
                  <a:pt x="1008706" y="988525"/>
                  <a:pt x="906836" y="1011971"/>
                </a:cubicBezTo>
                <a:cubicBezTo>
                  <a:pt x="834906" y="1028529"/>
                  <a:pt x="756542" y="1029864"/>
                  <a:pt x="683087" y="1017745"/>
                </a:cubicBezTo>
                <a:cubicBezTo>
                  <a:pt x="615639" y="1006618"/>
                  <a:pt x="546905" y="982776"/>
                  <a:pt x="597371" y="930521"/>
                </a:cubicBezTo>
                <a:cubicBezTo>
                  <a:pt x="651787" y="874194"/>
                  <a:pt x="668531" y="838789"/>
                  <a:pt x="567397" y="815489"/>
                </a:cubicBezTo>
                <a:cubicBezTo>
                  <a:pt x="396684" y="776172"/>
                  <a:pt x="225568" y="801137"/>
                  <a:pt x="53918" y="827001"/>
                </a:cubicBezTo>
                <a:cubicBezTo>
                  <a:pt x="90950" y="732732"/>
                  <a:pt x="135369" y="641370"/>
                  <a:pt x="128404" y="597639"/>
                </a:cubicBezTo>
                <a:cubicBezTo>
                  <a:pt x="122467" y="560397"/>
                  <a:pt x="99275" y="488264"/>
                  <a:pt x="40226" y="477349"/>
                </a:cubicBezTo>
                <a:lnTo>
                  <a:pt x="0" y="477380"/>
                </a:lnTo>
                <a:lnTo>
                  <a:pt x="0" y="328292"/>
                </a:lnTo>
                <a:lnTo>
                  <a:pt x="14134" y="330808"/>
                </a:lnTo>
                <a:cubicBezTo>
                  <a:pt x="33060" y="332293"/>
                  <a:pt x="51694" y="331332"/>
                  <a:pt x="69668" y="326330"/>
                </a:cubicBezTo>
                <a:cubicBezTo>
                  <a:pt x="116109" y="292220"/>
                  <a:pt x="120574" y="241260"/>
                  <a:pt x="119087" y="196233"/>
                </a:cubicBezTo>
                <a:cubicBezTo>
                  <a:pt x="116972" y="132572"/>
                  <a:pt x="119785" y="66732"/>
                  <a:pt x="120630" y="1023"/>
                </a:cubicBezTo>
                <a:cubicBezTo>
                  <a:pt x="204782" y="1564"/>
                  <a:pt x="288879" y="4695"/>
                  <a:pt x="372536" y="11079"/>
                </a:cubicBezTo>
                <a:cubicBezTo>
                  <a:pt x="462476" y="17952"/>
                  <a:pt x="551960" y="28484"/>
                  <a:pt x="639989" y="43565"/>
                </a:cubicBezTo>
                <a:cubicBezTo>
                  <a:pt x="659856" y="98873"/>
                  <a:pt x="535714" y="155052"/>
                  <a:pt x="594284" y="194740"/>
                </a:cubicBezTo>
                <a:cubicBezTo>
                  <a:pt x="695730" y="263489"/>
                  <a:pt x="905531" y="236119"/>
                  <a:pt x="1008521" y="182238"/>
                </a:cubicBezTo>
                <a:cubicBezTo>
                  <a:pt x="1023683" y="135189"/>
                  <a:pt x="944769" y="123308"/>
                  <a:pt x="939789" y="79009"/>
                </a:cubicBezTo>
                <a:cubicBezTo>
                  <a:pt x="933227" y="20608"/>
                  <a:pt x="1096498" y="7697"/>
                  <a:pt x="1152677" y="3123"/>
                </a:cubicBezTo>
                <a:cubicBezTo>
                  <a:pt x="1184407" y="543"/>
                  <a:pt x="1216107" y="-329"/>
                  <a:pt x="1247778" y="108"/>
                </a:cubicBezTo>
                <a:close/>
              </a:path>
            </a:pathLst>
          </a:custGeom>
          <a:ln w="3175">
            <a:solidFill>
              <a:schemeClr val="tx1"/>
            </a:solidFill>
          </a:ln>
        </p:spPr>
      </p:pic>
      <p:sp>
        <p:nvSpPr>
          <p:cNvPr id="2" name="Rectangle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77B9FA2-04ED-307C-C3B9-FD28C1B3C42E}"/>
              </a:ext>
            </a:extLst>
          </p:cNvPr>
          <p:cNvSpPr/>
          <p:nvPr/>
        </p:nvSpPr>
        <p:spPr>
          <a:xfrm>
            <a:off x="10986371" y="6152825"/>
            <a:ext cx="990321" cy="43312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445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340B97-DBB0-8414-5F55-D0C25B16974B}"/>
              </a:ext>
            </a:extLst>
          </p:cNvPr>
          <p:cNvSpPr/>
          <p:nvPr/>
        </p:nvSpPr>
        <p:spPr>
          <a:xfrm>
            <a:off x="1702191" y="928468"/>
            <a:ext cx="9720775" cy="205388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sq-AL" sz="9600" b="1" dirty="0">
                <a:latin typeface="Agency FB" panose="020B0503020202020204" pitchFamily="34" charset="0"/>
              </a:rPr>
              <a:t>HAPE DERËN</a:t>
            </a:r>
            <a:endParaRPr lang="en-US" sz="9600" b="1" dirty="0">
              <a:latin typeface="Agency FB" panose="020B0503020202020204" pitchFamily="34" charset="0"/>
            </a:endParaRPr>
          </a:p>
        </p:txBody>
      </p:sp>
      <p:sp>
        <p:nvSpPr>
          <p:cNvPr id="3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778A555-9880-0AEB-C4B4-F373A8A79B81}"/>
              </a:ext>
            </a:extLst>
          </p:cNvPr>
          <p:cNvSpPr/>
          <p:nvPr/>
        </p:nvSpPr>
        <p:spPr>
          <a:xfrm>
            <a:off x="615643" y="4339893"/>
            <a:ext cx="1086547" cy="6017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Kthehu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sq-AL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në fillim</a:t>
            </a:r>
            <a:endParaRPr kumimoji="0" lang="sq-XK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75E50E7-BC2C-87D0-65E4-14C6798752AD}"/>
              </a:ext>
            </a:extLst>
          </p:cNvPr>
          <p:cNvSpPr/>
          <p:nvPr/>
        </p:nvSpPr>
        <p:spPr>
          <a:xfrm>
            <a:off x="615643" y="5327793"/>
            <a:ext cx="1086547" cy="6017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Vazhdo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235ABF4-FBDF-C0D0-7690-FC2185801B75}"/>
              </a:ext>
            </a:extLst>
          </p:cNvPr>
          <p:cNvSpPr/>
          <p:nvPr/>
        </p:nvSpPr>
        <p:spPr>
          <a:xfrm>
            <a:off x="674629" y="4339893"/>
            <a:ext cx="1086547" cy="601739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Kthehu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sq-AL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në fillim</a:t>
            </a:r>
            <a:endParaRPr kumimoji="0" lang="sq-XK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00862C3-BC28-C717-9027-B8C1A2800B35}"/>
              </a:ext>
            </a:extLst>
          </p:cNvPr>
          <p:cNvSpPr/>
          <p:nvPr/>
        </p:nvSpPr>
        <p:spPr>
          <a:xfrm>
            <a:off x="674629" y="5327793"/>
            <a:ext cx="1086547" cy="601739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Vazhdo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57675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A1FB2F84-B8D5-45E9-64DC-755234FC553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112145" y="1572692"/>
            <a:ext cx="2189302" cy="4534478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12" name="P 1" descr="A close-up of a door&#10;&#10;Description automatically generated with medium confidence">
            <a:hlinkClick r:id="rId4" action="ppaction://hlinksldjump"/>
            <a:extLst>
              <a:ext uri="{FF2B5EF4-FFF2-40B4-BE49-F238E27FC236}">
                <a16:creationId xmlns:a16="http://schemas.microsoft.com/office/drawing/2014/main" id="{16D3B65C-B1A8-8A8F-B379-053B12C9EFD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320562" y="1756272"/>
            <a:ext cx="1722426" cy="4350898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15" name="Picture 14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0594BD8D-220A-D075-6ADD-10A67E5EF81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2477766" y="1572692"/>
            <a:ext cx="2189302" cy="4534478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16" name="P 2" descr="A close-up of a door&#10;&#10;Description automatically generated with medium confidence">
            <a:hlinkClick r:id="rId6" action="ppaction://hlinksldjump"/>
            <a:extLst>
              <a:ext uri="{FF2B5EF4-FFF2-40B4-BE49-F238E27FC236}">
                <a16:creationId xmlns:a16="http://schemas.microsoft.com/office/drawing/2014/main" id="{D10A8AE9-7AB5-A43A-7189-C9E521960AE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2645202" y="1756272"/>
            <a:ext cx="1722426" cy="4350898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17" name="Picture 16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38A4F4BF-9B29-B963-20F6-4BCA1AAF225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4921712" y="1590183"/>
            <a:ext cx="2189302" cy="4534478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18" name="P 3" descr="A close-up of a door&#10;&#10;Description automatically generated with medium confidence">
            <a:hlinkClick r:id="rId7" action="ppaction://hlinksldjump"/>
            <a:extLst>
              <a:ext uri="{FF2B5EF4-FFF2-40B4-BE49-F238E27FC236}">
                <a16:creationId xmlns:a16="http://schemas.microsoft.com/office/drawing/2014/main" id="{904E07F3-3658-88D6-4D43-D3DB04827C1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5130129" y="1805371"/>
            <a:ext cx="1722426" cy="4350898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20" name="Picture 19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125886AA-D495-944D-F815-720CA405EEE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7373859" y="1607674"/>
            <a:ext cx="2189302" cy="4534478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22" name="P 4" descr="A close-up of a door&#10;&#10;Description automatically generated with medium confidence">
            <a:hlinkClick r:id="rId8" action="ppaction://hlinksldjump"/>
            <a:extLst>
              <a:ext uri="{FF2B5EF4-FFF2-40B4-BE49-F238E27FC236}">
                <a16:creationId xmlns:a16="http://schemas.microsoft.com/office/drawing/2014/main" id="{EBDB7AF9-0C26-25AB-914D-D989644681B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7582276" y="1805371"/>
            <a:ext cx="1722426" cy="4350898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24" name="Picture 23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526B15BA-FCC6-F487-A061-4303AD52567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9734519" y="1607674"/>
            <a:ext cx="2189302" cy="4534478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25" name="P 5" descr="A close-up of a door&#10;&#10;Description automatically generated with medium confidence">
            <a:hlinkClick r:id="rId9" action="ppaction://hlinksldjump"/>
            <a:extLst>
              <a:ext uri="{FF2B5EF4-FFF2-40B4-BE49-F238E27FC236}">
                <a16:creationId xmlns:a16="http://schemas.microsoft.com/office/drawing/2014/main" id="{468C64A5-68E5-6E7B-5F9B-35F332BB519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9906916" y="1805371"/>
            <a:ext cx="1722426" cy="4350898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3" name="Graphic 2" descr="Badge 1 with solid fill">
            <a:extLst>
              <a:ext uri="{FF2B5EF4-FFF2-40B4-BE49-F238E27FC236}">
                <a16:creationId xmlns:a16="http://schemas.microsoft.com/office/drawing/2014/main" id="{A6DF19BF-4F65-7915-D2DF-46DF7272521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7441" y="743819"/>
            <a:ext cx="914400" cy="914400"/>
          </a:xfrm>
          <a:prstGeom prst="rect">
            <a:avLst/>
          </a:prstGeom>
        </p:spPr>
      </p:pic>
      <p:pic>
        <p:nvPicPr>
          <p:cNvPr id="5" name="Graphic 4" descr="Badge with solid fill">
            <a:extLst>
              <a:ext uri="{FF2B5EF4-FFF2-40B4-BE49-F238E27FC236}">
                <a16:creationId xmlns:a16="http://schemas.microsoft.com/office/drawing/2014/main" id="{DAC3B670-E43C-A843-AF00-A6B1D071499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83573" y="738579"/>
            <a:ext cx="914400" cy="914400"/>
          </a:xfrm>
          <a:prstGeom prst="rect">
            <a:avLst/>
          </a:prstGeom>
        </p:spPr>
      </p:pic>
      <p:pic>
        <p:nvPicPr>
          <p:cNvPr id="7" name="Graphic 6" descr="Badge 3 with solid fill">
            <a:extLst>
              <a:ext uri="{FF2B5EF4-FFF2-40B4-BE49-F238E27FC236}">
                <a16:creationId xmlns:a16="http://schemas.microsoft.com/office/drawing/2014/main" id="{7E9A0F43-1431-2D16-7E8D-617F2A6214B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79705" y="733339"/>
            <a:ext cx="914400" cy="914400"/>
          </a:xfrm>
          <a:prstGeom prst="rect">
            <a:avLst/>
          </a:prstGeom>
        </p:spPr>
      </p:pic>
      <p:pic>
        <p:nvPicPr>
          <p:cNvPr id="9" name="Graphic 8" descr="Badge 4 with solid fill">
            <a:extLst>
              <a:ext uri="{FF2B5EF4-FFF2-40B4-BE49-F238E27FC236}">
                <a16:creationId xmlns:a16="http://schemas.microsoft.com/office/drawing/2014/main" id="{7C8CCF8E-742F-64CE-5DE0-CD846DA1A2F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975837" y="754300"/>
            <a:ext cx="914400" cy="914400"/>
          </a:xfrm>
          <a:prstGeom prst="rect">
            <a:avLst/>
          </a:prstGeom>
        </p:spPr>
      </p:pic>
      <p:pic>
        <p:nvPicPr>
          <p:cNvPr id="13" name="Graphic 12" descr="Badge 5 with solid fill">
            <a:extLst>
              <a:ext uri="{FF2B5EF4-FFF2-40B4-BE49-F238E27FC236}">
                <a16:creationId xmlns:a16="http://schemas.microsoft.com/office/drawing/2014/main" id="{59A03E1F-63C6-3144-3425-F591A7599F8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371970" y="749059"/>
            <a:ext cx="914400" cy="914400"/>
          </a:xfrm>
          <a:prstGeom prst="rect">
            <a:avLst/>
          </a:prstGeom>
        </p:spPr>
      </p:pic>
      <p:sp>
        <p:nvSpPr>
          <p:cNvPr id="2" name="Rectangle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48DA187-E405-BDCC-4BC8-53F535FA183A}"/>
              </a:ext>
            </a:extLst>
          </p:cNvPr>
          <p:cNvSpPr/>
          <p:nvPr/>
        </p:nvSpPr>
        <p:spPr>
          <a:xfrm>
            <a:off x="10986371" y="6152825"/>
            <a:ext cx="990321" cy="43312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164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A1FB2F84-B8D5-45E9-64DC-755234FC553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222552" y="1816271"/>
            <a:ext cx="2094906" cy="4338964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12" name="Picture 11" descr="A close-up of a door&#10;&#10;Description automatically generated with medium confidence">
            <a:hlinkClick r:id="rId4" action="ppaction://hlinksldjump"/>
            <a:extLst>
              <a:ext uri="{FF2B5EF4-FFF2-40B4-BE49-F238E27FC236}">
                <a16:creationId xmlns:a16="http://schemas.microsoft.com/office/drawing/2014/main" id="{16D3B65C-B1A8-8A8F-B379-053B12C9EFD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1991298" y="2014249"/>
            <a:ext cx="149052" cy="4163298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15" name="Picture 14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0594BD8D-220A-D075-6ADD-10A67E5EF81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2670709" y="1793958"/>
            <a:ext cx="2094906" cy="4338964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16" name="Picture 15" descr="A close-up of a door&#10;&#10;Description automatically generated with medium confidence">
            <a:hlinkClick r:id="rId6" action="ppaction://hlinksldjump"/>
            <a:extLst>
              <a:ext uri="{FF2B5EF4-FFF2-40B4-BE49-F238E27FC236}">
                <a16:creationId xmlns:a16="http://schemas.microsoft.com/office/drawing/2014/main" id="{D10A8AE9-7AB5-A43A-7189-C9E521960AE2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2869061" y="1991937"/>
            <a:ext cx="1648160" cy="4163298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17" name="Picture 16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38A4F4BF-9B29-B963-20F6-4BCA1AAF225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5062678" y="1780706"/>
            <a:ext cx="2094906" cy="4338964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18" name="Picture 17" descr="A close-up of a door&#10;&#10;Description automatically generated with medium confidence">
            <a:hlinkClick r:id="rId8" action="ppaction://hlinksldjump"/>
            <a:extLst>
              <a:ext uri="{FF2B5EF4-FFF2-40B4-BE49-F238E27FC236}">
                <a16:creationId xmlns:a16="http://schemas.microsoft.com/office/drawing/2014/main" id="{904E07F3-3658-88D6-4D43-D3DB04827C10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5271920" y="1969624"/>
            <a:ext cx="1648160" cy="4163298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20" name="Picture 19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125886AA-D495-944D-F815-720CA405EEE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7452693" y="1816271"/>
            <a:ext cx="2094906" cy="4338964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22" name="Picture 21" descr="A close-up of a door&#10;&#10;Description automatically generated with medium confidence">
            <a:hlinkClick r:id="rId9" action="ppaction://hlinksldjump"/>
            <a:extLst>
              <a:ext uri="{FF2B5EF4-FFF2-40B4-BE49-F238E27FC236}">
                <a16:creationId xmlns:a16="http://schemas.microsoft.com/office/drawing/2014/main" id="{EBDB7AF9-0C26-25AB-914D-D989644681B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7651045" y="2027502"/>
            <a:ext cx="1648160" cy="4163298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24" name="Picture 23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526B15BA-FCC6-F487-A061-4303AD52567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9848038" y="1793958"/>
            <a:ext cx="2094906" cy="4338964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25" name="Picture 24" descr="A close-up of a door&#10;&#10;Description automatically generated with medium confidence">
            <a:hlinkClick r:id="rId10" action="ppaction://hlinksldjump"/>
            <a:extLst>
              <a:ext uri="{FF2B5EF4-FFF2-40B4-BE49-F238E27FC236}">
                <a16:creationId xmlns:a16="http://schemas.microsoft.com/office/drawing/2014/main" id="{468C64A5-68E5-6E7B-5F9B-35F332BB519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10046390" y="2005189"/>
            <a:ext cx="1648160" cy="4163298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2735AE7-F0EB-470F-165C-0E94E8816706}"/>
              </a:ext>
            </a:extLst>
          </p:cNvPr>
          <p:cNvSpPr/>
          <p:nvPr/>
        </p:nvSpPr>
        <p:spPr>
          <a:xfrm>
            <a:off x="450574" y="2478157"/>
            <a:ext cx="1492511" cy="8481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Kur ka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filluar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njeriu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</a:t>
            </a:r>
            <a:r>
              <a:rPr kumimoji="0" lang="sq-A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ëmtimin e natyrës?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R 1">
            <a:extLst>
              <a:ext uri="{FF2B5EF4-FFF2-40B4-BE49-F238E27FC236}">
                <a16:creationId xmlns:a16="http://schemas.microsoft.com/office/drawing/2014/main" id="{B692993E-A78A-7F31-3BF6-FAFF23BDEAB3}"/>
              </a:ext>
            </a:extLst>
          </p:cNvPr>
          <p:cNvSpPr/>
          <p:nvPr/>
        </p:nvSpPr>
        <p:spPr>
          <a:xfrm>
            <a:off x="463246" y="3477556"/>
            <a:ext cx="1460278" cy="6085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Përgjigje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3A0CB4-EAD5-DD5D-6EC5-22B3E8A57881}"/>
              </a:ext>
            </a:extLst>
          </p:cNvPr>
          <p:cNvSpPr/>
          <p:nvPr/>
        </p:nvSpPr>
        <p:spPr>
          <a:xfrm>
            <a:off x="450575" y="4237376"/>
            <a:ext cx="1492509" cy="1882294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Para 10 mijë vitesh kur njeriu filloj të përdor mjetet e punës filloj edhe dëmtimi aktiv i natyrës.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A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Rectangl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05C9BB5-D28D-D65B-3798-6E952DA8B99A}"/>
              </a:ext>
            </a:extLst>
          </p:cNvPr>
          <p:cNvSpPr/>
          <p:nvPr/>
        </p:nvSpPr>
        <p:spPr>
          <a:xfrm>
            <a:off x="10986371" y="6152825"/>
            <a:ext cx="990321" cy="43312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131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A1FB2F84-B8D5-45E9-64DC-755234FC553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744906" y="1375591"/>
            <a:ext cx="2294144" cy="4751626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12" name="Picture 11" descr="A close-up of a door&#10;&#10;Description automatically generated with medium confidence">
            <a:hlinkClick r:id="rId4" action="ppaction://hlinksldjump"/>
            <a:extLst>
              <a:ext uri="{FF2B5EF4-FFF2-40B4-BE49-F238E27FC236}">
                <a16:creationId xmlns:a16="http://schemas.microsoft.com/office/drawing/2014/main" id="{16D3B65C-B1A8-8A8F-B379-053B12C9EFD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964502" y="1581728"/>
            <a:ext cx="1804910" cy="4559254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15" name="Picture 14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0594BD8D-220A-D075-6ADD-10A67E5EF81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2841970" y="1375591"/>
            <a:ext cx="2294144" cy="4751626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16" name="Picture 15" descr="A close-up of a door&#10;&#10;Description automatically generated with medium confidence">
            <a:hlinkClick r:id="rId6" action="ppaction://hlinksldjump"/>
            <a:extLst>
              <a:ext uri="{FF2B5EF4-FFF2-40B4-BE49-F238E27FC236}">
                <a16:creationId xmlns:a16="http://schemas.microsoft.com/office/drawing/2014/main" id="{D10A8AE9-7AB5-A43A-7189-C9E521960AE2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4829128" y="1595175"/>
            <a:ext cx="48112" cy="4559254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17" name="Picture 16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38A4F4BF-9B29-B963-20F6-4BCA1AAF225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4882667" y="1375591"/>
            <a:ext cx="2294144" cy="4751626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18" name="Picture 17" descr="A close-up of a door&#10;&#10;Description automatically generated with medium confidence">
            <a:hlinkClick r:id="rId8" action="ppaction://hlinksldjump"/>
            <a:extLst>
              <a:ext uri="{FF2B5EF4-FFF2-40B4-BE49-F238E27FC236}">
                <a16:creationId xmlns:a16="http://schemas.microsoft.com/office/drawing/2014/main" id="{904E07F3-3658-88D6-4D43-D3DB04827C1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5102263" y="1581923"/>
            <a:ext cx="1804910" cy="4559254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20" name="Picture 19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125886AA-D495-944D-F815-720CA405EEE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7021518" y="1375591"/>
            <a:ext cx="2294144" cy="4751626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22" name="Picture 21" descr="A close-up of a door&#10;&#10;Description automatically generated with medium confidence">
            <a:hlinkClick r:id="rId9" action="ppaction://hlinksldjump"/>
            <a:extLst>
              <a:ext uri="{FF2B5EF4-FFF2-40B4-BE49-F238E27FC236}">
                <a16:creationId xmlns:a16="http://schemas.microsoft.com/office/drawing/2014/main" id="{EBDB7AF9-0C26-25AB-914D-D989644681B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7241114" y="1595175"/>
            <a:ext cx="1804910" cy="4559254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24" name="Picture 23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526B15BA-FCC6-F487-A061-4303AD52567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9199249" y="1375591"/>
            <a:ext cx="2294144" cy="4751626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25" name="Picture 24" descr="A close-up of a door&#10;&#10;Description automatically generated with medium confidence">
            <a:hlinkClick r:id="rId10" action="ppaction://hlinksldjump"/>
            <a:extLst>
              <a:ext uri="{FF2B5EF4-FFF2-40B4-BE49-F238E27FC236}">
                <a16:creationId xmlns:a16="http://schemas.microsoft.com/office/drawing/2014/main" id="{468C64A5-68E5-6E7B-5F9B-35F332BB519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9430007" y="1595175"/>
            <a:ext cx="1804910" cy="4559254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A359E59-EC78-67AA-161C-A502CC7EF115}"/>
              </a:ext>
            </a:extLst>
          </p:cNvPr>
          <p:cNvSpPr/>
          <p:nvPr/>
        </p:nvSpPr>
        <p:spPr>
          <a:xfrm>
            <a:off x="3151241" y="2125321"/>
            <a:ext cx="1492511" cy="8481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Emërto faktorët që ndryshojnë mjedisin?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D7F7A2-9EF9-313B-CFCF-D86F0B1C4536}"/>
              </a:ext>
            </a:extLst>
          </p:cNvPr>
          <p:cNvSpPr/>
          <p:nvPr/>
        </p:nvSpPr>
        <p:spPr>
          <a:xfrm>
            <a:off x="3097368" y="3884540"/>
            <a:ext cx="1680242" cy="1882294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Fenomenet e ndryshme natyrore dhe aktivitetet e njeriut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A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R 7">
            <a:extLst>
              <a:ext uri="{FF2B5EF4-FFF2-40B4-BE49-F238E27FC236}">
                <a16:creationId xmlns:a16="http://schemas.microsoft.com/office/drawing/2014/main" id="{A5E4C059-C17D-B123-AEC4-A7DEA8C86068}"/>
              </a:ext>
            </a:extLst>
          </p:cNvPr>
          <p:cNvSpPr/>
          <p:nvPr/>
        </p:nvSpPr>
        <p:spPr>
          <a:xfrm>
            <a:off x="3125549" y="3029106"/>
            <a:ext cx="1563542" cy="684637"/>
          </a:xfrm>
          <a:prstGeom prst="roundRect">
            <a:avLst>
              <a:gd name="adj" fmla="val 4297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Përgjigje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Rectangle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2055122-CAEE-4FA2-B60D-8BF919C248D6}"/>
              </a:ext>
            </a:extLst>
          </p:cNvPr>
          <p:cNvSpPr/>
          <p:nvPr/>
        </p:nvSpPr>
        <p:spPr>
          <a:xfrm>
            <a:off x="10986371" y="6152825"/>
            <a:ext cx="990321" cy="43312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136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A1FB2F84-B8D5-45E9-64DC-755234FC553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784663" y="1388843"/>
            <a:ext cx="2294144" cy="4751626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12" name="Picture 11" descr="A close-up of a door&#10;&#10;Description automatically generated with medium confidence">
            <a:hlinkClick r:id="rId4" action="ppaction://hlinksldjump"/>
            <a:extLst>
              <a:ext uri="{FF2B5EF4-FFF2-40B4-BE49-F238E27FC236}">
                <a16:creationId xmlns:a16="http://schemas.microsoft.com/office/drawing/2014/main" id="{16D3B65C-B1A8-8A8F-B379-053B12C9EFD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1004259" y="1608427"/>
            <a:ext cx="1804910" cy="4559254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15" name="Picture 14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0594BD8D-220A-D075-6ADD-10A67E5EF81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2881727" y="1388843"/>
            <a:ext cx="2294144" cy="4751626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16" name="Picture 15" descr="A close-up of a door&#10;&#10;Description automatically generated with medium confidence">
            <a:hlinkClick r:id="rId6" action="ppaction://hlinksldjump"/>
            <a:extLst>
              <a:ext uri="{FF2B5EF4-FFF2-40B4-BE49-F238E27FC236}">
                <a16:creationId xmlns:a16="http://schemas.microsoft.com/office/drawing/2014/main" id="{D10A8AE9-7AB5-A43A-7189-C9E521960AE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3101323" y="1608427"/>
            <a:ext cx="1804910" cy="4559254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17" name="Picture 16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38A4F4BF-9B29-B963-20F6-4BCA1AAF225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4922424" y="1388843"/>
            <a:ext cx="2294144" cy="4751626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18" name="Picture 17" descr="A close-up of a door&#10;&#10;Description automatically generated with medium confidence">
            <a:hlinkClick r:id="rId7" action="ppaction://hlinksldjump"/>
            <a:extLst>
              <a:ext uri="{FF2B5EF4-FFF2-40B4-BE49-F238E27FC236}">
                <a16:creationId xmlns:a16="http://schemas.microsoft.com/office/drawing/2014/main" id="{904E07F3-3658-88D6-4D43-D3DB04827C10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6901210" y="1595175"/>
            <a:ext cx="45719" cy="4559254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20" name="Picture 19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125886AA-D495-944D-F815-720CA405EEE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7061275" y="1388843"/>
            <a:ext cx="2294144" cy="4751626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22" name="Picture 21" descr="A close-up of a door&#10;&#10;Description automatically generated with medium confidence">
            <a:hlinkClick r:id="rId9" action="ppaction://hlinksldjump"/>
            <a:extLst>
              <a:ext uri="{FF2B5EF4-FFF2-40B4-BE49-F238E27FC236}">
                <a16:creationId xmlns:a16="http://schemas.microsoft.com/office/drawing/2014/main" id="{EBDB7AF9-0C26-25AB-914D-D989644681B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7280871" y="1595175"/>
            <a:ext cx="1804910" cy="4559254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24" name="Picture 23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526B15BA-FCC6-F487-A061-4303AD52567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9239006" y="1388843"/>
            <a:ext cx="2294144" cy="4751626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25" name="Picture 24" descr="A close-up of a door&#10;&#10;Description automatically generated with medium confidence">
            <a:hlinkClick r:id="rId10" action="ppaction://hlinksldjump"/>
            <a:extLst>
              <a:ext uri="{FF2B5EF4-FFF2-40B4-BE49-F238E27FC236}">
                <a16:creationId xmlns:a16="http://schemas.microsoft.com/office/drawing/2014/main" id="{468C64A5-68E5-6E7B-5F9B-35F332BB519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9458602" y="1608427"/>
            <a:ext cx="1804910" cy="4559254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B272984-F75B-3846-2A23-ACB5C2978131}"/>
              </a:ext>
            </a:extLst>
          </p:cNvPr>
          <p:cNvSpPr/>
          <p:nvPr/>
        </p:nvSpPr>
        <p:spPr>
          <a:xfrm>
            <a:off x="5245173" y="2007103"/>
            <a:ext cx="1492511" cy="8481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Emërto faktorët stresues të pyjeve?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9978996-63ED-9EBF-5191-23F021DF90B9}"/>
              </a:ext>
            </a:extLst>
          </p:cNvPr>
          <p:cNvSpPr/>
          <p:nvPr/>
        </p:nvSpPr>
        <p:spPr>
          <a:xfrm>
            <a:off x="5257845" y="3006502"/>
            <a:ext cx="1460278" cy="608560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Përgjigje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5907C5-BC57-528F-B326-806781F4763A}"/>
              </a:ext>
            </a:extLst>
          </p:cNvPr>
          <p:cNvSpPr/>
          <p:nvPr/>
        </p:nvSpPr>
        <p:spPr>
          <a:xfrm>
            <a:off x="5245174" y="3766322"/>
            <a:ext cx="1492509" cy="1882294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Të ndikuara nga njeriu:  Prerjet, ndotja e ajrit, shiu acid etj.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A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Rectangl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17C29CE-FD88-1404-210C-8BE1AD95F1FC}"/>
              </a:ext>
            </a:extLst>
          </p:cNvPr>
          <p:cNvSpPr/>
          <p:nvPr/>
        </p:nvSpPr>
        <p:spPr>
          <a:xfrm>
            <a:off x="10986371" y="6152825"/>
            <a:ext cx="990321" cy="43312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459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A1FB2F84-B8D5-45E9-64DC-755234FC553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718402" y="1415348"/>
            <a:ext cx="2294144" cy="4751626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12" name="Picture 11" descr="A close-up of a door&#10;&#10;Description automatically generated with medium confidence">
            <a:hlinkClick r:id="rId4" action="ppaction://hlinksldjump"/>
            <a:extLst>
              <a:ext uri="{FF2B5EF4-FFF2-40B4-BE49-F238E27FC236}">
                <a16:creationId xmlns:a16="http://schemas.microsoft.com/office/drawing/2014/main" id="{16D3B65C-B1A8-8A8F-B379-053B12C9EFD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937998" y="1634932"/>
            <a:ext cx="1804910" cy="4559254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15" name="Picture 14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0594BD8D-220A-D075-6ADD-10A67E5EF81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2815466" y="1415348"/>
            <a:ext cx="2294144" cy="4751626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16" name="Picture 15" descr="A close-up of a door&#10;&#10;Description automatically generated with medium confidence">
            <a:hlinkClick r:id="rId6" action="ppaction://hlinksldjump"/>
            <a:extLst>
              <a:ext uri="{FF2B5EF4-FFF2-40B4-BE49-F238E27FC236}">
                <a16:creationId xmlns:a16="http://schemas.microsoft.com/office/drawing/2014/main" id="{D10A8AE9-7AB5-A43A-7189-C9E521960AE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3035062" y="1634932"/>
            <a:ext cx="1804910" cy="4559254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17" name="Picture 16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38A4F4BF-9B29-B963-20F6-4BCA1AAF225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4856163" y="1415348"/>
            <a:ext cx="2294144" cy="4751626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18" name="Picture 17" descr="A close-up of a door&#10;&#10;Description automatically generated with medium confidence">
            <a:hlinkClick r:id="rId7" action="ppaction://hlinksldjump"/>
            <a:extLst>
              <a:ext uri="{FF2B5EF4-FFF2-40B4-BE49-F238E27FC236}">
                <a16:creationId xmlns:a16="http://schemas.microsoft.com/office/drawing/2014/main" id="{904E07F3-3658-88D6-4D43-D3DB04827C1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5075759" y="1634932"/>
            <a:ext cx="1804910" cy="4559254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20" name="Picture 19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125886AA-D495-944D-F815-720CA405EEE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6995014" y="1402096"/>
            <a:ext cx="2294144" cy="4751626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22" name="Picture 21" descr="A close-up of a door&#10;&#10;Description automatically generated with medium confidence">
            <a:hlinkClick r:id="rId8" action="ppaction://hlinksldjump"/>
            <a:extLst>
              <a:ext uri="{FF2B5EF4-FFF2-40B4-BE49-F238E27FC236}">
                <a16:creationId xmlns:a16="http://schemas.microsoft.com/office/drawing/2014/main" id="{EBDB7AF9-0C26-25AB-914D-D989644681BD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8973800" y="1634932"/>
            <a:ext cx="45719" cy="4559254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24" name="Picture 23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526B15BA-FCC6-F487-A061-4303AD52567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9172745" y="1415348"/>
            <a:ext cx="2294144" cy="4751626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25" name="Picture 24" descr="A close-up of a door&#10;&#10;Description automatically generated with medium confidence">
            <a:hlinkClick r:id="rId10" action="ppaction://hlinksldjump"/>
            <a:extLst>
              <a:ext uri="{FF2B5EF4-FFF2-40B4-BE49-F238E27FC236}">
                <a16:creationId xmlns:a16="http://schemas.microsoft.com/office/drawing/2014/main" id="{468C64A5-68E5-6E7B-5F9B-35F332BB519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9392341" y="1621680"/>
            <a:ext cx="1804910" cy="4559254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91E151C-C97B-B871-A0C5-B2124B26A9CB}"/>
              </a:ext>
            </a:extLst>
          </p:cNvPr>
          <p:cNvSpPr/>
          <p:nvPr/>
        </p:nvSpPr>
        <p:spPr>
          <a:xfrm>
            <a:off x="7369903" y="2125321"/>
            <a:ext cx="1492511" cy="8481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 krijohen shirat e tharta?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14E21DE-BF84-A152-23DC-6468BD4AD0CA}"/>
              </a:ext>
            </a:extLst>
          </p:cNvPr>
          <p:cNvSpPr/>
          <p:nvPr/>
        </p:nvSpPr>
        <p:spPr>
          <a:xfrm>
            <a:off x="7382575" y="3124720"/>
            <a:ext cx="1460278" cy="608560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Përgjigje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1E2F11-D3D0-529C-6F65-1C6F98787D12}"/>
              </a:ext>
            </a:extLst>
          </p:cNvPr>
          <p:cNvSpPr/>
          <p:nvPr/>
        </p:nvSpPr>
        <p:spPr>
          <a:xfrm>
            <a:off x="7369904" y="3884540"/>
            <a:ext cx="1492509" cy="1882294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Djegia e thëngjillit dhe naftës liron ndotës si SO</a:t>
            </a:r>
            <a:r>
              <a:rPr kumimoji="0" lang="sq-AL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2 dhe NOx të cilat në ajër bashkohen me ujin dhe krijojnë të ashtuquajturin shi i thartë ose acidik.</a:t>
            </a:r>
            <a:endParaRPr kumimoji="0" lang="sq-A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A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Rectangl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4422B3F-C633-A612-3E8C-2693D79CB926}"/>
              </a:ext>
            </a:extLst>
          </p:cNvPr>
          <p:cNvSpPr/>
          <p:nvPr/>
        </p:nvSpPr>
        <p:spPr>
          <a:xfrm>
            <a:off x="10986371" y="6152825"/>
            <a:ext cx="990321" cy="43312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909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A1FB2F84-B8D5-45E9-64DC-755234FC553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811167" y="1441852"/>
            <a:ext cx="2294144" cy="4751626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12" name="Picture 11" descr="A close-up of a door&#10;&#10;Description automatically generated with medium confidence">
            <a:hlinkClick r:id="rId4" action="ppaction://hlinksldjump"/>
            <a:extLst>
              <a:ext uri="{FF2B5EF4-FFF2-40B4-BE49-F238E27FC236}">
                <a16:creationId xmlns:a16="http://schemas.microsoft.com/office/drawing/2014/main" id="{16D3B65C-B1A8-8A8F-B379-053B12C9EFD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1030763" y="1608428"/>
            <a:ext cx="1804910" cy="4559254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15" name="Picture 14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0594BD8D-220A-D075-6ADD-10A67E5EF81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2908231" y="1441852"/>
            <a:ext cx="2294144" cy="4751626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16" name="Picture 15" descr="A close-up of a door&#10;&#10;Description automatically generated with medium confidence">
            <a:hlinkClick r:id="rId6" action="ppaction://hlinksldjump"/>
            <a:extLst>
              <a:ext uri="{FF2B5EF4-FFF2-40B4-BE49-F238E27FC236}">
                <a16:creationId xmlns:a16="http://schemas.microsoft.com/office/drawing/2014/main" id="{D10A8AE9-7AB5-A43A-7189-C9E521960AE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3127827" y="1661436"/>
            <a:ext cx="1804910" cy="4559254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17" name="Picture 16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38A4F4BF-9B29-B963-20F6-4BCA1AAF225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4948928" y="1441852"/>
            <a:ext cx="2294144" cy="4751626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18" name="Picture 17" descr="A close-up of a door&#10;&#10;Description automatically generated with medium confidence">
            <a:hlinkClick r:id="rId7" action="ppaction://hlinksldjump"/>
            <a:extLst>
              <a:ext uri="{FF2B5EF4-FFF2-40B4-BE49-F238E27FC236}">
                <a16:creationId xmlns:a16="http://schemas.microsoft.com/office/drawing/2014/main" id="{904E07F3-3658-88D6-4D43-D3DB04827C1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5168524" y="1661436"/>
            <a:ext cx="1804910" cy="4559254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20" name="Picture 19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125886AA-D495-944D-F815-720CA405EEE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7087779" y="1441852"/>
            <a:ext cx="2294144" cy="4751626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22" name="Picture 21" descr="A close-up of a door&#10;&#10;Description automatically generated with medium confidence">
            <a:hlinkClick r:id="rId8" action="ppaction://hlinksldjump"/>
            <a:extLst>
              <a:ext uri="{FF2B5EF4-FFF2-40B4-BE49-F238E27FC236}">
                <a16:creationId xmlns:a16="http://schemas.microsoft.com/office/drawing/2014/main" id="{EBDB7AF9-0C26-25AB-914D-D989644681B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7307375" y="1661436"/>
            <a:ext cx="1804910" cy="4559254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pic>
        <p:nvPicPr>
          <p:cNvPr id="24" name="Picture 23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526B15BA-FCC6-F487-A061-4303AD52567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9265510" y="1441852"/>
            <a:ext cx="2294144" cy="4751626"/>
          </a:xfrm>
          <a:custGeom>
            <a:avLst/>
            <a:gdLst>
              <a:gd name="connsiteX0" fmla="*/ 275159 w 2943225"/>
              <a:gd name="connsiteY0" fmla="*/ 287740 h 6096000"/>
              <a:gd name="connsiteX1" fmla="*/ 275159 w 2943225"/>
              <a:gd name="connsiteY1" fmla="*/ 6033448 h 6096000"/>
              <a:gd name="connsiteX2" fmla="*/ 2540688 w 2943225"/>
              <a:gd name="connsiteY2" fmla="*/ 6033448 h 6096000"/>
              <a:gd name="connsiteX3" fmla="*/ 2540688 w 2943225"/>
              <a:gd name="connsiteY3" fmla="*/ 287740 h 6096000"/>
              <a:gd name="connsiteX4" fmla="*/ 0 w 2943225"/>
              <a:gd name="connsiteY4" fmla="*/ 0 h 6096000"/>
              <a:gd name="connsiteX5" fmla="*/ 2943225 w 2943225"/>
              <a:gd name="connsiteY5" fmla="*/ 0 h 6096000"/>
              <a:gd name="connsiteX6" fmla="*/ 2943225 w 2943225"/>
              <a:gd name="connsiteY6" fmla="*/ 6096000 h 6096000"/>
              <a:gd name="connsiteX7" fmla="*/ 0 w 2943225"/>
              <a:gd name="connsiteY7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3225" h="6096000">
                <a:moveTo>
                  <a:pt x="275159" y="287740"/>
                </a:moveTo>
                <a:lnTo>
                  <a:pt x="275159" y="6033448"/>
                </a:lnTo>
                <a:lnTo>
                  <a:pt x="2540688" y="6033448"/>
                </a:lnTo>
                <a:lnTo>
                  <a:pt x="2540688" y="287740"/>
                </a:lnTo>
                <a:close/>
                <a:moveTo>
                  <a:pt x="0" y="0"/>
                </a:moveTo>
                <a:lnTo>
                  <a:pt x="2943225" y="0"/>
                </a:lnTo>
                <a:lnTo>
                  <a:pt x="2943225" y="6096000"/>
                </a:lnTo>
                <a:lnTo>
                  <a:pt x="0" y="6096000"/>
                </a:lnTo>
                <a:close/>
              </a:path>
            </a:pathLst>
          </a:custGeom>
        </p:spPr>
      </p:pic>
      <p:pic>
        <p:nvPicPr>
          <p:cNvPr id="25" name="Picture 24" descr="A close-up of a door&#10;&#10;Description automatically generated with medium confidence">
            <a:hlinkClick r:id="rId9" action="ppaction://hlinksldjump"/>
            <a:extLst>
              <a:ext uri="{FF2B5EF4-FFF2-40B4-BE49-F238E27FC236}">
                <a16:creationId xmlns:a16="http://schemas.microsoft.com/office/drawing/2014/main" id="{468C64A5-68E5-6E7B-5F9B-35F332BB5191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349" t="4720" r="13677" b="1026"/>
          <a:stretch>
            <a:fillRect/>
          </a:stretch>
        </p:blipFill>
        <p:spPr>
          <a:xfrm>
            <a:off x="11244296" y="1648183"/>
            <a:ext cx="45719" cy="4559254"/>
          </a:xfrm>
          <a:custGeom>
            <a:avLst/>
            <a:gdLst>
              <a:gd name="connsiteX0" fmla="*/ 0 w 2265529"/>
              <a:gd name="connsiteY0" fmla="*/ 0 h 5745708"/>
              <a:gd name="connsiteX1" fmla="*/ 2265529 w 2265529"/>
              <a:gd name="connsiteY1" fmla="*/ 0 h 5745708"/>
              <a:gd name="connsiteX2" fmla="*/ 2265529 w 2265529"/>
              <a:gd name="connsiteY2" fmla="*/ 5745708 h 5745708"/>
              <a:gd name="connsiteX3" fmla="*/ 0 w 2265529"/>
              <a:gd name="connsiteY3" fmla="*/ 5745708 h 574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5529" h="5745708">
                <a:moveTo>
                  <a:pt x="0" y="0"/>
                </a:moveTo>
                <a:lnTo>
                  <a:pt x="2265529" y="0"/>
                </a:lnTo>
                <a:lnTo>
                  <a:pt x="2265529" y="5745708"/>
                </a:lnTo>
                <a:lnTo>
                  <a:pt x="0" y="5745708"/>
                </a:lnTo>
                <a:close/>
              </a:path>
            </a:pathLst>
          </a:cu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789EED-982E-C2FB-7422-A05ECA2112D6}"/>
              </a:ext>
            </a:extLst>
          </p:cNvPr>
          <p:cNvSpPr/>
          <p:nvPr/>
        </p:nvSpPr>
        <p:spPr>
          <a:xfrm>
            <a:off x="9618121" y="2125321"/>
            <a:ext cx="1492511" cy="8481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Cilat janë lëndët e gazta që e ndotin ajrin?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EE87FE6-9B82-7504-3400-6FCD2883169B}"/>
              </a:ext>
            </a:extLst>
          </p:cNvPr>
          <p:cNvSpPr/>
          <p:nvPr/>
        </p:nvSpPr>
        <p:spPr>
          <a:xfrm>
            <a:off x="9630793" y="3124720"/>
            <a:ext cx="1460278" cy="608560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Përgjigje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F684DC-7A78-5338-2AE4-D80523417DAF}"/>
              </a:ext>
            </a:extLst>
          </p:cNvPr>
          <p:cNvSpPr/>
          <p:nvPr/>
        </p:nvSpPr>
        <p:spPr>
          <a:xfrm>
            <a:off x="9618122" y="3884540"/>
            <a:ext cx="1492509" cy="1882294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CO, SO2, NOx, H2S etj.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A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A5722B7-3F4A-F3DC-0CDB-868DF4726ED7}"/>
              </a:ext>
            </a:extLst>
          </p:cNvPr>
          <p:cNvSpPr/>
          <p:nvPr/>
        </p:nvSpPr>
        <p:spPr>
          <a:xfrm>
            <a:off x="1933218" y="363652"/>
            <a:ext cx="1086547" cy="6017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Kthehu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sq-AL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në fillim</a:t>
            </a:r>
            <a:endParaRPr kumimoji="0" lang="sq-XK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F49C0A6-111D-5BE5-6B01-86EFFA15194C}"/>
              </a:ext>
            </a:extLst>
          </p:cNvPr>
          <p:cNvSpPr/>
          <p:nvPr/>
        </p:nvSpPr>
        <p:spPr>
          <a:xfrm>
            <a:off x="3428732" y="429452"/>
            <a:ext cx="1086547" cy="6017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Vazhdo</a:t>
            </a:r>
            <a:endParaRPr kumimoji="0" lang="sq-X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26A696-E70D-A8EE-E5B7-43A264410CBE}"/>
              </a:ext>
            </a:extLst>
          </p:cNvPr>
          <p:cNvSpPr/>
          <p:nvPr/>
        </p:nvSpPr>
        <p:spPr>
          <a:xfrm>
            <a:off x="558655" y="220694"/>
            <a:ext cx="944216" cy="93924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2800" dirty="0">
                <a:solidFill>
                  <a:prstClr val="white"/>
                </a:solidFill>
                <a:latin typeface="Aldhabi" panose="020B0604020202020204" pitchFamily="2" charset="-78"/>
                <a:cs typeface="Aldhabi" panose="020B0604020202020204" pitchFamily="2" charset="-78"/>
              </a:rPr>
              <a:t>Hape derën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dhabi" panose="020B0604020202020204" pitchFamily="2" charset="-78"/>
              <a:ea typeface="+mn-ea"/>
              <a:cs typeface="Aldhabi" panose="020B0604020202020204" pitchFamily="2" charset="-78"/>
            </a:endParaRPr>
          </a:p>
        </p:txBody>
      </p:sp>
      <p:sp>
        <p:nvSpPr>
          <p:cNvPr id="10" name="Rectangle 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FFEBB43-8D84-EB96-2A49-F7CEA315C9CE}"/>
              </a:ext>
            </a:extLst>
          </p:cNvPr>
          <p:cNvSpPr/>
          <p:nvPr/>
        </p:nvSpPr>
        <p:spPr>
          <a:xfrm>
            <a:off x="10986371" y="6152825"/>
            <a:ext cx="990321" cy="43312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091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D3BFB25-FB5F-64A4-40FC-6F433FFD2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28" y="507780"/>
            <a:ext cx="11408897" cy="2235419"/>
          </a:xfrm>
        </p:spPr>
        <p:txBody>
          <a:bodyPr>
            <a:noAutofit/>
          </a:bodyPr>
          <a:lstStyle/>
          <a:p>
            <a:pPr algn="ctr"/>
            <a:r>
              <a:rPr lang="sq-AL" sz="6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Zgjedh «kutinë e mistereve» Pjesa 1</a:t>
            </a:r>
            <a:endParaRPr lang="en-TH" sz="6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82D5E7AA-A27A-1018-9909-B8ED0D0E1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238" y="2902865"/>
            <a:ext cx="3100568" cy="3254280"/>
          </a:xfrm>
          <a:prstGeom prst="rect">
            <a:avLst/>
          </a:prstGeom>
        </p:spPr>
      </p:pic>
      <p:pic>
        <p:nvPicPr>
          <p:cNvPr id="7" name="Picture 6">
            <a:hlinkClick r:id="rId4" action="ppaction://hlinksldjump"/>
            <a:extLst>
              <a:ext uri="{FF2B5EF4-FFF2-40B4-BE49-F238E27FC236}">
                <a16:creationId xmlns:a16="http://schemas.microsoft.com/office/drawing/2014/main" id="{7F77339E-56B9-8812-4061-151FA46412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8585" y="2902864"/>
            <a:ext cx="3100568" cy="3254279"/>
          </a:xfrm>
          <a:prstGeom prst="rect">
            <a:avLst/>
          </a:prstGeom>
        </p:spPr>
      </p:pic>
      <p:pic>
        <p:nvPicPr>
          <p:cNvPr id="8" name="Picture 7">
            <a:hlinkClick r:id="rId6" action="ppaction://hlinksldjump"/>
            <a:extLst>
              <a:ext uri="{FF2B5EF4-FFF2-40B4-BE49-F238E27FC236}">
                <a16:creationId xmlns:a16="http://schemas.microsoft.com/office/drawing/2014/main" id="{B29428CE-77B5-9259-C161-A718D435B2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931" y="2902865"/>
            <a:ext cx="3100569" cy="32542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D79A2A1-2867-2CF4-D2B1-E19D5E779741}"/>
              </a:ext>
            </a:extLst>
          </p:cNvPr>
          <p:cNvSpPr/>
          <p:nvPr/>
        </p:nvSpPr>
        <p:spPr>
          <a:xfrm>
            <a:off x="1" y="0"/>
            <a:ext cx="12192000" cy="38501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FECAE63-786A-1EED-CA1C-26434BDCA81A}"/>
              </a:ext>
            </a:extLst>
          </p:cNvPr>
          <p:cNvSpPr/>
          <p:nvPr/>
        </p:nvSpPr>
        <p:spPr>
          <a:xfrm>
            <a:off x="2252619" y="5900467"/>
            <a:ext cx="2534039" cy="1190163"/>
          </a:xfrm>
          <a:prstGeom prst="rightArrow">
            <a:avLst/>
          </a:prstGeom>
          <a:solidFill>
            <a:srgbClr val="733A9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Kalo në pjesën e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Action Button: Blank 4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B8B38F5A-527A-833D-8AD1-1FCE89B35756}"/>
              </a:ext>
            </a:extLst>
          </p:cNvPr>
          <p:cNvSpPr/>
          <p:nvPr/>
        </p:nvSpPr>
        <p:spPr>
          <a:xfrm>
            <a:off x="235166" y="6221228"/>
            <a:ext cx="1631852" cy="548640"/>
          </a:xfrm>
          <a:prstGeom prst="actionButtonBlank">
            <a:avLst/>
          </a:prstGeom>
          <a:solidFill>
            <a:srgbClr val="874AB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Përfundimi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Action Button: Blank 11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648DB723-5DE1-E66A-AAB9-87B2D27BDAFD}"/>
              </a:ext>
            </a:extLst>
          </p:cNvPr>
          <p:cNvSpPr/>
          <p:nvPr/>
        </p:nvSpPr>
        <p:spPr>
          <a:xfrm>
            <a:off x="5172258" y="6281563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sq-X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Action Button: Blank 12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94E70529-F365-46C9-3C62-0FF734815775}"/>
              </a:ext>
            </a:extLst>
          </p:cNvPr>
          <p:cNvSpPr/>
          <p:nvPr/>
        </p:nvSpPr>
        <p:spPr>
          <a:xfrm>
            <a:off x="6398516" y="6308431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endParaRPr kumimoji="0" lang="sq-X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Action Button: Blank 16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DF071B1D-27BB-0DF7-1FF5-EE5A4378ECF6}"/>
              </a:ext>
            </a:extLst>
          </p:cNvPr>
          <p:cNvSpPr/>
          <p:nvPr/>
        </p:nvSpPr>
        <p:spPr>
          <a:xfrm>
            <a:off x="7624774" y="6316808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kumimoji="0" lang="sq-X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Action Button: Blank 17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85059606-3B72-C0D0-3391-46DF8B26D475}"/>
              </a:ext>
            </a:extLst>
          </p:cNvPr>
          <p:cNvSpPr/>
          <p:nvPr/>
        </p:nvSpPr>
        <p:spPr>
          <a:xfrm>
            <a:off x="8851033" y="6332557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endParaRPr kumimoji="0" lang="sq-X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0182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3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3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3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DF2CCA-972A-C500-729C-8029CF52B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176734"/>
            <a:ext cx="4815938" cy="45045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F6FDFE0-09F4-3BF8-FB38-C41D4DBF4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48" y="389731"/>
            <a:ext cx="11844997" cy="1082443"/>
          </a:xfrm>
        </p:spPr>
        <p:txBody>
          <a:bodyPr>
            <a:normAutofit/>
          </a:bodyPr>
          <a:lstStyle/>
          <a:p>
            <a:r>
              <a:rPr lang="sq-AL" sz="4000" b="1" dirty="0">
                <a:solidFill>
                  <a:srgbClr val="ED0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Ndërrimi ditë natë ndryshe quhet ............</a:t>
            </a:r>
            <a:endParaRPr lang="en-TH" sz="4000" b="1" dirty="0">
              <a:solidFill>
                <a:srgbClr val="ED00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U-Turn Arrow 6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4882EB6-F32D-6B88-1F8E-661E258D8B70}"/>
              </a:ext>
            </a:extLst>
          </p:cNvPr>
          <p:cNvSpPr/>
          <p:nvPr/>
        </p:nvSpPr>
        <p:spPr>
          <a:xfrm>
            <a:off x="342901" y="5805488"/>
            <a:ext cx="750689" cy="742950"/>
          </a:xfrm>
          <a:prstGeom prst="utur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ction Button: Blank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075BCCB-FE6D-C43A-4003-4800E705DEF8}"/>
              </a:ext>
            </a:extLst>
          </p:cNvPr>
          <p:cNvSpPr/>
          <p:nvPr/>
        </p:nvSpPr>
        <p:spPr>
          <a:xfrm>
            <a:off x="5323937" y="2164903"/>
            <a:ext cx="2785403" cy="75965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Fotoperiodizëm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Action Button: Blank 8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801E8CD-34FB-732D-F488-D23F5E648E3E}"/>
              </a:ext>
            </a:extLst>
          </p:cNvPr>
          <p:cNvSpPr/>
          <p:nvPr/>
        </p:nvSpPr>
        <p:spPr>
          <a:xfrm>
            <a:off x="5323937" y="3277667"/>
            <a:ext cx="2785403" cy="75965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Diapauzë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Action Button: Blank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7F4EA46A-B499-E32D-2D5C-12D0DB57216D}"/>
              </a:ext>
            </a:extLst>
          </p:cNvPr>
          <p:cNvSpPr/>
          <p:nvPr/>
        </p:nvSpPr>
        <p:spPr>
          <a:xfrm>
            <a:off x="5323938" y="4390774"/>
            <a:ext cx="2785403" cy="75965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Dinamikë</a:t>
            </a:r>
          </a:p>
        </p:txBody>
      </p:sp>
    </p:spTree>
    <p:extLst>
      <p:ext uri="{BB962C8B-B14F-4D97-AF65-F5344CB8AC3E}">
        <p14:creationId xmlns:p14="http://schemas.microsoft.com/office/powerpoint/2010/main" val="27727719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10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94E5F1-CB08-9D69-02D6-F6D3A6D74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38" y="1665190"/>
            <a:ext cx="4815938" cy="451177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05FD492-FA3D-B963-E120-87535E384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737" y="176920"/>
            <a:ext cx="7934179" cy="1736701"/>
          </a:xfrm>
        </p:spPr>
        <p:txBody>
          <a:bodyPr>
            <a:normAutofit/>
          </a:bodyPr>
          <a:lstStyle/>
          <a:p>
            <a:r>
              <a:rPr lang="sq-AL" sz="3200" b="1" dirty="0">
                <a:solidFill>
                  <a:srgbClr val="0FA6C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Sjelljet që ndodhin për shkak të lëvizjes së tokës ditë-natë dhe ndryshimeve përgjat stinëve i quajmë:</a:t>
            </a:r>
            <a:endParaRPr lang="en-TH" sz="3200" b="1" dirty="0">
              <a:solidFill>
                <a:srgbClr val="0FA6C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U-Turn Arrow 6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AC04665-703C-B40C-D2F7-0D6915EAA3D9}"/>
              </a:ext>
            </a:extLst>
          </p:cNvPr>
          <p:cNvSpPr/>
          <p:nvPr/>
        </p:nvSpPr>
        <p:spPr>
          <a:xfrm>
            <a:off x="342901" y="5805488"/>
            <a:ext cx="750689" cy="742950"/>
          </a:xfrm>
          <a:prstGeom prst="utur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ction Button: Blank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A93C67F4-DEA4-DEA7-84E8-CAAB1CBBA7B2}"/>
              </a:ext>
            </a:extLst>
          </p:cNvPr>
          <p:cNvSpPr/>
          <p:nvPr/>
        </p:nvSpPr>
        <p:spPr>
          <a:xfrm>
            <a:off x="5394275" y="2164903"/>
            <a:ext cx="2785403" cy="759656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Sjellje të mësuara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Action Button: Blank 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64AED5B-3171-4A59-78CE-C79291AEE9ED}"/>
              </a:ext>
            </a:extLst>
          </p:cNvPr>
          <p:cNvSpPr/>
          <p:nvPr/>
        </p:nvSpPr>
        <p:spPr>
          <a:xfrm>
            <a:off x="5394275" y="3277667"/>
            <a:ext cx="2785403" cy="759656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Sjellje ciklike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Action Button: Blank 9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31528B22-C187-EA90-A0E0-5088DD50E17C}"/>
              </a:ext>
            </a:extLst>
          </p:cNvPr>
          <p:cNvSpPr/>
          <p:nvPr/>
        </p:nvSpPr>
        <p:spPr>
          <a:xfrm>
            <a:off x="5394276" y="4390774"/>
            <a:ext cx="2785403" cy="759656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Sjellje normale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4243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1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9FF60C-4A0C-66C9-A1C0-D0840ECE9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26" y="1485548"/>
            <a:ext cx="4508012" cy="420295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22AA1ED-6641-75D8-3DE4-D047B4448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9277" y="106232"/>
            <a:ext cx="5257799" cy="1325563"/>
          </a:xfrm>
          <a:ln>
            <a:solidFill>
              <a:srgbClr val="5CA911"/>
            </a:solidFill>
          </a:ln>
        </p:spPr>
        <p:txBody>
          <a:bodyPr/>
          <a:lstStyle/>
          <a:p>
            <a:r>
              <a:rPr lang="sq-AL" dirty="0">
                <a:solidFill>
                  <a:srgbClr val="57A2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Sjelljet ciklike janë sjellje të ...........</a:t>
            </a:r>
            <a:endParaRPr lang="en-TH" dirty="0">
              <a:solidFill>
                <a:srgbClr val="57A2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U-Turn Arrow 6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316666D-8A07-A754-BFA9-9081430F08AC}"/>
              </a:ext>
            </a:extLst>
          </p:cNvPr>
          <p:cNvSpPr/>
          <p:nvPr/>
        </p:nvSpPr>
        <p:spPr>
          <a:xfrm>
            <a:off x="342901" y="5805488"/>
            <a:ext cx="750689" cy="742950"/>
          </a:xfrm>
          <a:prstGeom prst="utur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Action Button: Blank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FF810EB-0F59-A15F-6EF9-E6E199E8A05A}"/>
              </a:ext>
            </a:extLst>
          </p:cNvPr>
          <p:cNvSpPr/>
          <p:nvPr/>
        </p:nvSpPr>
        <p:spPr>
          <a:xfrm>
            <a:off x="5323937" y="2164903"/>
            <a:ext cx="2785403" cy="759656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lindura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Action Button: Blank 8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211FAD0B-4CE3-D9AE-5459-3EFC4A1A2529}"/>
              </a:ext>
            </a:extLst>
          </p:cNvPr>
          <p:cNvSpPr/>
          <p:nvPr/>
        </p:nvSpPr>
        <p:spPr>
          <a:xfrm>
            <a:off x="5323937" y="3277667"/>
            <a:ext cx="2785403" cy="759656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fituara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Action Button: Blank 9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DBAEEAA7-AAAE-B9BE-6E12-5283E748338C}"/>
              </a:ext>
            </a:extLst>
          </p:cNvPr>
          <p:cNvSpPr/>
          <p:nvPr/>
        </p:nvSpPr>
        <p:spPr>
          <a:xfrm>
            <a:off x="5323938" y="4390774"/>
            <a:ext cx="2785403" cy="759656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komplekse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608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57000">
              <a:schemeClr val="accent4">
                <a:lumMod val="45000"/>
                <a:lumOff val="55000"/>
              </a:schemeClr>
            </a:gs>
            <a:gs pos="65000">
              <a:srgbClr val="92D05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D12510-9389-3520-8E3E-7FB2617E3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99FFE5E1-A2AD-93C5-9AED-E6B328ECA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238" y="2902865"/>
            <a:ext cx="3100568" cy="3254280"/>
          </a:xfrm>
          <a:prstGeom prst="rect">
            <a:avLst/>
          </a:prstGeom>
        </p:spPr>
      </p:pic>
      <p:pic>
        <p:nvPicPr>
          <p:cNvPr id="7" name="Picture 6">
            <a:hlinkClick r:id="rId4" action="ppaction://hlinksldjump"/>
            <a:extLst>
              <a:ext uri="{FF2B5EF4-FFF2-40B4-BE49-F238E27FC236}">
                <a16:creationId xmlns:a16="http://schemas.microsoft.com/office/drawing/2014/main" id="{E620649E-7CE1-BBD5-52C4-7BE8209A87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8585" y="2902864"/>
            <a:ext cx="3100568" cy="3254279"/>
          </a:xfrm>
          <a:prstGeom prst="rect">
            <a:avLst/>
          </a:prstGeom>
        </p:spPr>
      </p:pic>
      <p:pic>
        <p:nvPicPr>
          <p:cNvPr id="8" name="Picture 7">
            <a:hlinkClick r:id="rId6" action="ppaction://hlinksldjump"/>
            <a:extLst>
              <a:ext uri="{FF2B5EF4-FFF2-40B4-BE49-F238E27FC236}">
                <a16:creationId xmlns:a16="http://schemas.microsoft.com/office/drawing/2014/main" id="{DC1A0778-D924-3E46-62A8-A09A4AC76E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931" y="2902865"/>
            <a:ext cx="3100569" cy="32542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9CA2C0A-651F-4702-1291-EEE987DB69FD}"/>
              </a:ext>
            </a:extLst>
          </p:cNvPr>
          <p:cNvSpPr/>
          <p:nvPr/>
        </p:nvSpPr>
        <p:spPr>
          <a:xfrm>
            <a:off x="1" y="0"/>
            <a:ext cx="12192000" cy="38501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23ABD26B-12CF-1FD8-AB50-51A42CD01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28" y="507780"/>
            <a:ext cx="11408897" cy="2235419"/>
          </a:xfrm>
        </p:spPr>
        <p:txBody>
          <a:bodyPr>
            <a:normAutofit fontScale="90000"/>
          </a:bodyPr>
          <a:lstStyle/>
          <a:p>
            <a:pPr algn="ctr"/>
            <a:r>
              <a:rPr lang="sq-AL" sz="8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Zgjedh kutinë e mistereve Pjesa 2</a:t>
            </a:r>
            <a:endParaRPr lang="en-TH" sz="8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ction Button: Blank 10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FC69A4F9-9836-B724-7C01-50B899CBDD68}"/>
              </a:ext>
            </a:extLst>
          </p:cNvPr>
          <p:cNvSpPr/>
          <p:nvPr/>
        </p:nvSpPr>
        <p:spPr>
          <a:xfrm>
            <a:off x="5172258" y="6281563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sq-X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Action Button: Blank 12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DB8F1D1A-1D08-CEBD-A06E-F7B564C94A4B}"/>
              </a:ext>
            </a:extLst>
          </p:cNvPr>
          <p:cNvSpPr/>
          <p:nvPr/>
        </p:nvSpPr>
        <p:spPr>
          <a:xfrm>
            <a:off x="6398516" y="6308431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endParaRPr kumimoji="0" lang="sq-X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Action Button: Blank 13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A94B27C8-FF6D-A18F-F32B-61992C1E0251}"/>
              </a:ext>
            </a:extLst>
          </p:cNvPr>
          <p:cNvSpPr/>
          <p:nvPr/>
        </p:nvSpPr>
        <p:spPr>
          <a:xfrm>
            <a:off x="7624774" y="6316808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kumimoji="0" lang="sq-X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Action Button: Blank 14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0DEECB32-06A4-0875-B93F-BB5F7C5A1182}"/>
              </a:ext>
            </a:extLst>
          </p:cNvPr>
          <p:cNvSpPr/>
          <p:nvPr/>
        </p:nvSpPr>
        <p:spPr>
          <a:xfrm>
            <a:off x="8851033" y="6332557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endParaRPr kumimoji="0" lang="sq-X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E180E60-235B-2BFD-ADE5-147BD9A12E78}"/>
              </a:ext>
            </a:extLst>
          </p:cNvPr>
          <p:cNvSpPr/>
          <p:nvPr/>
        </p:nvSpPr>
        <p:spPr>
          <a:xfrm>
            <a:off x="2252619" y="5900467"/>
            <a:ext cx="2534039" cy="1190163"/>
          </a:xfrm>
          <a:prstGeom prst="rightArrow">
            <a:avLst/>
          </a:prstGeom>
          <a:solidFill>
            <a:srgbClr val="733A9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Kalo në pjesën e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Action Button: Blank 1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4411CC95-FB04-21CD-3AEE-8CA1C5CB3AE4}"/>
              </a:ext>
            </a:extLst>
          </p:cNvPr>
          <p:cNvSpPr/>
          <p:nvPr/>
        </p:nvSpPr>
        <p:spPr>
          <a:xfrm>
            <a:off x="235166" y="6221228"/>
            <a:ext cx="1631852" cy="548640"/>
          </a:xfrm>
          <a:prstGeom prst="actionButtonBlank">
            <a:avLst/>
          </a:prstGeom>
          <a:solidFill>
            <a:srgbClr val="874AB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Përfundimi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1467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3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3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3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57000">
              <a:schemeClr val="accent4">
                <a:lumMod val="45000"/>
                <a:lumOff val="55000"/>
              </a:schemeClr>
            </a:gs>
            <a:gs pos="65000">
              <a:srgbClr val="92D05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4AE710-A480-B205-3C10-BFDB93D17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19147B-1DD8-85A8-C929-EBB9F971C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176734"/>
            <a:ext cx="4815938" cy="45045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1A169CF-BFC5-1DFB-81FD-4A33E05FA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038" y="18255"/>
            <a:ext cx="6029862" cy="1325563"/>
          </a:xfrm>
        </p:spPr>
        <p:txBody>
          <a:bodyPr>
            <a:noAutofit/>
          </a:bodyPr>
          <a:lstStyle/>
          <a:p>
            <a:r>
              <a:rPr lang="sq-AL" sz="3600" b="1" dirty="0">
                <a:solidFill>
                  <a:srgbClr val="DE00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Përshtatjen e shtazëve ndaj kushteve të pavolitshme të mjedisit jetësor e quajmë:</a:t>
            </a:r>
            <a:endParaRPr lang="en-TH" sz="3600" b="1" dirty="0">
              <a:solidFill>
                <a:srgbClr val="DE003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U-Turn Arrow 6">
            <a:hlinkClick r:id="rId3" action="ppaction://hlinksldjump"/>
            <a:extLst>
              <a:ext uri="{FF2B5EF4-FFF2-40B4-BE49-F238E27FC236}">
                <a16:creationId xmlns:a16="http://schemas.microsoft.com/office/drawing/2014/main" id="{559BFFBA-6618-FD55-F925-7D7BE1E470BD}"/>
              </a:ext>
            </a:extLst>
          </p:cNvPr>
          <p:cNvSpPr/>
          <p:nvPr/>
        </p:nvSpPr>
        <p:spPr>
          <a:xfrm>
            <a:off x="342901" y="5805488"/>
            <a:ext cx="750689" cy="742950"/>
          </a:xfrm>
          <a:prstGeom prst="utur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Action Button: Blank 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CF80F872-C038-A152-2A6D-BDEF786C37C5}"/>
              </a:ext>
            </a:extLst>
          </p:cNvPr>
          <p:cNvSpPr/>
          <p:nvPr/>
        </p:nvSpPr>
        <p:spPr>
          <a:xfrm>
            <a:off x="5323937" y="2164903"/>
            <a:ext cx="2785403" cy="75965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Fotoperiudhë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Action Button: Blank 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DACF6689-50C4-656E-B9FD-49740E9CBBF7}"/>
              </a:ext>
            </a:extLst>
          </p:cNvPr>
          <p:cNvSpPr/>
          <p:nvPr/>
        </p:nvSpPr>
        <p:spPr>
          <a:xfrm>
            <a:off x="5323937" y="3277667"/>
            <a:ext cx="2785403" cy="75965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Diagram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Action Button: Blank 7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CD0F0E2A-64FC-1414-5106-28422F281A6E}"/>
              </a:ext>
            </a:extLst>
          </p:cNvPr>
          <p:cNvSpPr/>
          <p:nvPr/>
        </p:nvSpPr>
        <p:spPr>
          <a:xfrm>
            <a:off x="5323938" y="4390774"/>
            <a:ext cx="2785403" cy="75965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Diapauzë</a:t>
            </a:r>
          </a:p>
        </p:txBody>
      </p:sp>
    </p:spTree>
    <p:extLst>
      <p:ext uri="{BB962C8B-B14F-4D97-AF65-F5344CB8AC3E}">
        <p14:creationId xmlns:p14="http://schemas.microsoft.com/office/powerpoint/2010/main" val="31864344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8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57000">
              <a:schemeClr val="accent4">
                <a:lumMod val="45000"/>
                <a:lumOff val="55000"/>
              </a:schemeClr>
            </a:gs>
            <a:gs pos="65000">
              <a:srgbClr val="92D05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49AD7C-20F5-3867-0A1B-A83FB11D4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8F9C06-D05F-1FF2-9729-FD4A73908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169493"/>
            <a:ext cx="4815938" cy="451177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39922D8-5B17-8CDB-E437-BABD44D7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092" y="106232"/>
            <a:ext cx="10578905" cy="1325563"/>
          </a:xfrm>
        </p:spPr>
        <p:txBody>
          <a:bodyPr>
            <a:normAutofit fontScale="90000"/>
          </a:bodyPr>
          <a:lstStyle/>
          <a:p>
            <a:r>
              <a:rPr lang="sq-AL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Lëvizja e shtazëve nga një vend në tjetrin për kushte më të përshtatshme për jetë quhet:</a:t>
            </a:r>
            <a:endParaRPr lang="en-TH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U-Turn Arrow 6">
            <a:hlinkClick r:id="rId3" action="ppaction://hlinksldjump"/>
            <a:extLst>
              <a:ext uri="{FF2B5EF4-FFF2-40B4-BE49-F238E27FC236}">
                <a16:creationId xmlns:a16="http://schemas.microsoft.com/office/drawing/2014/main" id="{54F1142D-BC99-FB25-8D81-300BE2AE7AC2}"/>
              </a:ext>
            </a:extLst>
          </p:cNvPr>
          <p:cNvSpPr/>
          <p:nvPr/>
        </p:nvSpPr>
        <p:spPr>
          <a:xfrm>
            <a:off x="342901" y="5805488"/>
            <a:ext cx="750689" cy="742950"/>
          </a:xfrm>
          <a:prstGeom prst="utur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ction Button: Blank 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99AD7F44-3DF8-5C42-037F-F3BB3AA8903F}"/>
              </a:ext>
            </a:extLst>
          </p:cNvPr>
          <p:cNvSpPr/>
          <p:nvPr/>
        </p:nvSpPr>
        <p:spPr>
          <a:xfrm>
            <a:off x="5394275" y="2164903"/>
            <a:ext cx="2785403" cy="759656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Sjellje e fituar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Action Button: Blank 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749ECCC2-C420-6AB6-1092-C0CBCF40687C}"/>
              </a:ext>
            </a:extLst>
          </p:cNvPr>
          <p:cNvSpPr/>
          <p:nvPr/>
        </p:nvSpPr>
        <p:spPr>
          <a:xfrm>
            <a:off x="5394275" y="3277667"/>
            <a:ext cx="2785403" cy="759656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Migrim apo dyndje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Action Button: Blank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F4C69970-2B6D-9487-70B1-4B65D78EFC16}"/>
              </a:ext>
            </a:extLst>
          </p:cNvPr>
          <p:cNvSpPr/>
          <p:nvPr/>
        </p:nvSpPr>
        <p:spPr>
          <a:xfrm>
            <a:off x="5394276" y="4390774"/>
            <a:ext cx="2785403" cy="759656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Vardisje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711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57000">
              <a:schemeClr val="accent4">
                <a:lumMod val="45000"/>
                <a:lumOff val="55000"/>
              </a:schemeClr>
            </a:gs>
            <a:gs pos="65000">
              <a:srgbClr val="92D05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226D25-63B6-55D8-40E4-157F5C23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B7682C-3933-AEAC-E3E7-400276E4F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98" y="1176734"/>
            <a:ext cx="4839240" cy="451177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35CE48C-5956-09E8-48EB-5F5040AD2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40" y="365125"/>
            <a:ext cx="8061960" cy="1325563"/>
          </a:xfrm>
        </p:spPr>
        <p:txBody>
          <a:bodyPr>
            <a:noAutofit/>
          </a:bodyPr>
          <a:lstStyle/>
          <a:p>
            <a:r>
              <a:rPr lang="sq-AL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Ngjala është peshk me gjatësi prej ............. Te femra</a:t>
            </a:r>
            <a:endParaRPr lang="en-TH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U-Turn Arrow 6">
            <a:hlinkClick r:id="rId3" action="ppaction://hlinksldjump"/>
            <a:extLst>
              <a:ext uri="{FF2B5EF4-FFF2-40B4-BE49-F238E27FC236}">
                <a16:creationId xmlns:a16="http://schemas.microsoft.com/office/drawing/2014/main" id="{98AA6A6C-601A-76AF-8E55-5507EA117D33}"/>
              </a:ext>
            </a:extLst>
          </p:cNvPr>
          <p:cNvSpPr/>
          <p:nvPr/>
        </p:nvSpPr>
        <p:spPr>
          <a:xfrm>
            <a:off x="342901" y="5805488"/>
            <a:ext cx="750689" cy="742950"/>
          </a:xfrm>
          <a:prstGeom prst="utur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Action Button: Blank 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31D702E4-3720-0234-5AD2-E104BD2DF34A}"/>
              </a:ext>
            </a:extLst>
          </p:cNvPr>
          <p:cNvSpPr/>
          <p:nvPr/>
        </p:nvSpPr>
        <p:spPr>
          <a:xfrm>
            <a:off x="5323937" y="2207106"/>
            <a:ext cx="2785403" cy="759656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150 cm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Action Button: Blank 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70B9E27F-6834-51DB-F981-7BE9F7D9E260}"/>
              </a:ext>
            </a:extLst>
          </p:cNvPr>
          <p:cNvSpPr/>
          <p:nvPr/>
        </p:nvSpPr>
        <p:spPr>
          <a:xfrm>
            <a:off x="5323937" y="3277667"/>
            <a:ext cx="2785403" cy="759656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250 cm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Action Button: Blank 7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E65CCB50-05C4-5A28-23E7-8AA680ED6B5C}"/>
              </a:ext>
            </a:extLst>
          </p:cNvPr>
          <p:cNvSpPr/>
          <p:nvPr/>
        </p:nvSpPr>
        <p:spPr>
          <a:xfrm>
            <a:off x="5323938" y="4390774"/>
            <a:ext cx="2785403" cy="759656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350 cm</a:t>
            </a:r>
          </a:p>
        </p:txBody>
      </p:sp>
    </p:spTree>
    <p:extLst>
      <p:ext uri="{BB962C8B-B14F-4D97-AF65-F5344CB8AC3E}">
        <p14:creationId xmlns:p14="http://schemas.microsoft.com/office/powerpoint/2010/main" val="6232496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8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E0031"/>
            </a:gs>
            <a:gs pos="57000">
              <a:schemeClr val="accent4">
                <a:lumMod val="45000"/>
                <a:lumOff val="55000"/>
              </a:schemeClr>
            </a:gs>
            <a:gs pos="60000">
              <a:srgbClr val="FFC00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F6C8F9-8925-CC42-3B02-EAA04581B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DCFAF44-C290-2372-C5A8-D49E75ECB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28" y="507780"/>
            <a:ext cx="11408897" cy="2235419"/>
          </a:xfrm>
        </p:spPr>
        <p:txBody>
          <a:bodyPr>
            <a:noAutofit/>
          </a:bodyPr>
          <a:lstStyle/>
          <a:p>
            <a:pPr algn="ctr"/>
            <a:r>
              <a:rPr lang="sq-AL" sz="6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Zgjedh «kutinë e mistereve» Pjesa 3</a:t>
            </a:r>
            <a:endParaRPr lang="en-TH" sz="6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6635E814-2B37-8267-3944-C2D88BF17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238" y="2902865"/>
            <a:ext cx="3100568" cy="3254280"/>
          </a:xfrm>
          <a:prstGeom prst="rect">
            <a:avLst/>
          </a:prstGeom>
        </p:spPr>
      </p:pic>
      <p:pic>
        <p:nvPicPr>
          <p:cNvPr id="7" name="Picture 6">
            <a:hlinkClick r:id="rId4" action="ppaction://hlinksldjump"/>
            <a:extLst>
              <a:ext uri="{FF2B5EF4-FFF2-40B4-BE49-F238E27FC236}">
                <a16:creationId xmlns:a16="http://schemas.microsoft.com/office/drawing/2014/main" id="{FD524D35-B563-AFBF-3EC0-1E623DAE9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8585" y="2902864"/>
            <a:ext cx="3100568" cy="3254279"/>
          </a:xfrm>
          <a:prstGeom prst="rect">
            <a:avLst/>
          </a:prstGeom>
        </p:spPr>
      </p:pic>
      <p:pic>
        <p:nvPicPr>
          <p:cNvPr id="8" name="Picture 7">
            <a:hlinkClick r:id="rId6" action="ppaction://hlinksldjump"/>
            <a:extLst>
              <a:ext uri="{FF2B5EF4-FFF2-40B4-BE49-F238E27FC236}">
                <a16:creationId xmlns:a16="http://schemas.microsoft.com/office/drawing/2014/main" id="{24AA1FAA-4693-B217-994B-264F3E0948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931" y="2902865"/>
            <a:ext cx="3100569" cy="32542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B012AA-D3AA-2A54-5935-E8A8B5111FFC}"/>
              </a:ext>
            </a:extLst>
          </p:cNvPr>
          <p:cNvSpPr/>
          <p:nvPr/>
        </p:nvSpPr>
        <p:spPr>
          <a:xfrm>
            <a:off x="1" y="0"/>
            <a:ext cx="12192000" cy="38501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Action Button: Blank 1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5C616961-6F9A-1256-DC4C-6E9077C97CDC}"/>
              </a:ext>
            </a:extLst>
          </p:cNvPr>
          <p:cNvSpPr/>
          <p:nvPr/>
        </p:nvSpPr>
        <p:spPr>
          <a:xfrm>
            <a:off x="5172258" y="6281563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sq-X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ction Button: Blank 2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EBF3F3BE-E430-25D8-9811-44BFCDBD9545}"/>
              </a:ext>
            </a:extLst>
          </p:cNvPr>
          <p:cNvSpPr/>
          <p:nvPr/>
        </p:nvSpPr>
        <p:spPr>
          <a:xfrm>
            <a:off x="6398516" y="6308431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endParaRPr kumimoji="0" lang="sq-X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Action Button: Blank 13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8935E678-0AD0-3C52-8338-5374CA21CBA5}"/>
              </a:ext>
            </a:extLst>
          </p:cNvPr>
          <p:cNvSpPr/>
          <p:nvPr/>
        </p:nvSpPr>
        <p:spPr>
          <a:xfrm>
            <a:off x="7624774" y="6316808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kumimoji="0" lang="sq-X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Action Button: Blank 14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199E4E8B-7C8E-7C72-1BFD-385CB856B0A1}"/>
              </a:ext>
            </a:extLst>
          </p:cNvPr>
          <p:cNvSpPr/>
          <p:nvPr/>
        </p:nvSpPr>
        <p:spPr>
          <a:xfrm>
            <a:off x="8851033" y="6332557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endParaRPr kumimoji="0" lang="sq-X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EFF0614-5479-E83D-BDC9-0CE253BA2FF7}"/>
              </a:ext>
            </a:extLst>
          </p:cNvPr>
          <p:cNvSpPr/>
          <p:nvPr/>
        </p:nvSpPr>
        <p:spPr>
          <a:xfrm>
            <a:off x="2252619" y="5900467"/>
            <a:ext cx="2534039" cy="1190163"/>
          </a:xfrm>
          <a:prstGeom prst="rightArrow">
            <a:avLst/>
          </a:prstGeom>
          <a:solidFill>
            <a:srgbClr val="733A9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Kalo në pjesën e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Action Button: Blank 4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99263B3B-F4A9-8262-BC1D-DAA4089079C6}"/>
              </a:ext>
            </a:extLst>
          </p:cNvPr>
          <p:cNvSpPr/>
          <p:nvPr/>
        </p:nvSpPr>
        <p:spPr>
          <a:xfrm>
            <a:off x="235166" y="6221228"/>
            <a:ext cx="1631852" cy="548640"/>
          </a:xfrm>
          <a:prstGeom prst="actionButtonBlank">
            <a:avLst/>
          </a:prstGeom>
          <a:solidFill>
            <a:srgbClr val="874AB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Përfundimi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482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3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3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3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E0031"/>
            </a:gs>
            <a:gs pos="57000">
              <a:schemeClr val="accent4">
                <a:lumMod val="45000"/>
                <a:lumOff val="55000"/>
              </a:schemeClr>
            </a:gs>
            <a:gs pos="60000">
              <a:srgbClr val="FFC00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84CED-6005-8EEF-6A10-F783CD3A5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C3CB5E-2BCF-D130-2728-5F31A2AB4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176734"/>
            <a:ext cx="4815938" cy="45045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486A9E5-3651-8ADC-DE27-37D390A91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48" y="389731"/>
            <a:ext cx="11844997" cy="1082443"/>
          </a:xfrm>
        </p:spPr>
        <p:txBody>
          <a:bodyPr>
            <a:normAutofit fontScale="90000"/>
          </a:bodyPr>
          <a:lstStyle/>
          <a:p>
            <a:r>
              <a:rPr lang="sq-AL" sz="4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zgjat udhëtimi i ngjalës nga lumenjtë e evropës për në detin sargas përafërsisht.</a:t>
            </a:r>
            <a:endParaRPr lang="en-TH" sz="40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U-Turn Arrow 6">
            <a:hlinkClick r:id="rId3" action="ppaction://hlinksldjump"/>
            <a:extLst>
              <a:ext uri="{FF2B5EF4-FFF2-40B4-BE49-F238E27FC236}">
                <a16:creationId xmlns:a16="http://schemas.microsoft.com/office/drawing/2014/main" id="{80985D48-81F7-6AA1-21D1-22E4344A390A}"/>
              </a:ext>
            </a:extLst>
          </p:cNvPr>
          <p:cNvSpPr/>
          <p:nvPr/>
        </p:nvSpPr>
        <p:spPr>
          <a:xfrm>
            <a:off x="399172" y="5805488"/>
            <a:ext cx="750689" cy="742950"/>
          </a:xfrm>
          <a:prstGeom prst="utur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ction Button: Blank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F96CA702-2507-35E6-B9CC-5589BCBE5C92}"/>
              </a:ext>
            </a:extLst>
          </p:cNvPr>
          <p:cNvSpPr/>
          <p:nvPr/>
        </p:nvSpPr>
        <p:spPr>
          <a:xfrm>
            <a:off x="5323937" y="2164903"/>
            <a:ext cx="2785403" cy="75965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 vit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Action Button: Blank 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B982DDDC-75D9-E094-FB20-0F5C2B4EB498}"/>
              </a:ext>
            </a:extLst>
          </p:cNvPr>
          <p:cNvSpPr/>
          <p:nvPr/>
        </p:nvSpPr>
        <p:spPr>
          <a:xfrm>
            <a:off x="5323937" y="3277667"/>
            <a:ext cx="2785403" cy="75965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 vite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Action Button: Blank 9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DEBF6B18-C941-3321-3766-65B46D46F9E2}"/>
              </a:ext>
            </a:extLst>
          </p:cNvPr>
          <p:cNvSpPr/>
          <p:nvPr/>
        </p:nvSpPr>
        <p:spPr>
          <a:xfrm>
            <a:off x="5323938" y="4390774"/>
            <a:ext cx="2785403" cy="75965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 vite</a:t>
            </a:r>
          </a:p>
        </p:txBody>
      </p:sp>
    </p:spTree>
    <p:extLst>
      <p:ext uri="{BB962C8B-B14F-4D97-AF65-F5344CB8AC3E}">
        <p14:creationId xmlns:p14="http://schemas.microsoft.com/office/powerpoint/2010/main" val="38616289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1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E0031"/>
            </a:gs>
            <a:gs pos="57000">
              <a:schemeClr val="accent4">
                <a:lumMod val="45000"/>
                <a:lumOff val="55000"/>
              </a:schemeClr>
            </a:gs>
            <a:gs pos="60000">
              <a:srgbClr val="FFC00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EBF3F2-865D-8B3E-7BA8-EEBF12AA5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F79993-71EC-D7A1-9D97-D28453158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38" y="1665190"/>
            <a:ext cx="4815938" cy="451177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975A849-A418-9AF6-74CC-6157480A0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805" y="176920"/>
            <a:ext cx="10128739" cy="1736701"/>
          </a:xfrm>
        </p:spPr>
        <p:txBody>
          <a:bodyPr>
            <a:normAutofit fontScale="90000"/>
          </a:bodyPr>
          <a:lstStyle/>
          <a:p>
            <a:r>
              <a:rPr lang="sq-AL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vite zgjatë rruga e kthimit të larvave të ngjalës nga deti sargas në lumenjtë e evropës?</a:t>
            </a:r>
            <a:endParaRPr lang="en-TH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ction Button: Blank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6EFF1BEA-B380-F72A-EDEE-4C452AA752FA}"/>
              </a:ext>
            </a:extLst>
          </p:cNvPr>
          <p:cNvSpPr/>
          <p:nvPr/>
        </p:nvSpPr>
        <p:spPr>
          <a:xfrm>
            <a:off x="5394275" y="2164903"/>
            <a:ext cx="2785403" cy="759656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Action Button: Blank 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012133F8-DF6F-4018-6776-42F3F651B9D6}"/>
              </a:ext>
            </a:extLst>
          </p:cNvPr>
          <p:cNvSpPr/>
          <p:nvPr/>
        </p:nvSpPr>
        <p:spPr>
          <a:xfrm>
            <a:off x="5394275" y="3277667"/>
            <a:ext cx="2785403" cy="759656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Action Button: Blank 9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651DDD83-1FF2-95FD-6AE9-1CFB63EE5087}"/>
              </a:ext>
            </a:extLst>
          </p:cNvPr>
          <p:cNvSpPr/>
          <p:nvPr/>
        </p:nvSpPr>
        <p:spPr>
          <a:xfrm>
            <a:off x="5405024" y="4433154"/>
            <a:ext cx="2785403" cy="759656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endParaRPr kumimoji="0" lang="sq-XK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U-Turn Arrow 6">
            <a:hlinkClick r:id="rId6" action="ppaction://hlinksldjump"/>
            <a:extLst>
              <a:ext uri="{FF2B5EF4-FFF2-40B4-BE49-F238E27FC236}">
                <a16:creationId xmlns:a16="http://schemas.microsoft.com/office/drawing/2014/main" id="{5EADFD5F-65AD-07BE-5363-4107EEEAEB0A}"/>
              </a:ext>
            </a:extLst>
          </p:cNvPr>
          <p:cNvSpPr/>
          <p:nvPr/>
        </p:nvSpPr>
        <p:spPr>
          <a:xfrm>
            <a:off x="399172" y="5805488"/>
            <a:ext cx="750689" cy="742950"/>
          </a:xfrm>
          <a:prstGeom prst="utur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71873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10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E0031"/>
            </a:gs>
            <a:gs pos="57000">
              <a:schemeClr val="accent4">
                <a:lumMod val="45000"/>
                <a:lumOff val="55000"/>
              </a:schemeClr>
            </a:gs>
            <a:gs pos="60000">
              <a:srgbClr val="FFC00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3C572F-9F10-0A96-7C2A-C27D4AD0D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A912C3-658F-487D-E368-1FE0DF1F4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26" y="1485548"/>
            <a:ext cx="4508012" cy="420295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B5AC70A-5948-6399-A3BC-39DC904D1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785" y="106232"/>
            <a:ext cx="5969291" cy="1325563"/>
          </a:xfrm>
          <a:ln>
            <a:solidFill>
              <a:srgbClr val="5CA911"/>
            </a:solidFill>
          </a:ln>
        </p:spPr>
        <p:txBody>
          <a:bodyPr>
            <a:normAutofit fontScale="90000"/>
          </a:bodyPr>
          <a:lstStyle/>
          <a:p>
            <a:r>
              <a:rPr lang="sq-AL" b="1" dirty="0">
                <a:solidFill>
                  <a:srgbClr val="FFC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 në sa metra thellësi të detit i lëshon vezët ngjala?</a:t>
            </a:r>
            <a:endParaRPr lang="en-TH" b="1" dirty="0">
              <a:solidFill>
                <a:srgbClr val="FFC00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ction Button: Blank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FE7426FE-5011-FF63-E1DF-59B4D23CD4DD}"/>
              </a:ext>
            </a:extLst>
          </p:cNvPr>
          <p:cNvSpPr/>
          <p:nvPr/>
        </p:nvSpPr>
        <p:spPr>
          <a:xfrm>
            <a:off x="5323937" y="2164903"/>
            <a:ext cx="2785403" cy="759656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2000m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Action Button: Blank 8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9C7582AC-FD34-8411-1857-25AA7899CBE9}"/>
              </a:ext>
            </a:extLst>
          </p:cNvPr>
          <p:cNvSpPr/>
          <p:nvPr/>
        </p:nvSpPr>
        <p:spPr>
          <a:xfrm>
            <a:off x="5323937" y="3277667"/>
            <a:ext cx="2785403" cy="759656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3000m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Action Button: Blank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3CF16B0-C12A-2844-EF64-A8D5864FE645}"/>
              </a:ext>
            </a:extLst>
          </p:cNvPr>
          <p:cNvSpPr/>
          <p:nvPr/>
        </p:nvSpPr>
        <p:spPr>
          <a:xfrm>
            <a:off x="5323938" y="4390774"/>
            <a:ext cx="2785403" cy="759656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4000m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U-Turn Arrow 6">
            <a:hlinkClick r:id="rId5" action="ppaction://hlinksldjump"/>
            <a:extLst>
              <a:ext uri="{FF2B5EF4-FFF2-40B4-BE49-F238E27FC236}">
                <a16:creationId xmlns:a16="http://schemas.microsoft.com/office/drawing/2014/main" id="{897F506F-EEC3-CC13-0C83-18E595CAB21F}"/>
              </a:ext>
            </a:extLst>
          </p:cNvPr>
          <p:cNvSpPr/>
          <p:nvPr/>
        </p:nvSpPr>
        <p:spPr>
          <a:xfrm>
            <a:off x="399172" y="5805488"/>
            <a:ext cx="750689" cy="742950"/>
          </a:xfrm>
          <a:prstGeom prst="utur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00688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C000"/>
            </a:gs>
            <a:gs pos="57000">
              <a:schemeClr val="accent4">
                <a:lumMod val="45000"/>
                <a:lumOff val="55000"/>
              </a:schemeClr>
            </a:gs>
            <a:gs pos="65000">
              <a:srgbClr val="FF000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07DE0A-A5F7-5C5C-F24A-BC2762A00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E2607693-9886-54D1-2022-F98B04E62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238" y="2902865"/>
            <a:ext cx="3100568" cy="3254280"/>
          </a:xfrm>
          <a:prstGeom prst="rect">
            <a:avLst/>
          </a:prstGeom>
        </p:spPr>
      </p:pic>
      <p:pic>
        <p:nvPicPr>
          <p:cNvPr id="7" name="Picture 6">
            <a:hlinkClick r:id="rId4" action="ppaction://hlinksldjump"/>
            <a:extLst>
              <a:ext uri="{FF2B5EF4-FFF2-40B4-BE49-F238E27FC236}">
                <a16:creationId xmlns:a16="http://schemas.microsoft.com/office/drawing/2014/main" id="{2F434A73-7F9C-73CE-E98E-20CA33DC18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8585" y="2902864"/>
            <a:ext cx="3100568" cy="3254279"/>
          </a:xfrm>
          <a:prstGeom prst="rect">
            <a:avLst/>
          </a:prstGeom>
        </p:spPr>
      </p:pic>
      <p:pic>
        <p:nvPicPr>
          <p:cNvPr id="8" name="Picture 7">
            <a:hlinkClick r:id="rId6" action="ppaction://hlinksldjump"/>
            <a:extLst>
              <a:ext uri="{FF2B5EF4-FFF2-40B4-BE49-F238E27FC236}">
                <a16:creationId xmlns:a16="http://schemas.microsoft.com/office/drawing/2014/main" id="{97368B75-8442-57B0-48B8-A0CC1568C6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931" y="2902865"/>
            <a:ext cx="3100569" cy="32542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38FF7C4-8225-9025-5997-08ED1D56858E}"/>
              </a:ext>
            </a:extLst>
          </p:cNvPr>
          <p:cNvSpPr/>
          <p:nvPr/>
        </p:nvSpPr>
        <p:spPr>
          <a:xfrm>
            <a:off x="1" y="0"/>
            <a:ext cx="12192000" cy="38501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EFD67068-BA36-7732-734E-155483406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28" y="507780"/>
            <a:ext cx="11408897" cy="2235419"/>
          </a:xfrm>
        </p:spPr>
        <p:txBody>
          <a:bodyPr>
            <a:normAutofit fontScale="90000"/>
          </a:bodyPr>
          <a:lstStyle/>
          <a:p>
            <a:pPr algn="ctr"/>
            <a:r>
              <a:rPr lang="sq-AL" sz="8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Zgjedh kutinë e mistereve Pjesa 4</a:t>
            </a:r>
            <a:endParaRPr lang="en-TH" sz="8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9065BA9-65A6-8358-71BF-16F0CE9302F4}"/>
              </a:ext>
            </a:extLst>
          </p:cNvPr>
          <p:cNvSpPr/>
          <p:nvPr/>
        </p:nvSpPr>
        <p:spPr>
          <a:xfrm>
            <a:off x="2252619" y="5900467"/>
            <a:ext cx="2534039" cy="1190163"/>
          </a:xfrm>
          <a:prstGeom prst="rightArrow">
            <a:avLst/>
          </a:prstGeom>
          <a:solidFill>
            <a:srgbClr val="733A9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Kalo në pjesën e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Action Button: Blank 1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489B9248-0FD4-94EB-C948-962649D81AB6}"/>
              </a:ext>
            </a:extLst>
          </p:cNvPr>
          <p:cNvSpPr/>
          <p:nvPr/>
        </p:nvSpPr>
        <p:spPr>
          <a:xfrm>
            <a:off x="235166" y="6221228"/>
            <a:ext cx="1631852" cy="548640"/>
          </a:xfrm>
          <a:prstGeom prst="actionButtonBlank">
            <a:avLst/>
          </a:prstGeom>
          <a:solidFill>
            <a:srgbClr val="874AB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Përfundimi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Action Button: Blank 2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5B920426-BBA3-359C-E98E-DB4BB4B45706}"/>
              </a:ext>
            </a:extLst>
          </p:cNvPr>
          <p:cNvSpPr/>
          <p:nvPr/>
        </p:nvSpPr>
        <p:spPr>
          <a:xfrm>
            <a:off x="5338428" y="6221228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sq-X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Action Button: Blank 4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D8ABF3EC-DE44-2578-1DA9-8443CD89AA94}"/>
              </a:ext>
            </a:extLst>
          </p:cNvPr>
          <p:cNvSpPr/>
          <p:nvPr/>
        </p:nvSpPr>
        <p:spPr>
          <a:xfrm>
            <a:off x="6564686" y="6248096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endParaRPr kumimoji="0" lang="sq-X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Action Button: Blank 5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43688772-4CC0-9467-6658-64F4DD314C52}"/>
              </a:ext>
            </a:extLst>
          </p:cNvPr>
          <p:cNvSpPr/>
          <p:nvPr/>
        </p:nvSpPr>
        <p:spPr>
          <a:xfrm>
            <a:off x="7790944" y="6256473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kumimoji="0" lang="sq-X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Action Button: Blank 10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208C5D76-A0AD-DC03-4346-1F87A82E36AD}"/>
              </a:ext>
            </a:extLst>
          </p:cNvPr>
          <p:cNvSpPr/>
          <p:nvPr/>
        </p:nvSpPr>
        <p:spPr>
          <a:xfrm>
            <a:off x="9017203" y="6272222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endParaRPr kumimoji="0" lang="sq-X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825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3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3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3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C000"/>
            </a:gs>
            <a:gs pos="57000">
              <a:schemeClr val="accent4">
                <a:lumMod val="45000"/>
                <a:lumOff val="55000"/>
              </a:schemeClr>
            </a:gs>
            <a:gs pos="65000">
              <a:srgbClr val="FF000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1340CA-3807-2C67-503A-DC278AC6D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75C5C1-2126-F704-C57B-94B49437C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176734"/>
            <a:ext cx="4815938" cy="45045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0679166-A81B-5553-C0EC-54E133AF0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3" y="18255"/>
            <a:ext cx="11830929" cy="1325563"/>
          </a:xfrm>
        </p:spPr>
        <p:txBody>
          <a:bodyPr>
            <a:noAutofit/>
          </a:bodyPr>
          <a:lstStyle/>
          <a:p>
            <a:r>
              <a:rPr lang="sq-AL" sz="3200" b="1" dirty="0">
                <a:solidFill>
                  <a:srgbClr val="DE00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Organizimi hapësinor i biocenozë shprehet përmes:</a:t>
            </a:r>
            <a:endParaRPr lang="en-TH" sz="3200" b="1" dirty="0">
              <a:solidFill>
                <a:srgbClr val="DE003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U-Turn Arrow 6">
            <a:hlinkClick r:id="rId3" action="ppaction://hlinksldjump"/>
            <a:extLst>
              <a:ext uri="{FF2B5EF4-FFF2-40B4-BE49-F238E27FC236}">
                <a16:creationId xmlns:a16="http://schemas.microsoft.com/office/drawing/2014/main" id="{903CECDE-02E4-37FB-1EDD-DD982FFBBCAD}"/>
              </a:ext>
            </a:extLst>
          </p:cNvPr>
          <p:cNvSpPr/>
          <p:nvPr/>
        </p:nvSpPr>
        <p:spPr>
          <a:xfrm>
            <a:off x="342901" y="5805488"/>
            <a:ext cx="750689" cy="742950"/>
          </a:xfrm>
          <a:prstGeom prst="utur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Action Button: Blank 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55BC1154-C6C3-A5FB-C875-ED68138ECFEE}"/>
              </a:ext>
            </a:extLst>
          </p:cNvPr>
          <p:cNvSpPr/>
          <p:nvPr/>
        </p:nvSpPr>
        <p:spPr>
          <a:xfrm>
            <a:off x="5323937" y="2164903"/>
            <a:ext cx="2785403" cy="75965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Kohës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Action Button: Blank 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4249BECB-5671-05EE-C5CB-C0A43B43C1CA}"/>
              </a:ext>
            </a:extLst>
          </p:cNvPr>
          <p:cNvSpPr/>
          <p:nvPr/>
        </p:nvSpPr>
        <p:spPr>
          <a:xfrm>
            <a:off x="5323937" y="3277667"/>
            <a:ext cx="2785403" cy="75965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Viteve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Action Button: Blank 7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6D339E0B-05F1-AB62-EAD0-97F001B8876F}"/>
              </a:ext>
            </a:extLst>
          </p:cNvPr>
          <p:cNvSpPr/>
          <p:nvPr/>
        </p:nvSpPr>
        <p:spPr>
          <a:xfrm>
            <a:off x="5323938" y="4390774"/>
            <a:ext cx="2785403" cy="75965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Kateve</a:t>
            </a:r>
          </a:p>
        </p:txBody>
      </p:sp>
    </p:spTree>
    <p:extLst>
      <p:ext uri="{BB962C8B-B14F-4D97-AF65-F5344CB8AC3E}">
        <p14:creationId xmlns:p14="http://schemas.microsoft.com/office/powerpoint/2010/main" val="6862535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8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C000"/>
            </a:gs>
            <a:gs pos="57000">
              <a:schemeClr val="accent4">
                <a:lumMod val="45000"/>
                <a:lumOff val="55000"/>
              </a:schemeClr>
            </a:gs>
            <a:gs pos="65000">
              <a:srgbClr val="FF000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3EDF68-4755-007A-BA93-F4D9C3B79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87D112-BF4F-1D3B-6D11-C4162D8C5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169493"/>
            <a:ext cx="4815938" cy="451177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EFC307A-E06F-5187-1273-F03A95289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245" y="114448"/>
            <a:ext cx="10746154" cy="1325563"/>
          </a:xfrm>
        </p:spPr>
        <p:txBody>
          <a:bodyPr>
            <a:normAutofit/>
          </a:bodyPr>
          <a:lstStyle/>
          <a:p>
            <a:r>
              <a:rPr lang="sq-AL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Organizimi kohor i biocenozës shprehet përmes ndryshimeve që ndodhin përgjat:</a:t>
            </a:r>
            <a:endParaRPr lang="en-TH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ction Button: Blank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5C79CBE-B202-9E0C-818E-F2DE35E40CAF}"/>
              </a:ext>
            </a:extLst>
          </p:cNvPr>
          <p:cNvSpPr/>
          <p:nvPr/>
        </p:nvSpPr>
        <p:spPr>
          <a:xfrm>
            <a:off x="5394275" y="2164903"/>
            <a:ext cx="2785403" cy="759656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Kateve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Action Button: Blank 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6FC4E8A6-605B-8184-D1B4-571ED3FF7ED7}"/>
              </a:ext>
            </a:extLst>
          </p:cNvPr>
          <p:cNvSpPr/>
          <p:nvPr/>
        </p:nvSpPr>
        <p:spPr>
          <a:xfrm>
            <a:off x="5394275" y="3277667"/>
            <a:ext cx="2785403" cy="759656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Viteve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Action Button: Blank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74072878-C1A5-6739-C2FC-DE6D6866C7BB}"/>
              </a:ext>
            </a:extLst>
          </p:cNvPr>
          <p:cNvSpPr/>
          <p:nvPr/>
        </p:nvSpPr>
        <p:spPr>
          <a:xfrm>
            <a:off x="5394276" y="4390774"/>
            <a:ext cx="2785403" cy="759656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Strukturës 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U-Turn Arrow 6">
            <a:hlinkClick r:id="rId5" action="ppaction://hlinksldjump"/>
            <a:extLst>
              <a:ext uri="{FF2B5EF4-FFF2-40B4-BE49-F238E27FC236}">
                <a16:creationId xmlns:a16="http://schemas.microsoft.com/office/drawing/2014/main" id="{BA1F53E7-253D-4D7C-C3E9-96E3ED3F7A3F}"/>
              </a:ext>
            </a:extLst>
          </p:cNvPr>
          <p:cNvSpPr/>
          <p:nvPr/>
        </p:nvSpPr>
        <p:spPr>
          <a:xfrm>
            <a:off x="342901" y="5805488"/>
            <a:ext cx="750689" cy="742950"/>
          </a:xfrm>
          <a:prstGeom prst="utur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34958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C000"/>
            </a:gs>
            <a:gs pos="57000">
              <a:schemeClr val="accent4">
                <a:lumMod val="45000"/>
                <a:lumOff val="55000"/>
              </a:schemeClr>
            </a:gs>
            <a:gs pos="65000">
              <a:srgbClr val="FF000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A79006-E11D-D498-E632-094A00AF0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39E4F5-B241-CE25-4EE8-7EBA9FF69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98" y="1176734"/>
            <a:ext cx="4839240" cy="451177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FF9B12B-5E0A-62D5-7E34-1BC21C1E3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65125"/>
            <a:ext cx="12192000" cy="1325563"/>
          </a:xfrm>
        </p:spPr>
        <p:txBody>
          <a:bodyPr>
            <a:noAutofit/>
          </a:bodyPr>
          <a:lstStyle/>
          <a:p>
            <a:r>
              <a:rPr lang="sq-AL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Cilët faktorë ekologjikë më së shumti ndikojnë në organizimin e biocenozave</a:t>
            </a:r>
            <a:endParaRPr lang="en-TH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ction Button: Blank 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95C5B11-66C9-A690-A1EF-F222930902A8}"/>
              </a:ext>
            </a:extLst>
          </p:cNvPr>
          <p:cNvSpPr/>
          <p:nvPr/>
        </p:nvSpPr>
        <p:spPr>
          <a:xfrm>
            <a:off x="5323937" y="2164903"/>
            <a:ext cx="2785403" cy="759656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Klima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Action Button: Blank 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54D1E7E6-BFAC-BB96-A243-48E40B34C822}"/>
              </a:ext>
            </a:extLst>
          </p:cNvPr>
          <p:cNvSpPr/>
          <p:nvPr/>
        </p:nvSpPr>
        <p:spPr>
          <a:xfrm>
            <a:off x="5323937" y="3277667"/>
            <a:ext cx="2785403" cy="759656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Reliefi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Action Button: Blank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85D6EA25-65B1-FF69-7660-44A077E01B14}"/>
              </a:ext>
            </a:extLst>
          </p:cNvPr>
          <p:cNvSpPr/>
          <p:nvPr/>
        </p:nvSpPr>
        <p:spPr>
          <a:xfrm>
            <a:off x="5323938" y="4390774"/>
            <a:ext cx="2785403" cy="759656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Shtazët</a:t>
            </a:r>
          </a:p>
        </p:txBody>
      </p:sp>
      <p:sp>
        <p:nvSpPr>
          <p:cNvPr id="6" name="U-Turn Arrow 6">
            <a:hlinkClick r:id="rId5" action="ppaction://hlinksldjump"/>
            <a:extLst>
              <a:ext uri="{FF2B5EF4-FFF2-40B4-BE49-F238E27FC236}">
                <a16:creationId xmlns:a16="http://schemas.microsoft.com/office/drawing/2014/main" id="{9C50826D-59A9-5C47-CBD4-DAD8D484061D}"/>
              </a:ext>
            </a:extLst>
          </p:cNvPr>
          <p:cNvSpPr/>
          <p:nvPr/>
        </p:nvSpPr>
        <p:spPr>
          <a:xfrm>
            <a:off x="342901" y="5805488"/>
            <a:ext cx="750689" cy="742950"/>
          </a:xfrm>
          <a:prstGeom prst="utur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13144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8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75000"/>
              </a:schemeClr>
            </a:gs>
            <a:gs pos="57000">
              <a:schemeClr val="accent4">
                <a:lumMod val="45000"/>
                <a:lumOff val="55000"/>
              </a:schemeClr>
            </a:gs>
            <a:gs pos="65000">
              <a:srgbClr val="92D05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F70FFB-5FDD-CF67-8BC2-5523EE3FF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4B077A5-C4B8-5C5F-E6FF-47039BE98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174" y="1575174"/>
            <a:ext cx="11097651" cy="2235419"/>
          </a:xfrm>
        </p:spPr>
        <p:txBody>
          <a:bodyPr>
            <a:normAutofit fontScale="90000"/>
          </a:bodyPr>
          <a:lstStyle/>
          <a:p>
            <a:pPr algn="ctr"/>
            <a:r>
              <a:rPr lang="sq-AL" sz="10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Saktë,</a:t>
            </a:r>
            <a:r>
              <a:rPr lang="sq-AL" sz="8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keni fituar 1 pikë.</a:t>
            </a:r>
            <a:endParaRPr lang="en-TH" sz="8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0A8CF9-C660-BFA9-6553-E5E473734A06}"/>
              </a:ext>
            </a:extLst>
          </p:cNvPr>
          <p:cNvSpPr/>
          <p:nvPr/>
        </p:nvSpPr>
        <p:spPr>
          <a:xfrm>
            <a:off x="1" y="0"/>
            <a:ext cx="12192000" cy="38501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351C02B4-938B-267C-07FB-21B5DF357D56}"/>
              </a:ext>
            </a:extLst>
          </p:cNvPr>
          <p:cNvSpPr/>
          <p:nvPr/>
        </p:nvSpPr>
        <p:spPr>
          <a:xfrm>
            <a:off x="1575582" y="3916409"/>
            <a:ext cx="2534039" cy="1190163"/>
          </a:xfrm>
          <a:prstGeom prst="rightArrow">
            <a:avLst/>
          </a:prstGeom>
          <a:solidFill>
            <a:srgbClr val="733A9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Kalo në pjesën e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Action Button: Blank 2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98D12036-EB51-5BAE-B2F9-E48C0AD386C7}"/>
              </a:ext>
            </a:extLst>
          </p:cNvPr>
          <p:cNvSpPr/>
          <p:nvPr/>
        </p:nvSpPr>
        <p:spPr>
          <a:xfrm>
            <a:off x="1575582" y="5106572"/>
            <a:ext cx="1631852" cy="548640"/>
          </a:xfrm>
          <a:prstGeom prst="actionButtonBlank">
            <a:avLst/>
          </a:prstGeom>
          <a:solidFill>
            <a:srgbClr val="874AB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Përfundimi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Action Button: Blank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549EF40-B705-32EE-3D63-18F9A7D465DD}"/>
              </a:ext>
            </a:extLst>
          </p:cNvPr>
          <p:cNvSpPr/>
          <p:nvPr/>
        </p:nvSpPr>
        <p:spPr>
          <a:xfrm>
            <a:off x="5026484" y="4394088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sq-X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Action Button: Blank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A28BBD6-024A-E803-B06E-A2926DD6BD35}"/>
              </a:ext>
            </a:extLst>
          </p:cNvPr>
          <p:cNvSpPr/>
          <p:nvPr/>
        </p:nvSpPr>
        <p:spPr>
          <a:xfrm>
            <a:off x="6252742" y="4420956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endParaRPr kumimoji="0" lang="sq-X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Action Button: Blank 6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FF2A3CE1-8965-FC6C-62BC-45455AB87BF2}"/>
              </a:ext>
            </a:extLst>
          </p:cNvPr>
          <p:cNvSpPr/>
          <p:nvPr/>
        </p:nvSpPr>
        <p:spPr>
          <a:xfrm>
            <a:off x="7479000" y="4429333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kumimoji="0" lang="sq-X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Action Button: Blank 7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C2F771E0-D41F-6BD8-09D5-ECA64BBAB0D0}"/>
              </a:ext>
            </a:extLst>
          </p:cNvPr>
          <p:cNvSpPr/>
          <p:nvPr/>
        </p:nvSpPr>
        <p:spPr>
          <a:xfrm>
            <a:off x="8705259" y="4445082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endParaRPr kumimoji="0" lang="sq-X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25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14:flash/>
      </p:transition>
    </mc:Choice>
    <mc:Fallback xmlns="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57000">
              <a:schemeClr val="accent4">
                <a:lumMod val="45000"/>
                <a:lumOff val="55000"/>
              </a:schemeClr>
            </a:gs>
            <a:gs pos="65000">
              <a:srgbClr val="FF000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AA2886-BE5C-A772-2B22-1B7EE37E9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4928E02-04B9-BA7D-8CF8-9B858454A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796" y="1575174"/>
            <a:ext cx="11324491" cy="2235419"/>
          </a:xfrm>
        </p:spPr>
        <p:txBody>
          <a:bodyPr>
            <a:noAutofit/>
          </a:bodyPr>
          <a:lstStyle/>
          <a:p>
            <a:pPr algn="ctr"/>
            <a:r>
              <a:rPr lang="sq-AL" sz="7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Gabim,                                            suksese herën tjetër.</a:t>
            </a:r>
            <a:endParaRPr lang="en-TH" sz="7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28EA44-81F8-2FE0-0CB8-C3C61DE594BB}"/>
              </a:ext>
            </a:extLst>
          </p:cNvPr>
          <p:cNvSpPr/>
          <p:nvPr/>
        </p:nvSpPr>
        <p:spPr>
          <a:xfrm>
            <a:off x="1" y="0"/>
            <a:ext cx="12192000" cy="38501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3C286E4-EA60-AEB1-9943-A87B388EA9B3}"/>
              </a:ext>
            </a:extLst>
          </p:cNvPr>
          <p:cNvSpPr/>
          <p:nvPr/>
        </p:nvSpPr>
        <p:spPr>
          <a:xfrm>
            <a:off x="1347572" y="3916409"/>
            <a:ext cx="2534039" cy="1190163"/>
          </a:xfrm>
          <a:prstGeom prst="rightArrow">
            <a:avLst/>
          </a:prstGeom>
          <a:solidFill>
            <a:srgbClr val="733A9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Kalo në pjesën e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Action Button: Blank 1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AD5289D9-E750-91F5-D716-C54C47CCC047}"/>
              </a:ext>
            </a:extLst>
          </p:cNvPr>
          <p:cNvSpPr/>
          <p:nvPr/>
        </p:nvSpPr>
        <p:spPr>
          <a:xfrm>
            <a:off x="1575582" y="5106572"/>
            <a:ext cx="1631852" cy="548640"/>
          </a:xfrm>
          <a:prstGeom prst="actionButtonBlank">
            <a:avLst/>
          </a:prstGeom>
          <a:solidFill>
            <a:srgbClr val="874AB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Përfundimi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Action Button: Blank 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D4D1F3B-643C-89A7-3877-205F43D17327}"/>
              </a:ext>
            </a:extLst>
          </p:cNvPr>
          <p:cNvSpPr/>
          <p:nvPr/>
        </p:nvSpPr>
        <p:spPr>
          <a:xfrm>
            <a:off x="4544461" y="4162077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sq-X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ction Button: Blank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FF4C800-E319-5841-A6D7-02743770E74B}"/>
              </a:ext>
            </a:extLst>
          </p:cNvPr>
          <p:cNvSpPr/>
          <p:nvPr/>
        </p:nvSpPr>
        <p:spPr>
          <a:xfrm>
            <a:off x="5770719" y="4188945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endParaRPr kumimoji="0" lang="sq-X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Action Button: Blank 9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AABD6779-578F-7386-D394-D78800781D14}"/>
              </a:ext>
            </a:extLst>
          </p:cNvPr>
          <p:cNvSpPr/>
          <p:nvPr/>
        </p:nvSpPr>
        <p:spPr>
          <a:xfrm>
            <a:off x="6996977" y="4197322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kumimoji="0" lang="sq-X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Action Button: Blank 1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508D7EEE-3A66-9E58-8AF3-07C8F01C72E7}"/>
              </a:ext>
            </a:extLst>
          </p:cNvPr>
          <p:cNvSpPr/>
          <p:nvPr/>
        </p:nvSpPr>
        <p:spPr>
          <a:xfrm>
            <a:off x="8223236" y="4213071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endParaRPr kumimoji="0" lang="sq-X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1556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q-X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q-X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q-X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q-X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q-X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q-X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q-X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q-X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q-X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q-X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q-X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q-XK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23" name="Freeform 6">
            <a:extLst>
              <a:ext uri="{FF2B5EF4-FFF2-40B4-BE49-F238E27FC236}">
                <a16:creationId xmlns:a16="http://schemas.microsoft.com/office/drawing/2014/main" id="{8576F020-8157-45CE-B1D9-6FA47AFEB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1159566"/>
            <a:ext cx="7560245" cy="453886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XK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30E8E-9F93-0EDF-40CB-E6308E767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7215" y="1318590"/>
            <a:ext cx="5102159" cy="4220820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spPr>
        <p:txBody>
          <a:bodyPr anchor="ctr">
            <a:normAutofit/>
          </a:bodyPr>
          <a:lstStyle/>
          <a:p>
            <a:r>
              <a:rPr lang="sq-AL" dirty="0">
                <a:solidFill>
                  <a:srgbClr val="FFFFFF"/>
                </a:solidFill>
                <a:hlinkClick r:id="" action="ppaction://hlinkshowjump?jump=nextslide"/>
              </a:rPr>
              <a:t>Qëlloje fjalën misterioze</a:t>
            </a:r>
            <a:endParaRPr lang="sq-XK" dirty="0">
              <a:solidFill>
                <a:srgbClr val="FFFFFF"/>
              </a:solidFill>
              <a:hlinkClick r:id="" action="ppaction://hlinkshowjump?jump=nextslide"/>
            </a:endParaRPr>
          </a:p>
        </p:txBody>
      </p:sp>
      <p:sp>
        <p:nvSpPr>
          <p:cNvPr id="3" name="Rectangle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7D2D9C1-7345-AB5F-E89B-3653EA42ECD6}"/>
              </a:ext>
            </a:extLst>
          </p:cNvPr>
          <p:cNvSpPr/>
          <p:nvPr/>
        </p:nvSpPr>
        <p:spPr>
          <a:xfrm>
            <a:off x="10986371" y="6152825"/>
            <a:ext cx="990321" cy="43312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0808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Biotik">
            <a:extLst>
              <a:ext uri="{FF2B5EF4-FFF2-40B4-BE49-F238E27FC236}">
                <a16:creationId xmlns:a16="http://schemas.microsoft.com/office/drawing/2014/main" id="{53019CC8-E5F6-DF20-D94F-976D673CA160}"/>
              </a:ext>
            </a:extLst>
          </p:cNvPr>
          <p:cNvGrpSpPr/>
          <p:nvPr/>
        </p:nvGrpSpPr>
        <p:grpSpPr>
          <a:xfrm>
            <a:off x="7559630" y="324460"/>
            <a:ext cx="4313502" cy="604911"/>
            <a:chOff x="7756578" y="265695"/>
            <a:chExt cx="4463316" cy="604911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32" name="Action Button: Blank 31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B53381A3-005A-731C-B493-E8B3B338FAAA}"/>
                </a:ext>
              </a:extLst>
            </p:cNvPr>
            <p:cNvSpPr/>
            <p:nvPr/>
          </p:nvSpPr>
          <p:spPr>
            <a:xfrm>
              <a:off x="7756578" y="265695"/>
              <a:ext cx="633046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sq-A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3" name="Action Button: Blank 3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FFE1B15E-B779-A9CD-483E-5BB117548AEF}"/>
                </a:ext>
              </a:extLst>
            </p:cNvPr>
            <p:cNvSpPr/>
            <p:nvPr/>
          </p:nvSpPr>
          <p:spPr>
            <a:xfrm>
              <a:off x="8451894" y="265695"/>
              <a:ext cx="3768000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sq-AL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iotik</a:t>
              </a:r>
              <a:endParaRPr kumimoji="0" lang="sq-XK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Imigrimi">
            <a:extLst>
              <a:ext uri="{FF2B5EF4-FFF2-40B4-BE49-F238E27FC236}">
                <a16:creationId xmlns:a16="http://schemas.microsoft.com/office/drawing/2014/main" id="{43759876-7E93-9E92-BE84-8C6555AA7FA7}"/>
              </a:ext>
            </a:extLst>
          </p:cNvPr>
          <p:cNvGrpSpPr/>
          <p:nvPr/>
        </p:nvGrpSpPr>
        <p:grpSpPr>
          <a:xfrm>
            <a:off x="7559630" y="1013628"/>
            <a:ext cx="4313502" cy="604911"/>
            <a:chOff x="7756578" y="954863"/>
            <a:chExt cx="4463316" cy="604911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35" name="Action Button: Blank 3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21525AFF-826B-BF04-2B92-CE0A64D8523F}"/>
                </a:ext>
              </a:extLst>
            </p:cNvPr>
            <p:cNvSpPr/>
            <p:nvPr/>
          </p:nvSpPr>
          <p:spPr>
            <a:xfrm>
              <a:off x="7756578" y="954863"/>
              <a:ext cx="633046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sq-A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</a:t>
              </a:r>
              <a:endParaRPr kumimoji="0" lang="sq-XK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6" name="Action Button: Blank 3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9FE5068-98B3-6EB3-C532-BA636D2F4B63}"/>
                </a:ext>
              </a:extLst>
            </p:cNvPr>
            <p:cNvSpPr/>
            <p:nvPr/>
          </p:nvSpPr>
          <p:spPr>
            <a:xfrm>
              <a:off x="8453994" y="954863"/>
              <a:ext cx="3765900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sq-AL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migrimi</a:t>
              </a:r>
              <a:endParaRPr kumimoji="0" lang="sq-XK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O.H">
            <a:extLst>
              <a:ext uri="{FF2B5EF4-FFF2-40B4-BE49-F238E27FC236}">
                <a16:creationId xmlns:a16="http://schemas.microsoft.com/office/drawing/2014/main" id="{44F2FB65-4C46-8827-AA4F-2D7A26D6E639}"/>
              </a:ext>
            </a:extLst>
          </p:cNvPr>
          <p:cNvGrpSpPr/>
          <p:nvPr/>
        </p:nvGrpSpPr>
        <p:grpSpPr>
          <a:xfrm>
            <a:off x="7568031" y="1691938"/>
            <a:ext cx="4305383" cy="615769"/>
            <a:chOff x="7764979" y="1633173"/>
            <a:chExt cx="4454915" cy="615769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38" name="Action Button: Blank 37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514B68CA-6C27-A95C-65A1-6DF591412A07}"/>
                </a:ext>
              </a:extLst>
            </p:cNvPr>
            <p:cNvSpPr/>
            <p:nvPr/>
          </p:nvSpPr>
          <p:spPr>
            <a:xfrm>
              <a:off x="7764979" y="1633173"/>
              <a:ext cx="633046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sq-A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O</a:t>
              </a:r>
              <a:endParaRPr kumimoji="0" lang="sq-XK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9" name="Action Button: Blank 3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77FF1315-11AB-6EA0-679F-7931E431131A}"/>
                </a:ext>
              </a:extLst>
            </p:cNvPr>
            <p:cNvSpPr/>
            <p:nvPr/>
          </p:nvSpPr>
          <p:spPr>
            <a:xfrm>
              <a:off x="8456094" y="1644031"/>
              <a:ext cx="3763800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sq-AL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rganizimi</a:t>
              </a:r>
              <a:r>
                <a:rPr kumimoji="0" lang="sq-A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sq-AL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hapësinor</a:t>
              </a:r>
              <a:endParaRPr kumimoji="0" lang="sq-XK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40" name="Cikli">
            <a:extLst>
              <a:ext uri="{FF2B5EF4-FFF2-40B4-BE49-F238E27FC236}">
                <a16:creationId xmlns:a16="http://schemas.microsoft.com/office/drawing/2014/main" id="{76EBBB28-79E2-3BDF-C565-18A5EF927B48}"/>
              </a:ext>
            </a:extLst>
          </p:cNvPr>
          <p:cNvGrpSpPr/>
          <p:nvPr/>
        </p:nvGrpSpPr>
        <p:grpSpPr>
          <a:xfrm>
            <a:off x="7568031" y="2391963"/>
            <a:ext cx="4305383" cy="604912"/>
            <a:chOff x="7764979" y="2333198"/>
            <a:chExt cx="4454915" cy="604912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41" name="Action Button: Blank 40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3DB67A49-B662-DB3A-DBF1-28A7957C7C5F}"/>
                </a:ext>
              </a:extLst>
            </p:cNvPr>
            <p:cNvSpPr/>
            <p:nvPr/>
          </p:nvSpPr>
          <p:spPr>
            <a:xfrm>
              <a:off x="7764979" y="2333198"/>
              <a:ext cx="633046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sq-A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</a:t>
              </a:r>
              <a:endParaRPr kumimoji="0" lang="sq-XK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2" name="Action Button: Blank 41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71A88DCD-9682-5140-351F-6A01E3E08C04}"/>
                </a:ext>
              </a:extLst>
            </p:cNvPr>
            <p:cNvSpPr/>
            <p:nvPr/>
          </p:nvSpPr>
          <p:spPr>
            <a:xfrm>
              <a:off x="8458194" y="2333199"/>
              <a:ext cx="3761700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sq-AL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iklike</a:t>
              </a:r>
              <a:endParaRPr kumimoji="0" lang="sq-XK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Ekosistemi">
            <a:extLst>
              <a:ext uri="{FF2B5EF4-FFF2-40B4-BE49-F238E27FC236}">
                <a16:creationId xmlns:a16="http://schemas.microsoft.com/office/drawing/2014/main" id="{F5ED2185-5851-CF3F-B4E7-4EFC3F4227BC}"/>
              </a:ext>
            </a:extLst>
          </p:cNvPr>
          <p:cNvGrpSpPr/>
          <p:nvPr/>
        </p:nvGrpSpPr>
        <p:grpSpPr>
          <a:xfrm>
            <a:off x="7568031" y="3070574"/>
            <a:ext cx="4291175" cy="615469"/>
            <a:chOff x="7764979" y="3011809"/>
            <a:chExt cx="4440214" cy="615469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44" name="Action Button: Blank 4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FA9A04E-9D8A-A1AA-0AFA-DA25716E4768}"/>
                </a:ext>
              </a:extLst>
            </p:cNvPr>
            <p:cNvSpPr/>
            <p:nvPr/>
          </p:nvSpPr>
          <p:spPr>
            <a:xfrm>
              <a:off x="7764979" y="3011809"/>
              <a:ext cx="633046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sq-A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</a:t>
              </a:r>
              <a:endParaRPr kumimoji="0" lang="sq-XK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5" name="Action Button: Blank 4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B1B05FD-8669-C6C8-A519-BC90CFE68E6E}"/>
                </a:ext>
              </a:extLst>
            </p:cNvPr>
            <p:cNvSpPr/>
            <p:nvPr/>
          </p:nvSpPr>
          <p:spPr>
            <a:xfrm>
              <a:off x="8443493" y="3022367"/>
              <a:ext cx="3761700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sq-AL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kosistemi</a:t>
              </a:r>
              <a:endParaRPr kumimoji="0" lang="sq-XK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Ndikimet">
            <a:extLst>
              <a:ext uri="{FF2B5EF4-FFF2-40B4-BE49-F238E27FC236}">
                <a16:creationId xmlns:a16="http://schemas.microsoft.com/office/drawing/2014/main" id="{0698F75C-DBC9-63F2-FCD9-976C1BF411FF}"/>
              </a:ext>
            </a:extLst>
          </p:cNvPr>
          <p:cNvGrpSpPr/>
          <p:nvPr/>
        </p:nvGrpSpPr>
        <p:grpSpPr>
          <a:xfrm>
            <a:off x="7551230" y="3770300"/>
            <a:ext cx="4307412" cy="624497"/>
            <a:chOff x="7748178" y="3711535"/>
            <a:chExt cx="4457014" cy="624497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47" name="Action Button: Blank 46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FD61B49B-0DF1-8378-A327-085FA3977FEF}"/>
                </a:ext>
              </a:extLst>
            </p:cNvPr>
            <p:cNvSpPr/>
            <p:nvPr/>
          </p:nvSpPr>
          <p:spPr>
            <a:xfrm>
              <a:off x="7748178" y="3731121"/>
              <a:ext cx="633046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sq-A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</a:t>
              </a:r>
              <a:endParaRPr kumimoji="0" lang="sq-XK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8" name="Action Button: Blank 47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5497B868-2C45-B7CE-16D3-7EAC8FCB9690}"/>
                </a:ext>
              </a:extLst>
            </p:cNvPr>
            <p:cNvSpPr/>
            <p:nvPr/>
          </p:nvSpPr>
          <p:spPr>
            <a:xfrm>
              <a:off x="8445593" y="3711535"/>
              <a:ext cx="3759599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sq-AL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dikimet abiotike</a:t>
              </a:r>
              <a:endParaRPr kumimoji="0" lang="sq-XK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" name="O.K">
            <a:extLst>
              <a:ext uri="{FF2B5EF4-FFF2-40B4-BE49-F238E27FC236}">
                <a16:creationId xmlns:a16="http://schemas.microsoft.com/office/drawing/2014/main" id="{2EDAABC2-43E5-7D55-A8E6-27D89D827179}"/>
              </a:ext>
            </a:extLst>
          </p:cNvPr>
          <p:cNvGrpSpPr/>
          <p:nvPr/>
        </p:nvGrpSpPr>
        <p:grpSpPr>
          <a:xfrm>
            <a:off x="7568031" y="4459468"/>
            <a:ext cx="4291174" cy="615766"/>
            <a:chOff x="7764979" y="4400703"/>
            <a:chExt cx="4440212" cy="615766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50" name="Action Button: Blank 49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FF535D24-2B5D-F385-CF23-3D9A6C2B91FB}"/>
                </a:ext>
              </a:extLst>
            </p:cNvPr>
            <p:cNvSpPr/>
            <p:nvPr/>
          </p:nvSpPr>
          <p:spPr>
            <a:xfrm>
              <a:off x="7764979" y="4411558"/>
              <a:ext cx="633046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sq-A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O</a:t>
              </a:r>
              <a:endParaRPr kumimoji="0" lang="sq-XK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1" name="Action Button: Blank 50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00A4C293-52AF-1027-4B94-F2D3F3C85357}"/>
                </a:ext>
              </a:extLst>
            </p:cNvPr>
            <p:cNvSpPr/>
            <p:nvPr/>
          </p:nvSpPr>
          <p:spPr>
            <a:xfrm>
              <a:off x="8460294" y="4400703"/>
              <a:ext cx="3744897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sq-AL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rganizimi kohorë</a:t>
              </a:r>
              <a:endParaRPr kumimoji="0" lang="sq-XK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2" name="Zvoglimi">
            <a:extLst>
              <a:ext uri="{FF2B5EF4-FFF2-40B4-BE49-F238E27FC236}">
                <a16:creationId xmlns:a16="http://schemas.microsoft.com/office/drawing/2014/main" id="{1D98DBF0-1B06-0526-B470-B4DB63D2C6A3}"/>
              </a:ext>
            </a:extLst>
          </p:cNvPr>
          <p:cNvGrpSpPr/>
          <p:nvPr/>
        </p:nvGrpSpPr>
        <p:grpSpPr>
          <a:xfrm>
            <a:off x="7555430" y="5148636"/>
            <a:ext cx="4291174" cy="628627"/>
            <a:chOff x="7752378" y="5089871"/>
            <a:chExt cx="4440212" cy="628627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53" name="Action Button: Blank 5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75F2DCC-8B46-56EE-B9C8-633168CCF4C8}"/>
                </a:ext>
              </a:extLst>
            </p:cNvPr>
            <p:cNvSpPr/>
            <p:nvPr/>
          </p:nvSpPr>
          <p:spPr>
            <a:xfrm>
              <a:off x="7752378" y="5113587"/>
              <a:ext cx="633046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sq-A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Z</a:t>
              </a:r>
              <a:endParaRPr kumimoji="0" lang="sq-XK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4" name="Action Button: Blank 5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F4260973-6AC9-7C4E-9B0F-AA4A8AD05BCF}"/>
                </a:ext>
              </a:extLst>
            </p:cNvPr>
            <p:cNvSpPr/>
            <p:nvPr/>
          </p:nvSpPr>
          <p:spPr>
            <a:xfrm>
              <a:off x="8447693" y="5089871"/>
              <a:ext cx="3744897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sq-AL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voglim të frymëmarrjes</a:t>
              </a:r>
              <a:endParaRPr kumimoji="0" lang="sq-XK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Abiotik">
            <a:extLst>
              <a:ext uri="{FF2B5EF4-FFF2-40B4-BE49-F238E27FC236}">
                <a16:creationId xmlns:a16="http://schemas.microsoft.com/office/drawing/2014/main" id="{9923EB8C-9D17-A5D6-056C-A52029DAB4FD}"/>
              </a:ext>
            </a:extLst>
          </p:cNvPr>
          <p:cNvGrpSpPr/>
          <p:nvPr/>
        </p:nvGrpSpPr>
        <p:grpSpPr>
          <a:xfrm>
            <a:off x="7551230" y="5837801"/>
            <a:ext cx="4321620" cy="613942"/>
            <a:chOff x="7748178" y="5779036"/>
            <a:chExt cx="4471716" cy="613942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56" name="Action Button: Blank 5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17C0666-8E60-BEDD-FFEF-1E9DFB47EB8D}"/>
                </a:ext>
              </a:extLst>
            </p:cNvPr>
            <p:cNvSpPr/>
            <p:nvPr/>
          </p:nvSpPr>
          <p:spPr>
            <a:xfrm>
              <a:off x="7748178" y="5788067"/>
              <a:ext cx="633046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sq-A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</a:t>
              </a:r>
              <a:endParaRPr kumimoji="0" lang="sq-XK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7" name="Action Button: Blank 56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122F38B2-143E-1035-C0D5-4608306C4F1E}"/>
                </a:ext>
              </a:extLst>
            </p:cNvPr>
            <p:cNvSpPr/>
            <p:nvPr/>
          </p:nvSpPr>
          <p:spPr>
            <a:xfrm>
              <a:off x="8449794" y="5779036"/>
              <a:ext cx="3770100" cy="604911"/>
            </a:xfrm>
            <a:prstGeom prst="actionButtonBlank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sq-AL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biotik</a:t>
              </a:r>
              <a:endParaRPr kumimoji="0" lang="sq-XK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pic>
        <p:nvPicPr>
          <p:cNvPr id="61" name="Picture 60">
            <a:hlinkClick r:id="" action="ppaction://noaction"/>
            <a:extLst>
              <a:ext uri="{FF2B5EF4-FFF2-40B4-BE49-F238E27FC236}">
                <a16:creationId xmlns:a16="http://schemas.microsoft.com/office/drawing/2014/main" id="{9F401765-8C6F-64A6-81D1-F34A41FF8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46" y="290433"/>
            <a:ext cx="633046" cy="664430"/>
          </a:xfrm>
          <a:prstGeom prst="rect">
            <a:avLst/>
          </a:prstGeom>
        </p:spPr>
      </p:pic>
      <p:pic>
        <p:nvPicPr>
          <p:cNvPr id="62" name="Picture 61">
            <a:hlinkClick r:id="" action="ppaction://noaction"/>
            <a:extLst>
              <a:ext uri="{FF2B5EF4-FFF2-40B4-BE49-F238E27FC236}">
                <a16:creationId xmlns:a16="http://schemas.microsoft.com/office/drawing/2014/main" id="{9D0579BD-D54C-AEF8-321A-88C441671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72" y="941934"/>
            <a:ext cx="633045" cy="664429"/>
          </a:xfrm>
          <a:prstGeom prst="rect">
            <a:avLst/>
          </a:prstGeom>
        </p:spPr>
      </p:pic>
      <p:pic>
        <p:nvPicPr>
          <p:cNvPr id="63" name="Picture 62">
            <a:hlinkClick r:id="" action="ppaction://noaction"/>
            <a:extLst>
              <a:ext uri="{FF2B5EF4-FFF2-40B4-BE49-F238E27FC236}">
                <a16:creationId xmlns:a16="http://schemas.microsoft.com/office/drawing/2014/main" id="{C2421DED-2C87-E2BF-56ED-1002EF0C3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72" y="1622269"/>
            <a:ext cx="633046" cy="664430"/>
          </a:xfrm>
          <a:prstGeom prst="rect">
            <a:avLst/>
          </a:prstGeom>
        </p:spPr>
      </p:pic>
      <p:pic>
        <p:nvPicPr>
          <p:cNvPr id="64" name="Picture 63">
            <a:hlinkClick r:id="" action="ppaction://noaction"/>
            <a:extLst>
              <a:ext uri="{FF2B5EF4-FFF2-40B4-BE49-F238E27FC236}">
                <a16:creationId xmlns:a16="http://schemas.microsoft.com/office/drawing/2014/main" id="{53780C6E-5A4D-00B9-50A4-C8460E9CD80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4850" y="2302605"/>
            <a:ext cx="632328" cy="663676"/>
          </a:xfrm>
          <a:prstGeom prst="rect">
            <a:avLst/>
          </a:prstGeom>
        </p:spPr>
      </p:pic>
      <p:pic>
        <p:nvPicPr>
          <p:cNvPr id="65" name="Picture 64">
            <a:hlinkClick r:id="" action="ppaction://noaction"/>
            <a:extLst>
              <a:ext uri="{FF2B5EF4-FFF2-40B4-BE49-F238E27FC236}">
                <a16:creationId xmlns:a16="http://schemas.microsoft.com/office/drawing/2014/main" id="{04588768-BBA0-BC77-2D1B-D489C0BDE08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4850" y="2992984"/>
            <a:ext cx="632328" cy="663676"/>
          </a:xfrm>
          <a:prstGeom prst="rect">
            <a:avLst/>
          </a:prstGeom>
        </p:spPr>
      </p:pic>
      <p:pic>
        <p:nvPicPr>
          <p:cNvPr id="66" name="Picture 65">
            <a:hlinkClick r:id="" action="ppaction://noaction"/>
            <a:extLst>
              <a:ext uri="{FF2B5EF4-FFF2-40B4-BE49-F238E27FC236}">
                <a16:creationId xmlns:a16="http://schemas.microsoft.com/office/drawing/2014/main" id="{99CBA04A-4103-3E89-AACA-8606225113A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17110" y="3684523"/>
            <a:ext cx="632329" cy="663677"/>
          </a:xfrm>
          <a:prstGeom prst="rect">
            <a:avLst/>
          </a:prstGeom>
        </p:spPr>
      </p:pic>
      <p:pic>
        <p:nvPicPr>
          <p:cNvPr id="67" name="Picture 66">
            <a:hlinkClick r:id="" action="ppaction://noaction"/>
            <a:extLst>
              <a:ext uri="{FF2B5EF4-FFF2-40B4-BE49-F238E27FC236}">
                <a16:creationId xmlns:a16="http://schemas.microsoft.com/office/drawing/2014/main" id="{C40BE137-D43C-B621-AA62-EB5591290848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432933" y="4374902"/>
            <a:ext cx="632328" cy="663676"/>
          </a:xfrm>
          <a:prstGeom prst="rect">
            <a:avLst/>
          </a:prstGeom>
        </p:spPr>
      </p:pic>
      <p:pic>
        <p:nvPicPr>
          <p:cNvPr id="68" name="Picture 67">
            <a:hlinkClick r:id="" action="ppaction://noaction"/>
            <a:extLst>
              <a:ext uri="{FF2B5EF4-FFF2-40B4-BE49-F238E27FC236}">
                <a16:creationId xmlns:a16="http://schemas.microsoft.com/office/drawing/2014/main" id="{F3397064-5E55-65FB-6281-0CA90FCB04D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8865" y="5041487"/>
            <a:ext cx="632328" cy="663676"/>
          </a:xfrm>
          <a:prstGeom prst="rect">
            <a:avLst/>
          </a:prstGeom>
        </p:spPr>
      </p:pic>
      <p:pic>
        <p:nvPicPr>
          <p:cNvPr id="69" name="Picture 68">
            <a:hlinkClick r:id="" action="ppaction://noaction"/>
            <a:extLst>
              <a:ext uri="{FF2B5EF4-FFF2-40B4-BE49-F238E27FC236}">
                <a16:creationId xmlns:a16="http://schemas.microsoft.com/office/drawing/2014/main" id="{4157EFB3-075B-D6BD-F848-99CDE493F91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17109" y="5729301"/>
            <a:ext cx="632329" cy="66367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AC73220-7809-06AA-44C0-077C1B2DCD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4521" y="1876905"/>
            <a:ext cx="1190941" cy="1113933"/>
          </a:xfrm>
          <a:prstGeom prst="rect">
            <a:avLst/>
          </a:prstGeom>
        </p:spPr>
      </p:pic>
      <p:sp>
        <p:nvSpPr>
          <p:cNvPr id="3" name="Title 4">
            <a:extLst>
              <a:ext uri="{FF2B5EF4-FFF2-40B4-BE49-F238E27FC236}">
                <a16:creationId xmlns:a16="http://schemas.microsoft.com/office/drawing/2014/main" id="{D8688A55-62C3-E684-8B57-91DED69A6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143" y="1152195"/>
            <a:ext cx="5955283" cy="604911"/>
          </a:xfrm>
        </p:spPr>
        <p:txBody>
          <a:bodyPr>
            <a:noAutofit/>
          </a:bodyPr>
          <a:lstStyle/>
          <a:p>
            <a:r>
              <a:rPr lang="sq-AL" sz="2800" b="1">
                <a:solidFill>
                  <a:srgbClr val="ED0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Ndikimet e gjallesave dhe </a:t>
            </a:r>
            <a:r>
              <a:rPr lang="sq-AL" sz="2800" b="1" dirty="0">
                <a:solidFill>
                  <a:srgbClr val="ED0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njeriut në </a:t>
            </a:r>
            <a:r>
              <a:rPr lang="sq-AL" sz="2800" b="1">
                <a:solidFill>
                  <a:srgbClr val="ED0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natyrë ndryshe e quajmë </a:t>
            </a:r>
            <a:r>
              <a:rPr lang="sq-AL" sz="2800" b="1" dirty="0">
                <a:solidFill>
                  <a:srgbClr val="ED0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faktorë ...</a:t>
            </a:r>
            <a:endParaRPr lang="en-TH" sz="2800" b="1" dirty="0">
              <a:solidFill>
                <a:srgbClr val="ED00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Butoni 1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EE5BF997-DD82-C3CF-76D4-AA3C242EC3A7}"/>
              </a:ext>
            </a:extLst>
          </p:cNvPr>
          <p:cNvSpPr/>
          <p:nvPr/>
        </p:nvSpPr>
        <p:spPr>
          <a:xfrm>
            <a:off x="4423828" y="1773079"/>
            <a:ext cx="2475655" cy="25886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Biotik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Butoni 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B5349F0-1433-2498-DE7C-535134047653}"/>
              </a:ext>
            </a:extLst>
          </p:cNvPr>
          <p:cNvSpPr/>
          <p:nvPr/>
        </p:nvSpPr>
        <p:spPr>
          <a:xfrm>
            <a:off x="4435879" y="2107806"/>
            <a:ext cx="2475655" cy="25886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Abiotik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Butoni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52156FCF-5E84-2B4A-9DBD-25CC5F1E69F3}"/>
              </a:ext>
            </a:extLst>
          </p:cNvPr>
          <p:cNvSpPr/>
          <p:nvPr/>
        </p:nvSpPr>
        <p:spPr>
          <a:xfrm>
            <a:off x="4435879" y="2460819"/>
            <a:ext cx="2475655" cy="25886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Dinamik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875800-4C68-AB21-9DB3-3E02FA915F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9286" y="2236541"/>
            <a:ext cx="1545884" cy="1448249"/>
          </a:xfrm>
          <a:prstGeom prst="rect">
            <a:avLst/>
          </a:prstGeom>
        </p:spPr>
      </p:pic>
      <p:sp>
        <p:nvSpPr>
          <p:cNvPr id="8" name="Title 4">
            <a:extLst>
              <a:ext uri="{FF2B5EF4-FFF2-40B4-BE49-F238E27FC236}">
                <a16:creationId xmlns:a16="http://schemas.microsoft.com/office/drawing/2014/main" id="{39DD734A-8E5B-7DB6-C40B-C71208F5432D}"/>
              </a:ext>
            </a:extLst>
          </p:cNvPr>
          <p:cNvSpPr txBox="1">
            <a:spLocks/>
          </p:cNvSpPr>
          <p:nvPr/>
        </p:nvSpPr>
        <p:spPr>
          <a:xfrm>
            <a:off x="1048199" y="1641301"/>
            <a:ext cx="6695374" cy="8376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1" i="0" u="none" strike="noStrike" kern="1200" cap="none" spc="0" normalizeH="0" baseline="0" noProof="0" dirty="0">
                <a:ln>
                  <a:noFill/>
                </a:ln>
                <a:solidFill>
                  <a:srgbClr val="0FA6CB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Ardhjen e shpendëve gjatë pranverës në vendin tonë e quajmë ...</a:t>
            </a:r>
            <a:endParaRPr kumimoji="0" lang="en-TH" sz="3200" b="1" i="0" u="none" strike="noStrike" kern="1200" cap="none" spc="0" normalizeH="0" baseline="0" noProof="0" dirty="0">
              <a:ln>
                <a:noFill/>
              </a:ln>
              <a:solidFill>
                <a:srgbClr val="0FA6CB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Action Button: Blank 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A04773DA-B597-1A90-1E99-697256A68FD8}"/>
              </a:ext>
            </a:extLst>
          </p:cNvPr>
          <p:cNvSpPr/>
          <p:nvPr/>
        </p:nvSpPr>
        <p:spPr>
          <a:xfrm>
            <a:off x="4699162" y="2237179"/>
            <a:ext cx="2350503" cy="366387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Emigrim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Action Button: Blank 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D8A2C51-6BA7-7BD5-5DC6-47C36D6ED767}"/>
              </a:ext>
            </a:extLst>
          </p:cNvPr>
          <p:cNvSpPr/>
          <p:nvPr/>
        </p:nvSpPr>
        <p:spPr>
          <a:xfrm>
            <a:off x="4699161" y="2742467"/>
            <a:ext cx="2350503" cy="366387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Imigrim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Action Button: Blank 1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826DE76-039E-B74C-7089-4125098A4461}"/>
              </a:ext>
            </a:extLst>
          </p:cNvPr>
          <p:cNvSpPr/>
          <p:nvPr/>
        </p:nvSpPr>
        <p:spPr>
          <a:xfrm>
            <a:off x="4699160" y="3191899"/>
            <a:ext cx="2350503" cy="366387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Rrugëtim</a:t>
            </a:r>
            <a:endParaRPr kumimoji="0" lang="sq-XK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F0675E-AAF3-625E-9118-9C9C57951B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0305" y="2232911"/>
            <a:ext cx="1606939" cy="1498199"/>
          </a:xfrm>
          <a:prstGeom prst="rect">
            <a:avLst/>
          </a:prstGeom>
        </p:spPr>
      </p:pic>
      <p:sp>
        <p:nvSpPr>
          <p:cNvPr id="13" name="Title 4">
            <a:extLst>
              <a:ext uri="{FF2B5EF4-FFF2-40B4-BE49-F238E27FC236}">
                <a16:creationId xmlns:a16="http://schemas.microsoft.com/office/drawing/2014/main" id="{F11DA2AA-AE72-E26C-BF6B-D4B2ADCD369C}"/>
              </a:ext>
            </a:extLst>
          </p:cNvPr>
          <p:cNvSpPr txBox="1">
            <a:spLocks/>
          </p:cNvSpPr>
          <p:nvPr/>
        </p:nvSpPr>
        <p:spPr>
          <a:xfrm>
            <a:off x="1400236" y="1561650"/>
            <a:ext cx="7447768" cy="55959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3200" b="0" i="0" u="none" strike="noStrike" kern="1200" cap="none" spc="0" normalizeH="0" baseline="0" noProof="0" dirty="0">
                <a:ln>
                  <a:noFill/>
                </a:ln>
                <a:solidFill>
                  <a:srgbClr val="57A20F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... Shprehet pëmes katëzimit!</a:t>
            </a:r>
            <a:endParaRPr kumimoji="0" lang="en-TH" sz="3200" b="0" i="0" u="none" strike="noStrike" kern="1200" cap="none" spc="0" normalizeH="0" baseline="0" noProof="0" dirty="0">
              <a:ln>
                <a:noFill/>
              </a:ln>
              <a:solidFill>
                <a:srgbClr val="57A20F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4" name="Action Button: Blank 1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B424431-F1FE-8F9B-5D80-E5F43DA5C399}"/>
              </a:ext>
            </a:extLst>
          </p:cNvPr>
          <p:cNvSpPr/>
          <p:nvPr/>
        </p:nvSpPr>
        <p:spPr>
          <a:xfrm>
            <a:off x="4434292" y="2162573"/>
            <a:ext cx="2417795" cy="320695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Org. hapësinor</a:t>
            </a:r>
            <a:endParaRPr kumimoji="0" lang="sq-X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Action Button: Blank 1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A4FE726E-98DB-8DE5-D79C-F67DDCE940E9}"/>
              </a:ext>
            </a:extLst>
          </p:cNvPr>
          <p:cNvSpPr/>
          <p:nvPr/>
        </p:nvSpPr>
        <p:spPr>
          <a:xfrm>
            <a:off x="4434292" y="2612343"/>
            <a:ext cx="2417795" cy="320695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Org. kohor</a:t>
            </a:r>
            <a:endParaRPr kumimoji="0" lang="sq-X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Action Button: Blank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6647848-5571-39D4-354D-64347338CC05}"/>
              </a:ext>
            </a:extLst>
          </p:cNvPr>
          <p:cNvSpPr/>
          <p:nvPr/>
        </p:nvSpPr>
        <p:spPr>
          <a:xfrm>
            <a:off x="4425282" y="3039941"/>
            <a:ext cx="2417795" cy="320695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Org. kompleks</a:t>
            </a:r>
            <a:endParaRPr kumimoji="0" lang="sq-X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7B577AB-315E-2A68-8729-C130B7FC0CD9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763675" y="2679900"/>
            <a:ext cx="1606939" cy="1498199"/>
          </a:xfrm>
          <a:prstGeom prst="rect">
            <a:avLst/>
          </a:prstGeom>
          <a:noFill/>
        </p:spPr>
      </p:pic>
      <p:sp>
        <p:nvSpPr>
          <p:cNvPr id="18" name="Title 4">
            <a:extLst>
              <a:ext uri="{FF2B5EF4-FFF2-40B4-BE49-F238E27FC236}">
                <a16:creationId xmlns:a16="http://schemas.microsoft.com/office/drawing/2014/main" id="{C3160187-E98F-28DB-9CD5-65661B4DB718}"/>
              </a:ext>
            </a:extLst>
          </p:cNvPr>
          <p:cNvSpPr txBox="1">
            <a:spLocks/>
          </p:cNvSpPr>
          <p:nvPr/>
        </p:nvSpPr>
        <p:spPr>
          <a:xfrm>
            <a:off x="1493607" y="2008639"/>
            <a:ext cx="6050268" cy="55959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1" i="0" u="none" strike="noStrike" kern="1200" cap="none" spc="0" normalizeH="0" baseline="0" noProof="0" dirty="0">
                <a:ln>
                  <a:noFill/>
                </a:ln>
                <a:solidFill>
                  <a:srgbClr val="5C899E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Sjelljet që ndodhin për shkak të lëvizjes së tokës ditë-natë i quajmë sjellje ...</a:t>
            </a:r>
            <a:endParaRPr kumimoji="0" lang="en-TH" sz="2400" b="1" i="0" u="none" strike="noStrike" kern="1200" cap="none" spc="0" normalizeH="0" baseline="0" noProof="0" dirty="0">
              <a:ln>
                <a:noFill/>
              </a:ln>
              <a:solidFill>
                <a:srgbClr val="5C899E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9" name="Action Button: Blank 1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8F6B94F-0009-6F49-A067-85E397B49A5B}"/>
              </a:ext>
            </a:extLst>
          </p:cNvPr>
          <p:cNvSpPr/>
          <p:nvPr/>
        </p:nvSpPr>
        <p:spPr>
          <a:xfrm>
            <a:off x="4527662" y="2609562"/>
            <a:ext cx="2417795" cy="320695"/>
          </a:xfrm>
          <a:prstGeom prst="actionButtonBlank">
            <a:avLst/>
          </a:prstGeom>
          <a:solidFill>
            <a:srgbClr val="2C6681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Fituara</a:t>
            </a:r>
            <a:endParaRPr kumimoji="0" lang="sq-X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" name="Action Button: Blank 1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264539B-A97F-540B-2E5C-73A020763B16}"/>
              </a:ext>
            </a:extLst>
          </p:cNvPr>
          <p:cNvSpPr/>
          <p:nvPr/>
        </p:nvSpPr>
        <p:spPr>
          <a:xfrm>
            <a:off x="4527662" y="3059332"/>
            <a:ext cx="2417795" cy="320695"/>
          </a:xfrm>
          <a:prstGeom prst="actionButtonBlank">
            <a:avLst/>
          </a:prstGeom>
          <a:solidFill>
            <a:srgbClr val="2C6681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Automatike</a:t>
            </a:r>
            <a:endParaRPr kumimoji="0" lang="sq-X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1" name="Action Button: Blank 2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0B554FF-2B41-311E-5EA3-1C068FAF26DD}"/>
              </a:ext>
            </a:extLst>
          </p:cNvPr>
          <p:cNvSpPr/>
          <p:nvPr/>
        </p:nvSpPr>
        <p:spPr>
          <a:xfrm>
            <a:off x="4518652" y="3486930"/>
            <a:ext cx="2417795" cy="320695"/>
          </a:xfrm>
          <a:prstGeom prst="actionButtonBlank">
            <a:avLst/>
          </a:prstGeom>
          <a:solidFill>
            <a:srgbClr val="2C6681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Ciklike</a:t>
            </a:r>
            <a:endParaRPr kumimoji="0" lang="sq-X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ABF0731-C657-A562-657C-5FD495C65299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12947" y="3158368"/>
            <a:ext cx="1606939" cy="1498199"/>
          </a:xfrm>
          <a:prstGeom prst="rect">
            <a:avLst/>
          </a:prstGeom>
          <a:noFill/>
        </p:spPr>
      </p:pic>
      <p:sp>
        <p:nvSpPr>
          <p:cNvPr id="23" name="Title 4">
            <a:extLst>
              <a:ext uri="{FF2B5EF4-FFF2-40B4-BE49-F238E27FC236}">
                <a16:creationId xmlns:a16="http://schemas.microsoft.com/office/drawing/2014/main" id="{0BCF2610-8B8C-A276-683B-147EF524F9E7}"/>
              </a:ext>
            </a:extLst>
          </p:cNvPr>
          <p:cNvSpPr txBox="1">
            <a:spLocks/>
          </p:cNvSpPr>
          <p:nvPr/>
        </p:nvSpPr>
        <p:spPr>
          <a:xfrm>
            <a:off x="1542879" y="2487107"/>
            <a:ext cx="6050268" cy="55959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Biotop + Biocenozë = </a:t>
            </a:r>
            <a:endParaRPr kumimoji="0" lang="en-TH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4" name="Action Button: Blank 2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04D0A3F-7891-0978-3512-295C9C58558A}"/>
              </a:ext>
            </a:extLst>
          </p:cNvPr>
          <p:cNvSpPr/>
          <p:nvPr/>
        </p:nvSpPr>
        <p:spPr>
          <a:xfrm>
            <a:off x="4576934" y="3088030"/>
            <a:ext cx="2417795" cy="320695"/>
          </a:xfrm>
          <a:prstGeom prst="actionButtonBlank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Biosferë</a:t>
            </a:r>
            <a:endParaRPr kumimoji="0" lang="sq-XK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" name="Action Button: Blank 2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060BE11-5ADB-438A-C013-C19ABCFEE615}"/>
              </a:ext>
            </a:extLst>
          </p:cNvPr>
          <p:cNvSpPr/>
          <p:nvPr/>
        </p:nvSpPr>
        <p:spPr>
          <a:xfrm>
            <a:off x="4576934" y="3537800"/>
            <a:ext cx="2417795" cy="320695"/>
          </a:xfrm>
          <a:prstGeom prst="actionButtonBlank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Ekosistem</a:t>
            </a:r>
            <a:endParaRPr kumimoji="0" lang="sq-XK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" name="Action Button: Blank 2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D4FC805-68CF-728C-E898-5F6AC237C013}"/>
              </a:ext>
            </a:extLst>
          </p:cNvPr>
          <p:cNvSpPr/>
          <p:nvPr/>
        </p:nvSpPr>
        <p:spPr>
          <a:xfrm>
            <a:off x="4567924" y="3965398"/>
            <a:ext cx="2417795" cy="320695"/>
          </a:xfrm>
          <a:prstGeom prst="actionButtonBlank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Biodiversitet</a:t>
            </a:r>
            <a:endParaRPr kumimoji="0" lang="sq-XK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EFEEE65-E46A-2B17-0B5F-2A68CDC8589A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801899" y="3457455"/>
            <a:ext cx="1606939" cy="1498199"/>
          </a:xfrm>
          <a:prstGeom prst="rect">
            <a:avLst/>
          </a:prstGeom>
          <a:noFill/>
        </p:spPr>
      </p:pic>
      <p:sp>
        <p:nvSpPr>
          <p:cNvPr id="29" name="Title 4">
            <a:extLst>
              <a:ext uri="{FF2B5EF4-FFF2-40B4-BE49-F238E27FC236}">
                <a16:creationId xmlns:a16="http://schemas.microsoft.com/office/drawing/2014/main" id="{9B637663-6B95-B75F-DD9D-8EB2ED7CD397}"/>
              </a:ext>
            </a:extLst>
          </p:cNvPr>
          <p:cNvSpPr txBox="1">
            <a:spLocks/>
          </p:cNvSpPr>
          <p:nvPr/>
        </p:nvSpPr>
        <p:spPr>
          <a:xfrm>
            <a:off x="1531831" y="2786194"/>
            <a:ext cx="6050268" cy="55959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Klima, reliefi, vetitë e dheut janë:</a:t>
            </a:r>
            <a:endParaRPr kumimoji="0" lang="en-TH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0" name="Action Button: Blank 2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AEDFD7B-9438-63E2-2A81-2018CC637642}"/>
              </a:ext>
            </a:extLst>
          </p:cNvPr>
          <p:cNvSpPr/>
          <p:nvPr/>
        </p:nvSpPr>
        <p:spPr>
          <a:xfrm>
            <a:off x="4565886" y="3387117"/>
            <a:ext cx="2417795" cy="320695"/>
          </a:xfrm>
          <a:prstGeom prst="actionButtonBlank">
            <a:avLst/>
          </a:prstGeom>
          <a:solidFill>
            <a:srgbClr val="6A9A6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Ndikime abiotike</a:t>
            </a:r>
            <a:endParaRPr kumimoji="0" lang="sq-XK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8" name="Action Button: Blank 5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3AC3167-7A8C-7BD5-0B84-F057C15B718B}"/>
              </a:ext>
            </a:extLst>
          </p:cNvPr>
          <p:cNvSpPr/>
          <p:nvPr/>
        </p:nvSpPr>
        <p:spPr>
          <a:xfrm>
            <a:off x="4565886" y="3836887"/>
            <a:ext cx="2417795" cy="320695"/>
          </a:xfrm>
          <a:prstGeom prst="actionButtonBlank">
            <a:avLst/>
          </a:prstGeom>
          <a:solidFill>
            <a:srgbClr val="6A9A6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Ndikime biotike</a:t>
            </a:r>
            <a:endParaRPr kumimoji="0" lang="sq-XK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9" name="Action Button: Blank 5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124FAC6-ADAA-43EC-4CBF-4F27477ABE07}"/>
              </a:ext>
            </a:extLst>
          </p:cNvPr>
          <p:cNvSpPr/>
          <p:nvPr/>
        </p:nvSpPr>
        <p:spPr>
          <a:xfrm>
            <a:off x="4556876" y="4264485"/>
            <a:ext cx="2417795" cy="320695"/>
          </a:xfrm>
          <a:prstGeom prst="actionButtonBlank">
            <a:avLst/>
          </a:prstGeom>
          <a:solidFill>
            <a:srgbClr val="6A9A6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Ndikime të thjeshta</a:t>
            </a:r>
            <a:endParaRPr kumimoji="0" lang="sq-XK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4384503F-5AB5-E190-39B9-29EF7BC63B2B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777105" y="3579465"/>
            <a:ext cx="1606939" cy="1498199"/>
          </a:xfrm>
          <a:prstGeom prst="rect">
            <a:avLst/>
          </a:prstGeom>
          <a:noFill/>
        </p:spPr>
      </p:pic>
      <p:sp>
        <p:nvSpPr>
          <p:cNvPr id="70" name="Title 4">
            <a:extLst>
              <a:ext uri="{FF2B5EF4-FFF2-40B4-BE49-F238E27FC236}">
                <a16:creationId xmlns:a16="http://schemas.microsoft.com/office/drawing/2014/main" id="{7639001A-84CD-380D-FD84-E673A7D23A85}"/>
              </a:ext>
            </a:extLst>
          </p:cNvPr>
          <p:cNvSpPr txBox="1">
            <a:spLocks/>
          </p:cNvSpPr>
          <p:nvPr/>
        </p:nvSpPr>
        <p:spPr>
          <a:xfrm>
            <a:off x="1507037" y="2908204"/>
            <a:ext cx="6050268" cy="55959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Nënkupton ndryshimet që ndodhin ne banorët e një biocenoze gjatë një ose më shumë viteve </a:t>
            </a:r>
            <a:endParaRPr kumimoji="0" lang="en-TH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1" name="Action Button: Blank 7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64D2EB81-471C-483B-DA96-7368D781F578}"/>
              </a:ext>
            </a:extLst>
          </p:cNvPr>
          <p:cNvSpPr/>
          <p:nvPr/>
        </p:nvSpPr>
        <p:spPr>
          <a:xfrm>
            <a:off x="4541092" y="3509127"/>
            <a:ext cx="2417795" cy="320695"/>
          </a:xfrm>
          <a:prstGeom prst="actionButtonBlank">
            <a:avLst/>
          </a:prstGeom>
          <a:solidFill>
            <a:srgbClr val="5C5C5C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Organizimi i madh</a:t>
            </a:r>
            <a:endParaRPr kumimoji="0" lang="sq-X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2" name="Action Button: Blank 7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9A001FD9-6471-81A7-F870-74708F62590B}"/>
              </a:ext>
            </a:extLst>
          </p:cNvPr>
          <p:cNvSpPr/>
          <p:nvPr/>
        </p:nvSpPr>
        <p:spPr>
          <a:xfrm>
            <a:off x="4541092" y="3958897"/>
            <a:ext cx="2417795" cy="320695"/>
          </a:xfrm>
          <a:prstGeom prst="actionButtonBlank">
            <a:avLst/>
          </a:prstGeom>
          <a:solidFill>
            <a:srgbClr val="5C5C5C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Organizimi kohorë</a:t>
            </a:r>
            <a:endParaRPr kumimoji="0" lang="sq-X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3" name="Action Button: Blank 7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BF23CBD-8466-121B-CD68-D0E78AF64994}"/>
              </a:ext>
            </a:extLst>
          </p:cNvPr>
          <p:cNvSpPr/>
          <p:nvPr/>
        </p:nvSpPr>
        <p:spPr>
          <a:xfrm>
            <a:off x="4532082" y="4386495"/>
            <a:ext cx="2417795" cy="320695"/>
          </a:xfrm>
          <a:prstGeom prst="actionButtonBlank">
            <a:avLst/>
          </a:prstGeom>
          <a:solidFill>
            <a:srgbClr val="5C5C5C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Organizimi i lartë</a:t>
            </a:r>
            <a:endParaRPr kumimoji="0" lang="sq-X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E5141E6-5D32-0FA9-24D1-1DDDD1486C2C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71030" y="3759291"/>
            <a:ext cx="1606939" cy="1498199"/>
          </a:xfrm>
          <a:prstGeom prst="rect">
            <a:avLst/>
          </a:prstGeom>
          <a:noFill/>
        </p:spPr>
      </p:pic>
      <p:sp>
        <p:nvSpPr>
          <p:cNvPr id="75" name="Title 4">
            <a:extLst>
              <a:ext uri="{FF2B5EF4-FFF2-40B4-BE49-F238E27FC236}">
                <a16:creationId xmlns:a16="http://schemas.microsoft.com/office/drawing/2014/main" id="{E99C4184-D43E-EB46-B9D3-07950A8D4FA7}"/>
              </a:ext>
            </a:extLst>
          </p:cNvPr>
          <p:cNvSpPr txBox="1">
            <a:spLocks/>
          </p:cNvSpPr>
          <p:nvPr/>
        </p:nvSpPr>
        <p:spPr>
          <a:xfrm>
            <a:off x="1500962" y="3088030"/>
            <a:ext cx="6050268" cy="55959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Diapauza karakterizohet përveq tjerash edhe me _________________ e frymëmarrjes.</a:t>
            </a:r>
            <a:endParaRPr kumimoji="0" lang="en-TH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6" name="Action Button: Blank 7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21BC940-F118-53E8-E696-195D3964227E}"/>
              </a:ext>
            </a:extLst>
          </p:cNvPr>
          <p:cNvSpPr/>
          <p:nvPr/>
        </p:nvSpPr>
        <p:spPr>
          <a:xfrm>
            <a:off x="4535017" y="3688953"/>
            <a:ext cx="2417795" cy="320695"/>
          </a:xfrm>
          <a:prstGeom prst="actionButtonBlank">
            <a:avLst/>
          </a:prstGeom>
          <a:solidFill>
            <a:srgbClr val="769CAD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Rritjen</a:t>
            </a:r>
            <a:endParaRPr kumimoji="0" lang="sq-X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7" name="Action Button: Blank 7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6C1DF91F-376D-DC6D-EBDF-8BDAC5FF14DA}"/>
              </a:ext>
            </a:extLst>
          </p:cNvPr>
          <p:cNvSpPr/>
          <p:nvPr/>
        </p:nvSpPr>
        <p:spPr>
          <a:xfrm>
            <a:off x="4535017" y="4138723"/>
            <a:ext cx="2417795" cy="320695"/>
          </a:xfrm>
          <a:prstGeom prst="actionButtonBlank">
            <a:avLst/>
          </a:prstGeom>
          <a:solidFill>
            <a:srgbClr val="769CAD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Trashjen</a:t>
            </a:r>
            <a:endParaRPr kumimoji="0" lang="sq-X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8" name="Action Button: Blank 7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D4E92BC-DD2F-EF85-2C7E-37A701EC8E47}"/>
              </a:ext>
            </a:extLst>
          </p:cNvPr>
          <p:cNvSpPr/>
          <p:nvPr/>
        </p:nvSpPr>
        <p:spPr>
          <a:xfrm>
            <a:off x="4526007" y="4566321"/>
            <a:ext cx="2417795" cy="320695"/>
          </a:xfrm>
          <a:prstGeom prst="actionButtonBlank">
            <a:avLst/>
          </a:prstGeom>
          <a:solidFill>
            <a:srgbClr val="769CAD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Zvogëlimin</a:t>
            </a:r>
            <a:endParaRPr kumimoji="0" lang="sq-X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A20FDB61-B747-0C4F-DBC9-F31E87309052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756417" y="3811524"/>
            <a:ext cx="1606939" cy="1498199"/>
          </a:xfrm>
          <a:prstGeom prst="rect">
            <a:avLst/>
          </a:prstGeom>
          <a:noFill/>
        </p:spPr>
      </p:pic>
      <p:sp>
        <p:nvSpPr>
          <p:cNvPr id="80" name="Title 4">
            <a:extLst>
              <a:ext uri="{FF2B5EF4-FFF2-40B4-BE49-F238E27FC236}">
                <a16:creationId xmlns:a16="http://schemas.microsoft.com/office/drawing/2014/main" id="{1E7E508A-B375-9930-E240-73941F7A222A}"/>
              </a:ext>
            </a:extLst>
          </p:cNvPr>
          <p:cNvSpPr txBox="1">
            <a:spLocks/>
          </p:cNvSpPr>
          <p:nvPr/>
        </p:nvSpPr>
        <p:spPr>
          <a:xfrm>
            <a:off x="1486349" y="3140263"/>
            <a:ext cx="6050268" cy="55959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Klima është faktori kryesorë .......... </a:t>
            </a:r>
            <a:endParaRPr kumimoji="0" lang="en-TH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81" name="Action Button: Blank 8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79758BD-4405-0F33-43DA-8A4F0401D50F}"/>
              </a:ext>
            </a:extLst>
          </p:cNvPr>
          <p:cNvSpPr/>
          <p:nvPr/>
        </p:nvSpPr>
        <p:spPr>
          <a:xfrm>
            <a:off x="4520404" y="3741186"/>
            <a:ext cx="2417795" cy="320695"/>
          </a:xfrm>
          <a:prstGeom prst="actionButtonBlank">
            <a:avLst/>
          </a:prstGeom>
          <a:solidFill>
            <a:srgbClr val="7C4F3E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 gjallë</a:t>
            </a:r>
            <a:endParaRPr kumimoji="0" lang="sq-X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2" name="Action Button: Blank 8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A870314-2CCC-AC2B-571B-648A85CC746A}"/>
              </a:ext>
            </a:extLst>
          </p:cNvPr>
          <p:cNvSpPr/>
          <p:nvPr/>
        </p:nvSpPr>
        <p:spPr>
          <a:xfrm>
            <a:off x="4520404" y="4190956"/>
            <a:ext cx="2417795" cy="320695"/>
          </a:xfrm>
          <a:prstGeom prst="actionButtonBlank">
            <a:avLst/>
          </a:prstGeom>
          <a:solidFill>
            <a:srgbClr val="7C4F3E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Jo i gjallë</a:t>
            </a:r>
            <a:endParaRPr kumimoji="0" lang="sq-X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Action Button: Blank 8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B27F0E8-7120-A0AC-6BED-DDC956C1F5B1}"/>
              </a:ext>
            </a:extLst>
          </p:cNvPr>
          <p:cNvSpPr/>
          <p:nvPr/>
        </p:nvSpPr>
        <p:spPr>
          <a:xfrm>
            <a:off x="4511394" y="4618554"/>
            <a:ext cx="2417795" cy="320695"/>
          </a:xfrm>
          <a:prstGeom prst="actionButtonBlank">
            <a:avLst/>
          </a:prstGeom>
          <a:solidFill>
            <a:srgbClr val="7C4F3E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 keç</a:t>
            </a:r>
            <a:endParaRPr kumimoji="0" lang="sq-X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4" name="Action Button: Blank 8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041A5A3-1F0A-2AA8-8DF8-52C5DA3A3AD5}"/>
              </a:ext>
            </a:extLst>
          </p:cNvPr>
          <p:cNvSpPr/>
          <p:nvPr/>
        </p:nvSpPr>
        <p:spPr>
          <a:xfrm>
            <a:off x="1725332" y="5846832"/>
            <a:ext cx="2173568" cy="59588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Kthehu në fillim</a:t>
            </a:r>
            <a:endParaRPr kumimoji="0" lang="sq-X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3D7BB9-9133-E766-9D8F-F980CF47BC6F}"/>
              </a:ext>
            </a:extLst>
          </p:cNvPr>
          <p:cNvSpPr/>
          <p:nvPr/>
        </p:nvSpPr>
        <p:spPr>
          <a:xfrm>
            <a:off x="155024" y="490330"/>
            <a:ext cx="241840" cy="331305"/>
          </a:xfrm>
          <a:prstGeom prst="rect">
            <a:avLst/>
          </a:prstGeom>
          <a:solidFill>
            <a:srgbClr val="155D7F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9756909-A52E-536D-2BCE-9FEA322B8853}"/>
              </a:ext>
            </a:extLst>
          </p:cNvPr>
          <p:cNvSpPr/>
          <p:nvPr/>
        </p:nvSpPr>
        <p:spPr>
          <a:xfrm>
            <a:off x="170139" y="1158764"/>
            <a:ext cx="241840" cy="331305"/>
          </a:xfrm>
          <a:prstGeom prst="rect">
            <a:avLst/>
          </a:prstGeom>
          <a:solidFill>
            <a:srgbClr val="155D7F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C5C2ECA-DEB9-B2CB-2829-F134CBB2C81C}"/>
              </a:ext>
            </a:extLst>
          </p:cNvPr>
          <p:cNvSpPr/>
          <p:nvPr/>
        </p:nvSpPr>
        <p:spPr>
          <a:xfrm>
            <a:off x="185254" y="1827198"/>
            <a:ext cx="241840" cy="331305"/>
          </a:xfrm>
          <a:prstGeom prst="rect">
            <a:avLst/>
          </a:prstGeom>
          <a:solidFill>
            <a:srgbClr val="155D7F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238EFB5-9652-D689-F1F2-4061E16F87CA}"/>
              </a:ext>
            </a:extLst>
          </p:cNvPr>
          <p:cNvSpPr/>
          <p:nvPr/>
        </p:nvSpPr>
        <p:spPr>
          <a:xfrm>
            <a:off x="139909" y="2495632"/>
            <a:ext cx="241840" cy="331305"/>
          </a:xfrm>
          <a:prstGeom prst="rect">
            <a:avLst/>
          </a:prstGeom>
          <a:solidFill>
            <a:srgbClr val="155D7F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97DDE86-F01F-3A74-1B15-DCAB248F88EC}"/>
              </a:ext>
            </a:extLst>
          </p:cNvPr>
          <p:cNvSpPr/>
          <p:nvPr/>
        </p:nvSpPr>
        <p:spPr>
          <a:xfrm>
            <a:off x="124794" y="3164066"/>
            <a:ext cx="241840" cy="331305"/>
          </a:xfrm>
          <a:prstGeom prst="rect">
            <a:avLst/>
          </a:prstGeom>
          <a:solidFill>
            <a:srgbClr val="155D7F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77707C4-0547-EAC5-210A-0EA991DCF88D}"/>
              </a:ext>
            </a:extLst>
          </p:cNvPr>
          <p:cNvSpPr/>
          <p:nvPr/>
        </p:nvSpPr>
        <p:spPr>
          <a:xfrm>
            <a:off x="109679" y="3832500"/>
            <a:ext cx="241840" cy="331305"/>
          </a:xfrm>
          <a:prstGeom prst="rect">
            <a:avLst/>
          </a:prstGeom>
          <a:solidFill>
            <a:srgbClr val="155D7F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7244E94-F260-6049-202C-77983D0AA19F}"/>
              </a:ext>
            </a:extLst>
          </p:cNvPr>
          <p:cNvSpPr/>
          <p:nvPr/>
        </p:nvSpPr>
        <p:spPr>
          <a:xfrm>
            <a:off x="64334" y="4500934"/>
            <a:ext cx="241840" cy="331305"/>
          </a:xfrm>
          <a:prstGeom prst="rect">
            <a:avLst/>
          </a:prstGeom>
          <a:solidFill>
            <a:srgbClr val="155D7F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8A95D82-F4B9-A0D5-789A-4546CF8E7188}"/>
              </a:ext>
            </a:extLst>
          </p:cNvPr>
          <p:cNvSpPr/>
          <p:nvPr/>
        </p:nvSpPr>
        <p:spPr>
          <a:xfrm>
            <a:off x="94564" y="5169368"/>
            <a:ext cx="241840" cy="331305"/>
          </a:xfrm>
          <a:prstGeom prst="rect">
            <a:avLst/>
          </a:prstGeom>
          <a:solidFill>
            <a:srgbClr val="155D7F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67BC196-816D-E04C-EA3A-25AC909A22FC}"/>
              </a:ext>
            </a:extLst>
          </p:cNvPr>
          <p:cNvSpPr/>
          <p:nvPr/>
        </p:nvSpPr>
        <p:spPr>
          <a:xfrm>
            <a:off x="79449" y="5837801"/>
            <a:ext cx="241840" cy="331305"/>
          </a:xfrm>
          <a:prstGeom prst="rect">
            <a:avLst/>
          </a:prstGeom>
          <a:solidFill>
            <a:srgbClr val="155D7F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9</a:t>
            </a:r>
            <a:endParaRPr kumimoji="0" lang="sq-XK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3" name="Action Button: Blank 92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AFEC54B9-E784-11EF-1072-7ED489EB99A0}"/>
              </a:ext>
            </a:extLst>
          </p:cNvPr>
          <p:cNvSpPr/>
          <p:nvPr/>
        </p:nvSpPr>
        <p:spPr>
          <a:xfrm>
            <a:off x="4037336" y="5862312"/>
            <a:ext cx="2173568" cy="595880"/>
          </a:xfrm>
          <a:prstGeom prst="actionButtonBlank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Përfundo</a:t>
            </a:r>
            <a:endParaRPr kumimoji="0" lang="sq-X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4" name="Rectangle 9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F19C8AD-AA12-29D9-C4C4-AAD0B19254F5}"/>
              </a:ext>
            </a:extLst>
          </p:cNvPr>
          <p:cNvSpPr/>
          <p:nvPr/>
        </p:nvSpPr>
        <p:spPr>
          <a:xfrm>
            <a:off x="6347916" y="6005581"/>
            <a:ext cx="990321" cy="43312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189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350" decel="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350" decel="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350" decel="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350" decel="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350" decel="100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350" decel="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350" decel="100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350" decel="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350" decel="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84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>
                      <p:stCondLst>
                        <p:cond delay="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209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" fill="hold">
                      <p:stCondLst>
                        <p:cond delay="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1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5" fill="hold">
                      <p:stCondLst>
                        <p:cond delay="0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2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1" fill="hold">
                      <p:stCondLst>
                        <p:cond delay="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25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35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6" fill="hold">
                      <p:stCondLst>
                        <p:cond delay="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40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1" fill="hold">
                      <p:stCondLst>
                        <p:cond delay="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>
                      <p:stCondLst>
                        <p:cond delay="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250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1" fill="hold">
                      <p:stCondLst>
                        <p:cond delay="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300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1" fill="hold">
                      <p:stCondLst>
                        <p:cond delay="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325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6" fill="hold">
                      <p:stCondLst>
                        <p:cond delay="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8" grpId="0"/>
      <p:bldP spid="8" grpId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3" grpId="0"/>
      <p:bldP spid="13" grpId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8" grpId="0"/>
      <p:bldP spid="18" grpId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3" grpId="0"/>
      <p:bldP spid="23" grpId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9" grpId="0"/>
      <p:bldP spid="29" grpId="1"/>
      <p:bldP spid="30" grpId="0" animBg="1"/>
      <p:bldP spid="30" grpId="1" animBg="1"/>
      <p:bldP spid="58" grpId="0" animBg="1"/>
      <p:bldP spid="58" grpId="1" animBg="1"/>
      <p:bldP spid="59" grpId="0" animBg="1"/>
      <p:bldP spid="59" grpId="1" animBg="1"/>
      <p:bldP spid="70" grpId="0"/>
      <p:bldP spid="70" grpId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5" grpId="0"/>
      <p:bldP spid="75" grpId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80" grpId="0"/>
      <p:bldP spid="80" grpId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5DD7D19-6BBA-7A2E-79B8-8B65052AC704}"/>
              </a:ext>
            </a:extLst>
          </p:cNvPr>
          <p:cNvSpPr/>
          <p:nvPr/>
        </p:nvSpPr>
        <p:spPr>
          <a:xfrm>
            <a:off x="3004931" y="2089703"/>
            <a:ext cx="6013175" cy="24450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8625" dirty="0"/>
              <a:t>Fund </a:t>
            </a:r>
            <a:endParaRPr lang="en-US" sz="8625" dirty="0"/>
          </a:p>
        </p:txBody>
      </p:sp>
      <p:sp>
        <p:nvSpPr>
          <p:cNvPr id="4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F6860FC-6D1E-3233-B31D-740DAC3EA60F}"/>
              </a:ext>
            </a:extLst>
          </p:cNvPr>
          <p:cNvSpPr/>
          <p:nvPr/>
        </p:nvSpPr>
        <p:spPr>
          <a:xfrm>
            <a:off x="1636385" y="1043614"/>
            <a:ext cx="811956" cy="79264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769454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cheetah running through grass&#10;&#10;Description automatically generated with medium confidence">
            <a:extLst>
              <a:ext uri="{FF2B5EF4-FFF2-40B4-BE49-F238E27FC236}">
                <a16:creationId xmlns:a16="http://schemas.microsoft.com/office/drawing/2014/main" id="{1F526C85-BD4D-EE9C-A553-98A88184DC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467014"/>
      </p:ext>
    </p:extLst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31306"/>
      </p:ext>
    </p:extLst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uple of fennec foxes on gravel&#10;&#10;Description automatically generated with low confidence">
            <a:extLst>
              <a:ext uri="{FF2B5EF4-FFF2-40B4-BE49-F238E27FC236}">
                <a16:creationId xmlns:a16="http://schemas.microsoft.com/office/drawing/2014/main" id="{4A1ED00F-98B0-C0D8-AF41-853D76ED3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39146" y="643466"/>
            <a:ext cx="891370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048598"/>
      </p:ext>
    </p:extLst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hummingbird flying next to a red flower&#10;&#10;Description automatically generated with medium confidence">
            <a:extLst>
              <a:ext uri="{FF2B5EF4-FFF2-40B4-BE49-F238E27FC236}">
                <a16:creationId xmlns:a16="http://schemas.microsoft.com/office/drawing/2014/main" id="{F5892D22-9B07-B5F3-8666-42F6D6A42B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2699" b="10544"/>
          <a:stretch/>
        </p:blipFill>
        <p:spPr>
          <a:xfrm>
            <a:off x="838199" y="735153"/>
            <a:ext cx="10515602" cy="538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2278"/>
      </p:ext>
    </p:extLst>
  </p:cSld>
  <p:clrMapOvr>
    <a:masterClrMapping/>
  </p:clrMapOvr>
</p:sld>
</file>

<file path=ppt/slides/slide6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picture containing outdoor, grass, plant, cloud&#10;&#10;Description automatically generated">
            <a:extLst>
              <a:ext uri="{FF2B5EF4-FFF2-40B4-BE49-F238E27FC236}">
                <a16:creationId xmlns:a16="http://schemas.microsoft.com/office/drawing/2014/main" id="{FFD3C591-5F1D-8104-8D21-C1F78ADD1F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5067" r="1" b="2236"/>
          <a:stretch/>
        </p:blipFill>
        <p:spPr>
          <a:xfrm>
            <a:off x="196850" y="173518"/>
            <a:ext cx="11798300" cy="651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507039"/>
      </p:ext>
    </p:extLst>
  </p:cSld>
  <p:clrMapOvr>
    <a:masterClrMapping/>
  </p:clrMapOvr>
</p:sld>
</file>

<file path=ppt/slides/slide7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picture containing sky, outdoor, badlands, butte&#10;&#10;Description automatically generated">
            <a:extLst>
              <a:ext uri="{FF2B5EF4-FFF2-40B4-BE49-F238E27FC236}">
                <a16:creationId xmlns:a16="http://schemas.microsoft.com/office/drawing/2014/main" id="{B5FFB2E8-A8FA-C9EF-B0A1-DEEB73241EC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7302" r="1" b="1"/>
          <a:stretch/>
        </p:blipFill>
        <p:spPr>
          <a:xfrm>
            <a:off x="196850" y="173518"/>
            <a:ext cx="11798300" cy="651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8582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_rels/them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jpeg"/></Relationships>
</file>

<file path=ppt/theme/_rels/them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3E4F19A7-A959-40BB-972C-4880BAF8EB09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5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6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7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8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9.xml><?xml version="1.0" encoding="utf-8"?>
<a:theme xmlns:a="http://schemas.openxmlformats.org/drawingml/2006/main" name="1_Slice">
  <a:themeElements>
    <a:clrScheme name="Slice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ppt/theme/theme10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1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12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13.xml><?xml version="1.0" encoding="utf-8"?>
<a:theme xmlns:a="http://schemas.openxmlformats.org/drawingml/2006/main" name="1_Celestial">
  <a:themeElements>
    <a:clrScheme name="Celestial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ppt/theme/theme14.xml><?xml version="1.0" encoding="utf-8"?>
<a:theme xmlns:a="http://schemas.openxmlformats.org/drawingml/2006/main" name="1_Droplet">
  <a:themeElements>
    <a:clrScheme name="Droplet">
      <a:dk1>
        <a:sysClr val="windowText" lastClr="000000"/>
      </a:dk1>
      <a:lt1>
        <a:sysClr val="window" lastClr="FFFFFF"/>
      </a:lt1>
      <a:dk2>
        <a:srgbClr val="4B4B4B"/>
      </a:dk2>
      <a:lt2>
        <a:srgbClr val="B5B5B5"/>
      </a:lt2>
      <a:accent1>
        <a:srgbClr val="9AC43E"/>
      </a:accent1>
      <a:accent2>
        <a:srgbClr val="44BA98"/>
      </a:accent2>
      <a:accent3>
        <a:srgbClr val="43A9D9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892FADA9-420D-4323-A7A4-C1060166525B}"/>
    </a:ext>
  </a:extLst>
</a:theme>
</file>

<file path=ppt/theme/theme1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17.xml><?xml version="1.0" encoding="utf-8"?>
<a:theme xmlns:a="http://schemas.openxmlformats.org/drawingml/2006/main" name="2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18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19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0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2640</TotalTime>
  <Words>2760</Words>
  <Application>Microsoft Office PowerPoint</Application>
  <PresentationFormat>Widescreen</PresentationFormat>
  <Paragraphs>1866</Paragraphs>
  <Slides>94</Slides>
  <Notes>2</Notes>
  <HiddenSlides>6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20</vt:i4>
      </vt:variant>
      <vt:variant>
        <vt:lpstr>Slide Titles</vt:lpstr>
      </vt:variant>
      <vt:variant>
        <vt:i4>94</vt:i4>
      </vt:variant>
    </vt:vector>
  </HeadingPairs>
  <TitlesOfParts>
    <vt:vector size="130" baseType="lpstr">
      <vt:lpstr>Agency FB</vt:lpstr>
      <vt:lpstr>Aldhabi</vt:lpstr>
      <vt:lpstr>Algerian</vt:lpstr>
      <vt:lpstr>Aptos</vt:lpstr>
      <vt:lpstr>Aptos Display</vt:lpstr>
      <vt:lpstr>Arial</vt:lpstr>
      <vt:lpstr>Calibri</vt:lpstr>
      <vt:lpstr>Calibri Light</vt:lpstr>
      <vt:lpstr>Century Gothic</vt:lpstr>
      <vt:lpstr>Gill Sans MT</vt:lpstr>
      <vt:lpstr>Times New Roman</vt:lpstr>
      <vt:lpstr>Trebuchet MS</vt:lpstr>
      <vt:lpstr>Tw Cen MT</vt:lpstr>
      <vt:lpstr>Tw Cen MT Condensed</vt:lpstr>
      <vt:lpstr>Webdings</vt:lpstr>
      <vt:lpstr>Wingdings 3</vt:lpstr>
      <vt:lpstr>Ion</vt:lpstr>
      <vt:lpstr>Office Theme</vt:lpstr>
      <vt:lpstr>1_Office Theme</vt:lpstr>
      <vt:lpstr>1_Gallery</vt:lpstr>
      <vt:lpstr>Gallery</vt:lpstr>
      <vt:lpstr>Integral</vt:lpstr>
      <vt:lpstr>Retrospect</vt:lpstr>
      <vt:lpstr>Slice</vt:lpstr>
      <vt:lpstr>1_Slice</vt:lpstr>
      <vt:lpstr>Droplet</vt:lpstr>
      <vt:lpstr>Berlin</vt:lpstr>
      <vt:lpstr>Celestial</vt:lpstr>
      <vt:lpstr>1_Celestial</vt:lpstr>
      <vt:lpstr>1_Droplet</vt:lpstr>
      <vt:lpstr>3_Office Theme</vt:lpstr>
      <vt:lpstr>Facet</vt:lpstr>
      <vt:lpstr>2_Gallery</vt:lpstr>
      <vt:lpstr>Wisp</vt:lpstr>
      <vt:lpstr>2_Office Theme</vt:lpstr>
      <vt:lpstr>4_Office Theme</vt:lpstr>
      <vt:lpstr>PowerPoint Presentation</vt:lpstr>
      <vt:lpstr>KATEGORITË E LOJËS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Zgjedh «kutinë e mistereve» Pjesa 1</vt:lpstr>
      <vt:lpstr>Ndërrimi ditë natë ndryshe quhet ............</vt:lpstr>
      <vt:lpstr>Sjelljet që ndodhin për shkak të lëvizjes së tokës ditë-natë dhe ndryshimeve përgjat stinëve i quajmë:</vt:lpstr>
      <vt:lpstr>Sjelljet ciklike janë sjellje të ...........</vt:lpstr>
      <vt:lpstr>Zgjedh kutinë e mistereve Pjesa 2</vt:lpstr>
      <vt:lpstr>Përshtatjen e shtazëve ndaj kushteve të pavolitshme të mjedisit jetësor e quajmë:</vt:lpstr>
      <vt:lpstr>Lëvizja e shtazëve nga një vend në tjetrin për kushte më të përshtatshme për jetë quhet:</vt:lpstr>
      <vt:lpstr>Ngjala është peshk me gjatësi prej ............. Te femra</vt:lpstr>
      <vt:lpstr>Zgjedh «kutinë e mistereve» Pjesa 3</vt:lpstr>
      <vt:lpstr>Sa zgjat udhëtimi i ngjalës nga lumenjtë e evropës për në detin sargas përafërsisht.</vt:lpstr>
      <vt:lpstr>Sa vite zgjatë rruga e kthimit të larvave të ngjalës nga deti sargas në lumenjtë e evropës?</vt:lpstr>
      <vt:lpstr>Deri në sa metra thellësi të detit i lëshon vezët ngjala?</vt:lpstr>
      <vt:lpstr>Zgjedh kutinë e mistereve Pjesa 4</vt:lpstr>
      <vt:lpstr>Organizimi hapësinor i biocenozë shprehet përmes:</vt:lpstr>
      <vt:lpstr>Organizimi kohor i biocenozës shprehet përmes ndryshimeve që ndodhin përgjat:</vt:lpstr>
      <vt:lpstr>Cilët faktorë ekologjikë më së shumti ndikojnë në organizimin e biocenozave</vt:lpstr>
      <vt:lpstr>Saktë,                                    keni fituar 1 pikë.</vt:lpstr>
      <vt:lpstr>Gabim,                                            suksese herën tjetër.</vt:lpstr>
      <vt:lpstr>Qëlloje fjalën misterioze</vt:lpstr>
      <vt:lpstr>Ndikimet e gjallesave dhe njeriut në natyrë ndryshe e quajmë faktorë ...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naser guri</dc:creator>
  <cp:lastModifiedBy>Naser Guri</cp:lastModifiedBy>
  <cp:revision>147</cp:revision>
  <dcterms:created xsi:type="dcterms:W3CDTF">2021-11-13T22:29:53Z</dcterms:created>
  <dcterms:modified xsi:type="dcterms:W3CDTF">2024-02-24T20:51:49Z</dcterms:modified>
</cp:coreProperties>
</file>