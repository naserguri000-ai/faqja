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3.xml" ContentType="application/vnd.openxmlformats-officedocument.theme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4.xml" ContentType="application/vnd.openxmlformats-officedocument.theme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theme/theme5.xml" ContentType="application/vnd.openxmlformats-officedocument.theme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theme/theme6.xml" ContentType="application/vnd.openxmlformats-officedocument.theme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theme/theme7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90" r:id="rId2"/>
    <p:sldMasterId id="2147483702" r:id="rId3"/>
    <p:sldMasterId id="2147483714" r:id="rId4"/>
    <p:sldMasterId id="2147483726" r:id="rId5"/>
    <p:sldMasterId id="2147483756" r:id="rId6"/>
    <p:sldMasterId id="2147483768" r:id="rId7"/>
  </p:sldMasterIdLst>
  <p:sldIdLst>
    <p:sldId id="259" r:id="rId8"/>
    <p:sldId id="261" r:id="rId9"/>
    <p:sldId id="258" r:id="rId10"/>
    <p:sldId id="262" r:id="rId11"/>
    <p:sldId id="267" r:id="rId12"/>
    <p:sldId id="263" r:id="rId13"/>
    <p:sldId id="264" r:id="rId14"/>
    <p:sldId id="265" r:id="rId15"/>
    <p:sldId id="268" r:id="rId16"/>
    <p:sldId id="266" r:id="rId17"/>
    <p:sldId id="269" r:id="rId18"/>
    <p:sldId id="270" r:id="rId19"/>
    <p:sldId id="271" r:id="rId20"/>
  </p:sldIdLst>
  <p:sldSz cx="12192000" cy="6858000"/>
  <p:notesSz cx="6858000" cy="9144000"/>
  <p:defaultTextStyle>
    <a:defPPr>
      <a:defRPr lang="sq-X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kiosk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93A76"/>
    <a:srgbClr val="C72146"/>
    <a:srgbClr val="A3440A"/>
    <a:srgbClr val="FFFF07"/>
    <a:srgbClr val="C3520E"/>
    <a:srgbClr val="B01513"/>
    <a:srgbClr val="DD02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3" Type="http://schemas.openxmlformats.org/officeDocument/2006/relationships/slideMaster" Target="slideMasters/slideMaster3.xml"/><Relationship Id="rId21" Type="http://schemas.openxmlformats.org/officeDocument/2006/relationships/presProps" Target="presProps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4.xml"/><Relationship Id="rId24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8.xml"/><Relationship Id="rId23" Type="http://schemas.openxmlformats.org/officeDocument/2006/relationships/theme" Target="theme/theme1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19.2.2024</a:t>
            </a:fld>
            <a:endParaRPr lang="sq-X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2028052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19.2.2024</a:t>
            </a:fld>
            <a:endParaRPr lang="sq-X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22164987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19.2.2024</a:t>
            </a:fld>
            <a:endParaRPr lang="sq-X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18913611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19.2.2024</a:t>
            </a:fld>
            <a:endParaRPr lang="sq-X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39017269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19.2.2024</a:t>
            </a:fld>
            <a:endParaRPr lang="sq-X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32282399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19.2.2024</a:t>
            </a:fld>
            <a:endParaRPr lang="sq-XK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9663170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19.2.2024</a:t>
            </a:fld>
            <a:endParaRPr lang="sq-XK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42477404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19.2.2024</a:t>
            </a:fld>
            <a:endParaRPr lang="sq-XK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1640521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19.2.2024</a:t>
            </a:fld>
            <a:endParaRPr lang="sq-X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10962111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19.2.2024</a:t>
            </a:fld>
            <a:endParaRPr lang="sq-X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42178943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19.2.2024</a:t>
            </a:fld>
            <a:endParaRPr lang="sq-X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34242396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19.2.2024</a:t>
            </a:fld>
            <a:endParaRPr lang="sq-X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608540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19.2.2024</a:t>
            </a:fld>
            <a:endParaRPr lang="sq-X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2873352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19.2.2024</a:t>
            </a:fld>
            <a:endParaRPr lang="sq-XK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18157778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19.2.2024</a:t>
            </a:fld>
            <a:endParaRPr lang="sq-XK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36945923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19.2.2024</a:t>
            </a:fld>
            <a:endParaRPr lang="sq-X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41133590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19.2.2024</a:t>
            </a:fld>
            <a:endParaRPr lang="sq-X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307554731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19.2.2024</a:t>
            </a:fld>
            <a:endParaRPr lang="sq-X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422917849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19.2.2024</a:t>
            </a:fld>
            <a:endParaRPr lang="sq-X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3316255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19.2.2024</a:t>
            </a:fld>
            <a:endParaRPr lang="sq-X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59428329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19.2.2024</a:t>
            </a:fld>
            <a:endParaRPr lang="sq-X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169436621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19.2.2024</a:t>
            </a:fld>
            <a:endParaRPr lang="sq-X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337179436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19.2.2024</a:t>
            </a:fld>
            <a:endParaRPr lang="sq-X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109348265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19.2.2024</a:t>
            </a:fld>
            <a:endParaRPr lang="sq-X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27081150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19.2.2024</a:t>
            </a:fld>
            <a:endParaRPr lang="sq-X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189039875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19.2.2024</a:t>
            </a:fld>
            <a:endParaRPr lang="sq-X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340036503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19.2.2024</a:t>
            </a:fld>
            <a:endParaRPr lang="sq-X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274906129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19.2.2024</a:t>
            </a:fld>
            <a:endParaRPr lang="sq-X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423540369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739F3D-5E8E-4599-8E48-E0E1B73D8F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sq-X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F85A0C-5B45-435C-8F7C-28F87490E7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sq-X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147298-A296-4E5E-9D0D-339055CE1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19.2.2024</a:t>
            </a:fld>
            <a:endParaRPr lang="sq-X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FD08FF-099D-4E53-AE43-4E23B8E86B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A39F5B-3BDE-4F0C-82BA-746D07075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159272161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D6B8D-9342-4383-97C6-509B4969E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q-X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800EEB-3EC3-49FA-9572-610E05593C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q-X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5936AB-4C72-40F9-9A22-DBA358A2B1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19.2.2024</a:t>
            </a:fld>
            <a:endParaRPr lang="sq-X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5B9419-6A81-4944-B3AB-765A9C0D89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4FE456-4B04-4E68-9FB4-247B0EB8A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325789146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FFE8F8-7A6D-4DB9-9B8E-A72C8CDDC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sq-X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85CAD3-D633-4A7B-84FA-1EE1B77055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ABE326-FADC-4E06-BB56-B5AF4EAD6C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19.2.2024</a:t>
            </a:fld>
            <a:endParaRPr lang="sq-X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A727DB-D1FF-4F2C-AEA8-900DFBF1D0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62FA45-CCAA-41BE-8307-83DE85B5E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56930643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317C3C-5A5A-4D61-B97A-DF6C69ACC4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q-X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08DB30-46E9-4504-A672-B1F1161411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q-X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104237-461C-4794-9E0D-E64E552598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q-X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95D70B-E141-4E65-A1EC-B0AE7F9551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19.2.2024</a:t>
            </a:fld>
            <a:endParaRPr lang="sq-X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9379B4-202C-44A1-9E7E-FAD6C5E39E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1AEA84-23F7-4388-AE05-92B88DE1E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94601519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38475E-0759-4402-836D-D48A29B370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sq-X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379161-B0C1-4F84-9C88-D5EC007C13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A2174C-99FB-4F67-86D5-81AD942120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q-X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8018F54-0B63-47E0-91E7-045AE486A6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238C6F-7736-46DE-BA17-76EA7E918C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q-X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DC07A00-2ACD-4947-AD0B-A575A2DD4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19.2.2024</a:t>
            </a:fld>
            <a:endParaRPr lang="sq-X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8BC55EE-A08C-4443-A17E-AFF87B2292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21A193-8C58-4B41-9737-48A0E308D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323956275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7E56FE-50A3-467B-96AF-A695A995C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q-X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B12371-8F2A-4C3A-9F28-BFFA16D47C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19.2.2024</a:t>
            </a:fld>
            <a:endParaRPr lang="sq-X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AC9F4A-50FE-4842-A24F-7636F1FBF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678309-7A01-47EE-9A6E-E5010B17A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111222318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0D924FC-5794-4C6E-A697-E83609F1A9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19.2.2024</a:t>
            </a:fld>
            <a:endParaRPr lang="sq-X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7089784-7FED-4A6C-873E-FA63C2292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4D47A1-9940-4CFB-ACE5-9DAA04ACC0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224935442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4E7122-815E-4802-AF2F-FF2BBFD38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sq-X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60DD41-B0E8-418C-B4D7-2097F108C2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q-X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9ADF87-627C-40C4-BB12-69A90AFF2B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79823C-A036-4B82-83A2-DDE468CF1E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19.2.2024</a:t>
            </a:fld>
            <a:endParaRPr lang="sq-X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51D94C-8143-45B6-AAF9-A499CE6B6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8622E7-DE61-4686-B440-140386C5B5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333356444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BCD8F-C098-4CDE-BD59-7930D62892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sq-X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6FCCEBC-DBFF-478A-A179-AAD6A67EAB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q-X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396CB5-491B-435D-865A-61358D86A3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55A420-F97B-4BF8-8057-2966AD57E1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19.2.2024</a:t>
            </a:fld>
            <a:endParaRPr lang="sq-X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3D0159-0B28-4236-B599-1D77EE558C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4C7793-2791-4DA4-BC45-093BB0BB31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199871320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D61335-9EE9-4ECF-B608-54AB37601F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q-X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C5496E-AE2E-44D9-B7C4-6F41896FC0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q-X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CB3798-4718-4E9B-94C3-C96FCBF228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19.2.2024</a:t>
            </a:fld>
            <a:endParaRPr lang="sq-X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00EF20-0605-4B4D-9C1E-30D3E136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5728A9-6953-4BE3-A54A-4188F8089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245611919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B474209-3A51-4B5E-8C0F-77DF6823CB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sq-X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508EE9-4B08-4038-B1E0-A2F57CE29D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q-X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19542B-51B3-411B-8E23-8AF78ACAEB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19.2.2024</a:t>
            </a:fld>
            <a:endParaRPr lang="sq-X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C3978F-AA06-4CF7-B96C-E43EBD99F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B19663-7D8A-44D0-A4B0-5BDAAB021F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171627952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19.2.2024</a:t>
            </a:fld>
            <a:endParaRPr lang="sq-X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sq-X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10629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19.2.2024</a:t>
            </a:fld>
            <a:endParaRPr lang="sq-X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623084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19.2.2024</a:t>
            </a:fld>
            <a:endParaRPr lang="sq-X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871721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19.2.2024</a:t>
            </a:fld>
            <a:endParaRPr lang="sq-X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214266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19.2.2024</a:t>
            </a:fld>
            <a:endParaRPr lang="sq-X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361187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19.2.2024</a:t>
            </a:fld>
            <a:endParaRPr lang="sq-X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5675621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19.2.2024</a:t>
            </a:fld>
            <a:endParaRPr lang="sq-X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120525652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19.2.2024</a:t>
            </a:fld>
            <a:endParaRPr lang="sq-X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849053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01067D38-334F-4A1A-B71A-4E557694846F}" type="datetimeFigureOut">
              <a:rPr lang="sq-XK" smtClean="0"/>
              <a:t>19.2.2024</a:t>
            </a:fld>
            <a:endParaRPr lang="sq-X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sq-X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097260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19.2.2024</a:t>
            </a:fld>
            <a:endParaRPr lang="sq-X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409129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19.2.2024</a:t>
            </a:fld>
            <a:endParaRPr lang="sq-X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4192526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01067D38-334F-4A1A-B71A-4E557694846F}" type="datetimeFigureOut">
              <a:rPr lang="sq-XK" smtClean="0"/>
              <a:t>19.2.2024</a:t>
            </a:fld>
            <a:endParaRPr lang="sq-X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280878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19.2.2024</a:t>
            </a:fld>
            <a:endParaRPr lang="sq-X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1331068462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19.2.2024</a:t>
            </a:fld>
            <a:endParaRPr lang="sq-X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6226225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19.2.2024</a:t>
            </a:fld>
            <a:endParaRPr lang="sq-X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4074970399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19.2.2024</a:t>
            </a:fld>
            <a:endParaRPr lang="sq-X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1382539863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19.2.2024</a:t>
            </a:fld>
            <a:endParaRPr lang="sq-X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4042686253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19.2.2024</a:t>
            </a:fld>
            <a:endParaRPr lang="sq-X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2370546576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19.2.2024</a:t>
            </a:fld>
            <a:endParaRPr lang="sq-X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715476958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19.2.2024</a:t>
            </a:fld>
            <a:endParaRPr lang="sq-X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8157114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19.2.2024</a:t>
            </a:fld>
            <a:endParaRPr lang="sq-X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1551836518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19.2.2024</a:t>
            </a:fld>
            <a:endParaRPr lang="sq-X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1790386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19.2.2024</a:t>
            </a:fld>
            <a:endParaRPr lang="sq-X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4049456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19.2.2024</a:t>
            </a:fld>
            <a:endParaRPr lang="sq-X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1781049345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19.2.2024</a:t>
            </a:fld>
            <a:endParaRPr lang="sq-X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1728127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19.2.2024</a:t>
            </a:fld>
            <a:endParaRPr lang="sq-X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768918048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19.2.2024</a:t>
            </a:fld>
            <a:endParaRPr lang="sq-X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2772405939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19.2.2024</a:t>
            </a:fld>
            <a:endParaRPr lang="sq-X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967523278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19.2.2024</a:t>
            </a:fld>
            <a:endParaRPr lang="sq-X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sq-X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2539598776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01067D38-334F-4A1A-B71A-4E557694846F}" type="datetimeFigureOut">
              <a:rPr lang="sq-XK" smtClean="0"/>
              <a:t>19.2.2024</a:t>
            </a:fld>
            <a:endParaRPr lang="sq-X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sq-X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646571873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19.2.2024</a:t>
            </a:fld>
            <a:endParaRPr lang="sq-X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1348450384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19.2.2024</a:t>
            </a:fld>
            <a:endParaRPr lang="sq-X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1876116846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19.2.2024</a:t>
            </a:fld>
            <a:endParaRPr lang="sq-X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2241516470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19.2.2024</a:t>
            </a:fld>
            <a:endParaRPr lang="sq-X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6091715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19.2.2024</a:t>
            </a:fld>
            <a:endParaRPr lang="sq-X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1284632801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19.2.2024</a:t>
            </a:fld>
            <a:endParaRPr lang="sq-X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3393011677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19.2.2024</a:t>
            </a:fld>
            <a:endParaRPr lang="sq-X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2289494890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19.2.2024</a:t>
            </a:fld>
            <a:endParaRPr lang="sq-X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3635012699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19.2.2024</a:t>
            </a:fld>
            <a:endParaRPr lang="sq-X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1447314124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19.2.2024</a:t>
            </a:fld>
            <a:endParaRPr lang="sq-X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3919157413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19.2.2024</a:t>
            </a:fld>
            <a:endParaRPr lang="sq-X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2202448256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19.2.2024</a:t>
            </a:fld>
            <a:endParaRPr lang="sq-X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1132305782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19.2.2024</a:t>
            </a:fld>
            <a:endParaRPr lang="sq-X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4003994301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19.2.2024</a:t>
            </a:fld>
            <a:endParaRPr lang="sq-X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620688005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19.2.2024</a:t>
            </a:fld>
            <a:endParaRPr lang="sq-X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82502127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19.2.2024</a:t>
            </a:fld>
            <a:endParaRPr lang="sq-X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479511170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19.2.2024</a:t>
            </a:fld>
            <a:endParaRPr lang="sq-X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73994341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19.2.2024</a:t>
            </a:fld>
            <a:endParaRPr lang="sq-X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4225074241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19.2.2024</a:t>
            </a:fld>
            <a:endParaRPr lang="sq-X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2675580578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7D38-334F-4A1A-B71A-4E557694846F}" type="datetimeFigureOut">
              <a:rPr lang="sq-XK" smtClean="0"/>
              <a:t>19.2.2024</a:t>
            </a:fld>
            <a:endParaRPr lang="sq-X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11078828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6.xml"/><Relationship Id="rId3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5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4.xml"/><Relationship Id="rId11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7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7.xml"/><Relationship Id="rId13" Type="http://schemas.openxmlformats.org/officeDocument/2006/relationships/image" Target="../media/image6.jpg"/><Relationship Id="rId3" Type="http://schemas.openxmlformats.org/officeDocument/2006/relationships/slideLayout" Target="../slideLayouts/slideLayout42.xml"/><Relationship Id="rId7" Type="http://schemas.openxmlformats.org/officeDocument/2006/relationships/slideLayout" Target="../slideLayouts/slideLayout46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41.xml"/><Relationship Id="rId1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8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8.xml"/><Relationship Id="rId3" Type="http://schemas.openxmlformats.org/officeDocument/2006/relationships/slideLayout" Target="../slideLayouts/slideLayout53.xml"/><Relationship Id="rId7" Type="http://schemas.openxmlformats.org/officeDocument/2006/relationships/slideLayout" Target="../slideLayouts/slideLayout57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52.xml"/><Relationship Id="rId1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6.xml"/><Relationship Id="rId11" Type="http://schemas.openxmlformats.org/officeDocument/2006/relationships/slideLayout" Target="../slideLayouts/slideLayout61.xml"/><Relationship Id="rId5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60.xml"/><Relationship Id="rId4" Type="http://schemas.openxmlformats.org/officeDocument/2006/relationships/slideLayout" Target="../slideLayouts/slideLayout54.xml"/><Relationship Id="rId9" Type="http://schemas.openxmlformats.org/officeDocument/2006/relationships/slideLayout" Target="../slideLayouts/slideLayout59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9.xml"/><Relationship Id="rId3" Type="http://schemas.openxmlformats.org/officeDocument/2006/relationships/slideLayout" Target="../slideLayouts/slideLayout64.xml"/><Relationship Id="rId7" Type="http://schemas.openxmlformats.org/officeDocument/2006/relationships/slideLayout" Target="../slideLayouts/slideLayout68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63.xml"/><Relationship Id="rId1" Type="http://schemas.openxmlformats.org/officeDocument/2006/relationships/slideLayout" Target="../slideLayouts/slideLayout62.xml"/><Relationship Id="rId6" Type="http://schemas.openxmlformats.org/officeDocument/2006/relationships/slideLayout" Target="../slideLayouts/slideLayout67.xml"/><Relationship Id="rId11" Type="http://schemas.openxmlformats.org/officeDocument/2006/relationships/slideLayout" Target="../slideLayouts/slideLayout72.xml"/><Relationship Id="rId5" Type="http://schemas.openxmlformats.org/officeDocument/2006/relationships/slideLayout" Target="../slideLayouts/slideLayout66.xml"/><Relationship Id="rId10" Type="http://schemas.openxmlformats.org/officeDocument/2006/relationships/slideLayout" Target="../slideLayouts/slideLayout71.xml"/><Relationship Id="rId4" Type="http://schemas.openxmlformats.org/officeDocument/2006/relationships/slideLayout" Target="../slideLayouts/slideLayout65.xml"/><Relationship Id="rId9" Type="http://schemas.openxmlformats.org/officeDocument/2006/relationships/slideLayout" Target="../slideLayouts/slideLayout70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0.xml"/><Relationship Id="rId13" Type="http://schemas.openxmlformats.org/officeDocument/2006/relationships/slideLayout" Target="../slideLayouts/slideLayout85.xml"/><Relationship Id="rId18" Type="http://schemas.openxmlformats.org/officeDocument/2006/relationships/theme" Target="../theme/theme7.xml"/><Relationship Id="rId3" Type="http://schemas.openxmlformats.org/officeDocument/2006/relationships/slideLayout" Target="../slideLayouts/slideLayout75.xml"/><Relationship Id="rId7" Type="http://schemas.openxmlformats.org/officeDocument/2006/relationships/slideLayout" Target="../slideLayouts/slideLayout79.xml"/><Relationship Id="rId12" Type="http://schemas.openxmlformats.org/officeDocument/2006/relationships/slideLayout" Target="../slideLayouts/slideLayout84.xml"/><Relationship Id="rId17" Type="http://schemas.openxmlformats.org/officeDocument/2006/relationships/slideLayout" Target="../slideLayouts/slideLayout89.xml"/><Relationship Id="rId2" Type="http://schemas.openxmlformats.org/officeDocument/2006/relationships/slideLayout" Target="../slideLayouts/slideLayout74.xml"/><Relationship Id="rId16" Type="http://schemas.openxmlformats.org/officeDocument/2006/relationships/slideLayout" Target="../slideLayouts/slideLayout88.xml"/><Relationship Id="rId1" Type="http://schemas.openxmlformats.org/officeDocument/2006/relationships/slideLayout" Target="../slideLayouts/slideLayout73.xml"/><Relationship Id="rId6" Type="http://schemas.openxmlformats.org/officeDocument/2006/relationships/slideLayout" Target="../slideLayouts/slideLayout78.xml"/><Relationship Id="rId11" Type="http://schemas.openxmlformats.org/officeDocument/2006/relationships/slideLayout" Target="../slideLayouts/slideLayout83.xml"/><Relationship Id="rId5" Type="http://schemas.openxmlformats.org/officeDocument/2006/relationships/slideLayout" Target="../slideLayouts/slideLayout77.xml"/><Relationship Id="rId15" Type="http://schemas.openxmlformats.org/officeDocument/2006/relationships/slideLayout" Target="../slideLayouts/slideLayout87.xml"/><Relationship Id="rId10" Type="http://schemas.openxmlformats.org/officeDocument/2006/relationships/slideLayout" Target="../slideLayouts/slideLayout82.xml"/><Relationship Id="rId4" Type="http://schemas.openxmlformats.org/officeDocument/2006/relationships/slideLayout" Target="../slideLayouts/slideLayout76.xml"/><Relationship Id="rId9" Type="http://schemas.openxmlformats.org/officeDocument/2006/relationships/slideLayout" Target="../slideLayouts/slideLayout81.xml"/><Relationship Id="rId14" Type="http://schemas.openxmlformats.org/officeDocument/2006/relationships/slideLayout" Target="../slideLayouts/slideLayout8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01067D38-334F-4A1A-B71A-4E557694846F}" type="datetimeFigureOut">
              <a:rPr lang="sq-XK" smtClean="0"/>
              <a:t>19.2.2024</a:t>
            </a:fld>
            <a:endParaRPr lang="sq-X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sq-X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280060823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067D38-334F-4A1A-B71A-4E557694846F}" type="datetimeFigureOut">
              <a:rPr lang="sq-XK" smtClean="0"/>
              <a:t>19.2.2024</a:t>
            </a:fld>
            <a:endParaRPr lang="sq-X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sq-X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130072854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D84F9E-6825-4B7F-B319-AF2BCB06E1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sq-X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43C79B-0A5D-4198-9A8B-41BD83CAD2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q-X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1114F7-801B-41B0-B9DA-845835891D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067D38-334F-4A1A-B71A-4E557694846F}" type="datetimeFigureOut">
              <a:rPr lang="sq-XK" smtClean="0"/>
              <a:t>19.2.2024</a:t>
            </a:fld>
            <a:endParaRPr lang="sq-X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3CE71A-F899-431D-B9D0-FD56BD4811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sq-X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2CE15B-CA4A-4BC7-9584-43B06EDBB8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9034580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q-X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067D38-334F-4A1A-B71A-4E557694846F}" type="datetimeFigureOut">
              <a:rPr lang="sq-XK" smtClean="0"/>
              <a:t>19.2.2024</a:t>
            </a:fld>
            <a:endParaRPr lang="sq-X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sq-X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8767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01067D38-334F-4A1A-B71A-4E557694846F}" type="datetimeFigureOut">
              <a:rPr lang="sq-XK" smtClean="0"/>
              <a:t>19.2.2024</a:t>
            </a:fld>
            <a:endParaRPr lang="sq-X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sq-X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45828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01067D38-334F-4A1A-B71A-4E557694846F}" type="datetimeFigureOut">
              <a:rPr lang="sq-XK" smtClean="0"/>
              <a:t>19.2.2024</a:t>
            </a:fld>
            <a:endParaRPr lang="sq-X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sq-X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35829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01067D38-334F-4A1A-B71A-4E557694846F}" type="datetimeFigureOut">
              <a:rPr lang="sq-XK" smtClean="0"/>
              <a:t>19.2.2024</a:t>
            </a:fld>
            <a:endParaRPr lang="sq-X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sq-X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AA33B5ED-6691-46C8-9087-498142AD599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205622799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  <p:sldLayoutId id="2147483780" r:id="rId12"/>
    <p:sldLayoutId id="2147483781" r:id="rId13"/>
    <p:sldLayoutId id="2147483782" r:id="rId14"/>
    <p:sldLayoutId id="2147483783" r:id="rId15"/>
    <p:sldLayoutId id="2147483784" r:id="rId16"/>
    <p:sldLayoutId id="214748378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fslovenglish.blogspot.com/2016/10/animal-and-plant-cells.html" TargetMode="External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4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sitn.hms.harvard.edu/flash/2011/biodiversity_intro/" TargetMode="Externa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exels.com/photo/fungi-mushroom-woods-1005352/" TargetMode="External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4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it.wikipedia.org/wiki/Lynx_(zoologia)" TargetMode="External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57.xml"/><Relationship Id="rId4" Type="http://schemas.openxmlformats.org/officeDocument/2006/relationships/hyperlink" Target="https://creativecommons.org/licenses/by-sa/3.0/" TargetMode="Externa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D42F9CC-517B-4C2F-BB2B-079AEDB5790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2886" t="9314" r="22886" b="9314"/>
          <a:stretch/>
        </p:blipFill>
        <p:spPr>
          <a:xfrm>
            <a:off x="3606859" y="194105"/>
            <a:ext cx="6053976" cy="6053976"/>
          </a:xfrm>
          <a:prstGeom prst="ellipse">
            <a:avLst/>
          </a:prstGeom>
        </p:spPr>
      </p:pic>
      <p:sp>
        <p:nvSpPr>
          <p:cNvPr id="6" name="Luaj Pauzo">
            <a:extLst>
              <a:ext uri="{FF2B5EF4-FFF2-40B4-BE49-F238E27FC236}">
                <a16:creationId xmlns:a16="http://schemas.microsoft.com/office/drawing/2014/main" id="{5BA0C515-9933-490B-8C63-62D9A41CFB34}"/>
              </a:ext>
            </a:extLst>
          </p:cNvPr>
          <p:cNvSpPr/>
          <p:nvPr/>
        </p:nvSpPr>
        <p:spPr>
          <a:xfrm>
            <a:off x="5889776" y="2684929"/>
            <a:ext cx="1488141" cy="1488142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dirty="0">
              <a:sym typeface="Webdings" panose="05030102010509060703" pitchFamily="18" charset="2"/>
            </a:endParaRPr>
          </a:p>
          <a:p>
            <a:pPr algn="ctr"/>
            <a:r>
              <a:rPr lang="sq-XK" sz="3200" dirty="0">
                <a:sym typeface="Webdings" panose="05030102010509060703" pitchFamily="18" charset="2"/>
              </a:rPr>
              <a:t></a:t>
            </a:r>
            <a:endParaRPr lang="sq-AL" sz="3200" dirty="0">
              <a:sym typeface="Webdings" panose="05030102010509060703" pitchFamily="18" charset="2"/>
            </a:endParaRPr>
          </a:p>
          <a:p>
            <a:pPr algn="ctr"/>
            <a:endParaRPr lang="sq-XK" sz="3200" dirty="0"/>
          </a:p>
        </p:txBody>
      </p:sp>
      <p:sp>
        <p:nvSpPr>
          <p:cNvPr id="7" name="Arrow: Pentagon 6">
            <a:extLst>
              <a:ext uri="{FF2B5EF4-FFF2-40B4-BE49-F238E27FC236}">
                <a16:creationId xmlns:a16="http://schemas.microsoft.com/office/drawing/2014/main" id="{487C2880-F5C0-487D-885C-F836CB799D5F}"/>
              </a:ext>
            </a:extLst>
          </p:cNvPr>
          <p:cNvSpPr/>
          <p:nvPr/>
        </p:nvSpPr>
        <p:spPr>
          <a:xfrm>
            <a:off x="307846" y="3213847"/>
            <a:ext cx="3299012" cy="430306"/>
          </a:xfrm>
          <a:prstGeom prst="homePlate">
            <a:avLst>
              <a:gd name="adj" fmla="val 122581"/>
            </a:avLst>
          </a:prstGeom>
          <a:solidFill>
            <a:srgbClr val="FF0000"/>
          </a:solidFill>
          <a:ln>
            <a:noFill/>
          </a:ln>
          <a:effectLst>
            <a:outerShdw blurRad="184150" dist="241300" dir="11520000" sx="110000" sy="110000" algn="ctr">
              <a:srgbClr val="000000">
                <a:alpha val="18000"/>
              </a:srgbClr>
            </a:outerShdw>
          </a:effectLst>
          <a:scene3d>
            <a:camera prst="perspectiveFront" fov="5100000">
              <a:rot lat="0" lon="2100000" rev="0"/>
            </a:camera>
            <a:lightRig rig="flood" dir="t">
              <a:rot lat="0" lon="0" rev="13800000"/>
            </a:lightRig>
          </a:scene3d>
          <a:sp3d extrusionH="107950" prstMaterial="plastic">
            <a:bevelT w="82550" h="63500" prst="divot"/>
            <a:bevelB/>
          </a:sp3d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3E5FF37-A520-43A4-B061-AE57D80F3A8C}"/>
              </a:ext>
            </a:extLst>
          </p:cNvPr>
          <p:cNvSpPr txBox="1"/>
          <p:nvPr/>
        </p:nvSpPr>
        <p:spPr>
          <a:xfrm>
            <a:off x="307846" y="119270"/>
            <a:ext cx="11233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N. Guri</a:t>
            </a:r>
            <a:endParaRPr lang="sq-XK" dirty="0"/>
          </a:p>
        </p:txBody>
      </p:sp>
      <p:sp>
        <p:nvSpPr>
          <p:cNvPr id="3" name="Action Button: Blank 2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67D80C59-C048-9740-7E0A-6D7003501D9D}"/>
              </a:ext>
            </a:extLst>
          </p:cNvPr>
          <p:cNvSpPr/>
          <p:nvPr/>
        </p:nvSpPr>
        <p:spPr>
          <a:xfrm>
            <a:off x="1152939" y="5234609"/>
            <a:ext cx="2610678" cy="649356"/>
          </a:xfrm>
          <a:prstGeom prst="actionButtonBlank">
            <a:avLst/>
          </a:prstGeom>
          <a:solidFill>
            <a:srgbClr val="DD0202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Sllajdi i radhës</a:t>
            </a:r>
            <a:endParaRPr lang="sq-XK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Action Button: Blank 3">
            <a:hlinkClick r:id="" action="ppaction://hlinkshowjump?jump=endshow" highlightClick="1"/>
            <a:extLst>
              <a:ext uri="{FF2B5EF4-FFF2-40B4-BE49-F238E27FC236}">
                <a16:creationId xmlns:a16="http://schemas.microsoft.com/office/drawing/2014/main" id="{31B0BA50-85BD-66D0-63AA-B714548E12E3}"/>
              </a:ext>
            </a:extLst>
          </p:cNvPr>
          <p:cNvSpPr/>
          <p:nvPr/>
        </p:nvSpPr>
        <p:spPr>
          <a:xfrm>
            <a:off x="1152939" y="5957739"/>
            <a:ext cx="2610678" cy="649356"/>
          </a:xfrm>
          <a:prstGeom prst="actionButtonBlank">
            <a:avLst/>
          </a:prstGeom>
          <a:solidFill>
            <a:srgbClr val="DD0202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Përfundo</a:t>
            </a:r>
            <a:endParaRPr lang="sq-XK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16272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Rot by="21600000">
                                      <p:cBhvr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1">
            <a:extLst>
              <a:ext uri="{FF2B5EF4-FFF2-40B4-BE49-F238E27FC236}">
                <a16:creationId xmlns:a16="http://schemas.microsoft.com/office/drawing/2014/main" id="{E998BE69-181D-44A6-9579-ABF78F2D886E}"/>
              </a:ext>
            </a:extLst>
          </p:cNvPr>
          <p:cNvSpPr/>
          <p:nvPr/>
        </p:nvSpPr>
        <p:spPr>
          <a:xfrm>
            <a:off x="2859109" y="173867"/>
            <a:ext cx="1558343" cy="1481070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Biologjia</a:t>
            </a:r>
            <a:endParaRPr lang="sq-XK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p2">
            <a:extLst>
              <a:ext uri="{FF2B5EF4-FFF2-40B4-BE49-F238E27FC236}">
                <a16:creationId xmlns:a16="http://schemas.microsoft.com/office/drawing/2014/main" id="{D2E8A673-8AE6-4A3D-9C3C-3D6BE43376B2}"/>
              </a:ext>
            </a:extLst>
          </p:cNvPr>
          <p:cNvSpPr/>
          <p:nvPr/>
        </p:nvSpPr>
        <p:spPr>
          <a:xfrm>
            <a:off x="4610636" y="173867"/>
            <a:ext cx="1558343" cy="1481070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Qeli</a:t>
            </a:r>
            <a:r>
              <a:rPr lang="sq-A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za</a:t>
            </a:r>
            <a:endParaRPr lang="sq-XK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p3">
            <a:extLst>
              <a:ext uri="{FF2B5EF4-FFF2-40B4-BE49-F238E27FC236}">
                <a16:creationId xmlns:a16="http://schemas.microsoft.com/office/drawing/2014/main" id="{851A6938-5137-45AB-B5F3-935BE7310B57}"/>
              </a:ext>
            </a:extLst>
          </p:cNvPr>
          <p:cNvSpPr/>
          <p:nvPr/>
        </p:nvSpPr>
        <p:spPr>
          <a:xfrm>
            <a:off x="6465194" y="173867"/>
            <a:ext cx="1558343" cy="1481070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Muri qelizor</a:t>
            </a:r>
            <a:endParaRPr lang="sq-XK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p4">
            <a:extLst>
              <a:ext uri="{FF2B5EF4-FFF2-40B4-BE49-F238E27FC236}">
                <a16:creationId xmlns:a16="http://schemas.microsoft.com/office/drawing/2014/main" id="{CE764EF3-AD89-4B4A-9051-0326071E68CB}"/>
              </a:ext>
            </a:extLst>
          </p:cNvPr>
          <p:cNvSpPr/>
          <p:nvPr/>
        </p:nvSpPr>
        <p:spPr>
          <a:xfrm>
            <a:off x="8319752" y="173867"/>
            <a:ext cx="1558343" cy="1481070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Centriola</a:t>
            </a:r>
            <a:endParaRPr lang="sq-XK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p5">
            <a:extLst>
              <a:ext uri="{FF2B5EF4-FFF2-40B4-BE49-F238E27FC236}">
                <a16:creationId xmlns:a16="http://schemas.microsoft.com/office/drawing/2014/main" id="{288B0FE4-DBEB-40CD-8D38-C4627878E601}"/>
              </a:ext>
            </a:extLst>
          </p:cNvPr>
          <p:cNvSpPr/>
          <p:nvPr/>
        </p:nvSpPr>
        <p:spPr>
          <a:xfrm>
            <a:off x="10174310" y="173867"/>
            <a:ext cx="1558343" cy="1481070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Riprodhimi</a:t>
            </a:r>
            <a:endParaRPr lang="sq-XK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p6">
            <a:extLst>
              <a:ext uri="{FF2B5EF4-FFF2-40B4-BE49-F238E27FC236}">
                <a16:creationId xmlns:a16="http://schemas.microsoft.com/office/drawing/2014/main" id="{43ED4A44-741C-494C-8717-2969C7DD6233}"/>
              </a:ext>
            </a:extLst>
          </p:cNvPr>
          <p:cNvSpPr/>
          <p:nvPr/>
        </p:nvSpPr>
        <p:spPr>
          <a:xfrm>
            <a:off x="2859108" y="1835241"/>
            <a:ext cx="1558343" cy="1481070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Gjinia</a:t>
            </a:r>
            <a:endParaRPr lang="sq-XK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p7">
            <a:extLst>
              <a:ext uri="{FF2B5EF4-FFF2-40B4-BE49-F238E27FC236}">
                <a16:creationId xmlns:a16="http://schemas.microsoft.com/office/drawing/2014/main" id="{08295B50-A9AD-4E6A-984D-8AC13C0BF5B6}"/>
              </a:ext>
            </a:extLst>
          </p:cNvPr>
          <p:cNvSpPr/>
          <p:nvPr/>
        </p:nvSpPr>
        <p:spPr>
          <a:xfrm>
            <a:off x="4610635" y="1835241"/>
            <a:ext cx="1558343" cy="1481070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Mbretëria</a:t>
            </a:r>
            <a:endParaRPr lang="sq-XK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p8">
            <a:extLst>
              <a:ext uri="{FF2B5EF4-FFF2-40B4-BE49-F238E27FC236}">
                <a16:creationId xmlns:a16="http://schemas.microsoft.com/office/drawing/2014/main" id="{CFA104D9-3D7E-4D85-B258-9563EC562A06}"/>
              </a:ext>
            </a:extLst>
          </p:cNvPr>
          <p:cNvSpPr/>
          <p:nvPr/>
        </p:nvSpPr>
        <p:spPr>
          <a:xfrm>
            <a:off x="6465193" y="1835241"/>
            <a:ext cx="1558343" cy="1481070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Biologjia</a:t>
            </a:r>
            <a:endParaRPr lang="sq-XK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p9">
            <a:extLst>
              <a:ext uri="{FF2B5EF4-FFF2-40B4-BE49-F238E27FC236}">
                <a16:creationId xmlns:a16="http://schemas.microsoft.com/office/drawing/2014/main" id="{79C951AF-FD5D-4E69-B63B-21C91AD4CE87}"/>
              </a:ext>
            </a:extLst>
          </p:cNvPr>
          <p:cNvSpPr/>
          <p:nvPr/>
        </p:nvSpPr>
        <p:spPr>
          <a:xfrm>
            <a:off x="8324044" y="1835241"/>
            <a:ext cx="1558343" cy="1481070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Muri qelizor</a:t>
            </a:r>
            <a:endParaRPr lang="sq-XK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p10">
            <a:extLst>
              <a:ext uri="{FF2B5EF4-FFF2-40B4-BE49-F238E27FC236}">
                <a16:creationId xmlns:a16="http://schemas.microsoft.com/office/drawing/2014/main" id="{7667FAE3-6B20-43C6-B338-68279CEB76E6}"/>
              </a:ext>
            </a:extLst>
          </p:cNvPr>
          <p:cNvSpPr/>
          <p:nvPr/>
        </p:nvSpPr>
        <p:spPr>
          <a:xfrm>
            <a:off x="10182895" y="1835241"/>
            <a:ext cx="1558343" cy="1481070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Kërpudhat</a:t>
            </a:r>
            <a:endParaRPr lang="sq-XK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p11">
            <a:extLst>
              <a:ext uri="{FF2B5EF4-FFF2-40B4-BE49-F238E27FC236}">
                <a16:creationId xmlns:a16="http://schemas.microsoft.com/office/drawing/2014/main" id="{EE0B6145-D147-41B8-ABD2-FB53559325CD}"/>
              </a:ext>
            </a:extLst>
          </p:cNvPr>
          <p:cNvSpPr/>
          <p:nvPr/>
        </p:nvSpPr>
        <p:spPr>
          <a:xfrm>
            <a:off x="2854815" y="3496615"/>
            <a:ext cx="1558343" cy="1481070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Riprodhimi</a:t>
            </a:r>
            <a:endParaRPr lang="sq-XK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p12">
            <a:extLst>
              <a:ext uri="{FF2B5EF4-FFF2-40B4-BE49-F238E27FC236}">
                <a16:creationId xmlns:a16="http://schemas.microsoft.com/office/drawing/2014/main" id="{B7257143-87FF-4AD7-98D1-389B7C6C20F8}"/>
              </a:ext>
            </a:extLst>
          </p:cNvPr>
          <p:cNvSpPr/>
          <p:nvPr/>
        </p:nvSpPr>
        <p:spPr>
          <a:xfrm>
            <a:off x="4610635" y="3496615"/>
            <a:ext cx="1558343" cy="1481070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dirty="0">
                <a:latin typeface="Times New Roman" panose="02020603050405020304" pitchFamily="18" charset="0"/>
                <a:cs typeface="Times New Roman" panose="02020603050405020304" pitchFamily="18" charset="0"/>
              </a:rPr>
              <a:t>Kërpudhat</a:t>
            </a:r>
            <a:endParaRPr lang="sq-XK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p13">
            <a:extLst>
              <a:ext uri="{FF2B5EF4-FFF2-40B4-BE49-F238E27FC236}">
                <a16:creationId xmlns:a16="http://schemas.microsoft.com/office/drawing/2014/main" id="{BE278341-2ABF-41C4-A29A-CB8251181EF8}"/>
              </a:ext>
            </a:extLst>
          </p:cNvPr>
          <p:cNvSpPr/>
          <p:nvPr/>
        </p:nvSpPr>
        <p:spPr>
          <a:xfrm>
            <a:off x="6465192" y="3496615"/>
            <a:ext cx="1558343" cy="1481070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Protistët</a:t>
            </a:r>
            <a:endParaRPr lang="sq-XK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p14">
            <a:extLst>
              <a:ext uri="{FF2B5EF4-FFF2-40B4-BE49-F238E27FC236}">
                <a16:creationId xmlns:a16="http://schemas.microsoft.com/office/drawing/2014/main" id="{6C256C78-6A6C-4C98-A208-C30C913BC470}"/>
              </a:ext>
            </a:extLst>
          </p:cNvPr>
          <p:cNvSpPr/>
          <p:nvPr/>
        </p:nvSpPr>
        <p:spPr>
          <a:xfrm>
            <a:off x="8319751" y="3496615"/>
            <a:ext cx="1558343" cy="1481070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Gjinia</a:t>
            </a:r>
            <a:endParaRPr lang="sq-XK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p15">
            <a:extLst>
              <a:ext uri="{FF2B5EF4-FFF2-40B4-BE49-F238E27FC236}">
                <a16:creationId xmlns:a16="http://schemas.microsoft.com/office/drawing/2014/main" id="{FA1DC1ED-8974-443A-AAD6-7354AB70F12D}"/>
              </a:ext>
            </a:extLst>
          </p:cNvPr>
          <p:cNvSpPr/>
          <p:nvPr/>
        </p:nvSpPr>
        <p:spPr>
          <a:xfrm>
            <a:off x="10174309" y="3496615"/>
            <a:ext cx="1558343" cy="1481070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Qeliza</a:t>
            </a:r>
            <a:endParaRPr lang="sq-XK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p16">
            <a:extLst>
              <a:ext uri="{FF2B5EF4-FFF2-40B4-BE49-F238E27FC236}">
                <a16:creationId xmlns:a16="http://schemas.microsoft.com/office/drawing/2014/main" id="{B1012AE1-CE11-439E-B799-541D22263670}"/>
              </a:ext>
            </a:extLst>
          </p:cNvPr>
          <p:cNvSpPr/>
          <p:nvPr/>
        </p:nvSpPr>
        <p:spPr>
          <a:xfrm>
            <a:off x="2854815" y="5196625"/>
            <a:ext cx="1558343" cy="1481070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Centriola</a:t>
            </a:r>
            <a:endParaRPr lang="sq-XK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p17">
            <a:extLst>
              <a:ext uri="{FF2B5EF4-FFF2-40B4-BE49-F238E27FC236}">
                <a16:creationId xmlns:a16="http://schemas.microsoft.com/office/drawing/2014/main" id="{72B129B9-A7C8-4357-B8E0-5D0289C7D120}"/>
              </a:ext>
            </a:extLst>
          </p:cNvPr>
          <p:cNvSpPr/>
          <p:nvPr/>
        </p:nvSpPr>
        <p:spPr>
          <a:xfrm>
            <a:off x="4610636" y="5157989"/>
            <a:ext cx="1558343" cy="1481070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Biodiversiteti</a:t>
            </a:r>
            <a:endParaRPr lang="sq-XK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p18">
            <a:extLst>
              <a:ext uri="{FF2B5EF4-FFF2-40B4-BE49-F238E27FC236}">
                <a16:creationId xmlns:a16="http://schemas.microsoft.com/office/drawing/2014/main" id="{D2EAB5DF-89D8-4C3C-AF84-059548409E1D}"/>
              </a:ext>
            </a:extLst>
          </p:cNvPr>
          <p:cNvSpPr/>
          <p:nvPr/>
        </p:nvSpPr>
        <p:spPr>
          <a:xfrm>
            <a:off x="6465193" y="5170868"/>
            <a:ext cx="1558343" cy="1481070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Biodiversiteti</a:t>
            </a:r>
            <a:endParaRPr lang="sq-XK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p19">
            <a:extLst>
              <a:ext uri="{FF2B5EF4-FFF2-40B4-BE49-F238E27FC236}">
                <a16:creationId xmlns:a16="http://schemas.microsoft.com/office/drawing/2014/main" id="{24C33275-D5A6-42AD-9181-1B1BFFC8FEB3}"/>
              </a:ext>
            </a:extLst>
          </p:cNvPr>
          <p:cNvSpPr/>
          <p:nvPr/>
        </p:nvSpPr>
        <p:spPr>
          <a:xfrm>
            <a:off x="8319751" y="5157989"/>
            <a:ext cx="1558343" cy="1481070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Protistët</a:t>
            </a:r>
            <a:endParaRPr lang="sq-XK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p20">
            <a:extLst>
              <a:ext uri="{FF2B5EF4-FFF2-40B4-BE49-F238E27FC236}">
                <a16:creationId xmlns:a16="http://schemas.microsoft.com/office/drawing/2014/main" id="{5D3C7ECA-4CF8-4679-A8AB-D3E95E39CA1F}"/>
              </a:ext>
            </a:extLst>
          </p:cNvPr>
          <p:cNvSpPr/>
          <p:nvPr/>
        </p:nvSpPr>
        <p:spPr>
          <a:xfrm>
            <a:off x="10182895" y="5170868"/>
            <a:ext cx="1558343" cy="1481070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Mbretëria</a:t>
            </a:r>
            <a:endParaRPr lang="sq-XK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f1">
            <a:extLst>
              <a:ext uri="{FF2B5EF4-FFF2-40B4-BE49-F238E27FC236}">
                <a16:creationId xmlns:a16="http://schemas.microsoft.com/office/drawing/2014/main" id="{75277CEE-D7B3-4F3C-BEFE-49A136C2C607}"/>
              </a:ext>
            </a:extLst>
          </p:cNvPr>
          <p:cNvSpPr/>
          <p:nvPr/>
        </p:nvSpPr>
        <p:spPr>
          <a:xfrm>
            <a:off x="2854814" y="154549"/>
            <a:ext cx="1558343" cy="1481070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sq-XK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f2">
            <a:extLst>
              <a:ext uri="{FF2B5EF4-FFF2-40B4-BE49-F238E27FC236}">
                <a16:creationId xmlns:a16="http://schemas.microsoft.com/office/drawing/2014/main" id="{67833E66-E6D3-4B64-9E65-D5361515F40D}"/>
              </a:ext>
            </a:extLst>
          </p:cNvPr>
          <p:cNvSpPr/>
          <p:nvPr/>
        </p:nvSpPr>
        <p:spPr>
          <a:xfrm>
            <a:off x="4619222" y="186746"/>
            <a:ext cx="1558343" cy="1481070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sq-XK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f3">
            <a:extLst>
              <a:ext uri="{FF2B5EF4-FFF2-40B4-BE49-F238E27FC236}">
                <a16:creationId xmlns:a16="http://schemas.microsoft.com/office/drawing/2014/main" id="{BDD65915-7427-4C4C-9CA4-466623407CEC}"/>
              </a:ext>
            </a:extLst>
          </p:cNvPr>
          <p:cNvSpPr/>
          <p:nvPr/>
        </p:nvSpPr>
        <p:spPr>
          <a:xfrm>
            <a:off x="6465192" y="173867"/>
            <a:ext cx="1558343" cy="1481070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sq-XK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f4">
            <a:extLst>
              <a:ext uri="{FF2B5EF4-FFF2-40B4-BE49-F238E27FC236}">
                <a16:creationId xmlns:a16="http://schemas.microsoft.com/office/drawing/2014/main" id="{9B963240-73E9-43B7-9D04-4407AF579AFF}"/>
              </a:ext>
            </a:extLst>
          </p:cNvPr>
          <p:cNvSpPr/>
          <p:nvPr/>
        </p:nvSpPr>
        <p:spPr>
          <a:xfrm>
            <a:off x="8319748" y="173867"/>
            <a:ext cx="1558343" cy="1481070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sq-XK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f5">
            <a:extLst>
              <a:ext uri="{FF2B5EF4-FFF2-40B4-BE49-F238E27FC236}">
                <a16:creationId xmlns:a16="http://schemas.microsoft.com/office/drawing/2014/main" id="{556473A4-31E2-4823-96F6-9EE9A5EC8D40}"/>
              </a:ext>
            </a:extLst>
          </p:cNvPr>
          <p:cNvSpPr/>
          <p:nvPr/>
        </p:nvSpPr>
        <p:spPr>
          <a:xfrm>
            <a:off x="10174304" y="173867"/>
            <a:ext cx="1558343" cy="1481070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sq-XK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f6">
            <a:extLst>
              <a:ext uri="{FF2B5EF4-FFF2-40B4-BE49-F238E27FC236}">
                <a16:creationId xmlns:a16="http://schemas.microsoft.com/office/drawing/2014/main" id="{FD94C685-591B-4086-BB0F-3C8CB2B26715}"/>
              </a:ext>
            </a:extLst>
          </p:cNvPr>
          <p:cNvSpPr/>
          <p:nvPr/>
        </p:nvSpPr>
        <p:spPr>
          <a:xfrm>
            <a:off x="2867693" y="1835241"/>
            <a:ext cx="1558343" cy="1481070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sq-XK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f7">
            <a:extLst>
              <a:ext uri="{FF2B5EF4-FFF2-40B4-BE49-F238E27FC236}">
                <a16:creationId xmlns:a16="http://schemas.microsoft.com/office/drawing/2014/main" id="{73BDD2F9-03CC-4A57-B64A-44F2AEBF4215}"/>
              </a:ext>
            </a:extLst>
          </p:cNvPr>
          <p:cNvSpPr/>
          <p:nvPr/>
        </p:nvSpPr>
        <p:spPr>
          <a:xfrm>
            <a:off x="4610634" y="1835241"/>
            <a:ext cx="1558343" cy="1481070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sq-XK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f8">
            <a:extLst>
              <a:ext uri="{FF2B5EF4-FFF2-40B4-BE49-F238E27FC236}">
                <a16:creationId xmlns:a16="http://schemas.microsoft.com/office/drawing/2014/main" id="{C05DDA8A-6BC3-4D60-B6E8-C4C099B4E792}"/>
              </a:ext>
            </a:extLst>
          </p:cNvPr>
          <p:cNvSpPr/>
          <p:nvPr/>
        </p:nvSpPr>
        <p:spPr>
          <a:xfrm>
            <a:off x="6465192" y="1848120"/>
            <a:ext cx="1558343" cy="1481070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sq-XK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f9">
            <a:extLst>
              <a:ext uri="{FF2B5EF4-FFF2-40B4-BE49-F238E27FC236}">
                <a16:creationId xmlns:a16="http://schemas.microsoft.com/office/drawing/2014/main" id="{FD4EE956-43FC-48BC-BD2D-1260CE520AAE}"/>
              </a:ext>
            </a:extLst>
          </p:cNvPr>
          <p:cNvSpPr/>
          <p:nvPr/>
        </p:nvSpPr>
        <p:spPr>
          <a:xfrm>
            <a:off x="8328336" y="1848120"/>
            <a:ext cx="1558343" cy="1481070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endParaRPr lang="sq-XK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f10">
            <a:extLst>
              <a:ext uri="{FF2B5EF4-FFF2-40B4-BE49-F238E27FC236}">
                <a16:creationId xmlns:a16="http://schemas.microsoft.com/office/drawing/2014/main" id="{DDF5C57D-B30A-4DBD-A088-A202D8D0730C}"/>
              </a:ext>
            </a:extLst>
          </p:cNvPr>
          <p:cNvSpPr/>
          <p:nvPr/>
        </p:nvSpPr>
        <p:spPr>
          <a:xfrm>
            <a:off x="10182895" y="1822362"/>
            <a:ext cx="1558343" cy="1481070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endParaRPr lang="sq-XK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f11">
            <a:extLst>
              <a:ext uri="{FF2B5EF4-FFF2-40B4-BE49-F238E27FC236}">
                <a16:creationId xmlns:a16="http://schemas.microsoft.com/office/drawing/2014/main" id="{D707958A-B2F1-43DB-8C61-6E7B41E5A89B}"/>
              </a:ext>
            </a:extLst>
          </p:cNvPr>
          <p:cNvSpPr/>
          <p:nvPr/>
        </p:nvSpPr>
        <p:spPr>
          <a:xfrm>
            <a:off x="2854814" y="3496615"/>
            <a:ext cx="1558343" cy="1481070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endParaRPr lang="sq-XK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f12">
            <a:extLst>
              <a:ext uri="{FF2B5EF4-FFF2-40B4-BE49-F238E27FC236}">
                <a16:creationId xmlns:a16="http://schemas.microsoft.com/office/drawing/2014/main" id="{C0F1D52A-F3E3-44D3-B26E-E6545D5DE20E}"/>
              </a:ext>
            </a:extLst>
          </p:cNvPr>
          <p:cNvSpPr/>
          <p:nvPr/>
        </p:nvSpPr>
        <p:spPr>
          <a:xfrm>
            <a:off x="4593461" y="3496615"/>
            <a:ext cx="1558343" cy="1481070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endParaRPr lang="sq-XK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f13">
            <a:extLst>
              <a:ext uri="{FF2B5EF4-FFF2-40B4-BE49-F238E27FC236}">
                <a16:creationId xmlns:a16="http://schemas.microsoft.com/office/drawing/2014/main" id="{0E28D991-A47D-48FD-999F-44163909D8D0}"/>
              </a:ext>
            </a:extLst>
          </p:cNvPr>
          <p:cNvSpPr/>
          <p:nvPr/>
        </p:nvSpPr>
        <p:spPr>
          <a:xfrm>
            <a:off x="6456606" y="3509494"/>
            <a:ext cx="1558343" cy="1481070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r>
            <a:endParaRPr lang="sq-XK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f14">
            <a:extLst>
              <a:ext uri="{FF2B5EF4-FFF2-40B4-BE49-F238E27FC236}">
                <a16:creationId xmlns:a16="http://schemas.microsoft.com/office/drawing/2014/main" id="{C63CDAA4-FCBF-47FC-8A17-FFCF2B55632E}"/>
              </a:ext>
            </a:extLst>
          </p:cNvPr>
          <p:cNvSpPr/>
          <p:nvPr/>
        </p:nvSpPr>
        <p:spPr>
          <a:xfrm>
            <a:off x="8311165" y="3496615"/>
            <a:ext cx="1558343" cy="1481070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r>
            <a:endParaRPr lang="sq-XK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f15">
            <a:extLst>
              <a:ext uri="{FF2B5EF4-FFF2-40B4-BE49-F238E27FC236}">
                <a16:creationId xmlns:a16="http://schemas.microsoft.com/office/drawing/2014/main" id="{3C81652D-5D9C-47B3-9B3C-A8C08745CF1D}"/>
              </a:ext>
            </a:extLst>
          </p:cNvPr>
          <p:cNvSpPr/>
          <p:nvPr/>
        </p:nvSpPr>
        <p:spPr>
          <a:xfrm>
            <a:off x="10182895" y="3496615"/>
            <a:ext cx="1558343" cy="1481070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endParaRPr lang="sq-XK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f17">
            <a:extLst>
              <a:ext uri="{FF2B5EF4-FFF2-40B4-BE49-F238E27FC236}">
                <a16:creationId xmlns:a16="http://schemas.microsoft.com/office/drawing/2014/main" id="{E37E639C-864E-4FB8-8079-CF2F60C5B80D}"/>
              </a:ext>
            </a:extLst>
          </p:cNvPr>
          <p:cNvSpPr/>
          <p:nvPr/>
        </p:nvSpPr>
        <p:spPr>
          <a:xfrm>
            <a:off x="4619222" y="5170868"/>
            <a:ext cx="1558343" cy="1481070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r>
            <a:endParaRPr lang="sq-XK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f18">
            <a:extLst>
              <a:ext uri="{FF2B5EF4-FFF2-40B4-BE49-F238E27FC236}">
                <a16:creationId xmlns:a16="http://schemas.microsoft.com/office/drawing/2014/main" id="{85A657EC-4FDA-4DB6-8D20-E0AC997E7580}"/>
              </a:ext>
            </a:extLst>
          </p:cNvPr>
          <p:cNvSpPr/>
          <p:nvPr/>
        </p:nvSpPr>
        <p:spPr>
          <a:xfrm>
            <a:off x="6448020" y="5170868"/>
            <a:ext cx="1558343" cy="1481070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18</a:t>
            </a:r>
            <a:endParaRPr lang="sq-XK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f19">
            <a:extLst>
              <a:ext uri="{FF2B5EF4-FFF2-40B4-BE49-F238E27FC236}">
                <a16:creationId xmlns:a16="http://schemas.microsoft.com/office/drawing/2014/main" id="{CD1D8B86-9263-42F3-AA0C-093B6CB224A1}"/>
              </a:ext>
            </a:extLst>
          </p:cNvPr>
          <p:cNvSpPr/>
          <p:nvPr/>
        </p:nvSpPr>
        <p:spPr>
          <a:xfrm>
            <a:off x="8311164" y="5157989"/>
            <a:ext cx="1558343" cy="1481070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</a:t>
            </a:r>
            <a:endParaRPr lang="sq-XK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f20">
            <a:extLst>
              <a:ext uri="{FF2B5EF4-FFF2-40B4-BE49-F238E27FC236}">
                <a16:creationId xmlns:a16="http://schemas.microsoft.com/office/drawing/2014/main" id="{42A1D0E8-C195-42E1-9936-9BF9BE5A3BA9}"/>
              </a:ext>
            </a:extLst>
          </p:cNvPr>
          <p:cNvSpPr/>
          <p:nvPr/>
        </p:nvSpPr>
        <p:spPr>
          <a:xfrm>
            <a:off x="10182895" y="5196625"/>
            <a:ext cx="1558343" cy="1481070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endParaRPr lang="sq-XK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f16">
            <a:extLst>
              <a:ext uri="{FF2B5EF4-FFF2-40B4-BE49-F238E27FC236}">
                <a16:creationId xmlns:a16="http://schemas.microsoft.com/office/drawing/2014/main" id="{5A13922A-8408-4756-AB25-5D49507D999A}"/>
              </a:ext>
            </a:extLst>
          </p:cNvPr>
          <p:cNvSpPr/>
          <p:nvPr/>
        </p:nvSpPr>
        <p:spPr>
          <a:xfrm>
            <a:off x="2887544" y="5196625"/>
            <a:ext cx="1558343" cy="1481070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endParaRPr lang="sq-XK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Oval 41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EFE72DFF-4C10-4BA3-A439-9E83C22BD450}"/>
              </a:ext>
            </a:extLst>
          </p:cNvPr>
          <p:cNvSpPr/>
          <p:nvPr/>
        </p:nvSpPr>
        <p:spPr>
          <a:xfrm>
            <a:off x="728700" y="2224827"/>
            <a:ext cx="1648501" cy="1584101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Rifillo</a:t>
            </a:r>
            <a:endParaRPr lang="sq-XK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60F33E7-8DA8-444A-8BE9-7BF70239E6D8}"/>
              </a:ext>
            </a:extLst>
          </p:cNvPr>
          <p:cNvSpPr txBox="1"/>
          <p:nvPr/>
        </p:nvSpPr>
        <p:spPr>
          <a:xfrm>
            <a:off x="82108" y="354438"/>
            <a:ext cx="2883774" cy="144655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txBody>
          <a:bodyPr wrap="square" rtlCol="0">
            <a:spAutoFit/>
          </a:bodyPr>
          <a:lstStyle/>
          <a:p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Loja </a:t>
            </a:r>
            <a:endParaRPr lang="sq-AL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sq-AL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baj mend</a:t>
            </a:r>
            <a:endParaRPr lang="sq-XK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Rounded Rectangle 45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AA0073F9-6051-425D-AA09-D53F38B6A78D}"/>
              </a:ext>
            </a:extLst>
          </p:cNvPr>
          <p:cNvSpPr/>
          <p:nvPr/>
        </p:nvSpPr>
        <p:spPr>
          <a:xfrm>
            <a:off x="595102" y="5351172"/>
            <a:ext cx="2086378" cy="914397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Vazhdo</a:t>
            </a:r>
            <a:endParaRPr lang="sq-XK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F9FBA73-BFCB-428A-AA27-04CFA87BCB9B}"/>
              </a:ext>
            </a:extLst>
          </p:cNvPr>
          <p:cNvSpPr txBox="1"/>
          <p:nvPr/>
        </p:nvSpPr>
        <p:spPr>
          <a:xfrm>
            <a:off x="82108" y="0"/>
            <a:ext cx="11503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N. Guri</a:t>
            </a:r>
            <a:endParaRPr lang="sq-XK" dirty="0"/>
          </a:p>
        </p:txBody>
      </p:sp>
      <p:sp>
        <p:nvSpPr>
          <p:cNvPr id="47" name="Action Button: Blank 46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26B3398E-5123-E5BB-6402-C26E068AC550}"/>
              </a:ext>
            </a:extLst>
          </p:cNvPr>
          <p:cNvSpPr/>
          <p:nvPr/>
        </p:nvSpPr>
        <p:spPr>
          <a:xfrm>
            <a:off x="755563" y="4232767"/>
            <a:ext cx="1558343" cy="744918"/>
          </a:xfrm>
          <a:prstGeom prst="actionButtonBlank">
            <a:avLst/>
          </a:prstGeom>
          <a:solidFill>
            <a:srgbClr val="C3520E"/>
          </a:solidFill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Kthehu</a:t>
            </a:r>
          </a:p>
        </p:txBody>
      </p:sp>
    </p:spTree>
    <p:extLst>
      <p:ext uri="{BB962C8B-B14F-4D97-AF65-F5344CB8AC3E}">
        <p14:creationId xmlns:p14="http://schemas.microsoft.com/office/powerpoint/2010/main" val="4901860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seq concurrent="1" nextAc="seek">
              <p:cTn id="17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seq concurrent="1" nextAc="seek">
              <p:cTn id="22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  <p:seq concurrent="1" nextAc="seek">
              <p:cTn id="27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37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seq concurrent="1" nextAc="seek">
              <p:cTn id="42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  <p:seq concurrent="1" nextAc="seek">
              <p:cTn id="47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" fill="hold">
                      <p:stCondLst>
                        <p:cond delay="0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seq concurrent="1" nextAc="seek">
              <p:cTn id="52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  <p:seq concurrent="1" nextAc="seek">
              <p:cTn id="57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8" fill="hold">
                      <p:stCondLst>
                        <p:cond delay="0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62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  <p:seq concurrent="1" nextAc="seek">
              <p:cTn id="67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8" fill="hold">
                      <p:stCondLst>
                        <p:cond delay="0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72" restart="whenNotActive" fill="hold" evtFilter="cancelBubble" nodeType="interactiveSeq">
                <p:stCondLst>
                  <p:cond evt="onClick" delay="0">
                    <p:tgtEl>
                      <p:spTgt spid="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3" fill="hold">
                      <p:stCondLst>
                        <p:cond delay="0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9"/>
                  </p:tgtEl>
                </p:cond>
              </p:nextCondLst>
            </p:seq>
            <p:seq concurrent="1" nextAc="seek">
              <p:cTn id="77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8" fill="hold">
                      <p:stCondLst>
                        <p:cond delay="0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82" restart="whenNotActive" fill="hold" evtFilter="cancelBubble" nodeType="interactiveSeq">
                <p:stCondLst>
                  <p:cond evt="onClick" delay="0">
                    <p:tgtEl>
                      <p:spTgt spid="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3" fill="hold">
                      <p:stCondLst>
                        <p:cond delay="0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0"/>
                  </p:tgtEl>
                </p:cond>
              </p:nextCondLst>
            </p:seq>
            <p:seq concurrent="1" nextAc="seek">
              <p:cTn id="87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8" fill="hold">
                      <p:stCondLst>
                        <p:cond delay="0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92" restart="whenNotActive" fill="hold" evtFilter="cancelBubble" nodeType="interactiveSeq">
                <p:stCondLst>
                  <p:cond evt="onClick" delay="0">
                    <p:tgtEl>
                      <p:spTgt spid="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" fill="hold">
                      <p:stCondLst>
                        <p:cond delay="0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1"/>
                  </p:tgtEl>
                </p:cond>
              </p:nextCondLst>
            </p:seq>
            <p:seq concurrent="1" nextAc="seek">
              <p:cTn id="97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8" fill="hold">
                      <p:stCondLst>
                        <p:cond delay="0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102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3" fill="hold">
                      <p:stCondLst>
                        <p:cond delay="0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  <p:seq concurrent="1" nextAc="seek">
              <p:cTn id="107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8" fill="hold">
                      <p:stCondLst>
                        <p:cond delay="0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112" restart="whenNotActive" fill="hold" evtFilter="cancelBubble" nodeType="interactiveSeq">
                <p:stCondLst>
                  <p:cond evt="onClick" delay="0">
                    <p:tgtEl>
                      <p:spTgt spid="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3" fill="hold">
                      <p:stCondLst>
                        <p:cond delay="0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3"/>
                  </p:tgtEl>
                </p:cond>
              </p:nextCondLst>
            </p:seq>
            <p:seq concurrent="1" nextAc="seek">
              <p:cTn id="117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8" fill="hold">
                      <p:stCondLst>
                        <p:cond delay="0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122" restart="whenNotActive" fill="hold" evtFilter="cancelBubble" nodeType="interactiveSeq">
                <p:stCondLst>
                  <p:cond evt="onClick" delay="0">
                    <p:tgtEl>
                      <p:spTgt spid="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3" fill="hold">
                      <p:stCondLst>
                        <p:cond delay="0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4"/>
                  </p:tgtEl>
                </p:cond>
              </p:nextCondLst>
            </p:seq>
            <p:seq concurrent="1" nextAc="seek">
              <p:cTn id="127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8" fill="hold">
                      <p:stCondLst>
                        <p:cond delay="0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132" restart="whenNotActive" fill="hold" evtFilter="cancelBubble" nodeType="interactiveSeq">
                <p:stCondLst>
                  <p:cond evt="onClick" delay="0">
                    <p:tgtEl>
                      <p:spTgt spid="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3" fill="hold">
                      <p:stCondLst>
                        <p:cond delay="0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5"/>
                  </p:tgtEl>
                </p:cond>
              </p:nextCondLst>
            </p:seq>
            <p:seq concurrent="1" nextAc="seek">
              <p:cTn id="137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8" fill="hold">
                      <p:stCondLst>
                        <p:cond delay="0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142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3" fill="hold">
                      <p:stCondLst>
                        <p:cond delay="0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  <p:seq concurrent="1" nextAc="seek">
              <p:cTn id="147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8" fill="hold">
                      <p:stCondLst>
                        <p:cond delay="0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152" restart="whenNotActive" fill="hold" evtFilter="cancelBubble" nodeType="interactiveSeq">
                <p:stCondLst>
                  <p:cond evt="onClick" delay="0">
                    <p:tgtEl>
                      <p:spTgt spid="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3" fill="hold">
                      <p:stCondLst>
                        <p:cond delay="0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1"/>
                  </p:tgtEl>
                </p:cond>
              </p:nextCondLst>
            </p:seq>
            <p:seq concurrent="1" nextAc="seek">
              <p:cTn id="157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8" fill="hold">
                      <p:stCondLst>
                        <p:cond delay="0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162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3" fill="hold">
                      <p:stCondLst>
                        <p:cond delay="0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"/>
                  </p:tgtEl>
                </p:cond>
              </p:nextCondLst>
            </p:seq>
            <p:seq concurrent="1" nextAc="seek">
              <p:cTn id="167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8" fill="hold">
                      <p:stCondLst>
                        <p:cond delay="0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  <p:seq concurrent="1" nextAc="seek">
              <p:cTn id="172" restart="whenNotActive" fill="hold" evtFilter="cancelBubble" nodeType="interactiveSeq">
                <p:stCondLst>
                  <p:cond evt="onClick" delay="0">
                    <p:tgtEl>
                      <p:spTgt spid="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3" fill="hold">
                      <p:stCondLst>
                        <p:cond delay="0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8"/>
                  </p:tgtEl>
                </p:cond>
              </p:nextCondLst>
            </p:seq>
            <p:seq concurrent="1" nextAc="seek">
              <p:cTn id="177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8" fill="hold">
                      <p:stCondLst>
                        <p:cond delay="0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seq concurrent="1" nextAc="seek">
              <p:cTn id="182" restart="whenNotActive" fill="hold" evtFilter="cancelBubble" nodeType="interactiveSeq">
                <p:stCondLst>
                  <p:cond evt="onClick" delay="0">
                    <p:tgtEl>
                      <p:spTgt spid="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3" fill="hold">
                      <p:stCondLst>
                        <p:cond delay="0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9"/>
                  </p:tgtEl>
                </p:cond>
              </p:nextCondLst>
            </p:seq>
            <p:seq concurrent="1" nextAc="seek">
              <p:cTn id="187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8" fill="hold">
                      <p:stCondLst>
                        <p:cond delay="0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192" restart="whenNotActive" fill="hold" evtFilter="cancelBubble" nodeType="interactiveSeq">
                <p:stCondLst>
                  <p:cond evt="onClick" delay="0">
                    <p:tgtEl>
                      <p:spTgt spid="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3" fill="hold">
                      <p:stCondLst>
                        <p:cond delay="0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0"/>
                  </p:tgtEl>
                </p:cond>
              </p:nextCondLst>
            </p:seq>
            <p:seq concurrent="1" nextAc="seek">
              <p:cTn id="197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8" fill="hold">
                      <p:stCondLst>
                        <p:cond delay="0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seq concurrent="1" nextAc="seek">
              <p:cTn id="202" restart="whenNotActive" fill="hold" evtFilter="cancelBubble" nodeType="interactiveSeq">
                <p:stCondLst>
                  <p:cond evt="onClick" delay="0">
                    <p:tgtEl>
                      <p:spTgt spid="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3" fill="hold">
                      <p:stCondLst>
                        <p:cond delay="0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9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1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3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5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7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9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1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3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5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7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9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1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3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5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7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9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1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3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2"/>
                  </p:tgtEl>
                </p:cond>
              </p:nextCondLst>
            </p:seq>
          </p:childTnLst>
        </p:cTn>
      </p:par>
    </p:tnLst>
    <p:bldLst>
      <p:bldP spid="22" grpId="0" animBg="1"/>
      <p:bldP spid="22" grpId="1" animBg="1"/>
      <p:bldP spid="22" grpId="2" animBg="1"/>
      <p:bldP spid="23" grpId="0" animBg="1"/>
      <p:bldP spid="23" grpId="1" animBg="1"/>
      <p:bldP spid="23" grpId="2" animBg="1"/>
      <p:bldP spid="24" grpId="0" animBg="1"/>
      <p:bldP spid="24" grpId="1" animBg="1"/>
      <p:bldP spid="24" grpId="2" animBg="1"/>
      <p:bldP spid="25" grpId="0" animBg="1"/>
      <p:bldP spid="25" grpId="1" animBg="1"/>
      <p:bldP spid="25" grpId="2" animBg="1"/>
      <p:bldP spid="26" grpId="0" animBg="1"/>
      <p:bldP spid="26" grpId="1" animBg="1"/>
      <p:bldP spid="26" grpId="2" animBg="1"/>
      <p:bldP spid="27" grpId="0" animBg="1"/>
      <p:bldP spid="27" grpId="1" animBg="1"/>
      <p:bldP spid="27" grpId="2" animBg="1"/>
      <p:bldP spid="28" grpId="0" animBg="1"/>
      <p:bldP spid="28" grpId="1" animBg="1"/>
      <p:bldP spid="28" grpId="2" animBg="1"/>
      <p:bldP spid="29" grpId="0" animBg="1"/>
      <p:bldP spid="29" grpId="1" animBg="1"/>
      <p:bldP spid="29" grpId="2" animBg="1"/>
      <p:bldP spid="30" grpId="0" animBg="1"/>
      <p:bldP spid="30" grpId="1" animBg="1"/>
      <p:bldP spid="30" grpId="2" animBg="1"/>
      <p:bldP spid="31" grpId="0" animBg="1"/>
      <p:bldP spid="31" grpId="1" animBg="1"/>
      <p:bldP spid="31" grpId="2" animBg="1"/>
      <p:bldP spid="32" grpId="0" animBg="1"/>
      <p:bldP spid="32" grpId="1" animBg="1"/>
      <p:bldP spid="32" grpId="2" animBg="1"/>
      <p:bldP spid="33" grpId="0" animBg="1"/>
      <p:bldP spid="33" grpId="1" animBg="1"/>
      <p:bldP spid="33" grpId="2" animBg="1"/>
      <p:bldP spid="34" grpId="0" animBg="1"/>
      <p:bldP spid="34" grpId="1" animBg="1"/>
      <p:bldP spid="34" grpId="2" animBg="1"/>
      <p:bldP spid="35" grpId="0" animBg="1"/>
      <p:bldP spid="35" grpId="1" animBg="1"/>
      <p:bldP spid="35" grpId="2" animBg="1"/>
      <p:bldP spid="36" grpId="0" animBg="1"/>
      <p:bldP spid="36" grpId="1" animBg="1"/>
      <p:bldP spid="36" grpId="2" animBg="1"/>
      <p:bldP spid="37" grpId="0" animBg="1"/>
      <p:bldP spid="37" grpId="1" animBg="1"/>
      <p:bldP spid="37" grpId="2" animBg="1"/>
      <p:bldP spid="38" grpId="0" animBg="1"/>
      <p:bldP spid="38" grpId="1" animBg="1"/>
      <p:bldP spid="38" grpId="2" animBg="1"/>
      <p:bldP spid="39" grpId="0" animBg="1"/>
      <p:bldP spid="39" grpId="1" animBg="1"/>
      <p:bldP spid="39" grpId="2" animBg="1"/>
      <p:bldP spid="40" grpId="0" animBg="1"/>
      <p:bldP spid="40" grpId="1" animBg="1"/>
      <p:bldP spid="40" grpId="2" animBg="1"/>
      <p:bldP spid="41" grpId="0" animBg="1"/>
      <p:bldP spid="41" grpId="1" animBg="1"/>
      <p:bldP spid="41" grpId="2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1">
            <a:extLst>
              <a:ext uri="{FF2B5EF4-FFF2-40B4-BE49-F238E27FC236}">
                <a16:creationId xmlns:a16="http://schemas.microsoft.com/office/drawing/2014/main" id="{E998BE69-181D-44A6-9579-ABF78F2D886E}"/>
              </a:ext>
            </a:extLst>
          </p:cNvPr>
          <p:cNvSpPr/>
          <p:nvPr/>
        </p:nvSpPr>
        <p:spPr>
          <a:xfrm>
            <a:off x="2770649" y="224664"/>
            <a:ext cx="1558343" cy="1481070"/>
          </a:xfrm>
          <a:prstGeom prst="roundRect">
            <a:avLst/>
          </a:prstGeom>
          <a:solidFill>
            <a:srgbClr val="00B05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Biologjia</a:t>
            </a:r>
            <a:endParaRPr lang="sq-XK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p2">
            <a:extLst>
              <a:ext uri="{FF2B5EF4-FFF2-40B4-BE49-F238E27FC236}">
                <a16:creationId xmlns:a16="http://schemas.microsoft.com/office/drawing/2014/main" id="{D2E8A673-8AE6-4A3D-9C3C-3D6BE43376B2}"/>
              </a:ext>
            </a:extLst>
          </p:cNvPr>
          <p:cNvSpPr/>
          <p:nvPr/>
        </p:nvSpPr>
        <p:spPr>
          <a:xfrm>
            <a:off x="4619222" y="206062"/>
            <a:ext cx="1558343" cy="1481070"/>
          </a:xfrm>
          <a:prstGeom prst="roundRect">
            <a:avLst/>
          </a:prstGeom>
          <a:solidFill>
            <a:srgbClr val="00B05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Qeli</a:t>
            </a:r>
            <a:r>
              <a:rPr lang="sq-A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za</a:t>
            </a:r>
            <a:endParaRPr lang="sq-XK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p3">
            <a:extLst>
              <a:ext uri="{FF2B5EF4-FFF2-40B4-BE49-F238E27FC236}">
                <a16:creationId xmlns:a16="http://schemas.microsoft.com/office/drawing/2014/main" id="{851A6938-5137-45AB-B5F3-935BE7310B57}"/>
              </a:ext>
            </a:extLst>
          </p:cNvPr>
          <p:cNvSpPr/>
          <p:nvPr/>
        </p:nvSpPr>
        <p:spPr>
          <a:xfrm>
            <a:off x="6448017" y="218941"/>
            <a:ext cx="1558343" cy="1481070"/>
          </a:xfrm>
          <a:prstGeom prst="roundRect">
            <a:avLst/>
          </a:prstGeom>
          <a:solidFill>
            <a:srgbClr val="00B05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Muri qelizor</a:t>
            </a:r>
            <a:endParaRPr lang="sq-XK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p4">
            <a:extLst>
              <a:ext uri="{FF2B5EF4-FFF2-40B4-BE49-F238E27FC236}">
                <a16:creationId xmlns:a16="http://schemas.microsoft.com/office/drawing/2014/main" id="{CE764EF3-AD89-4B4A-9051-0326071E68CB}"/>
              </a:ext>
            </a:extLst>
          </p:cNvPr>
          <p:cNvSpPr/>
          <p:nvPr/>
        </p:nvSpPr>
        <p:spPr>
          <a:xfrm>
            <a:off x="8319752" y="173867"/>
            <a:ext cx="1558343" cy="1481070"/>
          </a:xfrm>
          <a:prstGeom prst="roundRect">
            <a:avLst/>
          </a:prstGeom>
          <a:solidFill>
            <a:srgbClr val="00B05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Centriola</a:t>
            </a:r>
            <a:endParaRPr lang="sq-XK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p5">
            <a:extLst>
              <a:ext uri="{FF2B5EF4-FFF2-40B4-BE49-F238E27FC236}">
                <a16:creationId xmlns:a16="http://schemas.microsoft.com/office/drawing/2014/main" id="{288B0FE4-DBEB-40CD-8D38-C4627878E601}"/>
              </a:ext>
            </a:extLst>
          </p:cNvPr>
          <p:cNvSpPr/>
          <p:nvPr/>
        </p:nvSpPr>
        <p:spPr>
          <a:xfrm>
            <a:off x="10147395" y="224664"/>
            <a:ext cx="1558343" cy="1481070"/>
          </a:xfrm>
          <a:prstGeom prst="roundRect">
            <a:avLst/>
          </a:prstGeom>
          <a:solidFill>
            <a:srgbClr val="00B05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Riprodhimi</a:t>
            </a:r>
            <a:endParaRPr lang="sq-XK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p6">
            <a:extLst>
              <a:ext uri="{FF2B5EF4-FFF2-40B4-BE49-F238E27FC236}">
                <a16:creationId xmlns:a16="http://schemas.microsoft.com/office/drawing/2014/main" id="{43ED4A44-741C-494C-8717-2969C7DD6233}"/>
              </a:ext>
            </a:extLst>
          </p:cNvPr>
          <p:cNvSpPr/>
          <p:nvPr/>
        </p:nvSpPr>
        <p:spPr>
          <a:xfrm>
            <a:off x="2751784" y="1809004"/>
            <a:ext cx="1558343" cy="1481070"/>
          </a:xfrm>
          <a:prstGeom prst="roundRect">
            <a:avLst/>
          </a:prstGeom>
          <a:solidFill>
            <a:srgbClr val="00B05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Gjinia</a:t>
            </a:r>
            <a:endParaRPr lang="sq-XK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p7">
            <a:extLst>
              <a:ext uri="{FF2B5EF4-FFF2-40B4-BE49-F238E27FC236}">
                <a16:creationId xmlns:a16="http://schemas.microsoft.com/office/drawing/2014/main" id="{08295B50-A9AD-4E6A-984D-8AC13C0BF5B6}"/>
              </a:ext>
            </a:extLst>
          </p:cNvPr>
          <p:cNvSpPr/>
          <p:nvPr/>
        </p:nvSpPr>
        <p:spPr>
          <a:xfrm>
            <a:off x="4610635" y="1835241"/>
            <a:ext cx="1558343" cy="1481070"/>
          </a:xfrm>
          <a:prstGeom prst="roundRect">
            <a:avLst/>
          </a:prstGeom>
          <a:solidFill>
            <a:srgbClr val="00B05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Mbretëria</a:t>
            </a:r>
            <a:endParaRPr lang="sq-XK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p8">
            <a:extLst>
              <a:ext uri="{FF2B5EF4-FFF2-40B4-BE49-F238E27FC236}">
                <a16:creationId xmlns:a16="http://schemas.microsoft.com/office/drawing/2014/main" id="{CFA104D9-3D7E-4D85-B258-9563EC562A06}"/>
              </a:ext>
            </a:extLst>
          </p:cNvPr>
          <p:cNvSpPr/>
          <p:nvPr/>
        </p:nvSpPr>
        <p:spPr>
          <a:xfrm>
            <a:off x="6465193" y="1835241"/>
            <a:ext cx="1558343" cy="1481070"/>
          </a:xfrm>
          <a:prstGeom prst="roundRect">
            <a:avLst/>
          </a:prstGeom>
          <a:solidFill>
            <a:srgbClr val="00B05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Biologjia</a:t>
            </a:r>
            <a:endParaRPr lang="sq-XK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p9">
            <a:extLst>
              <a:ext uri="{FF2B5EF4-FFF2-40B4-BE49-F238E27FC236}">
                <a16:creationId xmlns:a16="http://schemas.microsoft.com/office/drawing/2014/main" id="{79C951AF-FD5D-4E69-B63B-21C91AD4CE87}"/>
              </a:ext>
            </a:extLst>
          </p:cNvPr>
          <p:cNvSpPr/>
          <p:nvPr/>
        </p:nvSpPr>
        <p:spPr>
          <a:xfrm>
            <a:off x="8324044" y="1835241"/>
            <a:ext cx="1558343" cy="1481070"/>
          </a:xfrm>
          <a:prstGeom prst="roundRect">
            <a:avLst/>
          </a:prstGeom>
          <a:solidFill>
            <a:srgbClr val="00B05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Muri qelizor</a:t>
            </a:r>
            <a:endParaRPr lang="sq-XK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p10">
            <a:extLst>
              <a:ext uri="{FF2B5EF4-FFF2-40B4-BE49-F238E27FC236}">
                <a16:creationId xmlns:a16="http://schemas.microsoft.com/office/drawing/2014/main" id="{7667FAE3-6B20-43C6-B338-68279CEB76E6}"/>
              </a:ext>
            </a:extLst>
          </p:cNvPr>
          <p:cNvSpPr/>
          <p:nvPr/>
        </p:nvSpPr>
        <p:spPr>
          <a:xfrm>
            <a:off x="10135052" y="1861280"/>
            <a:ext cx="1558343" cy="1481070"/>
          </a:xfrm>
          <a:prstGeom prst="roundRect">
            <a:avLst/>
          </a:prstGeom>
          <a:solidFill>
            <a:srgbClr val="00B05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Kërpudhat</a:t>
            </a:r>
            <a:endParaRPr lang="sq-XK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p11">
            <a:extLst>
              <a:ext uri="{FF2B5EF4-FFF2-40B4-BE49-F238E27FC236}">
                <a16:creationId xmlns:a16="http://schemas.microsoft.com/office/drawing/2014/main" id="{EE0B6145-D147-41B8-ABD2-FB53559325CD}"/>
              </a:ext>
            </a:extLst>
          </p:cNvPr>
          <p:cNvSpPr/>
          <p:nvPr/>
        </p:nvSpPr>
        <p:spPr>
          <a:xfrm>
            <a:off x="2854815" y="3496615"/>
            <a:ext cx="1558343" cy="1481070"/>
          </a:xfrm>
          <a:prstGeom prst="roundRect">
            <a:avLst/>
          </a:prstGeom>
          <a:solidFill>
            <a:srgbClr val="00B05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Riprodhimi</a:t>
            </a:r>
            <a:endParaRPr lang="sq-XK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p12">
            <a:extLst>
              <a:ext uri="{FF2B5EF4-FFF2-40B4-BE49-F238E27FC236}">
                <a16:creationId xmlns:a16="http://schemas.microsoft.com/office/drawing/2014/main" id="{B7257143-87FF-4AD7-98D1-389B7C6C20F8}"/>
              </a:ext>
            </a:extLst>
          </p:cNvPr>
          <p:cNvSpPr/>
          <p:nvPr/>
        </p:nvSpPr>
        <p:spPr>
          <a:xfrm>
            <a:off x="4610635" y="3496615"/>
            <a:ext cx="1558343" cy="1481070"/>
          </a:xfrm>
          <a:prstGeom prst="roundRect">
            <a:avLst/>
          </a:prstGeom>
          <a:solidFill>
            <a:srgbClr val="00B05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dirty="0">
                <a:latin typeface="Times New Roman" panose="02020603050405020304" pitchFamily="18" charset="0"/>
                <a:cs typeface="Times New Roman" panose="02020603050405020304" pitchFamily="18" charset="0"/>
              </a:rPr>
              <a:t>Kërpudhat</a:t>
            </a:r>
            <a:endParaRPr lang="sq-XK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p13">
            <a:extLst>
              <a:ext uri="{FF2B5EF4-FFF2-40B4-BE49-F238E27FC236}">
                <a16:creationId xmlns:a16="http://schemas.microsoft.com/office/drawing/2014/main" id="{BE278341-2ABF-41C4-A29A-CB8251181EF8}"/>
              </a:ext>
            </a:extLst>
          </p:cNvPr>
          <p:cNvSpPr/>
          <p:nvPr/>
        </p:nvSpPr>
        <p:spPr>
          <a:xfrm>
            <a:off x="6448017" y="3536808"/>
            <a:ext cx="1558343" cy="1481070"/>
          </a:xfrm>
          <a:prstGeom prst="roundRect">
            <a:avLst/>
          </a:prstGeom>
          <a:solidFill>
            <a:srgbClr val="00B05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Protistët</a:t>
            </a:r>
            <a:endParaRPr lang="sq-XK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p14">
            <a:extLst>
              <a:ext uri="{FF2B5EF4-FFF2-40B4-BE49-F238E27FC236}">
                <a16:creationId xmlns:a16="http://schemas.microsoft.com/office/drawing/2014/main" id="{6C256C78-6A6C-4C98-A208-C30C913BC470}"/>
              </a:ext>
            </a:extLst>
          </p:cNvPr>
          <p:cNvSpPr/>
          <p:nvPr/>
        </p:nvSpPr>
        <p:spPr>
          <a:xfrm>
            <a:off x="8319751" y="3496615"/>
            <a:ext cx="1558343" cy="1481070"/>
          </a:xfrm>
          <a:prstGeom prst="roundRect">
            <a:avLst/>
          </a:prstGeom>
          <a:solidFill>
            <a:srgbClr val="00B05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Gjinia</a:t>
            </a:r>
            <a:endParaRPr lang="sq-XK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p15">
            <a:extLst>
              <a:ext uri="{FF2B5EF4-FFF2-40B4-BE49-F238E27FC236}">
                <a16:creationId xmlns:a16="http://schemas.microsoft.com/office/drawing/2014/main" id="{FA1DC1ED-8974-443A-AAD6-7354AB70F12D}"/>
              </a:ext>
            </a:extLst>
          </p:cNvPr>
          <p:cNvSpPr/>
          <p:nvPr/>
        </p:nvSpPr>
        <p:spPr>
          <a:xfrm>
            <a:off x="10174309" y="3471275"/>
            <a:ext cx="1558343" cy="1481070"/>
          </a:xfrm>
          <a:prstGeom prst="roundRect">
            <a:avLst/>
          </a:prstGeom>
          <a:solidFill>
            <a:srgbClr val="00B05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Qeliza</a:t>
            </a:r>
            <a:endParaRPr lang="sq-XK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p16">
            <a:extLst>
              <a:ext uri="{FF2B5EF4-FFF2-40B4-BE49-F238E27FC236}">
                <a16:creationId xmlns:a16="http://schemas.microsoft.com/office/drawing/2014/main" id="{B1012AE1-CE11-439E-B799-541D22263670}"/>
              </a:ext>
            </a:extLst>
          </p:cNvPr>
          <p:cNvSpPr/>
          <p:nvPr/>
        </p:nvSpPr>
        <p:spPr>
          <a:xfrm>
            <a:off x="2810875" y="5203063"/>
            <a:ext cx="1558343" cy="1481070"/>
          </a:xfrm>
          <a:prstGeom prst="roundRect">
            <a:avLst/>
          </a:prstGeom>
          <a:solidFill>
            <a:srgbClr val="00B05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Centriola</a:t>
            </a:r>
            <a:endParaRPr lang="sq-XK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p17">
            <a:extLst>
              <a:ext uri="{FF2B5EF4-FFF2-40B4-BE49-F238E27FC236}">
                <a16:creationId xmlns:a16="http://schemas.microsoft.com/office/drawing/2014/main" id="{72B129B9-A7C8-4357-B8E0-5D0289C7D120}"/>
              </a:ext>
            </a:extLst>
          </p:cNvPr>
          <p:cNvSpPr/>
          <p:nvPr/>
        </p:nvSpPr>
        <p:spPr>
          <a:xfrm>
            <a:off x="4610636" y="5157989"/>
            <a:ext cx="1558343" cy="1481070"/>
          </a:xfrm>
          <a:prstGeom prst="roundRect">
            <a:avLst/>
          </a:prstGeom>
          <a:solidFill>
            <a:srgbClr val="00B05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Biodiversiteti</a:t>
            </a:r>
            <a:endParaRPr lang="sq-XK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p18">
            <a:extLst>
              <a:ext uri="{FF2B5EF4-FFF2-40B4-BE49-F238E27FC236}">
                <a16:creationId xmlns:a16="http://schemas.microsoft.com/office/drawing/2014/main" id="{D2EAB5DF-89D8-4C3C-AF84-059548409E1D}"/>
              </a:ext>
            </a:extLst>
          </p:cNvPr>
          <p:cNvSpPr/>
          <p:nvPr/>
        </p:nvSpPr>
        <p:spPr>
          <a:xfrm>
            <a:off x="6451757" y="5235917"/>
            <a:ext cx="1558343" cy="1481070"/>
          </a:xfrm>
          <a:prstGeom prst="roundRect">
            <a:avLst/>
          </a:prstGeom>
          <a:solidFill>
            <a:srgbClr val="00B05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Biodiversiteti</a:t>
            </a:r>
            <a:endParaRPr lang="sq-XK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p19">
            <a:extLst>
              <a:ext uri="{FF2B5EF4-FFF2-40B4-BE49-F238E27FC236}">
                <a16:creationId xmlns:a16="http://schemas.microsoft.com/office/drawing/2014/main" id="{24C33275-D5A6-42AD-9181-1B1BFFC8FEB3}"/>
              </a:ext>
            </a:extLst>
          </p:cNvPr>
          <p:cNvSpPr/>
          <p:nvPr/>
        </p:nvSpPr>
        <p:spPr>
          <a:xfrm>
            <a:off x="8282125" y="5233192"/>
            <a:ext cx="1558343" cy="1481070"/>
          </a:xfrm>
          <a:prstGeom prst="roundRect">
            <a:avLst/>
          </a:prstGeom>
          <a:solidFill>
            <a:srgbClr val="00B05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Protistët</a:t>
            </a:r>
            <a:endParaRPr lang="sq-XK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p20">
            <a:extLst>
              <a:ext uri="{FF2B5EF4-FFF2-40B4-BE49-F238E27FC236}">
                <a16:creationId xmlns:a16="http://schemas.microsoft.com/office/drawing/2014/main" id="{5D3C7ECA-4CF8-4679-A8AB-D3E95E39CA1F}"/>
              </a:ext>
            </a:extLst>
          </p:cNvPr>
          <p:cNvSpPr/>
          <p:nvPr/>
        </p:nvSpPr>
        <p:spPr>
          <a:xfrm>
            <a:off x="10182895" y="5170868"/>
            <a:ext cx="1558343" cy="1481070"/>
          </a:xfrm>
          <a:prstGeom prst="roundRect">
            <a:avLst/>
          </a:prstGeom>
          <a:solidFill>
            <a:srgbClr val="00B05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Mbretëria</a:t>
            </a:r>
            <a:endParaRPr lang="sq-XK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f1">
            <a:extLst>
              <a:ext uri="{FF2B5EF4-FFF2-40B4-BE49-F238E27FC236}">
                <a16:creationId xmlns:a16="http://schemas.microsoft.com/office/drawing/2014/main" id="{75277CEE-D7B3-4F3C-BEFE-49A136C2C607}"/>
              </a:ext>
            </a:extLst>
          </p:cNvPr>
          <p:cNvSpPr/>
          <p:nvPr/>
        </p:nvSpPr>
        <p:spPr>
          <a:xfrm>
            <a:off x="2770648" y="199005"/>
            <a:ext cx="1558343" cy="1481070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sq-XK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f2">
            <a:extLst>
              <a:ext uri="{FF2B5EF4-FFF2-40B4-BE49-F238E27FC236}">
                <a16:creationId xmlns:a16="http://schemas.microsoft.com/office/drawing/2014/main" id="{67833E66-E6D3-4B64-9E65-D5361515F40D}"/>
              </a:ext>
            </a:extLst>
          </p:cNvPr>
          <p:cNvSpPr/>
          <p:nvPr/>
        </p:nvSpPr>
        <p:spPr>
          <a:xfrm>
            <a:off x="4624445" y="218941"/>
            <a:ext cx="1558343" cy="1419470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sq-XK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f3">
            <a:extLst>
              <a:ext uri="{FF2B5EF4-FFF2-40B4-BE49-F238E27FC236}">
                <a16:creationId xmlns:a16="http://schemas.microsoft.com/office/drawing/2014/main" id="{BDD65915-7427-4C4C-9CA4-466623407CEC}"/>
              </a:ext>
            </a:extLst>
          </p:cNvPr>
          <p:cNvSpPr/>
          <p:nvPr/>
        </p:nvSpPr>
        <p:spPr>
          <a:xfrm>
            <a:off x="6472097" y="199005"/>
            <a:ext cx="1558343" cy="1481070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sq-XK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f4">
            <a:extLst>
              <a:ext uri="{FF2B5EF4-FFF2-40B4-BE49-F238E27FC236}">
                <a16:creationId xmlns:a16="http://schemas.microsoft.com/office/drawing/2014/main" id="{9B963240-73E9-43B7-9D04-4407AF579AFF}"/>
              </a:ext>
            </a:extLst>
          </p:cNvPr>
          <p:cNvSpPr/>
          <p:nvPr/>
        </p:nvSpPr>
        <p:spPr>
          <a:xfrm>
            <a:off x="8319748" y="173867"/>
            <a:ext cx="1558343" cy="1481070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sq-XK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f5">
            <a:extLst>
              <a:ext uri="{FF2B5EF4-FFF2-40B4-BE49-F238E27FC236}">
                <a16:creationId xmlns:a16="http://schemas.microsoft.com/office/drawing/2014/main" id="{556473A4-31E2-4823-96F6-9EE9A5EC8D40}"/>
              </a:ext>
            </a:extLst>
          </p:cNvPr>
          <p:cNvSpPr/>
          <p:nvPr/>
        </p:nvSpPr>
        <p:spPr>
          <a:xfrm>
            <a:off x="10135053" y="224664"/>
            <a:ext cx="1558343" cy="1481070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sq-XK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f6">
            <a:extLst>
              <a:ext uri="{FF2B5EF4-FFF2-40B4-BE49-F238E27FC236}">
                <a16:creationId xmlns:a16="http://schemas.microsoft.com/office/drawing/2014/main" id="{FD94C685-591B-4086-BB0F-3C8CB2B26715}"/>
              </a:ext>
            </a:extLst>
          </p:cNvPr>
          <p:cNvSpPr/>
          <p:nvPr/>
        </p:nvSpPr>
        <p:spPr>
          <a:xfrm>
            <a:off x="2770650" y="1796605"/>
            <a:ext cx="1558343" cy="1481070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sq-XK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f7">
            <a:extLst>
              <a:ext uri="{FF2B5EF4-FFF2-40B4-BE49-F238E27FC236}">
                <a16:creationId xmlns:a16="http://schemas.microsoft.com/office/drawing/2014/main" id="{73BDD2F9-03CC-4A57-B64A-44F2AEBF4215}"/>
              </a:ext>
            </a:extLst>
          </p:cNvPr>
          <p:cNvSpPr/>
          <p:nvPr/>
        </p:nvSpPr>
        <p:spPr>
          <a:xfrm>
            <a:off x="4610634" y="1835241"/>
            <a:ext cx="1558343" cy="1481070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sq-XK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f8">
            <a:extLst>
              <a:ext uri="{FF2B5EF4-FFF2-40B4-BE49-F238E27FC236}">
                <a16:creationId xmlns:a16="http://schemas.microsoft.com/office/drawing/2014/main" id="{C05DDA8A-6BC3-4D60-B6E8-C4C099B4E792}"/>
              </a:ext>
            </a:extLst>
          </p:cNvPr>
          <p:cNvSpPr/>
          <p:nvPr/>
        </p:nvSpPr>
        <p:spPr>
          <a:xfrm>
            <a:off x="6465192" y="1848120"/>
            <a:ext cx="1558343" cy="1481070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sq-XK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f9">
            <a:extLst>
              <a:ext uri="{FF2B5EF4-FFF2-40B4-BE49-F238E27FC236}">
                <a16:creationId xmlns:a16="http://schemas.microsoft.com/office/drawing/2014/main" id="{FD4EE956-43FC-48BC-BD2D-1260CE520AAE}"/>
              </a:ext>
            </a:extLst>
          </p:cNvPr>
          <p:cNvSpPr/>
          <p:nvPr/>
        </p:nvSpPr>
        <p:spPr>
          <a:xfrm>
            <a:off x="8328336" y="1848120"/>
            <a:ext cx="1558343" cy="1481070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endParaRPr lang="sq-XK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f10">
            <a:extLst>
              <a:ext uri="{FF2B5EF4-FFF2-40B4-BE49-F238E27FC236}">
                <a16:creationId xmlns:a16="http://schemas.microsoft.com/office/drawing/2014/main" id="{DDF5C57D-B30A-4DBD-A088-A202D8D0730C}"/>
              </a:ext>
            </a:extLst>
          </p:cNvPr>
          <p:cNvSpPr/>
          <p:nvPr/>
        </p:nvSpPr>
        <p:spPr>
          <a:xfrm>
            <a:off x="10147395" y="1834659"/>
            <a:ext cx="1558343" cy="1481070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endParaRPr lang="sq-XK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f11">
            <a:extLst>
              <a:ext uri="{FF2B5EF4-FFF2-40B4-BE49-F238E27FC236}">
                <a16:creationId xmlns:a16="http://schemas.microsoft.com/office/drawing/2014/main" id="{D707958A-B2F1-43DB-8C61-6E7B41E5A89B}"/>
              </a:ext>
            </a:extLst>
          </p:cNvPr>
          <p:cNvSpPr/>
          <p:nvPr/>
        </p:nvSpPr>
        <p:spPr>
          <a:xfrm>
            <a:off x="2854814" y="3496615"/>
            <a:ext cx="1558343" cy="1481070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endParaRPr lang="sq-XK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f12">
            <a:extLst>
              <a:ext uri="{FF2B5EF4-FFF2-40B4-BE49-F238E27FC236}">
                <a16:creationId xmlns:a16="http://schemas.microsoft.com/office/drawing/2014/main" id="{C0F1D52A-F3E3-44D3-B26E-E6545D5DE20E}"/>
              </a:ext>
            </a:extLst>
          </p:cNvPr>
          <p:cNvSpPr/>
          <p:nvPr/>
        </p:nvSpPr>
        <p:spPr>
          <a:xfrm>
            <a:off x="4593461" y="3496615"/>
            <a:ext cx="1558343" cy="1481070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endParaRPr lang="sq-XK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f13">
            <a:extLst>
              <a:ext uri="{FF2B5EF4-FFF2-40B4-BE49-F238E27FC236}">
                <a16:creationId xmlns:a16="http://schemas.microsoft.com/office/drawing/2014/main" id="{0E28D991-A47D-48FD-999F-44163909D8D0}"/>
              </a:ext>
            </a:extLst>
          </p:cNvPr>
          <p:cNvSpPr/>
          <p:nvPr/>
        </p:nvSpPr>
        <p:spPr>
          <a:xfrm>
            <a:off x="6448017" y="3547229"/>
            <a:ext cx="1558343" cy="1481070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r>
            <a:endParaRPr lang="sq-XK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f14">
            <a:extLst>
              <a:ext uri="{FF2B5EF4-FFF2-40B4-BE49-F238E27FC236}">
                <a16:creationId xmlns:a16="http://schemas.microsoft.com/office/drawing/2014/main" id="{C63CDAA4-FCBF-47FC-8A17-FFCF2B55632E}"/>
              </a:ext>
            </a:extLst>
          </p:cNvPr>
          <p:cNvSpPr/>
          <p:nvPr/>
        </p:nvSpPr>
        <p:spPr>
          <a:xfrm>
            <a:off x="8311165" y="3496615"/>
            <a:ext cx="1558343" cy="1481070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r>
            <a:endParaRPr lang="sq-XK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f15">
            <a:extLst>
              <a:ext uri="{FF2B5EF4-FFF2-40B4-BE49-F238E27FC236}">
                <a16:creationId xmlns:a16="http://schemas.microsoft.com/office/drawing/2014/main" id="{3C81652D-5D9C-47B3-9B3C-A8C08745CF1D}"/>
              </a:ext>
            </a:extLst>
          </p:cNvPr>
          <p:cNvSpPr/>
          <p:nvPr/>
        </p:nvSpPr>
        <p:spPr>
          <a:xfrm>
            <a:off x="10198212" y="3471275"/>
            <a:ext cx="1558343" cy="1481070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endParaRPr lang="sq-XK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f17">
            <a:extLst>
              <a:ext uri="{FF2B5EF4-FFF2-40B4-BE49-F238E27FC236}">
                <a16:creationId xmlns:a16="http://schemas.microsoft.com/office/drawing/2014/main" id="{E37E639C-864E-4FB8-8079-CF2F60C5B80D}"/>
              </a:ext>
            </a:extLst>
          </p:cNvPr>
          <p:cNvSpPr/>
          <p:nvPr/>
        </p:nvSpPr>
        <p:spPr>
          <a:xfrm>
            <a:off x="4619222" y="5170868"/>
            <a:ext cx="1558343" cy="1481070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r>
            <a:endParaRPr lang="sq-XK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f18">
            <a:extLst>
              <a:ext uri="{FF2B5EF4-FFF2-40B4-BE49-F238E27FC236}">
                <a16:creationId xmlns:a16="http://schemas.microsoft.com/office/drawing/2014/main" id="{85A657EC-4FDA-4DB6-8D20-E0AC997E7580}"/>
              </a:ext>
            </a:extLst>
          </p:cNvPr>
          <p:cNvSpPr/>
          <p:nvPr/>
        </p:nvSpPr>
        <p:spPr>
          <a:xfrm>
            <a:off x="6441004" y="5215661"/>
            <a:ext cx="1509737" cy="1481070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18</a:t>
            </a:r>
            <a:endParaRPr lang="sq-XK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f19">
            <a:extLst>
              <a:ext uri="{FF2B5EF4-FFF2-40B4-BE49-F238E27FC236}">
                <a16:creationId xmlns:a16="http://schemas.microsoft.com/office/drawing/2014/main" id="{CD1D8B86-9263-42F3-AA0C-093B6CB224A1}"/>
              </a:ext>
            </a:extLst>
          </p:cNvPr>
          <p:cNvSpPr/>
          <p:nvPr/>
        </p:nvSpPr>
        <p:spPr>
          <a:xfrm>
            <a:off x="8264953" y="5203063"/>
            <a:ext cx="1558343" cy="1481070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</a:t>
            </a:r>
            <a:endParaRPr lang="sq-XK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f20">
            <a:extLst>
              <a:ext uri="{FF2B5EF4-FFF2-40B4-BE49-F238E27FC236}">
                <a16:creationId xmlns:a16="http://schemas.microsoft.com/office/drawing/2014/main" id="{42A1D0E8-C195-42E1-9936-9BF9BE5A3BA9}"/>
              </a:ext>
            </a:extLst>
          </p:cNvPr>
          <p:cNvSpPr/>
          <p:nvPr/>
        </p:nvSpPr>
        <p:spPr>
          <a:xfrm>
            <a:off x="10182895" y="5196625"/>
            <a:ext cx="1558343" cy="1481070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endParaRPr lang="sq-XK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f16">
            <a:extLst>
              <a:ext uri="{FF2B5EF4-FFF2-40B4-BE49-F238E27FC236}">
                <a16:creationId xmlns:a16="http://schemas.microsoft.com/office/drawing/2014/main" id="{5A13922A-8408-4756-AB25-5D49507D999A}"/>
              </a:ext>
            </a:extLst>
          </p:cNvPr>
          <p:cNvSpPr/>
          <p:nvPr/>
        </p:nvSpPr>
        <p:spPr>
          <a:xfrm>
            <a:off x="2819461" y="5196625"/>
            <a:ext cx="1558343" cy="1481070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endParaRPr lang="sq-XK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Oval 41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EFE72DFF-4C10-4BA3-A439-9E83C22BD450}"/>
              </a:ext>
            </a:extLst>
          </p:cNvPr>
          <p:cNvSpPr/>
          <p:nvPr/>
        </p:nvSpPr>
        <p:spPr>
          <a:xfrm>
            <a:off x="728700" y="2224827"/>
            <a:ext cx="1648501" cy="1584101"/>
          </a:xfrm>
          <a:prstGeom prst="ellipse">
            <a:avLst/>
          </a:prstGeom>
          <a:solidFill>
            <a:srgbClr val="FFFF00"/>
          </a:solidFill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Rifillo</a:t>
            </a:r>
            <a:endParaRPr lang="sq-XK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60F33E7-8DA8-444A-8BE9-7BF70239E6D8}"/>
              </a:ext>
            </a:extLst>
          </p:cNvPr>
          <p:cNvSpPr txBox="1"/>
          <p:nvPr/>
        </p:nvSpPr>
        <p:spPr>
          <a:xfrm>
            <a:off x="82108" y="327934"/>
            <a:ext cx="2883774" cy="1446550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txBody>
          <a:bodyPr wrap="square" rtlCol="0">
            <a:spAutoFit/>
          </a:bodyPr>
          <a:lstStyle/>
          <a:p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Loja </a:t>
            </a:r>
            <a:endParaRPr lang="sq-AL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sq-AL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baj mend</a:t>
            </a:r>
            <a:endParaRPr lang="sq-XK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Rounded Rectangle 45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AA0073F9-6051-425D-AA09-D53F38B6A78D}"/>
              </a:ext>
            </a:extLst>
          </p:cNvPr>
          <p:cNvSpPr/>
          <p:nvPr/>
        </p:nvSpPr>
        <p:spPr>
          <a:xfrm>
            <a:off x="595102" y="5351172"/>
            <a:ext cx="2086378" cy="914397"/>
          </a:xfrm>
          <a:prstGeom prst="roundRect">
            <a:avLst/>
          </a:prstGeom>
          <a:solidFill>
            <a:srgbClr val="FFFF00"/>
          </a:solidFill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Vazhdo</a:t>
            </a:r>
            <a:endParaRPr lang="sq-XK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2764425-A452-4248-8D93-DE26CD8598C5}"/>
              </a:ext>
            </a:extLst>
          </p:cNvPr>
          <p:cNvSpPr txBox="1"/>
          <p:nvPr/>
        </p:nvSpPr>
        <p:spPr>
          <a:xfrm>
            <a:off x="238538" y="0"/>
            <a:ext cx="8853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N. Guri</a:t>
            </a:r>
            <a:endParaRPr lang="sq-XK" dirty="0"/>
          </a:p>
        </p:txBody>
      </p:sp>
      <p:sp>
        <p:nvSpPr>
          <p:cNvPr id="47" name="Action Button: Blank 46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E41F55FC-A262-289C-C977-81EE5107B36A}"/>
              </a:ext>
            </a:extLst>
          </p:cNvPr>
          <p:cNvSpPr/>
          <p:nvPr/>
        </p:nvSpPr>
        <p:spPr>
          <a:xfrm>
            <a:off x="755563" y="4232767"/>
            <a:ext cx="1558343" cy="744918"/>
          </a:xfrm>
          <a:prstGeom prst="actionButtonBlank">
            <a:avLst/>
          </a:prstGeom>
          <a:solidFill>
            <a:srgbClr val="FFFF07"/>
          </a:solidFill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Kthehu</a:t>
            </a:r>
          </a:p>
        </p:txBody>
      </p:sp>
    </p:spTree>
    <p:extLst>
      <p:ext uri="{BB962C8B-B14F-4D97-AF65-F5344CB8AC3E}">
        <p14:creationId xmlns:p14="http://schemas.microsoft.com/office/powerpoint/2010/main" val="287816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seq concurrent="1" nextAc="seek">
              <p:cTn id="17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seq concurrent="1" nextAc="seek">
              <p:cTn id="22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  <p:seq concurrent="1" nextAc="seek">
              <p:cTn id="27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37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seq concurrent="1" nextAc="seek">
              <p:cTn id="42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  <p:seq concurrent="1" nextAc="seek">
              <p:cTn id="47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" fill="hold">
                      <p:stCondLst>
                        <p:cond delay="0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seq concurrent="1" nextAc="seek">
              <p:cTn id="52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  <p:seq concurrent="1" nextAc="seek">
              <p:cTn id="57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8" fill="hold">
                      <p:stCondLst>
                        <p:cond delay="0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62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  <p:seq concurrent="1" nextAc="seek">
              <p:cTn id="67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8" fill="hold">
                      <p:stCondLst>
                        <p:cond delay="0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72" restart="whenNotActive" fill="hold" evtFilter="cancelBubble" nodeType="interactiveSeq">
                <p:stCondLst>
                  <p:cond evt="onClick" delay="0">
                    <p:tgtEl>
                      <p:spTgt spid="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3" fill="hold">
                      <p:stCondLst>
                        <p:cond delay="0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9"/>
                  </p:tgtEl>
                </p:cond>
              </p:nextCondLst>
            </p:seq>
            <p:seq concurrent="1" nextAc="seek">
              <p:cTn id="77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8" fill="hold">
                      <p:stCondLst>
                        <p:cond delay="0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82" restart="whenNotActive" fill="hold" evtFilter="cancelBubble" nodeType="interactiveSeq">
                <p:stCondLst>
                  <p:cond evt="onClick" delay="0">
                    <p:tgtEl>
                      <p:spTgt spid="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3" fill="hold">
                      <p:stCondLst>
                        <p:cond delay="0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0"/>
                  </p:tgtEl>
                </p:cond>
              </p:nextCondLst>
            </p:seq>
            <p:seq concurrent="1" nextAc="seek">
              <p:cTn id="87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8" fill="hold">
                      <p:stCondLst>
                        <p:cond delay="0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92" restart="whenNotActive" fill="hold" evtFilter="cancelBubble" nodeType="interactiveSeq">
                <p:stCondLst>
                  <p:cond evt="onClick" delay="0">
                    <p:tgtEl>
                      <p:spTgt spid="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" fill="hold">
                      <p:stCondLst>
                        <p:cond delay="0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1"/>
                  </p:tgtEl>
                </p:cond>
              </p:nextCondLst>
            </p:seq>
            <p:seq concurrent="1" nextAc="seek">
              <p:cTn id="97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8" fill="hold">
                      <p:stCondLst>
                        <p:cond delay="0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102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3" fill="hold">
                      <p:stCondLst>
                        <p:cond delay="0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  <p:seq concurrent="1" nextAc="seek">
              <p:cTn id="107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8" fill="hold">
                      <p:stCondLst>
                        <p:cond delay="0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112" restart="whenNotActive" fill="hold" evtFilter="cancelBubble" nodeType="interactiveSeq">
                <p:stCondLst>
                  <p:cond evt="onClick" delay="0">
                    <p:tgtEl>
                      <p:spTgt spid="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3" fill="hold">
                      <p:stCondLst>
                        <p:cond delay="0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3"/>
                  </p:tgtEl>
                </p:cond>
              </p:nextCondLst>
            </p:seq>
            <p:seq concurrent="1" nextAc="seek">
              <p:cTn id="117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8" fill="hold">
                      <p:stCondLst>
                        <p:cond delay="0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122" restart="whenNotActive" fill="hold" evtFilter="cancelBubble" nodeType="interactiveSeq">
                <p:stCondLst>
                  <p:cond evt="onClick" delay="0">
                    <p:tgtEl>
                      <p:spTgt spid="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3" fill="hold">
                      <p:stCondLst>
                        <p:cond delay="0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4"/>
                  </p:tgtEl>
                </p:cond>
              </p:nextCondLst>
            </p:seq>
            <p:seq concurrent="1" nextAc="seek">
              <p:cTn id="127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8" fill="hold">
                      <p:stCondLst>
                        <p:cond delay="0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132" restart="whenNotActive" fill="hold" evtFilter="cancelBubble" nodeType="interactiveSeq">
                <p:stCondLst>
                  <p:cond evt="onClick" delay="0">
                    <p:tgtEl>
                      <p:spTgt spid="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3" fill="hold">
                      <p:stCondLst>
                        <p:cond delay="0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5"/>
                  </p:tgtEl>
                </p:cond>
              </p:nextCondLst>
            </p:seq>
            <p:seq concurrent="1" nextAc="seek">
              <p:cTn id="137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8" fill="hold">
                      <p:stCondLst>
                        <p:cond delay="0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142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3" fill="hold">
                      <p:stCondLst>
                        <p:cond delay="0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  <p:seq concurrent="1" nextAc="seek">
              <p:cTn id="147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8" fill="hold">
                      <p:stCondLst>
                        <p:cond delay="0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152" restart="whenNotActive" fill="hold" evtFilter="cancelBubble" nodeType="interactiveSeq">
                <p:stCondLst>
                  <p:cond evt="onClick" delay="0">
                    <p:tgtEl>
                      <p:spTgt spid="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3" fill="hold">
                      <p:stCondLst>
                        <p:cond delay="0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1"/>
                  </p:tgtEl>
                </p:cond>
              </p:nextCondLst>
            </p:seq>
            <p:seq concurrent="1" nextAc="seek">
              <p:cTn id="157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8" fill="hold">
                      <p:stCondLst>
                        <p:cond delay="0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162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3" fill="hold">
                      <p:stCondLst>
                        <p:cond delay="0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"/>
                  </p:tgtEl>
                </p:cond>
              </p:nextCondLst>
            </p:seq>
            <p:seq concurrent="1" nextAc="seek">
              <p:cTn id="167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8" fill="hold">
                      <p:stCondLst>
                        <p:cond delay="0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  <p:seq concurrent="1" nextAc="seek">
              <p:cTn id="172" restart="whenNotActive" fill="hold" evtFilter="cancelBubble" nodeType="interactiveSeq">
                <p:stCondLst>
                  <p:cond evt="onClick" delay="0">
                    <p:tgtEl>
                      <p:spTgt spid="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3" fill="hold">
                      <p:stCondLst>
                        <p:cond delay="0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8"/>
                  </p:tgtEl>
                </p:cond>
              </p:nextCondLst>
            </p:seq>
            <p:seq concurrent="1" nextAc="seek">
              <p:cTn id="177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8" fill="hold">
                      <p:stCondLst>
                        <p:cond delay="0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seq concurrent="1" nextAc="seek">
              <p:cTn id="182" restart="whenNotActive" fill="hold" evtFilter="cancelBubble" nodeType="interactiveSeq">
                <p:stCondLst>
                  <p:cond evt="onClick" delay="0">
                    <p:tgtEl>
                      <p:spTgt spid="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3" fill="hold">
                      <p:stCondLst>
                        <p:cond delay="0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9"/>
                  </p:tgtEl>
                </p:cond>
              </p:nextCondLst>
            </p:seq>
            <p:seq concurrent="1" nextAc="seek">
              <p:cTn id="187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8" fill="hold">
                      <p:stCondLst>
                        <p:cond delay="0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192" restart="whenNotActive" fill="hold" evtFilter="cancelBubble" nodeType="interactiveSeq">
                <p:stCondLst>
                  <p:cond evt="onClick" delay="0">
                    <p:tgtEl>
                      <p:spTgt spid="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3" fill="hold">
                      <p:stCondLst>
                        <p:cond delay="0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0"/>
                  </p:tgtEl>
                </p:cond>
              </p:nextCondLst>
            </p:seq>
            <p:seq concurrent="1" nextAc="seek">
              <p:cTn id="197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8" fill="hold">
                      <p:stCondLst>
                        <p:cond delay="0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seq concurrent="1" nextAc="seek">
              <p:cTn id="202" restart="whenNotActive" fill="hold" evtFilter="cancelBubble" nodeType="interactiveSeq">
                <p:stCondLst>
                  <p:cond evt="onClick" delay="0">
                    <p:tgtEl>
                      <p:spTgt spid="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3" fill="hold">
                      <p:stCondLst>
                        <p:cond delay="0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9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1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3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5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7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9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1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3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5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7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9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1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3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5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7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9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1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3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2"/>
                  </p:tgtEl>
                </p:cond>
              </p:nextCondLst>
            </p:seq>
          </p:childTnLst>
        </p:cTn>
      </p:par>
    </p:tnLst>
    <p:bldLst>
      <p:bldP spid="22" grpId="0" animBg="1"/>
      <p:bldP spid="22" grpId="1" animBg="1"/>
      <p:bldP spid="22" grpId="2" animBg="1"/>
      <p:bldP spid="23" grpId="0" animBg="1"/>
      <p:bldP spid="23" grpId="1" animBg="1"/>
      <p:bldP spid="23" grpId="2" animBg="1"/>
      <p:bldP spid="24" grpId="0" animBg="1"/>
      <p:bldP spid="24" grpId="1" animBg="1"/>
      <p:bldP spid="24" grpId="2" animBg="1"/>
      <p:bldP spid="25" grpId="0" animBg="1"/>
      <p:bldP spid="25" grpId="1" animBg="1"/>
      <p:bldP spid="25" grpId="2" animBg="1"/>
      <p:bldP spid="26" grpId="0" animBg="1"/>
      <p:bldP spid="26" grpId="1" animBg="1"/>
      <p:bldP spid="26" grpId="2" animBg="1"/>
      <p:bldP spid="27" grpId="0" animBg="1"/>
      <p:bldP spid="27" grpId="1" animBg="1"/>
      <p:bldP spid="27" grpId="2" animBg="1"/>
      <p:bldP spid="28" grpId="0" animBg="1"/>
      <p:bldP spid="28" grpId="1" animBg="1"/>
      <p:bldP spid="28" grpId="2" animBg="1"/>
      <p:bldP spid="29" grpId="0" animBg="1"/>
      <p:bldP spid="29" grpId="1" animBg="1"/>
      <p:bldP spid="29" grpId="2" animBg="1"/>
      <p:bldP spid="30" grpId="0" animBg="1"/>
      <p:bldP spid="30" grpId="1" animBg="1"/>
      <p:bldP spid="30" grpId="2" animBg="1"/>
      <p:bldP spid="31" grpId="0" animBg="1"/>
      <p:bldP spid="31" grpId="1" animBg="1"/>
      <p:bldP spid="31" grpId="2" animBg="1"/>
      <p:bldP spid="32" grpId="0" animBg="1"/>
      <p:bldP spid="32" grpId="1" animBg="1"/>
      <p:bldP spid="32" grpId="2" animBg="1"/>
      <p:bldP spid="33" grpId="0" animBg="1"/>
      <p:bldP spid="33" grpId="1" animBg="1"/>
      <p:bldP spid="33" grpId="2" animBg="1"/>
      <p:bldP spid="34" grpId="0" animBg="1"/>
      <p:bldP spid="34" grpId="1" animBg="1"/>
      <p:bldP spid="34" grpId="2" animBg="1"/>
      <p:bldP spid="35" grpId="0" animBg="1"/>
      <p:bldP spid="35" grpId="1" animBg="1"/>
      <p:bldP spid="35" grpId="2" animBg="1"/>
      <p:bldP spid="36" grpId="0" animBg="1"/>
      <p:bldP spid="36" grpId="1" animBg="1"/>
      <p:bldP spid="36" grpId="2" animBg="1"/>
      <p:bldP spid="37" grpId="0" animBg="1"/>
      <p:bldP spid="37" grpId="1" animBg="1"/>
      <p:bldP spid="37" grpId="2" animBg="1"/>
      <p:bldP spid="38" grpId="0" animBg="1"/>
      <p:bldP spid="38" grpId="1" animBg="1"/>
      <p:bldP spid="38" grpId="2" animBg="1"/>
      <p:bldP spid="39" grpId="0" animBg="1"/>
      <p:bldP spid="39" grpId="1" animBg="1"/>
      <p:bldP spid="39" grpId="2" animBg="1"/>
      <p:bldP spid="40" grpId="0" animBg="1"/>
      <p:bldP spid="40" grpId="1" animBg="1"/>
      <p:bldP spid="40" grpId="2" animBg="1"/>
      <p:bldP spid="41" grpId="0" animBg="1"/>
      <p:bldP spid="41" grpId="1" animBg="1"/>
      <p:bldP spid="41" grpId="2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1">
            <a:extLst>
              <a:ext uri="{FF2B5EF4-FFF2-40B4-BE49-F238E27FC236}">
                <a16:creationId xmlns:a16="http://schemas.microsoft.com/office/drawing/2014/main" id="{E998BE69-181D-44A6-9579-ABF78F2D886E}"/>
              </a:ext>
            </a:extLst>
          </p:cNvPr>
          <p:cNvSpPr/>
          <p:nvPr/>
        </p:nvSpPr>
        <p:spPr>
          <a:xfrm>
            <a:off x="2859109" y="173867"/>
            <a:ext cx="1558343" cy="1481070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Sistematika</a:t>
            </a:r>
            <a:endParaRPr lang="sq-XK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p2">
            <a:extLst>
              <a:ext uri="{FF2B5EF4-FFF2-40B4-BE49-F238E27FC236}">
                <a16:creationId xmlns:a16="http://schemas.microsoft.com/office/drawing/2014/main" id="{D2E8A673-8AE6-4A3D-9C3C-3D6BE43376B2}"/>
              </a:ext>
            </a:extLst>
          </p:cNvPr>
          <p:cNvSpPr/>
          <p:nvPr/>
        </p:nvSpPr>
        <p:spPr>
          <a:xfrm>
            <a:off x="4610636" y="173867"/>
            <a:ext cx="1558343" cy="1481070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Familja</a:t>
            </a:r>
            <a:endParaRPr lang="sq-XK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p3">
            <a:extLst>
              <a:ext uri="{FF2B5EF4-FFF2-40B4-BE49-F238E27FC236}">
                <a16:creationId xmlns:a16="http://schemas.microsoft.com/office/drawing/2014/main" id="{851A6938-5137-45AB-B5F3-935BE7310B57}"/>
              </a:ext>
            </a:extLst>
          </p:cNvPr>
          <p:cNvSpPr/>
          <p:nvPr/>
        </p:nvSpPr>
        <p:spPr>
          <a:xfrm>
            <a:off x="6465194" y="173867"/>
            <a:ext cx="1558343" cy="1481070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Citoplazma</a:t>
            </a:r>
            <a:endParaRPr lang="sq-XK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p4">
            <a:extLst>
              <a:ext uri="{FF2B5EF4-FFF2-40B4-BE49-F238E27FC236}">
                <a16:creationId xmlns:a16="http://schemas.microsoft.com/office/drawing/2014/main" id="{CE764EF3-AD89-4B4A-9051-0326071E68CB}"/>
              </a:ext>
            </a:extLst>
          </p:cNvPr>
          <p:cNvSpPr/>
          <p:nvPr/>
        </p:nvSpPr>
        <p:spPr>
          <a:xfrm>
            <a:off x="8319752" y="173867"/>
            <a:ext cx="1558343" cy="1481070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dirty="0">
                <a:latin typeface="Times New Roman" panose="02020603050405020304" pitchFamily="18" charset="0"/>
                <a:cs typeface="Times New Roman" panose="02020603050405020304" pitchFamily="18" charset="0"/>
              </a:rPr>
              <a:t>Kloroplastet</a:t>
            </a:r>
            <a:endParaRPr lang="sq-XK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p5">
            <a:extLst>
              <a:ext uri="{FF2B5EF4-FFF2-40B4-BE49-F238E27FC236}">
                <a16:creationId xmlns:a16="http://schemas.microsoft.com/office/drawing/2014/main" id="{288B0FE4-DBEB-40CD-8D38-C4627878E601}"/>
              </a:ext>
            </a:extLst>
          </p:cNvPr>
          <p:cNvSpPr/>
          <p:nvPr/>
        </p:nvSpPr>
        <p:spPr>
          <a:xfrm>
            <a:off x="10174310" y="173867"/>
            <a:ext cx="1558343" cy="1481070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Lëvizja</a:t>
            </a:r>
            <a:endParaRPr lang="sq-XK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p6">
            <a:extLst>
              <a:ext uri="{FF2B5EF4-FFF2-40B4-BE49-F238E27FC236}">
                <a16:creationId xmlns:a16="http://schemas.microsoft.com/office/drawing/2014/main" id="{43ED4A44-741C-494C-8717-2969C7DD6233}"/>
              </a:ext>
            </a:extLst>
          </p:cNvPr>
          <p:cNvSpPr/>
          <p:nvPr/>
        </p:nvSpPr>
        <p:spPr>
          <a:xfrm>
            <a:off x="2859108" y="1835241"/>
            <a:ext cx="1558343" cy="1481070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Tipi</a:t>
            </a:r>
            <a:endParaRPr lang="sq-XK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p7">
            <a:extLst>
              <a:ext uri="{FF2B5EF4-FFF2-40B4-BE49-F238E27FC236}">
                <a16:creationId xmlns:a16="http://schemas.microsoft.com/office/drawing/2014/main" id="{08295B50-A9AD-4E6A-984D-8AC13C0BF5B6}"/>
              </a:ext>
            </a:extLst>
          </p:cNvPr>
          <p:cNvSpPr/>
          <p:nvPr/>
        </p:nvSpPr>
        <p:spPr>
          <a:xfrm>
            <a:off x="4610635" y="1835241"/>
            <a:ext cx="1558343" cy="1481070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Mbretëria</a:t>
            </a:r>
            <a:endParaRPr lang="sq-XK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p8">
            <a:extLst>
              <a:ext uri="{FF2B5EF4-FFF2-40B4-BE49-F238E27FC236}">
                <a16:creationId xmlns:a16="http://schemas.microsoft.com/office/drawing/2014/main" id="{CFA104D9-3D7E-4D85-B258-9563EC562A06}"/>
              </a:ext>
            </a:extLst>
          </p:cNvPr>
          <p:cNvSpPr/>
          <p:nvPr/>
        </p:nvSpPr>
        <p:spPr>
          <a:xfrm>
            <a:off x="6465193" y="1835241"/>
            <a:ext cx="1558343" cy="1481070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Endemike</a:t>
            </a:r>
            <a:endParaRPr lang="sq-XK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p9">
            <a:extLst>
              <a:ext uri="{FF2B5EF4-FFF2-40B4-BE49-F238E27FC236}">
                <a16:creationId xmlns:a16="http://schemas.microsoft.com/office/drawing/2014/main" id="{79C951AF-FD5D-4E69-B63B-21C91AD4CE87}"/>
              </a:ext>
            </a:extLst>
          </p:cNvPr>
          <p:cNvSpPr/>
          <p:nvPr/>
        </p:nvSpPr>
        <p:spPr>
          <a:xfrm>
            <a:off x="8324044" y="1835241"/>
            <a:ext cx="1558343" cy="1481070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Rroqebulli</a:t>
            </a:r>
            <a:endParaRPr lang="sq-XK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p10">
            <a:extLst>
              <a:ext uri="{FF2B5EF4-FFF2-40B4-BE49-F238E27FC236}">
                <a16:creationId xmlns:a16="http://schemas.microsoft.com/office/drawing/2014/main" id="{7667FAE3-6B20-43C6-B338-68279CEB76E6}"/>
              </a:ext>
            </a:extLst>
          </p:cNvPr>
          <p:cNvSpPr/>
          <p:nvPr/>
        </p:nvSpPr>
        <p:spPr>
          <a:xfrm>
            <a:off x="10182895" y="1835241"/>
            <a:ext cx="1558343" cy="1481070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Farëveshurat</a:t>
            </a:r>
            <a:endParaRPr lang="sq-XK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p11">
            <a:extLst>
              <a:ext uri="{FF2B5EF4-FFF2-40B4-BE49-F238E27FC236}">
                <a16:creationId xmlns:a16="http://schemas.microsoft.com/office/drawing/2014/main" id="{EE0B6145-D147-41B8-ABD2-FB53559325CD}"/>
              </a:ext>
            </a:extLst>
          </p:cNvPr>
          <p:cNvSpPr/>
          <p:nvPr/>
        </p:nvSpPr>
        <p:spPr>
          <a:xfrm>
            <a:off x="2854815" y="3496615"/>
            <a:ext cx="1558343" cy="1481070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dirty="0">
                <a:latin typeface="Times New Roman" panose="02020603050405020304" pitchFamily="18" charset="0"/>
                <a:cs typeface="Times New Roman" panose="02020603050405020304" pitchFamily="18" charset="0"/>
              </a:rPr>
              <a:t>Kloroplastet</a:t>
            </a:r>
            <a:endParaRPr lang="sq-XK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p12">
            <a:extLst>
              <a:ext uri="{FF2B5EF4-FFF2-40B4-BE49-F238E27FC236}">
                <a16:creationId xmlns:a16="http://schemas.microsoft.com/office/drawing/2014/main" id="{B7257143-87FF-4AD7-98D1-389B7C6C20F8}"/>
              </a:ext>
            </a:extLst>
          </p:cNvPr>
          <p:cNvSpPr/>
          <p:nvPr/>
        </p:nvSpPr>
        <p:spPr>
          <a:xfrm>
            <a:off x="4610635" y="3496615"/>
            <a:ext cx="1558343" cy="1481070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dirty="0">
                <a:latin typeface="Times New Roman" panose="02020603050405020304" pitchFamily="18" charset="0"/>
                <a:cs typeface="Times New Roman" panose="02020603050405020304" pitchFamily="18" charset="0"/>
              </a:rPr>
              <a:t>Lëvizja</a:t>
            </a:r>
            <a:endParaRPr lang="sq-XK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p13">
            <a:extLst>
              <a:ext uri="{FF2B5EF4-FFF2-40B4-BE49-F238E27FC236}">
                <a16:creationId xmlns:a16="http://schemas.microsoft.com/office/drawing/2014/main" id="{BE278341-2ABF-41C4-A29A-CB8251181EF8}"/>
              </a:ext>
            </a:extLst>
          </p:cNvPr>
          <p:cNvSpPr/>
          <p:nvPr/>
        </p:nvSpPr>
        <p:spPr>
          <a:xfrm>
            <a:off x="6465192" y="3496615"/>
            <a:ext cx="1558343" cy="1481070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Citoplazma</a:t>
            </a:r>
            <a:endParaRPr lang="sq-XK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p14">
            <a:extLst>
              <a:ext uri="{FF2B5EF4-FFF2-40B4-BE49-F238E27FC236}">
                <a16:creationId xmlns:a16="http://schemas.microsoft.com/office/drawing/2014/main" id="{6C256C78-6A6C-4C98-A208-C30C913BC470}"/>
              </a:ext>
            </a:extLst>
          </p:cNvPr>
          <p:cNvSpPr/>
          <p:nvPr/>
        </p:nvSpPr>
        <p:spPr>
          <a:xfrm>
            <a:off x="8319751" y="3496615"/>
            <a:ext cx="1558343" cy="1481070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Sistematika</a:t>
            </a:r>
            <a:endParaRPr lang="sq-XK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p15">
            <a:extLst>
              <a:ext uri="{FF2B5EF4-FFF2-40B4-BE49-F238E27FC236}">
                <a16:creationId xmlns:a16="http://schemas.microsoft.com/office/drawing/2014/main" id="{FA1DC1ED-8974-443A-AAD6-7354AB70F12D}"/>
              </a:ext>
            </a:extLst>
          </p:cNvPr>
          <p:cNvSpPr/>
          <p:nvPr/>
        </p:nvSpPr>
        <p:spPr>
          <a:xfrm>
            <a:off x="10174309" y="3496615"/>
            <a:ext cx="1558343" cy="1481070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Familja</a:t>
            </a:r>
            <a:endParaRPr lang="sq-XK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p16">
            <a:extLst>
              <a:ext uri="{FF2B5EF4-FFF2-40B4-BE49-F238E27FC236}">
                <a16:creationId xmlns:a16="http://schemas.microsoft.com/office/drawing/2014/main" id="{B1012AE1-CE11-439E-B799-541D22263670}"/>
              </a:ext>
            </a:extLst>
          </p:cNvPr>
          <p:cNvSpPr/>
          <p:nvPr/>
        </p:nvSpPr>
        <p:spPr>
          <a:xfrm>
            <a:off x="2854815" y="5196625"/>
            <a:ext cx="1558343" cy="1481070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Tipi</a:t>
            </a:r>
            <a:endParaRPr lang="sq-XK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p17">
            <a:extLst>
              <a:ext uri="{FF2B5EF4-FFF2-40B4-BE49-F238E27FC236}">
                <a16:creationId xmlns:a16="http://schemas.microsoft.com/office/drawing/2014/main" id="{72B129B9-A7C8-4357-B8E0-5D0289C7D120}"/>
              </a:ext>
            </a:extLst>
          </p:cNvPr>
          <p:cNvSpPr/>
          <p:nvPr/>
        </p:nvSpPr>
        <p:spPr>
          <a:xfrm>
            <a:off x="4610636" y="5157989"/>
            <a:ext cx="1558343" cy="1481070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Endemike</a:t>
            </a:r>
            <a:endParaRPr lang="sq-XK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p18">
            <a:extLst>
              <a:ext uri="{FF2B5EF4-FFF2-40B4-BE49-F238E27FC236}">
                <a16:creationId xmlns:a16="http://schemas.microsoft.com/office/drawing/2014/main" id="{D2EAB5DF-89D8-4C3C-AF84-059548409E1D}"/>
              </a:ext>
            </a:extLst>
          </p:cNvPr>
          <p:cNvSpPr/>
          <p:nvPr/>
        </p:nvSpPr>
        <p:spPr>
          <a:xfrm>
            <a:off x="6465193" y="5170868"/>
            <a:ext cx="1558343" cy="1481070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Rroqebulli</a:t>
            </a:r>
            <a:endParaRPr lang="sq-XK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p19">
            <a:extLst>
              <a:ext uri="{FF2B5EF4-FFF2-40B4-BE49-F238E27FC236}">
                <a16:creationId xmlns:a16="http://schemas.microsoft.com/office/drawing/2014/main" id="{24C33275-D5A6-42AD-9181-1B1BFFC8FEB3}"/>
              </a:ext>
            </a:extLst>
          </p:cNvPr>
          <p:cNvSpPr/>
          <p:nvPr/>
        </p:nvSpPr>
        <p:spPr>
          <a:xfrm>
            <a:off x="8319751" y="5157989"/>
            <a:ext cx="1558343" cy="1481070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Farëveshurat</a:t>
            </a:r>
            <a:endParaRPr lang="sq-XK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p20">
            <a:extLst>
              <a:ext uri="{FF2B5EF4-FFF2-40B4-BE49-F238E27FC236}">
                <a16:creationId xmlns:a16="http://schemas.microsoft.com/office/drawing/2014/main" id="{5D3C7ECA-4CF8-4679-A8AB-D3E95E39CA1F}"/>
              </a:ext>
            </a:extLst>
          </p:cNvPr>
          <p:cNvSpPr/>
          <p:nvPr/>
        </p:nvSpPr>
        <p:spPr>
          <a:xfrm>
            <a:off x="10182895" y="5170868"/>
            <a:ext cx="1558343" cy="1481070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Mbretëria</a:t>
            </a:r>
            <a:endParaRPr lang="sq-XK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f1">
            <a:extLst>
              <a:ext uri="{FF2B5EF4-FFF2-40B4-BE49-F238E27FC236}">
                <a16:creationId xmlns:a16="http://schemas.microsoft.com/office/drawing/2014/main" id="{75277CEE-D7B3-4F3C-BEFE-49A136C2C607}"/>
              </a:ext>
            </a:extLst>
          </p:cNvPr>
          <p:cNvSpPr/>
          <p:nvPr/>
        </p:nvSpPr>
        <p:spPr>
          <a:xfrm>
            <a:off x="2803528" y="154549"/>
            <a:ext cx="1613797" cy="1481070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sq-XK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f2">
            <a:extLst>
              <a:ext uri="{FF2B5EF4-FFF2-40B4-BE49-F238E27FC236}">
                <a16:creationId xmlns:a16="http://schemas.microsoft.com/office/drawing/2014/main" id="{67833E66-E6D3-4B64-9E65-D5361515F40D}"/>
              </a:ext>
            </a:extLst>
          </p:cNvPr>
          <p:cNvSpPr/>
          <p:nvPr/>
        </p:nvSpPr>
        <p:spPr>
          <a:xfrm>
            <a:off x="4619222" y="186746"/>
            <a:ext cx="1558343" cy="1481070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sq-XK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f3">
            <a:extLst>
              <a:ext uri="{FF2B5EF4-FFF2-40B4-BE49-F238E27FC236}">
                <a16:creationId xmlns:a16="http://schemas.microsoft.com/office/drawing/2014/main" id="{BDD65915-7427-4C4C-9CA4-466623407CEC}"/>
              </a:ext>
            </a:extLst>
          </p:cNvPr>
          <p:cNvSpPr/>
          <p:nvPr/>
        </p:nvSpPr>
        <p:spPr>
          <a:xfrm>
            <a:off x="6465192" y="173867"/>
            <a:ext cx="1558343" cy="1481070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sq-XK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f4">
            <a:extLst>
              <a:ext uri="{FF2B5EF4-FFF2-40B4-BE49-F238E27FC236}">
                <a16:creationId xmlns:a16="http://schemas.microsoft.com/office/drawing/2014/main" id="{9B963240-73E9-43B7-9D04-4407AF579AFF}"/>
              </a:ext>
            </a:extLst>
          </p:cNvPr>
          <p:cNvSpPr/>
          <p:nvPr/>
        </p:nvSpPr>
        <p:spPr>
          <a:xfrm>
            <a:off x="8319748" y="173867"/>
            <a:ext cx="1558343" cy="1481070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sq-XK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f5">
            <a:extLst>
              <a:ext uri="{FF2B5EF4-FFF2-40B4-BE49-F238E27FC236}">
                <a16:creationId xmlns:a16="http://schemas.microsoft.com/office/drawing/2014/main" id="{556473A4-31E2-4823-96F6-9EE9A5EC8D40}"/>
              </a:ext>
            </a:extLst>
          </p:cNvPr>
          <p:cNvSpPr/>
          <p:nvPr/>
        </p:nvSpPr>
        <p:spPr>
          <a:xfrm>
            <a:off x="10174304" y="173867"/>
            <a:ext cx="1558343" cy="1481070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sq-XK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f6">
            <a:extLst>
              <a:ext uri="{FF2B5EF4-FFF2-40B4-BE49-F238E27FC236}">
                <a16:creationId xmlns:a16="http://schemas.microsoft.com/office/drawing/2014/main" id="{FD94C685-591B-4086-BB0F-3C8CB2B26715}"/>
              </a:ext>
            </a:extLst>
          </p:cNvPr>
          <p:cNvSpPr/>
          <p:nvPr/>
        </p:nvSpPr>
        <p:spPr>
          <a:xfrm>
            <a:off x="2867693" y="1835241"/>
            <a:ext cx="1558343" cy="1481070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sq-XK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f7">
            <a:extLst>
              <a:ext uri="{FF2B5EF4-FFF2-40B4-BE49-F238E27FC236}">
                <a16:creationId xmlns:a16="http://schemas.microsoft.com/office/drawing/2014/main" id="{73BDD2F9-03CC-4A57-B64A-44F2AEBF4215}"/>
              </a:ext>
            </a:extLst>
          </p:cNvPr>
          <p:cNvSpPr/>
          <p:nvPr/>
        </p:nvSpPr>
        <p:spPr>
          <a:xfrm>
            <a:off x="4610634" y="1835241"/>
            <a:ext cx="1558343" cy="1481070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sq-XK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f8">
            <a:extLst>
              <a:ext uri="{FF2B5EF4-FFF2-40B4-BE49-F238E27FC236}">
                <a16:creationId xmlns:a16="http://schemas.microsoft.com/office/drawing/2014/main" id="{C05DDA8A-6BC3-4D60-B6E8-C4C099B4E792}"/>
              </a:ext>
            </a:extLst>
          </p:cNvPr>
          <p:cNvSpPr/>
          <p:nvPr/>
        </p:nvSpPr>
        <p:spPr>
          <a:xfrm>
            <a:off x="6465192" y="1848120"/>
            <a:ext cx="1558343" cy="1481070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sq-XK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f9">
            <a:extLst>
              <a:ext uri="{FF2B5EF4-FFF2-40B4-BE49-F238E27FC236}">
                <a16:creationId xmlns:a16="http://schemas.microsoft.com/office/drawing/2014/main" id="{FD4EE956-43FC-48BC-BD2D-1260CE520AAE}"/>
              </a:ext>
            </a:extLst>
          </p:cNvPr>
          <p:cNvSpPr/>
          <p:nvPr/>
        </p:nvSpPr>
        <p:spPr>
          <a:xfrm>
            <a:off x="8328336" y="1848120"/>
            <a:ext cx="1558343" cy="1481070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endParaRPr lang="sq-XK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f10">
            <a:extLst>
              <a:ext uri="{FF2B5EF4-FFF2-40B4-BE49-F238E27FC236}">
                <a16:creationId xmlns:a16="http://schemas.microsoft.com/office/drawing/2014/main" id="{DDF5C57D-B30A-4DBD-A088-A202D8D0730C}"/>
              </a:ext>
            </a:extLst>
          </p:cNvPr>
          <p:cNvSpPr/>
          <p:nvPr/>
        </p:nvSpPr>
        <p:spPr>
          <a:xfrm>
            <a:off x="10182895" y="1822362"/>
            <a:ext cx="1558343" cy="1481070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endParaRPr lang="sq-XK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f11">
            <a:extLst>
              <a:ext uri="{FF2B5EF4-FFF2-40B4-BE49-F238E27FC236}">
                <a16:creationId xmlns:a16="http://schemas.microsoft.com/office/drawing/2014/main" id="{D707958A-B2F1-43DB-8C61-6E7B41E5A89B}"/>
              </a:ext>
            </a:extLst>
          </p:cNvPr>
          <p:cNvSpPr/>
          <p:nvPr/>
        </p:nvSpPr>
        <p:spPr>
          <a:xfrm>
            <a:off x="2854814" y="3496615"/>
            <a:ext cx="1558343" cy="1481070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endParaRPr lang="sq-XK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f12">
            <a:extLst>
              <a:ext uri="{FF2B5EF4-FFF2-40B4-BE49-F238E27FC236}">
                <a16:creationId xmlns:a16="http://schemas.microsoft.com/office/drawing/2014/main" id="{C0F1D52A-F3E3-44D3-B26E-E6545D5DE20E}"/>
              </a:ext>
            </a:extLst>
          </p:cNvPr>
          <p:cNvSpPr/>
          <p:nvPr/>
        </p:nvSpPr>
        <p:spPr>
          <a:xfrm>
            <a:off x="4593461" y="3496615"/>
            <a:ext cx="1558343" cy="1481070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endParaRPr lang="sq-XK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f13">
            <a:extLst>
              <a:ext uri="{FF2B5EF4-FFF2-40B4-BE49-F238E27FC236}">
                <a16:creationId xmlns:a16="http://schemas.microsoft.com/office/drawing/2014/main" id="{0E28D991-A47D-48FD-999F-44163909D8D0}"/>
              </a:ext>
            </a:extLst>
          </p:cNvPr>
          <p:cNvSpPr/>
          <p:nvPr/>
        </p:nvSpPr>
        <p:spPr>
          <a:xfrm>
            <a:off x="6456606" y="3509494"/>
            <a:ext cx="1558343" cy="1481070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r>
            <a:endParaRPr lang="sq-XK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f14">
            <a:extLst>
              <a:ext uri="{FF2B5EF4-FFF2-40B4-BE49-F238E27FC236}">
                <a16:creationId xmlns:a16="http://schemas.microsoft.com/office/drawing/2014/main" id="{C63CDAA4-FCBF-47FC-8A17-FFCF2B55632E}"/>
              </a:ext>
            </a:extLst>
          </p:cNvPr>
          <p:cNvSpPr/>
          <p:nvPr/>
        </p:nvSpPr>
        <p:spPr>
          <a:xfrm>
            <a:off x="8311165" y="3496615"/>
            <a:ext cx="1558343" cy="1481070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r>
            <a:endParaRPr lang="sq-XK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f15">
            <a:extLst>
              <a:ext uri="{FF2B5EF4-FFF2-40B4-BE49-F238E27FC236}">
                <a16:creationId xmlns:a16="http://schemas.microsoft.com/office/drawing/2014/main" id="{3C81652D-5D9C-47B3-9B3C-A8C08745CF1D}"/>
              </a:ext>
            </a:extLst>
          </p:cNvPr>
          <p:cNvSpPr/>
          <p:nvPr/>
        </p:nvSpPr>
        <p:spPr>
          <a:xfrm>
            <a:off x="10182895" y="3496615"/>
            <a:ext cx="1558343" cy="1481070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endParaRPr lang="sq-XK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f16">
            <a:extLst>
              <a:ext uri="{FF2B5EF4-FFF2-40B4-BE49-F238E27FC236}">
                <a16:creationId xmlns:a16="http://schemas.microsoft.com/office/drawing/2014/main" id="{5A13922A-8408-4756-AB25-5D49507D999A}"/>
              </a:ext>
            </a:extLst>
          </p:cNvPr>
          <p:cNvSpPr/>
          <p:nvPr/>
        </p:nvSpPr>
        <p:spPr>
          <a:xfrm>
            <a:off x="2887544" y="5196625"/>
            <a:ext cx="1558343" cy="1481070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endParaRPr lang="sq-XK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f17">
            <a:extLst>
              <a:ext uri="{FF2B5EF4-FFF2-40B4-BE49-F238E27FC236}">
                <a16:creationId xmlns:a16="http://schemas.microsoft.com/office/drawing/2014/main" id="{E37E639C-864E-4FB8-8079-CF2F60C5B80D}"/>
              </a:ext>
            </a:extLst>
          </p:cNvPr>
          <p:cNvSpPr/>
          <p:nvPr/>
        </p:nvSpPr>
        <p:spPr>
          <a:xfrm>
            <a:off x="4619222" y="5170868"/>
            <a:ext cx="1558343" cy="1481070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r>
            <a:endParaRPr lang="sq-XK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f18">
            <a:extLst>
              <a:ext uri="{FF2B5EF4-FFF2-40B4-BE49-F238E27FC236}">
                <a16:creationId xmlns:a16="http://schemas.microsoft.com/office/drawing/2014/main" id="{85A657EC-4FDA-4DB6-8D20-E0AC997E7580}"/>
              </a:ext>
            </a:extLst>
          </p:cNvPr>
          <p:cNvSpPr/>
          <p:nvPr/>
        </p:nvSpPr>
        <p:spPr>
          <a:xfrm>
            <a:off x="6448020" y="5170868"/>
            <a:ext cx="1558343" cy="1481070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18</a:t>
            </a:r>
            <a:endParaRPr lang="sq-XK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f19">
            <a:extLst>
              <a:ext uri="{FF2B5EF4-FFF2-40B4-BE49-F238E27FC236}">
                <a16:creationId xmlns:a16="http://schemas.microsoft.com/office/drawing/2014/main" id="{CD1D8B86-9263-42F3-AA0C-093B6CB224A1}"/>
              </a:ext>
            </a:extLst>
          </p:cNvPr>
          <p:cNvSpPr/>
          <p:nvPr/>
        </p:nvSpPr>
        <p:spPr>
          <a:xfrm>
            <a:off x="8311164" y="5157989"/>
            <a:ext cx="1558343" cy="1481070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</a:t>
            </a:r>
            <a:endParaRPr lang="sq-XK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f20">
            <a:extLst>
              <a:ext uri="{FF2B5EF4-FFF2-40B4-BE49-F238E27FC236}">
                <a16:creationId xmlns:a16="http://schemas.microsoft.com/office/drawing/2014/main" id="{42A1D0E8-C195-42E1-9936-9BF9BE5A3BA9}"/>
              </a:ext>
            </a:extLst>
          </p:cNvPr>
          <p:cNvSpPr/>
          <p:nvPr/>
        </p:nvSpPr>
        <p:spPr>
          <a:xfrm>
            <a:off x="10182895" y="5196625"/>
            <a:ext cx="1558343" cy="1481070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endParaRPr lang="sq-XK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Oval 41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EFE72DFF-4C10-4BA3-A439-9E83C22BD450}"/>
              </a:ext>
            </a:extLst>
          </p:cNvPr>
          <p:cNvSpPr/>
          <p:nvPr/>
        </p:nvSpPr>
        <p:spPr>
          <a:xfrm>
            <a:off x="728700" y="2224827"/>
            <a:ext cx="1648501" cy="1584101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Rifillo</a:t>
            </a:r>
            <a:endParaRPr lang="sq-XK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60F33E7-8DA8-444A-8BE9-7BF70239E6D8}"/>
              </a:ext>
            </a:extLst>
          </p:cNvPr>
          <p:cNvSpPr txBox="1"/>
          <p:nvPr/>
        </p:nvSpPr>
        <p:spPr>
          <a:xfrm>
            <a:off x="82108" y="354438"/>
            <a:ext cx="2883774" cy="144655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txBody>
          <a:bodyPr wrap="square" rtlCol="0">
            <a:spAutoFit/>
          </a:bodyPr>
          <a:lstStyle/>
          <a:p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Loja </a:t>
            </a:r>
            <a:endParaRPr lang="sq-AL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sq-AL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baj mend</a:t>
            </a:r>
            <a:endParaRPr lang="sq-XK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Rounded Rectangle 45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AA0073F9-6051-425D-AA09-D53F38B6A78D}"/>
              </a:ext>
            </a:extLst>
          </p:cNvPr>
          <p:cNvSpPr/>
          <p:nvPr/>
        </p:nvSpPr>
        <p:spPr>
          <a:xfrm>
            <a:off x="595102" y="5351172"/>
            <a:ext cx="2086378" cy="914397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Vazhdo</a:t>
            </a:r>
            <a:endParaRPr lang="sq-XK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3C924A6-FE57-4241-828E-997BBA9B8DAD}"/>
              </a:ext>
            </a:extLst>
          </p:cNvPr>
          <p:cNvSpPr txBox="1"/>
          <p:nvPr/>
        </p:nvSpPr>
        <p:spPr>
          <a:xfrm>
            <a:off x="82108" y="0"/>
            <a:ext cx="1123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N. Guri</a:t>
            </a:r>
            <a:endParaRPr lang="sq-XK" dirty="0"/>
          </a:p>
        </p:txBody>
      </p:sp>
      <p:sp>
        <p:nvSpPr>
          <p:cNvPr id="47" name="Action Button: Blank 46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868188B2-4897-CC60-713C-BE2EAD5A1201}"/>
              </a:ext>
            </a:extLst>
          </p:cNvPr>
          <p:cNvSpPr/>
          <p:nvPr/>
        </p:nvSpPr>
        <p:spPr>
          <a:xfrm>
            <a:off x="755563" y="4232767"/>
            <a:ext cx="1558343" cy="744918"/>
          </a:xfrm>
          <a:prstGeom prst="actionButtonBlank">
            <a:avLst/>
          </a:prstGeom>
          <a:solidFill>
            <a:srgbClr val="C3520E"/>
          </a:solidFill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Kthehu</a:t>
            </a:r>
          </a:p>
        </p:txBody>
      </p:sp>
    </p:spTree>
    <p:extLst>
      <p:ext uri="{BB962C8B-B14F-4D97-AF65-F5344CB8AC3E}">
        <p14:creationId xmlns:p14="http://schemas.microsoft.com/office/powerpoint/2010/main" val="30164123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seq concurrent="1" nextAc="seek">
              <p:cTn id="17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seq concurrent="1" nextAc="seek">
              <p:cTn id="22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  <p:seq concurrent="1" nextAc="seek">
              <p:cTn id="27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37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seq concurrent="1" nextAc="seek">
              <p:cTn id="42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  <p:seq concurrent="1" nextAc="seek">
              <p:cTn id="47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" fill="hold">
                      <p:stCondLst>
                        <p:cond delay="0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seq concurrent="1" nextAc="seek">
              <p:cTn id="52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  <p:seq concurrent="1" nextAc="seek">
              <p:cTn id="57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8" fill="hold">
                      <p:stCondLst>
                        <p:cond delay="0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62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  <p:seq concurrent="1" nextAc="seek">
              <p:cTn id="67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8" fill="hold">
                      <p:stCondLst>
                        <p:cond delay="0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72" restart="whenNotActive" fill="hold" evtFilter="cancelBubble" nodeType="interactiveSeq">
                <p:stCondLst>
                  <p:cond evt="onClick" delay="0">
                    <p:tgtEl>
                      <p:spTgt spid="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3" fill="hold">
                      <p:stCondLst>
                        <p:cond delay="0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9"/>
                  </p:tgtEl>
                </p:cond>
              </p:nextCondLst>
            </p:seq>
            <p:seq concurrent="1" nextAc="seek">
              <p:cTn id="77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8" fill="hold">
                      <p:stCondLst>
                        <p:cond delay="0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82" restart="whenNotActive" fill="hold" evtFilter="cancelBubble" nodeType="interactiveSeq">
                <p:stCondLst>
                  <p:cond evt="onClick" delay="0">
                    <p:tgtEl>
                      <p:spTgt spid="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3" fill="hold">
                      <p:stCondLst>
                        <p:cond delay="0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0"/>
                  </p:tgtEl>
                </p:cond>
              </p:nextCondLst>
            </p:seq>
            <p:seq concurrent="1" nextAc="seek">
              <p:cTn id="87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8" fill="hold">
                      <p:stCondLst>
                        <p:cond delay="0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92" restart="whenNotActive" fill="hold" evtFilter="cancelBubble" nodeType="interactiveSeq">
                <p:stCondLst>
                  <p:cond evt="onClick" delay="0">
                    <p:tgtEl>
                      <p:spTgt spid="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" fill="hold">
                      <p:stCondLst>
                        <p:cond delay="0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1"/>
                  </p:tgtEl>
                </p:cond>
              </p:nextCondLst>
            </p:seq>
            <p:seq concurrent="1" nextAc="seek">
              <p:cTn id="97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8" fill="hold">
                      <p:stCondLst>
                        <p:cond delay="0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102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3" fill="hold">
                      <p:stCondLst>
                        <p:cond delay="0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  <p:seq concurrent="1" nextAc="seek">
              <p:cTn id="107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8" fill="hold">
                      <p:stCondLst>
                        <p:cond delay="0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112" restart="whenNotActive" fill="hold" evtFilter="cancelBubble" nodeType="interactiveSeq">
                <p:stCondLst>
                  <p:cond evt="onClick" delay="0">
                    <p:tgtEl>
                      <p:spTgt spid="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3" fill="hold">
                      <p:stCondLst>
                        <p:cond delay="0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3"/>
                  </p:tgtEl>
                </p:cond>
              </p:nextCondLst>
            </p:seq>
            <p:seq concurrent="1" nextAc="seek">
              <p:cTn id="117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8" fill="hold">
                      <p:stCondLst>
                        <p:cond delay="0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122" restart="whenNotActive" fill="hold" evtFilter="cancelBubble" nodeType="interactiveSeq">
                <p:stCondLst>
                  <p:cond evt="onClick" delay="0">
                    <p:tgtEl>
                      <p:spTgt spid="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3" fill="hold">
                      <p:stCondLst>
                        <p:cond delay="0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4"/>
                  </p:tgtEl>
                </p:cond>
              </p:nextCondLst>
            </p:seq>
            <p:seq concurrent="1" nextAc="seek">
              <p:cTn id="127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8" fill="hold">
                      <p:stCondLst>
                        <p:cond delay="0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132" restart="whenNotActive" fill="hold" evtFilter="cancelBubble" nodeType="interactiveSeq">
                <p:stCondLst>
                  <p:cond evt="onClick" delay="0">
                    <p:tgtEl>
                      <p:spTgt spid="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3" fill="hold">
                      <p:stCondLst>
                        <p:cond delay="0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5"/>
                  </p:tgtEl>
                </p:cond>
              </p:nextCondLst>
            </p:seq>
            <p:seq concurrent="1" nextAc="seek">
              <p:cTn id="137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8" fill="hold">
                      <p:stCondLst>
                        <p:cond delay="0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142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3" fill="hold">
                      <p:stCondLst>
                        <p:cond delay="0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  <p:seq concurrent="1" nextAc="seek">
              <p:cTn id="147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8" fill="hold">
                      <p:stCondLst>
                        <p:cond delay="0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152" restart="whenNotActive" fill="hold" evtFilter="cancelBubble" nodeType="interactiveSeq">
                <p:stCondLst>
                  <p:cond evt="onClick" delay="0">
                    <p:tgtEl>
                      <p:spTgt spid="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3" fill="hold">
                      <p:stCondLst>
                        <p:cond delay="0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1"/>
                  </p:tgtEl>
                </p:cond>
              </p:nextCondLst>
            </p:seq>
            <p:seq concurrent="1" nextAc="seek">
              <p:cTn id="157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8" fill="hold">
                      <p:stCondLst>
                        <p:cond delay="0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162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3" fill="hold">
                      <p:stCondLst>
                        <p:cond delay="0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"/>
                  </p:tgtEl>
                </p:cond>
              </p:nextCondLst>
            </p:seq>
            <p:seq concurrent="1" nextAc="seek">
              <p:cTn id="167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8" fill="hold">
                      <p:stCondLst>
                        <p:cond delay="0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  <p:seq concurrent="1" nextAc="seek">
              <p:cTn id="172" restart="whenNotActive" fill="hold" evtFilter="cancelBubble" nodeType="interactiveSeq">
                <p:stCondLst>
                  <p:cond evt="onClick" delay="0">
                    <p:tgtEl>
                      <p:spTgt spid="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3" fill="hold">
                      <p:stCondLst>
                        <p:cond delay="0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8"/>
                  </p:tgtEl>
                </p:cond>
              </p:nextCondLst>
            </p:seq>
            <p:seq concurrent="1" nextAc="seek">
              <p:cTn id="177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8" fill="hold">
                      <p:stCondLst>
                        <p:cond delay="0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seq concurrent="1" nextAc="seek">
              <p:cTn id="182" restart="whenNotActive" fill="hold" evtFilter="cancelBubble" nodeType="interactiveSeq">
                <p:stCondLst>
                  <p:cond evt="onClick" delay="0">
                    <p:tgtEl>
                      <p:spTgt spid="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3" fill="hold">
                      <p:stCondLst>
                        <p:cond delay="0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9"/>
                  </p:tgtEl>
                </p:cond>
              </p:nextCondLst>
            </p:seq>
            <p:seq concurrent="1" nextAc="seek">
              <p:cTn id="187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8" fill="hold">
                      <p:stCondLst>
                        <p:cond delay="0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192" restart="whenNotActive" fill="hold" evtFilter="cancelBubble" nodeType="interactiveSeq">
                <p:stCondLst>
                  <p:cond evt="onClick" delay="0">
                    <p:tgtEl>
                      <p:spTgt spid="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3" fill="hold">
                      <p:stCondLst>
                        <p:cond delay="0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0"/>
                  </p:tgtEl>
                </p:cond>
              </p:nextCondLst>
            </p:seq>
            <p:seq concurrent="1" nextAc="seek">
              <p:cTn id="197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8" fill="hold">
                      <p:stCondLst>
                        <p:cond delay="0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seq concurrent="1" nextAc="seek">
              <p:cTn id="202" restart="whenNotActive" fill="hold" evtFilter="cancelBubble" nodeType="interactiveSeq">
                <p:stCondLst>
                  <p:cond evt="onClick" delay="0">
                    <p:tgtEl>
                      <p:spTgt spid="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3" fill="hold">
                      <p:stCondLst>
                        <p:cond delay="0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9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1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3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5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7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9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1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3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5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7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9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1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3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5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7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9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1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3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2"/>
                  </p:tgtEl>
                </p:cond>
              </p:nextCondLst>
            </p:seq>
          </p:childTnLst>
        </p:cTn>
      </p:par>
    </p:tnLst>
    <p:bldLst>
      <p:bldP spid="22" grpId="0" animBg="1"/>
      <p:bldP spid="22" grpId="1" animBg="1"/>
      <p:bldP spid="22" grpId="2" animBg="1"/>
      <p:bldP spid="23" grpId="0" animBg="1"/>
      <p:bldP spid="23" grpId="1" animBg="1"/>
      <p:bldP spid="23" grpId="2" animBg="1"/>
      <p:bldP spid="24" grpId="0" animBg="1"/>
      <p:bldP spid="24" grpId="1" animBg="1"/>
      <p:bldP spid="24" grpId="2" animBg="1"/>
      <p:bldP spid="25" grpId="0" animBg="1"/>
      <p:bldP spid="25" grpId="1" animBg="1"/>
      <p:bldP spid="25" grpId="2" animBg="1"/>
      <p:bldP spid="26" grpId="0" animBg="1"/>
      <p:bldP spid="26" grpId="1" animBg="1"/>
      <p:bldP spid="26" grpId="2" animBg="1"/>
      <p:bldP spid="27" grpId="0" animBg="1"/>
      <p:bldP spid="27" grpId="1" animBg="1"/>
      <p:bldP spid="27" grpId="2" animBg="1"/>
      <p:bldP spid="28" grpId="0" animBg="1"/>
      <p:bldP spid="28" grpId="1" animBg="1"/>
      <p:bldP spid="28" grpId="2" animBg="1"/>
      <p:bldP spid="29" grpId="0" animBg="1"/>
      <p:bldP spid="29" grpId="1" animBg="1"/>
      <p:bldP spid="29" grpId="2" animBg="1"/>
      <p:bldP spid="30" grpId="0" animBg="1"/>
      <p:bldP spid="30" grpId="1" animBg="1"/>
      <p:bldP spid="30" grpId="2" animBg="1"/>
      <p:bldP spid="31" grpId="0" animBg="1"/>
      <p:bldP spid="31" grpId="1" animBg="1"/>
      <p:bldP spid="31" grpId="2" animBg="1"/>
      <p:bldP spid="32" grpId="0" animBg="1"/>
      <p:bldP spid="32" grpId="1" animBg="1"/>
      <p:bldP spid="32" grpId="2" animBg="1"/>
      <p:bldP spid="33" grpId="0" animBg="1"/>
      <p:bldP spid="33" grpId="1" animBg="1"/>
      <p:bldP spid="33" grpId="2" animBg="1"/>
      <p:bldP spid="34" grpId="0" animBg="1"/>
      <p:bldP spid="34" grpId="1" animBg="1"/>
      <p:bldP spid="34" grpId="2" animBg="1"/>
      <p:bldP spid="35" grpId="0" animBg="1"/>
      <p:bldP spid="35" grpId="1" animBg="1"/>
      <p:bldP spid="35" grpId="2" animBg="1"/>
      <p:bldP spid="36" grpId="0" animBg="1"/>
      <p:bldP spid="36" grpId="1" animBg="1"/>
      <p:bldP spid="36" grpId="2" animBg="1"/>
      <p:bldP spid="41" grpId="0" animBg="1"/>
      <p:bldP spid="41" grpId="1" animBg="1"/>
      <p:bldP spid="41" grpId="2" animBg="1"/>
      <p:bldP spid="37" grpId="0" animBg="1"/>
      <p:bldP spid="37" grpId="1" animBg="1"/>
      <p:bldP spid="37" grpId="2" animBg="1"/>
      <p:bldP spid="38" grpId="0" animBg="1"/>
      <p:bldP spid="38" grpId="1" animBg="1"/>
      <p:bldP spid="38" grpId="2" animBg="1"/>
      <p:bldP spid="39" grpId="0" animBg="1"/>
      <p:bldP spid="39" grpId="1" animBg="1"/>
      <p:bldP spid="39" grpId="2" animBg="1"/>
      <p:bldP spid="40" grpId="0" animBg="1"/>
      <p:bldP spid="40" grpId="1" animBg="1"/>
      <p:bldP spid="40" grpId="2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D42F9CC-517B-4C2F-BB2B-079AEDB5790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2886" t="9314" r="22886" b="9314"/>
          <a:stretch/>
        </p:blipFill>
        <p:spPr>
          <a:xfrm>
            <a:off x="3606859" y="194105"/>
            <a:ext cx="6053976" cy="6053976"/>
          </a:xfrm>
          <a:prstGeom prst="ellipse">
            <a:avLst/>
          </a:prstGeom>
        </p:spPr>
      </p:pic>
      <p:sp>
        <p:nvSpPr>
          <p:cNvPr id="6" name="Luaj Pauzo">
            <a:extLst>
              <a:ext uri="{FF2B5EF4-FFF2-40B4-BE49-F238E27FC236}">
                <a16:creationId xmlns:a16="http://schemas.microsoft.com/office/drawing/2014/main" id="{5BA0C515-9933-490B-8C63-62D9A41CFB34}"/>
              </a:ext>
            </a:extLst>
          </p:cNvPr>
          <p:cNvSpPr/>
          <p:nvPr/>
        </p:nvSpPr>
        <p:spPr>
          <a:xfrm>
            <a:off x="5889776" y="2684929"/>
            <a:ext cx="1488141" cy="1488142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dirty="0">
              <a:sym typeface="Webdings" panose="05030102010509060703" pitchFamily="18" charset="2"/>
            </a:endParaRPr>
          </a:p>
          <a:p>
            <a:pPr algn="ctr"/>
            <a:r>
              <a:rPr lang="sq-XK" sz="3200" dirty="0">
                <a:sym typeface="Webdings" panose="05030102010509060703" pitchFamily="18" charset="2"/>
              </a:rPr>
              <a:t></a:t>
            </a:r>
            <a:endParaRPr lang="sq-AL" sz="3200" dirty="0">
              <a:sym typeface="Webdings" panose="05030102010509060703" pitchFamily="18" charset="2"/>
            </a:endParaRPr>
          </a:p>
          <a:p>
            <a:pPr algn="ctr"/>
            <a:endParaRPr lang="sq-XK" sz="3200" dirty="0"/>
          </a:p>
        </p:txBody>
      </p:sp>
      <p:sp>
        <p:nvSpPr>
          <p:cNvPr id="7" name="Arrow: Pentagon 6">
            <a:extLst>
              <a:ext uri="{FF2B5EF4-FFF2-40B4-BE49-F238E27FC236}">
                <a16:creationId xmlns:a16="http://schemas.microsoft.com/office/drawing/2014/main" id="{487C2880-F5C0-487D-885C-F836CB799D5F}"/>
              </a:ext>
            </a:extLst>
          </p:cNvPr>
          <p:cNvSpPr/>
          <p:nvPr/>
        </p:nvSpPr>
        <p:spPr>
          <a:xfrm>
            <a:off x="307846" y="3213847"/>
            <a:ext cx="3299012" cy="430306"/>
          </a:xfrm>
          <a:prstGeom prst="homePlate">
            <a:avLst>
              <a:gd name="adj" fmla="val 122581"/>
            </a:avLst>
          </a:prstGeom>
          <a:solidFill>
            <a:srgbClr val="FF0000"/>
          </a:solidFill>
          <a:ln>
            <a:noFill/>
          </a:ln>
          <a:effectLst>
            <a:outerShdw blurRad="184150" dist="241300" dir="11520000" sx="110000" sy="110000" algn="ctr">
              <a:srgbClr val="000000">
                <a:alpha val="18000"/>
              </a:srgbClr>
            </a:outerShdw>
          </a:effectLst>
          <a:scene3d>
            <a:camera prst="perspectiveFront" fov="5100000">
              <a:rot lat="0" lon="2100000" rev="0"/>
            </a:camera>
            <a:lightRig rig="flood" dir="t">
              <a:rot lat="0" lon="0" rev="13800000"/>
            </a:lightRig>
          </a:scene3d>
          <a:sp3d extrusionH="107950" prstMaterial="plastic">
            <a:bevelT w="82550" h="63500" prst="divot"/>
            <a:bevelB/>
          </a:sp3d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3E5FF37-A520-43A4-B061-AE57D80F3A8C}"/>
              </a:ext>
            </a:extLst>
          </p:cNvPr>
          <p:cNvSpPr txBox="1"/>
          <p:nvPr/>
        </p:nvSpPr>
        <p:spPr>
          <a:xfrm>
            <a:off x="307846" y="119270"/>
            <a:ext cx="11233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N. Guri</a:t>
            </a:r>
            <a:endParaRPr lang="sq-XK" dirty="0"/>
          </a:p>
        </p:txBody>
      </p:sp>
      <p:sp>
        <p:nvSpPr>
          <p:cNvPr id="3" name="Action Button: Blank 2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C98BF94F-7A3C-7CCF-77BD-1991561118CB}"/>
              </a:ext>
            </a:extLst>
          </p:cNvPr>
          <p:cNvSpPr/>
          <p:nvPr/>
        </p:nvSpPr>
        <p:spPr>
          <a:xfrm>
            <a:off x="1152939" y="5234609"/>
            <a:ext cx="2610678" cy="649356"/>
          </a:xfrm>
          <a:prstGeom prst="actionButtonBlank">
            <a:avLst/>
          </a:prstGeom>
          <a:solidFill>
            <a:srgbClr val="DD0202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Sllajdi i radhës</a:t>
            </a:r>
            <a:endParaRPr lang="sq-XK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Action Button: Blank 3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4FC6F446-9864-E46D-5E2D-33C624062FB4}"/>
              </a:ext>
            </a:extLst>
          </p:cNvPr>
          <p:cNvSpPr/>
          <p:nvPr/>
        </p:nvSpPr>
        <p:spPr>
          <a:xfrm>
            <a:off x="1152939" y="5957739"/>
            <a:ext cx="2610678" cy="649356"/>
          </a:xfrm>
          <a:prstGeom prst="actionButtonBlank">
            <a:avLst/>
          </a:prstGeom>
          <a:solidFill>
            <a:srgbClr val="DD0202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Sllajdi paraprak</a:t>
            </a:r>
            <a:endParaRPr lang="sq-XK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Action Button: Blank 7">
            <a:hlinkClick r:id="" action="ppaction://hlinkshowjump?jump=endshow" highlightClick="1"/>
            <a:extLst>
              <a:ext uri="{FF2B5EF4-FFF2-40B4-BE49-F238E27FC236}">
                <a16:creationId xmlns:a16="http://schemas.microsoft.com/office/drawing/2014/main" id="{42938EC5-F275-3A0C-5005-82F68327C50C}"/>
              </a:ext>
            </a:extLst>
          </p:cNvPr>
          <p:cNvSpPr/>
          <p:nvPr/>
        </p:nvSpPr>
        <p:spPr>
          <a:xfrm>
            <a:off x="8131342" y="6102910"/>
            <a:ext cx="2610678" cy="649356"/>
          </a:xfrm>
          <a:prstGeom prst="actionButtonBlank">
            <a:avLst/>
          </a:prstGeom>
          <a:solidFill>
            <a:srgbClr val="DD0202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Përfundo</a:t>
            </a:r>
            <a:endParaRPr lang="sq-XK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24920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Rot by="21600000">
                                      <p:cBhvr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9CD4157-B0CE-4F0B-96BF-F3DB7A78473B}"/>
              </a:ext>
            </a:extLst>
          </p:cNvPr>
          <p:cNvSpPr/>
          <p:nvPr/>
        </p:nvSpPr>
        <p:spPr>
          <a:xfrm>
            <a:off x="0" y="2192930"/>
            <a:ext cx="2438400" cy="2045252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D29BF20-6FDA-4F8D-9F7F-5DDCCCAAC7AA}"/>
              </a:ext>
            </a:extLst>
          </p:cNvPr>
          <p:cNvSpPr/>
          <p:nvPr/>
        </p:nvSpPr>
        <p:spPr>
          <a:xfrm>
            <a:off x="2438400" y="2045253"/>
            <a:ext cx="2438400" cy="2045252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76B318C-9997-4EB0-BEF3-ECF9F48D5366}"/>
              </a:ext>
            </a:extLst>
          </p:cNvPr>
          <p:cNvSpPr/>
          <p:nvPr/>
        </p:nvSpPr>
        <p:spPr>
          <a:xfrm>
            <a:off x="4876800" y="2045253"/>
            <a:ext cx="2438400" cy="2045252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7C6594E-01BD-4A8D-A74A-5F9ACB111A9B}"/>
              </a:ext>
            </a:extLst>
          </p:cNvPr>
          <p:cNvSpPr/>
          <p:nvPr/>
        </p:nvSpPr>
        <p:spPr>
          <a:xfrm>
            <a:off x="7315200" y="2025375"/>
            <a:ext cx="2438400" cy="2104887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5B2CFD8-33ED-4E24-B55F-2705668A4D8D}"/>
              </a:ext>
            </a:extLst>
          </p:cNvPr>
          <p:cNvSpPr/>
          <p:nvPr/>
        </p:nvSpPr>
        <p:spPr>
          <a:xfrm>
            <a:off x="9753600" y="2045253"/>
            <a:ext cx="2438400" cy="2045252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7239AD1-E59C-4A17-8E5B-78A6E2A68A72}"/>
              </a:ext>
            </a:extLst>
          </p:cNvPr>
          <p:cNvSpPr/>
          <p:nvPr/>
        </p:nvSpPr>
        <p:spPr>
          <a:xfrm>
            <a:off x="0" y="-26503"/>
            <a:ext cx="2438400" cy="2195167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81AEEB0-E69E-4645-8718-D8080C1D3E0A}"/>
              </a:ext>
            </a:extLst>
          </p:cNvPr>
          <p:cNvSpPr/>
          <p:nvPr/>
        </p:nvSpPr>
        <p:spPr>
          <a:xfrm>
            <a:off x="2438400" y="-19391"/>
            <a:ext cx="2438400" cy="2195167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B67C080-AAB5-432C-8211-8B9114CE7B3B}"/>
              </a:ext>
            </a:extLst>
          </p:cNvPr>
          <p:cNvSpPr/>
          <p:nvPr/>
        </p:nvSpPr>
        <p:spPr>
          <a:xfrm>
            <a:off x="4876800" y="1944"/>
            <a:ext cx="2438400" cy="2195167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25824D4-7AA1-4428-BE8E-0B9A38345E99}"/>
              </a:ext>
            </a:extLst>
          </p:cNvPr>
          <p:cNvSpPr/>
          <p:nvPr/>
        </p:nvSpPr>
        <p:spPr>
          <a:xfrm>
            <a:off x="7315200" y="-8724"/>
            <a:ext cx="2438400" cy="2195167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CACCD2A-6B0F-4CE1-9D87-8F5E068B75B7}"/>
              </a:ext>
            </a:extLst>
          </p:cNvPr>
          <p:cNvSpPr/>
          <p:nvPr/>
        </p:nvSpPr>
        <p:spPr>
          <a:xfrm>
            <a:off x="9753600" y="17946"/>
            <a:ext cx="2438400" cy="2195167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BDE0A39-06AE-464D-A37E-E0FF355ECCA9}"/>
              </a:ext>
            </a:extLst>
          </p:cNvPr>
          <p:cNvSpPr/>
          <p:nvPr/>
        </p:nvSpPr>
        <p:spPr>
          <a:xfrm>
            <a:off x="0" y="4030870"/>
            <a:ext cx="2438400" cy="2045252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AA56350-250A-4D44-87BE-C6D03A6BA6A8}"/>
              </a:ext>
            </a:extLst>
          </p:cNvPr>
          <p:cNvSpPr/>
          <p:nvPr/>
        </p:nvSpPr>
        <p:spPr>
          <a:xfrm>
            <a:off x="2438400" y="4050748"/>
            <a:ext cx="2438400" cy="2045252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A34ECA9-5AF7-4C0D-BD66-08BF7948DEAE}"/>
              </a:ext>
            </a:extLst>
          </p:cNvPr>
          <p:cNvSpPr/>
          <p:nvPr/>
        </p:nvSpPr>
        <p:spPr>
          <a:xfrm>
            <a:off x="4876800" y="4077252"/>
            <a:ext cx="2438400" cy="2045252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2371910-CC21-4BA4-B50E-DE3D49F5FD2A}"/>
              </a:ext>
            </a:extLst>
          </p:cNvPr>
          <p:cNvSpPr/>
          <p:nvPr/>
        </p:nvSpPr>
        <p:spPr>
          <a:xfrm>
            <a:off x="7315200" y="4050748"/>
            <a:ext cx="2438400" cy="2045252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6EB7BC9-A651-4BAC-B223-6BF22550D35B}"/>
              </a:ext>
            </a:extLst>
          </p:cNvPr>
          <p:cNvSpPr/>
          <p:nvPr/>
        </p:nvSpPr>
        <p:spPr>
          <a:xfrm>
            <a:off x="9753600" y="4050748"/>
            <a:ext cx="2438400" cy="2045252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/>
          </a:p>
        </p:txBody>
      </p:sp>
      <p:sp>
        <p:nvSpPr>
          <p:cNvPr id="7" name="Action Button: Blank 6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088C4958-0909-B92A-6723-61608D38A34B}"/>
              </a:ext>
            </a:extLst>
          </p:cNvPr>
          <p:cNvSpPr/>
          <p:nvPr/>
        </p:nvSpPr>
        <p:spPr>
          <a:xfrm>
            <a:off x="440029" y="6047409"/>
            <a:ext cx="1558343" cy="744918"/>
          </a:xfrm>
          <a:prstGeom prst="actionButtonBlank">
            <a:avLst/>
          </a:prstGeom>
          <a:solidFill>
            <a:srgbClr val="B93A76"/>
          </a:solidFill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Kthehu</a:t>
            </a:r>
          </a:p>
        </p:txBody>
      </p:sp>
      <p:sp>
        <p:nvSpPr>
          <p:cNvPr id="8" name="Rounded Rectangle 45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74850DC2-850B-1727-A636-5920D7C4761A}"/>
              </a:ext>
            </a:extLst>
          </p:cNvPr>
          <p:cNvSpPr/>
          <p:nvPr/>
        </p:nvSpPr>
        <p:spPr>
          <a:xfrm>
            <a:off x="1998372" y="6162261"/>
            <a:ext cx="1724027" cy="744918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Vazhdo</a:t>
            </a:r>
            <a:endParaRPr lang="sq-XK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Oval 13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1E38850C-6D49-6BA6-D689-A582697BFA90}"/>
              </a:ext>
            </a:extLst>
          </p:cNvPr>
          <p:cNvSpPr/>
          <p:nvPr/>
        </p:nvSpPr>
        <p:spPr>
          <a:xfrm>
            <a:off x="3730238" y="6122504"/>
            <a:ext cx="1915188" cy="764776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Rifillo</a:t>
            </a:r>
            <a:endParaRPr lang="sq-XK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73001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1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11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1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5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2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2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27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6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1" dur="180" accel="50000">
                                          <p:stCondLst>
                                            <p:cond delay="182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822" tmFilter="0,0; 0.14,0.31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+0.2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78">
                                          <p:stCondLst>
                                            <p:cond delay="1822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664" tmFilter="0.0,0.0;0.25,0.07;0.50,0.2;0.75,0.467;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5000">
                                          <p:val>
                                            <p:strVal val="ppt_y+0.026"/>
                                          </p:val>
                                        </p:tav>
                                        <p:tav tm="10000">
                                          <p:val>
                                            <p:strVal val="ppt_y+0.052"/>
                                          </p:val>
                                        </p:tav>
                                        <p:tav tm="15000">
                                          <p:val>
                                            <p:strVal val="ppt_y+0.078"/>
                                          </p:val>
                                        </p:tav>
                                        <p:tav tm="20000">
                                          <p:val>
                                            <p:strVal val="ppt_y+0.103"/>
                                          </p:val>
                                        </p:tav>
                                        <p:tav tm="30000">
                                          <p:val>
                                            <p:strVal val="ppt_y+0.151"/>
                                          </p:val>
                                        </p:tav>
                                        <p:tav tm="40000">
                                          <p:val>
                                            <p:strVal val="ppt_y+0.196"/>
                                          </p:val>
                                        </p:tav>
                                        <p:tav tm="50000">
                                          <p:val>
                                            <p:strVal val="ppt_y+0.236"/>
                                          </p:val>
                                        </p:tav>
                                        <p:tav tm="60000">
                                          <p:val>
                                            <p:strVal val="ppt_y+0.270"/>
                                          </p:val>
                                        </p:tav>
                                        <p:tav tm="70000">
                                          <p:val>
                                            <p:strVal val="ppt_y+0.297"/>
                                          </p:val>
                                        </p:tav>
                                        <p:tav tm="80000">
                                          <p:val>
                                            <p:strVal val="ppt_y+0.317"/>
                                          </p:val>
                                        </p:tav>
                                        <p:tav tm="90000">
                                          <p:val>
                                            <p:strVal val="ppt_y+0.329"/>
                                          </p:val>
                                        </p:tav>
                                        <p:tav tm="100000">
                                          <p:val>
                                            <p:strVal val="ppt_y+0.33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34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65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9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106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111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106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9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65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34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11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22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3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035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037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035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3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22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11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04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07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1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012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0123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012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1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07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04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80" accel="50000">
                                          <p:stCondLst>
                                            <p:cond delay="182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9" dur="26">
                                          <p:stCondLst>
                                            <p:cond delay="62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0" dur="166" decel="50000">
                                          <p:stCondLst>
                                            <p:cond delay="646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48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" fill="hold">
                      <p:stCondLst>
                        <p:cond delay="0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6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52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6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58" dur="180" accel="50000">
                                          <p:stCondLst>
                                            <p:cond delay="182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822" tmFilter="0,0; 0.14,0.31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+0.2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78">
                                          <p:stCondLst>
                                            <p:cond delay="1822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664" tmFilter="0.0,0.0;0.25,0.07;0.50,0.2;0.75,0.467;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5000">
                                          <p:val>
                                            <p:strVal val="ppt_y+0.026"/>
                                          </p:val>
                                        </p:tav>
                                        <p:tav tm="10000">
                                          <p:val>
                                            <p:strVal val="ppt_y+0.052"/>
                                          </p:val>
                                        </p:tav>
                                        <p:tav tm="15000">
                                          <p:val>
                                            <p:strVal val="ppt_y+0.078"/>
                                          </p:val>
                                        </p:tav>
                                        <p:tav tm="20000">
                                          <p:val>
                                            <p:strVal val="ppt_y+0.103"/>
                                          </p:val>
                                        </p:tav>
                                        <p:tav tm="30000">
                                          <p:val>
                                            <p:strVal val="ppt_y+0.151"/>
                                          </p:val>
                                        </p:tav>
                                        <p:tav tm="40000">
                                          <p:val>
                                            <p:strVal val="ppt_y+0.196"/>
                                          </p:val>
                                        </p:tav>
                                        <p:tav tm="50000">
                                          <p:val>
                                            <p:strVal val="ppt_y+0.236"/>
                                          </p:val>
                                        </p:tav>
                                        <p:tav tm="60000">
                                          <p:val>
                                            <p:strVal val="ppt_y+0.270"/>
                                          </p:val>
                                        </p:tav>
                                        <p:tav tm="70000">
                                          <p:val>
                                            <p:strVal val="ppt_y+0.297"/>
                                          </p:val>
                                        </p:tav>
                                        <p:tav tm="80000">
                                          <p:val>
                                            <p:strVal val="ppt_y+0.317"/>
                                          </p:val>
                                        </p:tav>
                                        <p:tav tm="90000">
                                          <p:val>
                                            <p:strVal val="ppt_y+0.329"/>
                                          </p:val>
                                        </p:tav>
                                        <p:tav tm="100000">
                                          <p:val>
                                            <p:strVal val="ppt_y+0.33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34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65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9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106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111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106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9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65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34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11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22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3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035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037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035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3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22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11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04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07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1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012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0123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012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1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07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04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80" accel="50000">
                                          <p:stCondLst>
                                            <p:cond delay="182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6" dur="26">
                                          <p:stCondLst>
                                            <p:cond delay="62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7" dur="166" decel="50000">
                                          <p:stCondLst>
                                            <p:cond delay="646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75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6" fill="hold">
                      <p:stCondLst>
                        <p:cond delay="0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7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81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2" fill="hold">
                      <p:stCondLst>
                        <p:cond delay="0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6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85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87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8" fill="hold">
                      <p:stCondLst>
                        <p:cond delay="0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1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  <p:seq concurrent="1" nextAc="seek">
              <p:cTn id="94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5" fill="hold">
                      <p:stCondLst>
                        <p:cond delay="0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3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98" dur="1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01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seq concurrent="1" nextAc="seek">
              <p:cTn id="103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4" fill="hold">
                      <p:stCondLst>
                        <p:cond delay="0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seq concurrent="1" nextAc="seek">
              <p:cTn id="109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0" fill="hold">
                      <p:stCondLst>
                        <p:cond delay="0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3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seq concurrent="1" nextAc="seek">
              <p:cTn id="116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7" fill="hold">
                      <p:stCondLst>
                        <p:cond delay="0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42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1" dur="1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1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seq concurrent="1" nextAc="seek">
              <p:cTn id="124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5" fill="hold">
                      <p:stCondLst>
                        <p:cond delay="0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6" presetClass="exit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1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seq concurrent="1" nextAc="seek">
              <p:cTn id="130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1" fill="hold">
                      <p:stCondLst>
                        <p:cond delay="0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6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134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2" grpId="0" animBg="1"/>
      <p:bldP spid="3" grpId="0" animBg="1"/>
      <p:bldP spid="4" grpId="0" animBg="1"/>
      <p:bldP spid="5" grpId="0" animBg="1"/>
      <p:bldP spid="6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42">
            <a:extLst>
              <a:ext uri="{FF2B5EF4-FFF2-40B4-BE49-F238E27FC236}">
                <a16:creationId xmlns:a16="http://schemas.microsoft.com/office/drawing/2014/main" id="{DCD8E9D4-1BDB-4870-8412-292124E599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821635" y="477078"/>
            <a:ext cx="10701127" cy="540688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4B604EC-3C0A-4236-94D9-DC5A2BB6CD62}"/>
              </a:ext>
            </a:extLst>
          </p:cNvPr>
          <p:cNvSpPr/>
          <p:nvPr/>
        </p:nvSpPr>
        <p:spPr>
          <a:xfrm>
            <a:off x="821635" y="516835"/>
            <a:ext cx="1431234" cy="1351722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</a:t>
            </a:r>
            <a:endParaRPr lang="sq-XK" sz="5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8B8A981-3D68-4F2C-BA4A-B11140995452}"/>
              </a:ext>
            </a:extLst>
          </p:cNvPr>
          <p:cNvSpPr/>
          <p:nvPr/>
        </p:nvSpPr>
        <p:spPr>
          <a:xfrm>
            <a:off x="2365513" y="516835"/>
            <a:ext cx="1431234" cy="135172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2</a:t>
            </a:r>
            <a:endParaRPr lang="sq-XK" sz="5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0D89AF1-EAEF-4EC5-88A0-C0599DD559D5}"/>
              </a:ext>
            </a:extLst>
          </p:cNvPr>
          <p:cNvSpPr/>
          <p:nvPr/>
        </p:nvSpPr>
        <p:spPr>
          <a:xfrm>
            <a:off x="3909391" y="516835"/>
            <a:ext cx="1431234" cy="1351722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3</a:t>
            </a:r>
            <a:endParaRPr lang="sq-XK" sz="5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2F1DEA4-F827-470A-AC6E-F6066F400150}"/>
              </a:ext>
            </a:extLst>
          </p:cNvPr>
          <p:cNvSpPr/>
          <p:nvPr/>
        </p:nvSpPr>
        <p:spPr>
          <a:xfrm>
            <a:off x="5453269" y="477078"/>
            <a:ext cx="1431234" cy="135172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4</a:t>
            </a:r>
            <a:endParaRPr lang="sq-XK" sz="5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64A716A-9F82-40A4-8134-131B4DE97F7F}"/>
              </a:ext>
            </a:extLst>
          </p:cNvPr>
          <p:cNvSpPr/>
          <p:nvPr/>
        </p:nvSpPr>
        <p:spPr>
          <a:xfrm>
            <a:off x="7003772" y="477078"/>
            <a:ext cx="1431234" cy="135172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5</a:t>
            </a:r>
            <a:endParaRPr lang="sq-XK" sz="5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7C2C653-86F4-4B8D-A355-99D8AE3EF386}"/>
              </a:ext>
            </a:extLst>
          </p:cNvPr>
          <p:cNvSpPr/>
          <p:nvPr/>
        </p:nvSpPr>
        <p:spPr>
          <a:xfrm>
            <a:off x="8547650" y="477078"/>
            <a:ext cx="1431234" cy="1351722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6</a:t>
            </a:r>
            <a:endParaRPr lang="sq-XK" sz="5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088F621-5334-497D-9FC7-F2E1F58C457D}"/>
              </a:ext>
            </a:extLst>
          </p:cNvPr>
          <p:cNvSpPr/>
          <p:nvPr/>
        </p:nvSpPr>
        <p:spPr>
          <a:xfrm>
            <a:off x="10091528" y="477078"/>
            <a:ext cx="1431234" cy="1351722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7</a:t>
            </a:r>
            <a:endParaRPr lang="sq-XK" sz="5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D3D6B55-5671-4258-B4DF-588DD17C3C16}"/>
              </a:ext>
            </a:extLst>
          </p:cNvPr>
          <p:cNvSpPr/>
          <p:nvPr/>
        </p:nvSpPr>
        <p:spPr>
          <a:xfrm>
            <a:off x="821635" y="1868557"/>
            <a:ext cx="1431234" cy="1351722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8</a:t>
            </a:r>
            <a:endParaRPr lang="sq-XK" sz="5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3507387-24DC-421B-AC3D-E408DC9DE571}"/>
              </a:ext>
            </a:extLst>
          </p:cNvPr>
          <p:cNvSpPr/>
          <p:nvPr/>
        </p:nvSpPr>
        <p:spPr>
          <a:xfrm>
            <a:off x="2365513" y="1868557"/>
            <a:ext cx="1431234" cy="1351722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9</a:t>
            </a:r>
            <a:endParaRPr lang="sq-XK" sz="5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59B395B-E59E-409C-BB88-355AF387C927}"/>
              </a:ext>
            </a:extLst>
          </p:cNvPr>
          <p:cNvSpPr/>
          <p:nvPr/>
        </p:nvSpPr>
        <p:spPr>
          <a:xfrm>
            <a:off x="3909391" y="1868557"/>
            <a:ext cx="1431234" cy="1351722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10</a:t>
            </a:r>
            <a:endParaRPr lang="sq-XK" sz="5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9C9D8E9-6BC7-4E24-9EC0-DA28C30545A9}"/>
              </a:ext>
            </a:extLst>
          </p:cNvPr>
          <p:cNvSpPr/>
          <p:nvPr/>
        </p:nvSpPr>
        <p:spPr>
          <a:xfrm>
            <a:off x="5453269" y="1828800"/>
            <a:ext cx="1431234" cy="135172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11</a:t>
            </a:r>
            <a:endParaRPr lang="sq-XK" sz="5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4EFC7CF-D6C3-48B1-882E-293DF325EF46}"/>
              </a:ext>
            </a:extLst>
          </p:cNvPr>
          <p:cNvSpPr/>
          <p:nvPr/>
        </p:nvSpPr>
        <p:spPr>
          <a:xfrm>
            <a:off x="7003772" y="1828800"/>
            <a:ext cx="1431234" cy="135172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12</a:t>
            </a:r>
            <a:endParaRPr lang="sq-XK" sz="5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F9A7794-6B28-4ADE-8F3F-603146B816B8}"/>
              </a:ext>
            </a:extLst>
          </p:cNvPr>
          <p:cNvSpPr/>
          <p:nvPr/>
        </p:nvSpPr>
        <p:spPr>
          <a:xfrm>
            <a:off x="8547650" y="1828800"/>
            <a:ext cx="1431234" cy="1351722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13</a:t>
            </a:r>
            <a:endParaRPr lang="sq-XK" sz="5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D314857-96FF-408A-97D1-C8031CD9B48A}"/>
              </a:ext>
            </a:extLst>
          </p:cNvPr>
          <p:cNvSpPr/>
          <p:nvPr/>
        </p:nvSpPr>
        <p:spPr>
          <a:xfrm>
            <a:off x="10091528" y="1828800"/>
            <a:ext cx="1431234" cy="135172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14</a:t>
            </a:r>
            <a:endParaRPr lang="sq-XK" sz="5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0DCBEE1-7E8C-4FFC-8AAB-97ADF7CF2D4C}"/>
              </a:ext>
            </a:extLst>
          </p:cNvPr>
          <p:cNvSpPr/>
          <p:nvPr/>
        </p:nvSpPr>
        <p:spPr>
          <a:xfrm>
            <a:off x="821635" y="3220279"/>
            <a:ext cx="1431234" cy="1351722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15</a:t>
            </a:r>
            <a:endParaRPr lang="sq-XK" sz="5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3EF4728-2C9C-4D73-BB2C-F7B4AC281052}"/>
              </a:ext>
            </a:extLst>
          </p:cNvPr>
          <p:cNvSpPr/>
          <p:nvPr/>
        </p:nvSpPr>
        <p:spPr>
          <a:xfrm>
            <a:off x="2365513" y="3220279"/>
            <a:ext cx="1431234" cy="1351722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16</a:t>
            </a:r>
            <a:endParaRPr lang="sq-XK" sz="5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CF7DCE5-471A-4CC8-9D3A-83801C834FA4}"/>
              </a:ext>
            </a:extLst>
          </p:cNvPr>
          <p:cNvSpPr/>
          <p:nvPr/>
        </p:nvSpPr>
        <p:spPr>
          <a:xfrm>
            <a:off x="3909391" y="3220279"/>
            <a:ext cx="1431234" cy="1351722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17</a:t>
            </a:r>
            <a:endParaRPr lang="sq-XK" sz="5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1DB2CB9-9D30-443A-B2DA-2C10BEDBBE09}"/>
              </a:ext>
            </a:extLst>
          </p:cNvPr>
          <p:cNvSpPr/>
          <p:nvPr/>
        </p:nvSpPr>
        <p:spPr>
          <a:xfrm>
            <a:off x="5453269" y="3180522"/>
            <a:ext cx="1431234" cy="135172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18</a:t>
            </a:r>
            <a:endParaRPr lang="sq-XK" sz="5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04454FD-2950-40D3-BC3C-9F619EDAC759}"/>
              </a:ext>
            </a:extLst>
          </p:cNvPr>
          <p:cNvSpPr/>
          <p:nvPr/>
        </p:nvSpPr>
        <p:spPr>
          <a:xfrm>
            <a:off x="7003772" y="3180522"/>
            <a:ext cx="1431234" cy="1351722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19</a:t>
            </a:r>
            <a:endParaRPr lang="sq-XK" sz="5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18C1590-5C4E-417B-8C50-C94F6DA36BBC}"/>
              </a:ext>
            </a:extLst>
          </p:cNvPr>
          <p:cNvSpPr/>
          <p:nvPr/>
        </p:nvSpPr>
        <p:spPr>
          <a:xfrm>
            <a:off x="8547650" y="3180522"/>
            <a:ext cx="1431234" cy="135172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21</a:t>
            </a:r>
            <a:endParaRPr lang="sq-XK" sz="5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97F9C66-D6CE-4751-985B-A96F9F84C6B0}"/>
              </a:ext>
            </a:extLst>
          </p:cNvPr>
          <p:cNvSpPr/>
          <p:nvPr/>
        </p:nvSpPr>
        <p:spPr>
          <a:xfrm>
            <a:off x="10091528" y="3180522"/>
            <a:ext cx="1431234" cy="135172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22</a:t>
            </a:r>
            <a:endParaRPr lang="sq-XK" sz="5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0C5D7D4-692F-4FA1-A5F5-83402028272A}"/>
              </a:ext>
            </a:extLst>
          </p:cNvPr>
          <p:cNvSpPr/>
          <p:nvPr/>
        </p:nvSpPr>
        <p:spPr>
          <a:xfrm>
            <a:off x="821635" y="4572001"/>
            <a:ext cx="1431234" cy="135172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23</a:t>
            </a:r>
            <a:endParaRPr lang="sq-XK" sz="5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DC812C5-7E70-4D79-B428-B2E437F67384}"/>
              </a:ext>
            </a:extLst>
          </p:cNvPr>
          <p:cNvSpPr/>
          <p:nvPr/>
        </p:nvSpPr>
        <p:spPr>
          <a:xfrm>
            <a:off x="2365513" y="4572001"/>
            <a:ext cx="1431234" cy="1351722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24</a:t>
            </a:r>
            <a:endParaRPr lang="sq-XK" sz="5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3AEB801-5A46-4160-B703-853A402373A1}"/>
              </a:ext>
            </a:extLst>
          </p:cNvPr>
          <p:cNvSpPr/>
          <p:nvPr/>
        </p:nvSpPr>
        <p:spPr>
          <a:xfrm>
            <a:off x="3909391" y="4572001"/>
            <a:ext cx="1431234" cy="135172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25</a:t>
            </a:r>
            <a:endParaRPr lang="sq-XK" sz="5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7835575-5093-47F7-98F2-17010C9A62EB}"/>
              </a:ext>
            </a:extLst>
          </p:cNvPr>
          <p:cNvSpPr/>
          <p:nvPr/>
        </p:nvSpPr>
        <p:spPr>
          <a:xfrm>
            <a:off x="5453269" y="4532244"/>
            <a:ext cx="1431234" cy="1351722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26</a:t>
            </a:r>
            <a:endParaRPr lang="sq-XK" sz="5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38899E1-2691-47FC-A285-DC7F76E70F51}"/>
              </a:ext>
            </a:extLst>
          </p:cNvPr>
          <p:cNvSpPr/>
          <p:nvPr/>
        </p:nvSpPr>
        <p:spPr>
          <a:xfrm>
            <a:off x="7003772" y="4532244"/>
            <a:ext cx="1431234" cy="135172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27</a:t>
            </a:r>
            <a:endParaRPr lang="sq-XK" sz="5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2225DE0-A541-4398-8500-B9A5605464C6}"/>
              </a:ext>
            </a:extLst>
          </p:cNvPr>
          <p:cNvSpPr/>
          <p:nvPr/>
        </p:nvSpPr>
        <p:spPr>
          <a:xfrm>
            <a:off x="8547650" y="4532244"/>
            <a:ext cx="1431234" cy="135172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28</a:t>
            </a:r>
            <a:endParaRPr lang="sq-XK" sz="5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E7CB54F-7D15-4F69-94C9-3BFF37DAAE96}"/>
              </a:ext>
            </a:extLst>
          </p:cNvPr>
          <p:cNvSpPr/>
          <p:nvPr/>
        </p:nvSpPr>
        <p:spPr>
          <a:xfrm>
            <a:off x="10091528" y="4532244"/>
            <a:ext cx="1431234" cy="1351722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29</a:t>
            </a:r>
            <a:endParaRPr lang="sq-XK" sz="5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9" name="Action Button: Blank 8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D0F738BA-A01B-D2BD-C80A-F44E677E9AE5}"/>
              </a:ext>
            </a:extLst>
          </p:cNvPr>
          <p:cNvSpPr/>
          <p:nvPr/>
        </p:nvSpPr>
        <p:spPr>
          <a:xfrm>
            <a:off x="440029" y="6047409"/>
            <a:ext cx="1558343" cy="744918"/>
          </a:xfrm>
          <a:prstGeom prst="actionButtonBlank">
            <a:avLst/>
          </a:prstGeom>
          <a:solidFill>
            <a:srgbClr val="B93A76"/>
          </a:solidFill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Kthehu</a:t>
            </a:r>
          </a:p>
        </p:txBody>
      </p:sp>
      <p:sp>
        <p:nvSpPr>
          <p:cNvPr id="17" name="Rounded Rectangle 45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16CA6FE6-699D-13BF-E3A1-84CA0C9857F3}"/>
              </a:ext>
            </a:extLst>
          </p:cNvPr>
          <p:cNvSpPr/>
          <p:nvPr/>
        </p:nvSpPr>
        <p:spPr>
          <a:xfrm>
            <a:off x="1998372" y="6162261"/>
            <a:ext cx="1724027" cy="744918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Vazhdo</a:t>
            </a:r>
            <a:endParaRPr lang="sq-XK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Oval 24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73F7BCDB-E3CF-9389-CB3B-E68D2B20EB8C}"/>
              </a:ext>
            </a:extLst>
          </p:cNvPr>
          <p:cNvSpPr/>
          <p:nvPr/>
        </p:nvSpPr>
        <p:spPr>
          <a:xfrm>
            <a:off x="3730238" y="6122504"/>
            <a:ext cx="1915188" cy="764776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Rifillo</a:t>
            </a:r>
            <a:endParaRPr lang="sq-XK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77538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seq concurrent="1" nextAc="seek">
              <p:cTn id="17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seq concurrent="1" nextAc="seek">
              <p:cTn id="2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seq concurrent="1" nextAc="seek">
              <p:cTn id="27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37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42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47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" fill="hold">
                      <p:stCondLst>
                        <p:cond delay="0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52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57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8" fill="hold">
                      <p:stCondLst>
                        <p:cond delay="0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6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67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8" fill="hold">
                      <p:stCondLst>
                        <p:cond delay="0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72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3" fill="hold">
                      <p:stCondLst>
                        <p:cond delay="0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  <p:seq concurrent="1" nextAc="seek">
              <p:cTn id="77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8" fill="hold">
                      <p:stCondLst>
                        <p:cond delay="0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seq concurrent="1" nextAc="seek">
              <p:cTn id="82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3" fill="hold">
                      <p:stCondLst>
                        <p:cond delay="0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87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8" fill="hold">
                      <p:stCondLst>
                        <p:cond delay="0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seq concurrent="1" nextAc="seek">
              <p:cTn id="92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" fill="hold">
                      <p:stCondLst>
                        <p:cond delay="0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97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8" fill="hold">
                      <p:stCondLst>
                        <p:cond delay="0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seq concurrent="1" nextAc="seek">
              <p:cTn id="102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3" fill="hold">
                      <p:stCondLst>
                        <p:cond delay="0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  <p:seq concurrent="1" nextAc="seek">
              <p:cTn id="107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8" fill="hold">
                      <p:stCondLst>
                        <p:cond delay="0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  <p:seq concurrent="1" nextAc="seek">
              <p:cTn id="112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3" fill="hold">
                      <p:stCondLst>
                        <p:cond delay="0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  <p:seq concurrent="1" nextAc="seek">
              <p:cTn id="117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8" fill="hold">
                      <p:stCondLst>
                        <p:cond delay="0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  <p:seq concurrent="1" nextAc="seek">
              <p:cTn id="122" restart="whenNotActive" fill="hold" evtFilter="cancelBubble" nodeType="interactiveSeq">
                <p:stCondLst>
                  <p:cond evt="onClick" delay="0">
                    <p:tgtEl>
                      <p:spTgt spid="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3" fill="hold">
                      <p:stCondLst>
                        <p:cond delay="0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9"/>
                  </p:tgtEl>
                </p:cond>
              </p:nextCondLst>
            </p:seq>
            <p:seq concurrent="1" nextAc="seek">
              <p:cTn id="127" restart="whenNotActive" fill="hold" evtFilter="cancelBubble" nodeType="interactiveSeq">
                <p:stCondLst>
                  <p:cond evt="onClick" delay="0">
                    <p:tgtEl>
                      <p:spTgt spid="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8" fill="hold">
                      <p:stCondLst>
                        <p:cond delay="0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0"/>
                  </p:tgtEl>
                </p:cond>
              </p:nextCondLst>
            </p:seq>
            <p:seq concurrent="1" nextAc="seek">
              <p:cTn id="132" restart="whenNotActive" fill="hold" evtFilter="cancelBubble" nodeType="interactiveSeq">
                <p:stCondLst>
                  <p:cond evt="onClick" delay="0">
                    <p:tgtEl>
                      <p:spTgt spid="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3" fill="hold">
                      <p:stCondLst>
                        <p:cond delay="0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1"/>
                  </p:tgtEl>
                </p:cond>
              </p:nextCondLst>
            </p:seq>
            <p:seq concurrent="1" nextAc="seek">
              <p:cTn id="137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8" fill="hold">
                      <p:stCondLst>
                        <p:cond delay="0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Picture 32">
            <a:extLst>
              <a:ext uri="{FF2B5EF4-FFF2-40B4-BE49-F238E27FC236}">
                <a16:creationId xmlns:a16="http://schemas.microsoft.com/office/drawing/2014/main" id="{D7A8049F-7B41-4AB6-9F2E-F04C14DFC4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821636" y="477077"/>
            <a:ext cx="10548730" cy="5579165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4B604EC-3C0A-4236-94D9-DC5A2BB6CD62}"/>
              </a:ext>
            </a:extLst>
          </p:cNvPr>
          <p:cNvSpPr/>
          <p:nvPr/>
        </p:nvSpPr>
        <p:spPr>
          <a:xfrm>
            <a:off x="821635" y="477078"/>
            <a:ext cx="1431234" cy="1351722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</a:t>
            </a:r>
            <a:endParaRPr lang="sq-XK" sz="5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8B8A981-3D68-4F2C-BA4A-B11140995452}"/>
              </a:ext>
            </a:extLst>
          </p:cNvPr>
          <p:cNvSpPr/>
          <p:nvPr/>
        </p:nvSpPr>
        <p:spPr>
          <a:xfrm>
            <a:off x="2365513" y="516835"/>
            <a:ext cx="1431234" cy="135172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2</a:t>
            </a:r>
            <a:endParaRPr lang="sq-XK" sz="5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0D89AF1-EAEF-4EC5-88A0-C0599DD559D5}"/>
              </a:ext>
            </a:extLst>
          </p:cNvPr>
          <p:cNvSpPr/>
          <p:nvPr/>
        </p:nvSpPr>
        <p:spPr>
          <a:xfrm>
            <a:off x="3909391" y="516835"/>
            <a:ext cx="1431234" cy="1351722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3</a:t>
            </a:r>
            <a:endParaRPr lang="sq-XK" sz="5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2F1DEA4-F827-470A-AC6E-F6066F400150}"/>
              </a:ext>
            </a:extLst>
          </p:cNvPr>
          <p:cNvSpPr/>
          <p:nvPr/>
        </p:nvSpPr>
        <p:spPr>
          <a:xfrm>
            <a:off x="5453269" y="477078"/>
            <a:ext cx="1431234" cy="135172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4</a:t>
            </a:r>
            <a:endParaRPr lang="sq-XK" sz="5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64A716A-9F82-40A4-8134-131B4DE97F7F}"/>
              </a:ext>
            </a:extLst>
          </p:cNvPr>
          <p:cNvSpPr/>
          <p:nvPr/>
        </p:nvSpPr>
        <p:spPr>
          <a:xfrm>
            <a:off x="7003772" y="477078"/>
            <a:ext cx="1431234" cy="135172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5</a:t>
            </a:r>
            <a:endParaRPr lang="sq-XK" sz="5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7C2C653-86F4-4B8D-A355-99D8AE3EF386}"/>
              </a:ext>
            </a:extLst>
          </p:cNvPr>
          <p:cNvSpPr/>
          <p:nvPr/>
        </p:nvSpPr>
        <p:spPr>
          <a:xfrm>
            <a:off x="8547650" y="477078"/>
            <a:ext cx="1431234" cy="1351722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6</a:t>
            </a:r>
            <a:endParaRPr lang="sq-XK" sz="5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088F621-5334-497D-9FC7-F2E1F58C457D}"/>
              </a:ext>
            </a:extLst>
          </p:cNvPr>
          <p:cNvSpPr/>
          <p:nvPr/>
        </p:nvSpPr>
        <p:spPr>
          <a:xfrm>
            <a:off x="10091528" y="477078"/>
            <a:ext cx="1431234" cy="1351722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7</a:t>
            </a:r>
            <a:endParaRPr lang="sq-XK" sz="5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D3D6B55-5671-4258-B4DF-588DD17C3C16}"/>
              </a:ext>
            </a:extLst>
          </p:cNvPr>
          <p:cNvSpPr/>
          <p:nvPr/>
        </p:nvSpPr>
        <p:spPr>
          <a:xfrm>
            <a:off x="821635" y="1868557"/>
            <a:ext cx="1431234" cy="1351722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8</a:t>
            </a:r>
            <a:endParaRPr lang="sq-XK" sz="5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3507387-24DC-421B-AC3D-E408DC9DE571}"/>
              </a:ext>
            </a:extLst>
          </p:cNvPr>
          <p:cNvSpPr/>
          <p:nvPr/>
        </p:nvSpPr>
        <p:spPr>
          <a:xfrm>
            <a:off x="2365513" y="1868557"/>
            <a:ext cx="1431234" cy="1351722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9</a:t>
            </a:r>
            <a:endParaRPr lang="sq-XK" sz="5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59B395B-E59E-409C-BB88-355AF387C927}"/>
              </a:ext>
            </a:extLst>
          </p:cNvPr>
          <p:cNvSpPr/>
          <p:nvPr/>
        </p:nvSpPr>
        <p:spPr>
          <a:xfrm>
            <a:off x="3909391" y="1868557"/>
            <a:ext cx="1431234" cy="1351722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10</a:t>
            </a:r>
            <a:endParaRPr lang="sq-XK" sz="5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9C9D8E9-6BC7-4E24-9EC0-DA28C30545A9}"/>
              </a:ext>
            </a:extLst>
          </p:cNvPr>
          <p:cNvSpPr/>
          <p:nvPr/>
        </p:nvSpPr>
        <p:spPr>
          <a:xfrm>
            <a:off x="5453269" y="1828800"/>
            <a:ext cx="1431234" cy="135172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11</a:t>
            </a:r>
            <a:endParaRPr lang="sq-XK" sz="5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4EFC7CF-D6C3-48B1-882E-293DF325EF46}"/>
              </a:ext>
            </a:extLst>
          </p:cNvPr>
          <p:cNvSpPr/>
          <p:nvPr/>
        </p:nvSpPr>
        <p:spPr>
          <a:xfrm>
            <a:off x="7003772" y="1828800"/>
            <a:ext cx="1431234" cy="135172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12</a:t>
            </a:r>
            <a:endParaRPr lang="sq-XK" sz="5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F9A7794-6B28-4ADE-8F3F-603146B816B8}"/>
              </a:ext>
            </a:extLst>
          </p:cNvPr>
          <p:cNvSpPr/>
          <p:nvPr/>
        </p:nvSpPr>
        <p:spPr>
          <a:xfrm>
            <a:off x="8547650" y="1828800"/>
            <a:ext cx="1431234" cy="1351722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13</a:t>
            </a:r>
            <a:endParaRPr lang="sq-XK" sz="5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D314857-96FF-408A-97D1-C8031CD9B48A}"/>
              </a:ext>
            </a:extLst>
          </p:cNvPr>
          <p:cNvSpPr/>
          <p:nvPr/>
        </p:nvSpPr>
        <p:spPr>
          <a:xfrm>
            <a:off x="10091528" y="1828800"/>
            <a:ext cx="1431234" cy="135172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14</a:t>
            </a:r>
            <a:endParaRPr lang="sq-XK" sz="5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0DCBEE1-7E8C-4FFC-8AAB-97ADF7CF2D4C}"/>
              </a:ext>
            </a:extLst>
          </p:cNvPr>
          <p:cNvSpPr/>
          <p:nvPr/>
        </p:nvSpPr>
        <p:spPr>
          <a:xfrm>
            <a:off x="821635" y="3220279"/>
            <a:ext cx="1431234" cy="1351722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15</a:t>
            </a:r>
            <a:endParaRPr lang="sq-XK" sz="5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3EF4728-2C9C-4D73-BB2C-F7B4AC281052}"/>
              </a:ext>
            </a:extLst>
          </p:cNvPr>
          <p:cNvSpPr/>
          <p:nvPr/>
        </p:nvSpPr>
        <p:spPr>
          <a:xfrm>
            <a:off x="2365513" y="3220279"/>
            <a:ext cx="1431234" cy="1351722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16</a:t>
            </a:r>
            <a:endParaRPr lang="sq-XK" sz="5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CF7DCE5-471A-4CC8-9D3A-83801C834FA4}"/>
              </a:ext>
            </a:extLst>
          </p:cNvPr>
          <p:cNvSpPr/>
          <p:nvPr/>
        </p:nvSpPr>
        <p:spPr>
          <a:xfrm>
            <a:off x="3909391" y="3220279"/>
            <a:ext cx="1431234" cy="1351722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17</a:t>
            </a:r>
            <a:endParaRPr lang="sq-XK" sz="5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1DB2CB9-9D30-443A-B2DA-2C10BEDBBE09}"/>
              </a:ext>
            </a:extLst>
          </p:cNvPr>
          <p:cNvSpPr/>
          <p:nvPr/>
        </p:nvSpPr>
        <p:spPr>
          <a:xfrm>
            <a:off x="5453269" y="3180522"/>
            <a:ext cx="1431234" cy="135172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18</a:t>
            </a:r>
            <a:endParaRPr lang="sq-XK" sz="5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04454FD-2950-40D3-BC3C-9F619EDAC759}"/>
              </a:ext>
            </a:extLst>
          </p:cNvPr>
          <p:cNvSpPr/>
          <p:nvPr/>
        </p:nvSpPr>
        <p:spPr>
          <a:xfrm>
            <a:off x="7003772" y="3180522"/>
            <a:ext cx="1431234" cy="1351722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19</a:t>
            </a:r>
            <a:endParaRPr lang="sq-XK" sz="5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18C1590-5C4E-417B-8C50-C94F6DA36BBC}"/>
              </a:ext>
            </a:extLst>
          </p:cNvPr>
          <p:cNvSpPr/>
          <p:nvPr/>
        </p:nvSpPr>
        <p:spPr>
          <a:xfrm>
            <a:off x="8547650" y="3180522"/>
            <a:ext cx="1431234" cy="135172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21</a:t>
            </a:r>
            <a:endParaRPr lang="sq-XK" sz="5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97F9C66-D6CE-4751-985B-A96F9F84C6B0}"/>
              </a:ext>
            </a:extLst>
          </p:cNvPr>
          <p:cNvSpPr/>
          <p:nvPr/>
        </p:nvSpPr>
        <p:spPr>
          <a:xfrm>
            <a:off x="10091528" y="3180522"/>
            <a:ext cx="1431234" cy="135172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22</a:t>
            </a:r>
            <a:endParaRPr lang="sq-XK" sz="5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0C5D7D4-692F-4FA1-A5F5-83402028272A}"/>
              </a:ext>
            </a:extLst>
          </p:cNvPr>
          <p:cNvSpPr/>
          <p:nvPr/>
        </p:nvSpPr>
        <p:spPr>
          <a:xfrm>
            <a:off x="821635" y="4572001"/>
            <a:ext cx="1431234" cy="135172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23</a:t>
            </a:r>
            <a:endParaRPr lang="sq-XK" sz="5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DC812C5-7E70-4D79-B428-B2E437F67384}"/>
              </a:ext>
            </a:extLst>
          </p:cNvPr>
          <p:cNvSpPr/>
          <p:nvPr/>
        </p:nvSpPr>
        <p:spPr>
          <a:xfrm>
            <a:off x="2365513" y="4572001"/>
            <a:ext cx="1431234" cy="1351722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24</a:t>
            </a:r>
            <a:endParaRPr lang="sq-XK" sz="5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3AEB801-5A46-4160-B703-853A402373A1}"/>
              </a:ext>
            </a:extLst>
          </p:cNvPr>
          <p:cNvSpPr/>
          <p:nvPr/>
        </p:nvSpPr>
        <p:spPr>
          <a:xfrm>
            <a:off x="3909391" y="4572001"/>
            <a:ext cx="1431234" cy="135172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25</a:t>
            </a:r>
            <a:endParaRPr lang="sq-XK" sz="5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7835575-5093-47F7-98F2-17010C9A62EB}"/>
              </a:ext>
            </a:extLst>
          </p:cNvPr>
          <p:cNvSpPr/>
          <p:nvPr/>
        </p:nvSpPr>
        <p:spPr>
          <a:xfrm>
            <a:off x="5453269" y="4532244"/>
            <a:ext cx="1431234" cy="1351722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26</a:t>
            </a:r>
            <a:endParaRPr lang="sq-XK" sz="5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38899E1-2691-47FC-A285-DC7F76E70F51}"/>
              </a:ext>
            </a:extLst>
          </p:cNvPr>
          <p:cNvSpPr/>
          <p:nvPr/>
        </p:nvSpPr>
        <p:spPr>
          <a:xfrm>
            <a:off x="7003772" y="4532244"/>
            <a:ext cx="1431234" cy="135172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27</a:t>
            </a:r>
            <a:endParaRPr lang="sq-XK" sz="5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2225DE0-A541-4398-8500-B9A5605464C6}"/>
              </a:ext>
            </a:extLst>
          </p:cNvPr>
          <p:cNvSpPr/>
          <p:nvPr/>
        </p:nvSpPr>
        <p:spPr>
          <a:xfrm>
            <a:off x="8547650" y="4532244"/>
            <a:ext cx="1431234" cy="135172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28</a:t>
            </a:r>
            <a:endParaRPr lang="sq-XK" sz="5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E7CB54F-7D15-4F69-94C9-3BFF37DAAE96}"/>
              </a:ext>
            </a:extLst>
          </p:cNvPr>
          <p:cNvSpPr/>
          <p:nvPr/>
        </p:nvSpPr>
        <p:spPr>
          <a:xfrm>
            <a:off x="10091528" y="4532244"/>
            <a:ext cx="1431234" cy="1351722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29</a:t>
            </a:r>
            <a:endParaRPr lang="sq-XK" sz="5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9" name="Action Button: Blank 8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8891DFC6-2C78-0E28-EC5F-73A6CCD15778}"/>
              </a:ext>
            </a:extLst>
          </p:cNvPr>
          <p:cNvSpPr/>
          <p:nvPr/>
        </p:nvSpPr>
        <p:spPr>
          <a:xfrm>
            <a:off x="440029" y="6047409"/>
            <a:ext cx="1558343" cy="744918"/>
          </a:xfrm>
          <a:prstGeom prst="actionButtonBlank">
            <a:avLst/>
          </a:prstGeom>
          <a:solidFill>
            <a:srgbClr val="B93A76"/>
          </a:solidFill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Kthehu</a:t>
            </a:r>
          </a:p>
        </p:txBody>
      </p:sp>
      <p:sp>
        <p:nvSpPr>
          <p:cNvPr id="17" name="Rounded Rectangle 45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BEB90FCB-A9DE-75E5-EEA3-BADD5EB1E283}"/>
              </a:ext>
            </a:extLst>
          </p:cNvPr>
          <p:cNvSpPr/>
          <p:nvPr/>
        </p:nvSpPr>
        <p:spPr>
          <a:xfrm>
            <a:off x="1998372" y="6162261"/>
            <a:ext cx="1724027" cy="744918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Vazhdo</a:t>
            </a:r>
            <a:endParaRPr lang="sq-XK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Oval 24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872F3B74-9934-208E-B787-F47F0FE43F2F}"/>
              </a:ext>
            </a:extLst>
          </p:cNvPr>
          <p:cNvSpPr/>
          <p:nvPr/>
        </p:nvSpPr>
        <p:spPr>
          <a:xfrm>
            <a:off x="3730238" y="6122504"/>
            <a:ext cx="1915188" cy="764776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Rifillo</a:t>
            </a:r>
            <a:endParaRPr lang="sq-XK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33145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seq concurrent="1" nextAc="seek">
              <p:cTn id="17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seq concurrent="1" nextAc="seek">
              <p:cTn id="2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seq concurrent="1" nextAc="seek">
              <p:cTn id="27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37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42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47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" fill="hold">
                      <p:stCondLst>
                        <p:cond delay="0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52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57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8" fill="hold">
                      <p:stCondLst>
                        <p:cond delay="0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6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67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8" fill="hold">
                      <p:stCondLst>
                        <p:cond delay="0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72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3" fill="hold">
                      <p:stCondLst>
                        <p:cond delay="0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  <p:seq concurrent="1" nextAc="seek">
              <p:cTn id="77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8" fill="hold">
                      <p:stCondLst>
                        <p:cond delay="0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seq concurrent="1" nextAc="seek">
              <p:cTn id="82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3" fill="hold">
                      <p:stCondLst>
                        <p:cond delay="0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87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8" fill="hold">
                      <p:stCondLst>
                        <p:cond delay="0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seq concurrent="1" nextAc="seek">
              <p:cTn id="92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" fill="hold">
                      <p:stCondLst>
                        <p:cond delay="0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97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8" fill="hold">
                      <p:stCondLst>
                        <p:cond delay="0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seq concurrent="1" nextAc="seek">
              <p:cTn id="102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3" fill="hold">
                      <p:stCondLst>
                        <p:cond delay="0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  <p:seq concurrent="1" nextAc="seek">
              <p:cTn id="107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8" fill="hold">
                      <p:stCondLst>
                        <p:cond delay="0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  <p:seq concurrent="1" nextAc="seek">
              <p:cTn id="112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3" fill="hold">
                      <p:stCondLst>
                        <p:cond delay="0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  <p:seq concurrent="1" nextAc="seek">
              <p:cTn id="117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8" fill="hold">
                      <p:stCondLst>
                        <p:cond delay="0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  <p:seq concurrent="1" nextAc="seek">
              <p:cTn id="122" restart="whenNotActive" fill="hold" evtFilter="cancelBubble" nodeType="interactiveSeq">
                <p:stCondLst>
                  <p:cond evt="onClick" delay="0">
                    <p:tgtEl>
                      <p:spTgt spid="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3" fill="hold">
                      <p:stCondLst>
                        <p:cond delay="0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9"/>
                  </p:tgtEl>
                </p:cond>
              </p:nextCondLst>
            </p:seq>
            <p:seq concurrent="1" nextAc="seek">
              <p:cTn id="127" restart="whenNotActive" fill="hold" evtFilter="cancelBubble" nodeType="interactiveSeq">
                <p:stCondLst>
                  <p:cond evt="onClick" delay="0">
                    <p:tgtEl>
                      <p:spTgt spid="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8" fill="hold">
                      <p:stCondLst>
                        <p:cond delay="0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0"/>
                  </p:tgtEl>
                </p:cond>
              </p:nextCondLst>
            </p:seq>
            <p:seq concurrent="1" nextAc="seek">
              <p:cTn id="132" restart="whenNotActive" fill="hold" evtFilter="cancelBubble" nodeType="interactiveSeq">
                <p:stCondLst>
                  <p:cond evt="onClick" delay="0">
                    <p:tgtEl>
                      <p:spTgt spid="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3" fill="hold">
                      <p:stCondLst>
                        <p:cond delay="0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1"/>
                  </p:tgtEl>
                </p:cond>
              </p:nextCondLst>
            </p:seq>
            <p:seq concurrent="1" nextAc="seek">
              <p:cTn id="137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8" fill="hold">
                      <p:stCondLst>
                        <p:cond delay="0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D42F9CC-517B-4C2F-BB2B-079AEDB5790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2886" t="9314" r="22886" b="9314"/>
          <a:stretch/>
        </p:blipFill>
        <p:spPr>
          <a:xfrm>
            <a:off x="3606859" y="194105"/>
            <a:ext cx="6053976" cy="6053976"/>
          </a:xfrm>
          <a:prstGeom prst="ellipse">
            <a:avLst/>
          </a:prstGeom>
        </p:spPr>
      </p:pic>
      <p:sp>
        <p:nvSpPr>
          <p:cNvPr id="6" name="Luaj Pauzo">
            <a:extLst>
              <a:ext uri="{FF2B5EF4-FFF2-40B4-BE49-F238E27FC236}">
                <a16:creationId xmlns:a16="http://schemas.microsoft.com/office/drawing/2014/main" id="{5BA0C515-9933-490B-8C63-62D9A41CFB34}"/>
              </a:ext>
            </a:extLst>
          </p:cNvPr>
          <p:cNvSpPr/>
          <p:nvPr/>
        </p:nvSpPr>
        <p:spPr>
          <a:xfrm>
            <a:off x="5889776" y="2684929"/>
            <a:ext cx="1488141" cy="1488142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dirty="0">
              <a:sym typeface="Webdings" panose="05030102010509060703" pitchFamily="18" charset="2"/>
            </a:endParaRPr>
          </a:p>
          <a:p>
            <a:pPr algn="ctr"/>
            <a:r>
              <a:rPr lang="sq-XK" sz="3200" dirty="0">
                <a:sym typeface="Webdings" panose="05030102010509060703" pitchFamily="18" charset="2"/>
              </a:rPr>
              <a:t></a:t>
            </a:r>
            <a:endParaRPr lang="sq-AL" sz="3200" dirty="0">
              <a:sym typeface="Webdings" panose="05030102010509060703" pitchFamily="18" charset="2"/>
            </a:endParaRPr>
          </a:p>
          <a:p>
            <a:pPr algn="ctr"/>
            <a:endParaRPr lang="sq-XK" sz="3200" dirty="0"/>
          </a:p>
        </p:txBody>
      </p:sp>
      <p:sp>
        <p:nvSpPr>
          <p:cNvPr id="7" name="Arrow: Pentagon 6">
            <a:extLst>
              <a:ext uri="{FF2B5EF4-FFF2-40B4-BE49-F238E27FC236}">
                <a16:creationId xmlns:a16="http://schemas.microsoft.com/office/drawing/2014/main" id="{487C2880-F5C0-487D-885C-F836CB799D5F}"/>
              </a:ext>
            </a:extLst>
          </p:cNvPr>
          <p:cNvSpPr/>
          <p:nvPr/>
        </p:nvSpPr>
        <p:spPr>
          <a:xfrm>
            <a:off x="307846" y="3213847"/>
            <a:ext cx="3299012" cy="430306"/>
          </a:xfrm>
          <a:prstGeom prst="homePlate">
            <a:avLst>
              <a:gd name="adj" fmla="val 122581"/>
            </a:avLst>
          </a:prstGeom>
          <a:solidFill>
            <a:srgbClr val="FF0000"/>
          </a:solidFill>
          <a:ln>
            <a:noFill/>
          </a:ln>
          <a:effectLst>
            <a:outerShdw blurRad="184150" dist="241300" dir="11520000" sx="110000" sy="110000" algn="ctr">
              <a:srgbClr val="000000">
                <a:alpha val="18000"/>
              </a:srgbClr>
            </a:outerShdw>
          </a:effectLst>
          <a:scene3d>
            <a:camera prst="perspectiveFront" fov="5100000">
              <a:rot lat="0" lon="2100000" rev="0"/>
            </a:camera>
            <a:lightRig rig="flood" dir="t">
              <a:rot lat="0" lon="0" rev="13800000"/>
            </a:lightRig>
          </a:scene3d>
          <a:sp3d extrusionH="107950" prstMaterial="plastic">
            <a:bevelT w="82550" h="63500" prst="divot"/>
            <a:bevelB/>
          </a:sp3d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3E5FF37-A520-43A4-B061-AE57D80F3A8C}"/>
              </a:ext>
            </a:extLst>
          </p:cNvPr>
          <p:cNvSpPr txBox="1"/>
          <p:nvPr/>
        </p:nvSpPr>
        <p:spPr>
          <a:xfrm>
            <a:off x="307846" y="119270"/>
            <a:ext cx="11233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N. Guri</a:t>
            </a:r>
            <a:endParaRPr lang="sq-XK" dirty="0"/>
          </a:p>
        </p:txBody>
      </p:sp>
      <p:sp>
        <p:nvSpPr>
          <p:cNvPr id="3" name="Action Button: Blank 2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5E979D46-4A3E-9F00-4A0D-211DF79D28C6}"/>
              </a:ext>
            </a:extLst>
          </p:cNvPr>
          <p:cNvSpPr/>
          <p:nvPr/>
        </p:nvSpPr>
        <p:spPr>
          <a:xfrm>
            <a:off x="1152939" y="5234609"/>
            <a:ext cx="2610678" cy="649356"/>
          </a:xfrm>
          <a:prstGeom prst="actionButtonBlank">
            <a:avLst/>
          </a:prstGeom>
          <a:solidFill>
            <a:srgbClr val="DD0202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Sllajdi i radhës</a:t>
            </a:r>
            <a:endParaRPr lang="sq-XK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Action Button: Blank 7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DEE6FC3B-0388-29B5-1C97-D0FB4394194D}"/>
              </a:ext>
            </a:extLst>
          </p:cNvPr>
          <p:cNvSpPr/>
          <p:nvPr/>
        </p:nvSpPr>
        <p:spPr>
          <a:xfrm>
            <a:off x="1152939" y="5957739"/>
            <a:ext cx="2610678" cy="649356"/>
          </a:xfrm>
          <a:prstGeom prst="actionButtonBlank">
            <a:avLst/>
          </a:prstGeom>
          <a:solidFill>
            <a:srgbClr val="DD0202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Sllajdi paraprak</a:t>
            </a:r>
            <a:endParaRPr lang="sq-XK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Action Button: Blank 8">
            <a:hlinkClick r:id="" action="ppaction://hlinkshowjump?jump=endshow" highlightClick="1"/>
            <a:extLst>
              <a:ext uri="{FF2B5EF4-FFF2-40B4-BE49-F238E27FC236}">
                <a16:creationId xmlns:a16="http://schemas.microsoft.com/office/drawing/2014/main" id="{0CC52BED-E41C-B4E8-2D56-4CFDC71F4C8D}"/>
              </a:ext>
            </a:extLst>
          </p:cNvPr>
          <p:cNvSpPr/>
          <p:nvPr/>
        </p:nvSpPr>
        <p:spPr>
          <a:xfrm>
            <a:off x="8131342" y="6102910"/>
            <a:ext cx="2610678" cy="649356"/>
          </a:xfrm>
          <a:prstGeom prst="actionButtonBlank">
            <a:avLst/>
          </a:prstGeom>
          <a:solidFill>
            <a:srgbClr val="DD0202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Përfundo</a:t>
            </a:r>
            <a:endParaRPr lang="sq-XK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6680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Rot by="21600000">
                                      <p:cBhvr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06FBD882-6564-4F38-9781-664A8A5A48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834886" y="477078"/>
            <a:ext cx="10687876" cy="5558957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4B604EC-3C0A-4236-94D9-DC5A2BB6CD62}"/>
              </a:ext>
            </a:extLst>
          </p:cNvPr>
          <p:cNvSpPr/>
          <p:nvPr/>
        </p:nvSpPr>
        <p:spPr>
          <a:xfrm>
            <a:off x="821635" y="477078"/>
            <a:ext cx="1431234" cy="1351722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</a:t>
            </a:r>
            <a:endParaRPr lang="sq-XK" sz="5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8B8A981-3D68-4F2C-BA4A-B11140995452}"/>
              </a:ext>
            </a:extLst>
          </p:cNvPr>
          <p:cNvSpPr/>
          <p:nvPr/>
        </p:nvSpPr>
        <p:spPr>
          <a:xfrm>
            <a:off x="2365513" y="516835"/>
            <a:ext cx="1431234" cy="135172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2</a:t>
            </a:r>
            <a:endParaRPr lang="sq-XK" sz="5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0D89AF1-EAEF-4EC5-88A0-C0599DD559D5}"/>
              </a:ext>
            </a:extLst>
          </p:cNvPr>
          <p:cNvSpPr/>
          <p:nvPr/>
        </p:nvSpPr>
        <p:spPr>
          <a:xfrm>
            <a:off x="3909391" y="516835"/>
            <a:ext cx="1431234" cy="1351722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3</a:t>
            </a:r>
            <a:endParaRPr lang="sq-XK" sz="5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2F1DEA4-F827-470A-AC6E-F6066F400150}"/>
              </a:ext>
            </a:extLst>
          </p:cNvPr>
          <p:cNvSpPr/>
          <p:nvPr/>
        </p:nvSpPr>
        <p:spPr>
          <a:xfrm>
            <a:off x="5453269" y="477078"/>
            <a:ext cx="1431234" cy="135172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4</a:t>
            </a:r>
            <a:endParaRPr lang="sq-XK" sz="5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64A716A-9F82-40A4-8134-131B4DE97F7F}"/>
              </a:ext>
            </a:extLst>
          </p:cNvPr>
          <p:cNvSpPr/>
          <p:nvPr/>
        </p:nvSpPr>
        <p:spPr>
          <a:xfrm>
            <a:off x="7003772" y="477078"/>
            <a:ext cx="1431234" cy="135172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5</a:t>
            </a:r>
            <a:endParaRPr lang="sq-XK" sz="5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7C2C653-86F4-4B8D-A355-99D8AE3EF386}"/>
              </a:ext>
            </a:extLst>
          </p:cNvPr>
          <p:cNvSpPr/>
          <p:nvPr/>
        </p:nvSpPr>
        <p:spPr>
          <a:xfrm>
            <a:off x="8547650" y="477078"/>
            <a:ext cx="1431234" cy="1351722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6</a:t>
            </a:r>
            <a:endParaRPr lang="sq-XK" sz="5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088F621-5334-497D-9FC7-F2E1F58C457D}"/>
              </a:ext>
            </a:extLst>
          </p:cNvPr>
          <p:cNvSpPr/>
          <p:nvPr/>
        </p:nvSpPr>
        <p:spPr>
          <a:xfrm>
            <a:off x="10091528" y="477078"/>
            <a:ext cx="1431234" cy="1351722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7</a:t>
            </a:r>
            <a:endParaRPr lang="sq-XK" sz="5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D3D6B55-5671-4258-B4DF-588DD17C3C16}"/>
              </a:ext>
            </a:extLst>
          </p:cNvPr>
          <p:cNvSpPr/>
          <p:nvPr/>
        </p:nvSpPr>
        <p:spPr>
          <a:xfrm>
            <a:off x="821635" y="1868557"/>
            <a:ext cx="1431234" cy="1351722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8</a:t>
            </a:r>
            <a:endParaRPr lang="sq-XK" sz="5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3507387-24DC-421B-AC3D-E408DC9DE571}"/>
              </a:ext>
            </a:extLst>
          </p:cNvPr>
          <p:cNvSpPr/>
          <p:nvPr/>
        </p:nvSpPr>
        <p:spPr>
          <a:xfrm>
            <a:off x="2365513" y="1868557"/>
            <a:ext cx="1431234" cy="1351722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9</a:t>
            </a:r>
            <a:endParaRPr lang="sq-XK" sz="5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59B395B-E59E-409C-BB88-355AF387C927}"/>
              </a:ext>
            </a:extLst>
          </p:cNvPr>
          <p:cNvSpPr/>
          <p:nvPr/>
        </p:nvSpPr>
        <p:spPr>
          <a:xfrm>
            <a:off x="3909391" y="1868557"/>
            <a:ext cx="1431234" cy="1351722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10</a:t>
            </a:r>
            <a:endParaRPr lang="sq-XK" sz="5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9C9D8E9-6BC7-4E24-9EC0-DA28C30545A9}"/>
              </a:ext>
            </a:extLst>
          </p:cNvPr>
          <p:cNvSpPr/>
          <p:nvPr/>
        </p:nvSpPr>
        <p:spPr>
          <a:xfrm>
            <a:off x="5453269" y="1828800"/>
            <a:ext cx="1431234" cy="135172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11</a:t>
            </a:r>
            <a:endParaRPr lang="sq-XK" sz="5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4EFC7CF-D6C3-48B1-882E-293DF325EF46}"/>
              </a:ext>
            </a:extLst>
          </p:cNvPr>
          <p:cNvSpPr/>
          <p:nvPr/>
        </p:nvSpPr>
        <p:spPr>
          <a:xfrm>
            <a:off x="7003772" y="1828800"/>
            <a:ext cx="1431234" cy="135172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12</a:t>
            </a:r>
            <a:endParaRPr lang="sq-XK" sz="5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F9A7794-6B28-4ADE-8F3F-603146B816B8}"/>
              </a:ext>
            </a:extLst>
          </p:cNvPr>
          <p:cNvSpPr/>
          <p:nvPr/>
        </p:nvSpPr>
        <p:spPr>
          <a:xfrm>
            <a:off x="8547650" y="1828800"/>
            <a:ext cx="1431234" cy="1351722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13</a:t>
            </a:r>
            <a:endParaRPr lang="sq-XK" sz="5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D314857-96FF-408A-97D1-C8031CD9B48A}"/>
              </a:ext>
            </a:extLst>
          </p:cNvPr>
          <p:cNvSpPr/>
          <p:nvPr/>
        </p:nvSpPr>
        <p:spPr>
          <a:xfrm>
            <a:off x="10091528" y="1828800"/>
            <a:ext cx="1431234" cy="135172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14</a:t>
            </a:r>
            <a:endParaRPr lang="sq-XK" sz="5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0DCBEE1-7E8C-4FFC-8AAB-97ADF7CF2D4C}"/>
              </a:ext>
            </a:extLst>
          </p:cNvPr>
          <p:cNvSpPr/>
          <p:nvPr/>
        </p:nvSpPr>
        <p:spPr>
          <a:xfrm>
            <a:off x="821635" y="3220279"/>
            <a:ext cx="1431234" cy="1351722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15</a:t>
            </a:r>
            <a:endParaRPr lang="sq-XK" sz="5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3EF4728-2C9C-4D73-BB2C-F7B4AC281052}"/>
              </a:ext>
            </a:extLst>
          </p:cNvPr>
          <p:cNvSpPr/>
          <p:nvPr/>
        </p:nvSpPr>
        <p:spPr>
          <a:xfrm>
            <a:off x="2365513" y="3220279"/>
            <a:ext cx="1431234" cy="1351722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16</a:t>
            </a:r>
            <a:endParaRPr lang="sq-XK" sz="5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CF7DCE5-471A-4CC8-9D3A-83801C834FA4}"/>
              </a:ext>
            </a:extLst>
          </p:cNvPr>
          <p:cNvSpPr/>
          <p:nvPr/>
        </p:nvSpPr>
        <p:spPr>
          <a:xfrm>
            <a:off x="3909391" y="3220279"/>
            <a:ext cx="1431234" cy="1351722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17</a:t>
            </a:r>
            <a:endParaRPr lang="sq-XK" sz="5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1DB2CB9-9D30-443A-B2DA-2C10BEDBBE09}"/>
              </a:ext>
            </a:extLst>
          </p:cNvPr>
          <p:cNvSpPr/>
          <p:nvPr/>
        </p:nvSpPr>
        <p:spPr>
          <a:xfrm>
            <a:off x="5453269" y="3180522"/>
            <a:ext cx="1431234" cy="135172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18</a:t>
            </a:r>
            <a:endParaRPr lang="sq-XK" sz="5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04454FD-2950-40D3-BC3C-9F619EDAC759}"/>
              </a:ext>
            </a:extLst>
          </p:cNvPr>
          <p:cNvSpPr/>
          <p:nvPr/>
        </p:nvSpPr>
        <p:spPr>
          <a:xfrm>
            <a:off x="7003772" y="3180522"/>
            <a:ext cx="1431234" cy="1351722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19</a:t>
            </a:r>
            <a:endParaRPr lang="sq-XK" sz="5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18C1590-5C4E-417B-8C50-C94F6DA36BBC}"/>
              </a:ext>
            </a:extLst>
          </p:cNvPr>
          <p:cNvSpPr/>
          <p:nvPr/>
        </p:nvSpPr>
        <p:spPr>
          <a:xfrm>
            <a:off x="8547650" y="3180522"/>
            <a:ext cx="1431234" cy="135172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21</a:t>
            </a:r>
            <a:endParaRPr lang="sq-XK" sz="5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97F9C66-D6CE-4751-985B-A96F9F84C6B0}"/>
              </a:ext>
            </a:extLst>
          </p:cNvPr>
          <p:cNvSpPr/>
          <p:nvPr/>
        </p:nvSpPr>
        <p:spPr>
          <a:xfrm>
            <a:off x="10091528" y="3180522"/>
            <a:ext cx="1431234" cy="135172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22</a:t>
            </a:r>
            <a:endParaRPr lang="sq-XK" sz="5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0C5D7D4-692F-4FA1-A5F5-83402028272A}"/>
              </a:ext>
            </a:extLst>
          </p:cNvPr>
          <p:cNvSpPr/>
          <p:nvPr/>
        </p:nvSpPr>
        <p:spPr>
          <a:xfrm>
            <a:off x="821635" y="4572001"/>
            <a:ext cx="1431234" cy="135172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23</a:t>
            </a:r>
            <a:endParaRPr lang="sq-XK" sz="5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DC812C5-7E70-4D79-B428-B2E437F67384}"/>
              </a:ext>
            </a:extLst>
          </p:cNvPr>
          <p:cNvSpPr/>
          <p:nvPr/>
        </p:nvSpPr>
        <p:spPr>
          <a:xfrm>
            <a:off x="2365513" y="4572001"/>
            <a:ext cx="1431234" cy="1351722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24</a:t>
            </a:r>
            <a:endParaRPr lang="sq-XK" sz="5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3AEB801-5A46-4160-B703-853A402373A1}"/>
              </a:ext>
            </a:extLst>
          </p:cNvPr>
          <p:cNvSpPr/>
          <p:nvPr/>
        </p:nvSpPr>
        <p:spPr>
          <a:xfrm>
            <a:off x="3909391" y="4572001"/>
            <a:ext cx="1431234" cy="135172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25</a:t>
            </a:r>
            <a:endParaRPr lang="sq-XK" sz="5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7835575-5093-47F7-98F2-17010C9A62EB}"/>
              </a:ext>
            </a:extLst>
          </p:cNvPr>
          <p:cNvSpPr/>
          <p:nvPr/>
        </p:nvSpPr>
        <p:spPr>
          <a:xfrm>
            <a:off x="5453269" y="4532244"/>
            <a:ext cx="1431234" cy="1351722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26</a:t>
            </a:r>
            <a:endParaRPr lang="sq-XK" sz="5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38899E1-2691-47FC-A285-DC7F76E70F51}"/>
              </a:ext>
            </a:extLst>
          </p:cNvPr>
          <p:cNvSpPr/>
          <p:nvPr/>
        </p:nvSpPr>
        <p:spPr>
          <a:xfrm>
            <a:off x="7003772" y="4532244"/>
            <a:ext cx="1431234" cy="135172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27</a:t>
            </a:r>
            <a:endParaRPr lang="sq-XK" sz="5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2225DE0-A541-4398-8500-B9A5605464C6}"/>
              </a:ext>
            </a:extLst>
          </p:cNvPr>
          <p:cNvSpPr/>
          <p:nvPr/>
        </p:nvSpPr>
        <p:spPr>
          <a:xfrm>
            <a:off x="8547650" y="4532244"/>
            <a:ext cx="1431234" cy="135172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28</a:t>
            </a:r>
            <a:endParaRPr lang="sq-XK" sz="5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E7CB54F-7D15-4F69-94C9-3BFF37DAAE96}"/>
              </a:ext>
            </a:extLst>
          </p:cNvPr>
          <p:cNvSpPr/>
          <p:nvPr/>
        </p:nvSpPr>
        <p:spPr>
          <a:xfrm>
            <a:off x="10091528" y="4532244"/>
            <a:ext cx="1431234" cy="1351722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29</a:t>
            </a:r>
            <a:endParaRPr lang="sq-XK" sz="5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BF17297-BEA3-4B05-8367-D084C19098B4}"/>
              </a:ext>
            </a:extLst>
          </p:cNvPr>
          <p:cNvSpPr txBox="1"/>
          <p:nvPr/>
        </p:nvSpPr>
        <p:spPr>
          <a:xfrm>
            <a:off x="4293704" y="4668892"/>
            <a:ext cx="363109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q-XK" sz="900">
                <a:hlinkClick r:id="rId3" tooltip="https://it.wikipedia.org/wiki/Lynx_(zoologia)"/>
              </a:rPr>
              <a:t>This Photo</a:t>
            </a:r>
            <a:r>
              <a:rPr lang="sq-XK" sz="900"/>
              <a:t> by Unknown Author is licensed under </a:t>
            </a:r>
            <a:r>
              <a:rPr lang="sq-XK" sz="900">
                <a:hlinkClick r:id="rId4" tooltip="https://creativecommons.org/licenses/by-sa/3.0/"/>
              </a:rPr>
              <a:t>CC BY-SA</a:t>
            </a:r>
            <a:endParaRPr lang="sq-XK" sz="900"/>
          </a:p>
        </p:txBody>
      </p:sp>
      <p:sp>
        <p:nvSpPr>
          <p:cNvPr id="9" name="Action Button: Blank 8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CCDEC2AD-9832-D4DC-FB4B-6303D0C5DC01}"/>
              </a:ext>
            </a:extLst>
          </p:cNvPr>
          <p:cNvSpPr/>
          <p:nvPr/>
        </p:nvSpPr>
        <p:spPr>
          <a:xfrm>
            <a:off x="440029" y="6047409"/>
            <a:ext cx="1558343" cy="744918"/>
          </a:xfrm>
          <a:prstGeom prst="actionButtonBlank">
            <a:avLst/>
          </a:prstGeom>
          <a:solidFill>
            <a:srgbClr val="B93A76"/>
          </a:solidFill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Kthehu</a:t>
            </a:r>
          </a:p>
        </p:txBody>
      </p:sp>
      <p:sp>
        <p:nvSpPr>
          <p:cNvPr id="33" name="Rounded Rectangle 45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4056D83F-1861-540C-AEF1-464A0551F895}"/>
              </a:ext>
            </a:extLst>
          </p:cNvPr>
          <p:cNvSpPr/>
          <p:nvPr/>
        </p:nvSpPr>
        <p:spPr>
          <a:xfrm>
            <a:off x="1998372" y="6162261"/>
            <a:ext cx="1724027" cy="744918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Vazhdo</a:t>
            </a:r>
            <a:endParaRPr lang="sq-XK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Oval 33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F4C62D1B-D71D-768A-1ECC-E553DCFECE73}"/>
              </a:ext>
            </a:extLst>
          </p:cNvPr>
          <p:cNvSpPr/>
          <p:nvPr/>
        </p:nvSpPr>
        <p:spPr>
          <a:xfrm>
            <a:off x="3730238" y="6122504"/>
            <a:ext cx="1915188" cy="764776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Rifillo</a:t>
            </a:r>
            <a:endParaRPr lang="sq-XK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43560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seq concurrent="1" nextAc="seek">
              <p:cTn id="17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seq concurrent="1" nextAc="seek">
              <p:cTn id="2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seq concurrent="1" nextAc="seek">
              <p:cTn id="27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37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42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47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" fill="hold">
                      <p:stCondLst>
                        <p:cond delay="0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52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57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8" fill="hold">
                      <p:stCondLst>
                        <p:cond delay="0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6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67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8" fill="hold">
                      <p:stCondLst>
                        <p:cond delay="0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72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3" fill="hold">
                      <p:stCondLst>
                        <p:cond delay="0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  <p:seq concurrent="1" nextAc="seek">
              <p:cTn id="77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8" fill="hold">
                      <p:stCondLst>
                        <p:cond delay="0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seq concurrent="1" nextAc="seek">
              <p:cTn id="82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3" fill="hold">
                      <p:stCondLst>
                        <p:cond delay="0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87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8" fill="hold">
                      <p:stCondLst>
                        <p:cond delay="0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seq concurrent="1" nextAc="seek">
              <p:cTn id="92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" fill="hold">
                      <p:stCondLst>
                        <p:cond delay="0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97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8" fill="hold">
                      <p:stCondLst>
                        <p:cond delay="0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seq concurrent="1" nextAc="seek">
              <p:cTn id="102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3" fill="hold">
                      <p:stCondLst>
                        <p:cond delay="0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  <p:seq concurrent="1" nextAc="seek">
              <p:cTn id="107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8" fill="hold">
                      <p:stCondLst>
                        <p:cond delay="0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  <p:seq concurrent="1" nextAc="seek">
              <p:cTn id="112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3" fill="hold">
                      <p:stCondLst>
                        <p:cond delay="0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  <p:seq concurrent="1" nextAc="seek">
              <p:cTn id="117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8" fill="hold">
                      <p:stCondLst>
                        <p:cond delay="0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  <p:seq concurrent="1" nextAc="seek">
              <p:cTn id="122" restart="whenNotActive" fill="hold" evtFilter="cancelBubble" nodeType="interactiveSeq">
                <p:stCondLst>
                  <p:cond evt="onClick" delay="0">
                    <p:tgtEl>
                      <p:spTgt spid="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3" fill="hold">
                      <p:stCondLst>
                        <p:cond delay="0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9"/>
                  </p:tgtEl>
                </p:cond>
              </p:nextCondLst>
            </p:seq>
            <p:seq concurrent="1" nextAc="seek">
              <p:cTn id="127" restart="whenNotActive" fill="hold" evtFilter="cancelBubble" nodeType="interactiveSeq">
                <p:stCondLst>
                  <p:cond evt="onClick" delay="0">
                    <p:tgtEl>
                      <p:spTgt spid="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8" fill="hold">
                      <p:stCondLst>
                        <p:cond delay="0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0"/>
                  </p:tgtEl>
                </p:cond>
              </p:nextCondLst>
            </p:seq>
            <p:seq concurrent="1" nextAc="seek">
              <p:cTn id="132" restart="whenNotActive" fill="hold" evtFilter="cancelBubble" nodeType="interactiveSeq">
                <p:stCondLst>
                  <p:cond evt="onClick" delay="0">
                    <p:tgtEl>
                      <p:spTgt spid="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3" fill="hold">
                      <p:stCondLst>
                        <p:cond delay="0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1"/>
                  </p:tgtEl>
                </p:cond>
              </p:nextCondLst>
            </p:seq>
            <p:seq concurrent="1" nextAc="seek">
              <p:cTn id="137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8" fill="hold">
                      <p:stCondLst>
                        <p:cond delay="0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Box 36">
            <a:extLst>
              <a:ext uri="{FF2B5EF4-FFF2-40B4-BE49-F238E27FC236}">
                <a16:creationId xmlns:a16="http://schemas.microsoft.com/office/drawing/2014/main" id="{58F8FCFC-148A-4BB0-B265-06083DF8D7E7}"/>
              </a:ext>
            </a:extLst>
          </p:cNvPr>
          <p:cNvSpPr txBox="1"/>
          <p:nvPr/>
        </p:nvSpPr>
        <p:spPr>
          <a:xfrm>
            <a:off x="1159564" y="2464900"/>
            <a:ext cx="1024392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err="1"/>
              <a:t>Sistematika</a:t>
            </a:r>
            <a:r>
              <a:rPr lang="en-US" sz="3600" dirty="0"/>
              <a:t> </a:t>
            </a:r>
            <a:r>
              <a:rPr lang="sq-AL" sz="3600" dirty="0"/>
              <a:t>është shkencë e cila merret me studimin e klasifikimit të organizmave të gjallë bazuar në aftësitë e tyre farefisnore, si dhe me klasifikimin e tyre në kategori sistematike </a:t>
            </a:r>
            <a:endParaRPr lang="sq-XK" sz="3600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5633DCA-F059-45D7-A8E9-DBD20588CC2D}"/>
              </a:ext>
            </a:extLst>
          </p:cNvPr>
          <p:cNvSpPr/>
          <p:nvPr/>
        </p:nvSpPr>
        <p:spPr>
          <a:xfrm>
            <a:off x="10091528" y="437322"/>
            <a:ext cx="1431234" cy="1351722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4800000"/>
            </a:lightRig>
          </a:scene3d>
          <a:sp3d prstMaterial="matte">
            <a:bevelT w="127000" h="635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7</a:t>
            </a:r>
            <a:endParaRPr lang="sq-XK" sz="5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39CA9D27-1891-4D0C-BC81-A93A1DE2AB56}"/>
              </a:ext>
            </a:extLst>
          </p:cNvPr>
          <p:cNvSpPr/>
          <p:nvPr/>
        </p:nvSpPr>
        <p:spPr>
          <a:xfrm>
            <a:off x="10091528" y="1789044"/>
            <a:ext cx="1431234" cy="1351722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14</a:t>
            </a:r>
            <a:endParaRPr lang="sq-XK" sz="5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E54C02A1-C2F0-4813-9B2C-EA0F7D1B4759}"/>
              </a:ext>
            </a:extLst>
          </p:cNvPr>
          <p:cNvSpPr/>
          <p:nvPr/>
        </p:nvSpPr>
        <p:spPr>
          <a:xfrm>
            <a:off x="10091528" y="3140766"/>
            <a:ext cx="1431234" cy="1351722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22</a:t>
            </a:r>
            <a:endParaRPr lang="sq-XK" sz="5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1A12FC2-AC4E-43D7-80E1-8854B0E7BBC3}"/>
              </a:ext>
            </a:extLst>
          </p:cNvPr>
          <p:cNvSpPr/>
          <p:nvPr/>
        </p:nvSpPr>
        <p:spPr>
          <a:xfrm>
            <a:off x="821632" y="410818"/>
            <a:ext cx="1543879" cy="1364974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4800000"/>
            </a:lightRig>
          </a:scene3d>
          <a:sp3d prstMaterial="matte">
            <a:bevelT w="127000" h="635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</a:t>
            </a:r>
            <a:endParaRPr lang="sq-XK" sz="5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B9F352D1-79A4-48F3-B67C-9C238B615F8E}"/>
              </a:ext>
            </a:extLst>
          </p:cNvPr>
          <p:cNvSpPr/>
          <p:nvPr/>
        </p:nvSpPr>
        <p:spPr>
          <a:xfrm>
            <a:off x="821632" y="1775791"/>
            <a:ext cx="1543880" cy="1378225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8</a:t>
            </a:r>
            <a:endParaRPr lang="sq-XK" sz="5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05C269B3-10AB-446B-9DDF-1616B5F8EB6E}"/>
              </a:ext>
            </a:extLst>
          </p:cNvPr>
          <p:cNvSpPr/>
          <p:nvPr/>
        </p:nvSpPr>
        <p:spPr>
          <a:xfrm>
            <a:off x="821633" y="3180523"/>
            <a:ext cx="1543879" cy="1351722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4800000"/>
            </a:lightRig>
          </a:scene3d>
          <a:sp3d prstMaterial="matte">
            <a:bevelT w="127000" h="63500"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15</a:t>
            </a:r>
            <a:endParaRPr lang="sq-XK" sz="5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A92129E5-678E-42B8-9795-A890FC7C3BFC}"/>
              </a:ext>
            </a:extLst>
          </p:cNvPr>
          <p:cNvSpPr/>
          <p:nvPr/>
        </p:nvSpPr>
        <p:spPr>
          <a:xfrm>
            <a:off x="840839" y="4452729"/>
            <a:ext cx="1543879" cy="1351722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23</a:t>
            </a:r>
            <a:endParaRPr lang="sq-XK" sz="5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7DAE7B8A-166A-4C0C-AFE0-53A79304610B}"/>
              </a:ext>
            </a:extLst>
          </p:cNvPr>
          <p:cNvSpPr/>
          <p:nvPr/>
        </p:nvSpPr>
        <p:spPr>
          <a:xfrm>
            <a:off x="2365510" y="437322"/>
            <a:ext cx="1543879" cy="1391479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2</a:t>
            </a:r>
            <a:endParaRPr lang="sq-XK" sz="5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5FEDE1AF-65FE-4DFE-9F6A-1E3B2D63E791}"/>
              </a:ext>
            </a:extLst>
          </p:cNvPr>
          <p:cNvSpPr/>
          <p:nvPr/>
        </p:nvSpPr>
        <p:spPr>
          <a:xfrm>
            <a:off x="2365510" y="1789044"/>
            <a:ext cx="1543879" cy="1351722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9</a:t>
            </a:r>
            <a:endParaRPr lang="sq-XK" sz="5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984A4D92-3C59-4E52-8A4A-B68718A67E0E}"/>
              </a:ext>
            </a:extLst>
          </p:cNvPr>
          <p:cNvSpPr/>
          <p:nvPr/>
        </p:nvSpPr>
        <p:spPr>
          <a:xfrm>
            <a:off x="2365510" y="3167270"/>
            <a:ext cx="1531957" cy="1364975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16</a:t>
            </a:r>
            <a:endParaRPr lang="sq-XK" sz="5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7019782F-7099-46B6-A614-ADADEA6B7578}"/>
              </a:ext>
            </a:extLst>
          </p:cNvPr>
          <p:cNvSpPr/>
          <p:nvPr/>
        </p:nvSpPr>
        <p:spPr>
          <a:xfrm>
            <a:off x="2365510" y="4452728"/>
            <a:ext cx="1543879" cy="1351722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4800000"/>
            </a:lightRig>
          </a:scene3d>
          <a:sp3d prstMaterial="matte">
            <a:bevelT w="127000" h="63500"/>
          </a:sp3d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24</a:t>
            </a:r>
            <a:endParaRPr lang="sq-XK" sz="5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3C661707-911C-4BB3-BA3C-4DB13BBA31B5}"/>
              </a:ext>
            </a:extLst>
          </p:cNvPr>
          <p:cNvSpPr/>
          <p:nvPr/>
        </p:nvSpPr>
        <p:spPr>
          <a:xfrm>
            <a:off x="3921313" y="437322"/>
            <a:ext cx="1550505" cy="1364972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4800000"/>
            </a:lightRig>
          </a:scene3d>
          <a:sp3d prstMaterial="matte">
            <a:bevelT w="127000" h="63500"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3</a:t>
            </a:r>
            <a:endParaRPr lang="sq-XK" sz="5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D56EF8BA-DDF9-43C3-B6CF-CDD9C9D44C18}"/>
              </a:ext>
            </a:extLst>
          </p:cNvPr>
          <p:cNvSpPr/>
          <p:nvPr/>
        </p:nvSpPr>
        <p:spPr>
          <a:xfrm>
            <a:off x="3921313" y="1802294"/>
            <a:ext cx="1550505" cy="1351722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4800000"/>
            </a:lightRig>
          </a:scene3d>
          <a:sp3d prstMaterial="matte">
            <a:bevelT w="127000" h="63500"/>
          </a:sp3d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10</a:t>
            </a:r>
            <a:endParaRPr lang="sq-XK" sz="5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741CA58B-2504-4FD8-A661-C2377806AEFF}"/>
              </a:ext>
            </a:extLst>
          </p:cNvPr>
          <p:cNvSpPr/>
          <p:nvPr/>
        </p:nvSpPr>
        <p:spPr>
          <a:xfrm>
            <a:off x="3921313" y="3154016"/>
            <a:ext cx="1550505" cy="1351722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4800000"/>
            </a:lightRig>
          </a:scene3d>
          <a:sp3d prstMaterial="matte">
            <a:bevelT w="127000" h="635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17</a:t>
            </a:r>
            <a:endParaRPr lang="sq-XK" sz="5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89AC3F7C-0342-44DD-AB17-CFB1136A8603}"/>
              </a:ext>
            </a:extLst>
          </p:cNvPr>
          <p:cNvSpPr/>
          <p:nvPr/>
        </p:nvSpPr>
        <p:spPr>
          <a:xfrm>
            <a:off x="3921313" y="4465981"/>
            <a:ext cx="1550505" cy="1351722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25</a:t>
            </a:r>
            <a:endParaRPr lang="sq-XK" sz="5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04E0B75B-2CCE-4E34-A3EB-3A79F9CA0C86}"/>
              </a:ext>
            </a:extLst>
          </p:cNvPr>
          <p:cNvSpPr/>
          <p:nvPr/>
        </p:nvSpPr>
        <p:spPr>
          <a:xfrm>
            <a:off x="5411529" y="450572"/>
            <a:ext cx="1596888" cy="1351722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4</a:t>
            </a:r>
            <a:endParaRPr lang="sq-XK" sz="5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AAE53779-8C06-4335-9A6C-D6206D62606E}"/>
              </a:ext>
            </a:extLst>
          </p:cNvPr>
          <p:cNvSpPr/>
          <p:nvPr/>
        </p:nvSpPr>
        <p:spPr>
          <a:xfrm>
            <a:off x="5437359" y="1802294"/>
            <a:ext cx="1596888" cy="1351722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11</a:t>
            </a:r>
            <a:endParaRPr lang="sq-XK" sz="5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2D620971-7269-4F53-80E8-FB5D2943CCD1}"/>
              </a:ext>
            </a:extLst>
          </p:cNvPr>
          <p:cNvSpPr/>
          <p:nvPr/>
        </p:nvSpPr>
        <p:spPr>
          <a:xfrm>
            <a:off x="5453269" y="3114259"/>
            <a:ext cx="1596888" cy="1338472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18</a:t>
            </a:r>
            <a:endParaRPr lang="sq-XK" sz="5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4547A525-B75F-4149-9149-4A60ABFA09F5}"/>
              </a:ext>
            </a:extLst>
          </p:cNvPr>
          <p:cNvSpPr/>
          <p:nvPr/>
        </p:nvSpPr>
        <p:spPr>
          <a:xfrm>
            <a:off x="5453269" y="4452728"/>
            <a:ext cx="1596888" cy="1391482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4800000"/>
            </a:lightRig>
          </a:scene3d>
          <a:sp3d prstMaterial="matte">
            <a:bevelT w="127000" h="63500"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26</a:t>
            </a:r>
            <a:endParaRPr lang="sq-XK" sz="5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BCE68BAE-D441-4B80-B25F-3C7801E1B16E}"/>
              </a:ext>
            </a:extLst>
          </p:cNvPr>
          <p:cNvSpPr/>
          <p:nvPr/>
        </p:nvSpPr>
        <p:spPr>
          <a:xfrm>
            <a:off x="7015698" y="437322"/>
            <a:ext cx="1531956" cy="1351722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5</a:t>
            </a:r>
            <a:endParaRPr lang="sq-XK" sz="5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937ED464-420D-4BB3-A2A5-171CB813C873}"/>
              </a:ext>
            </a:extLst>
          </p:cNvPr>
          <p:cNvSpPr/>
          <p:nvPr/>
        </p:nvSpPr>
        <p:spPr>
          <a:xfrm>
            <a:off x="7015698" y="1789044"/>
            <a:ext cx="1531956" cy="1351722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12</a:t>
            </a:r>
            <a:endParaRPr lang="sq-XK" sz="5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F75715D9-7107-4926-B010-8EA81B21BAF7}"/>
              </a:ext>
            </a:extLst>
          </p:cNvPr>
          <p:cNvSpPr/>
          <p:nvPr/>
        </p:nvSpPr>
        <p:spPr>
          <a:xfrm>
            <a:off x="7015698" y="3140766"/>
            <a:ext cx="1531956" cy="1351722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4800000"/>
            </a:lightRig>
          </a:scene3d>
          <a:sp3d prstMaterial="matte">
            <a:bevelT w="127000" h="63500"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19</a:t>
            </a:r>
            <a:endParaRPr lang="sq-XK" sz="5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C086117D-3714-48C2-A3C1-42DD1756BEE6}"/>
              </a:ext>
            </a:extLst>
          </p:cNvPr>
          <p:cNvSpPr/>
          <p:nvPr/>
        </p:nvSpPr>
        <p:spPr>
          <a:xfrm>
            <a:off x="7015698" y="4492488"/>
            <a:ext cx="1531956" cy="1351722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27</a:t>
            </a:r>
            <a:endParaRPr lang="sq-XK" sz="5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C53081B5-61FF-4464-AAF1-D7E2569BDBC5}"/>
              </a:ext>
            </a:extLst>
          </p:cNvPr>
          <p:cNvSpPr/>
          <p:nvPr/>
        </p:nvSpPr>
        <p:spPr>
          <a:xfrm>
            <a:off x="8562217" y="437322"/>
            <a:ext cx="1529311" cy="1351722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6</a:t>
            </a:r>
            <a:endParaRPr lang="sq-XK" sz="5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0F5955EE-C50E-4ADF-AB7F-951B0A0E982D}"/>
              </a:ext>
            </a:extLst>
          </p:cNvPr>
          <p:cNvSpPr/>
          <p:nvPr/>
        </p:nvSpPr>
        <p:spPr>
          <a:xfrm>
            <a:off x="8562217" y="1789044"/>
            <a:ext cx="1529311" cy="1351722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4800000"/>
            </a:lightRig>
          </a:scene3d>
          <a:sp3d prstMaterial="matte">
            <a:bevelT w="127000" h="63500"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13</a:t>
            </a:r>
            <a:endParaRPr lang="sq-XK" sz="5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6BBFF871-BC6C-42E5-93AC-2F91E7BBB03E}"/>
              </a:ext>
            </a:extLst>
          </p:cNvPr>
          <p:cNvSpPr/>
          <p:nvPr/>
        </p:nvSpPr>
        <p:spPr>
          <a:xfrm>
            <a:off x="8562217" y="3140766"/>
            <a:ext cx="1529311" cy="1351722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21</a:t>
            </a:r>
            <a:endParaRPr lang="sq-XK" sz="5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ACC0C831-FFB1-4E33-A22E-FD201218CA7B}"/>
              </a:ext>
            </a:extLst>
          </p:cNvPr>
          <p:cNvSpPr/>
          <p:nvPr/>
        </p:nvSpPr>
        <p:spPr>
          <a:xfrm>
            <a:off x="8562217" y="4492488"/>
            <a:ext cx="1529311" cy="1351722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28</a:t>
            </a:r>
            <a:endParaRPr lang="sq-XK" sz="5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B85254F9-96A1-4A7C-A367-6FDFB0AAEAE0}"/>
              </a:ext>
            </a:extLst>
          </p:cNvPr>
          <p:cNvSpPr/>
          <p:nvPr/>
        </p:nvSpPr>
        <p:spPr>
          <a:xfrm>
            <a:off x="10106091" y="4492488"/>
            <a:ext cx="1416671" cy="1351722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4800000"/>
            </a:lightRig>
          </a:scene3d>
          <a:sp3d prstMaterial="matte">
            <a:bevelT w="127000" h="63500"/>
          </a:sp3d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29</a:t>
            </a:r>
            <a:endParaRPr lang="sq-XK" sz="5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2" name="Action Button: Blank 1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F7365E2C-D1E1-1CA3-FDD2-BFEB8E7FFC4D}"/>
              </a:ext>
            </a:extLst>
          </p:cNvPr>
          <p:cNvSpPr/>
          <p:nvPr/>
        </p:nvSpPr>
        <p:spPr>
          <a:xfrm>
            <a:off x="440029" y="6047409"/>
            <a:ext cx="1558343" cy="744918"/>
          </a:xfrm>
          <a:prstGeom prst="actionButtonBlank">
            <a:avLst/>
          </a:prstGeom>
          <a:solidFill>
            <a:srgbClr val="B93A76"/>
          </a:solidFill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Kthehu</a:t>
            </a:r>
          </a:p>
        </p:txBody>
      </p:sp>
      <p:sp>
        <p:nvSpPr>
          <p:cNvPr id="3" name="Rounded Rectangle 45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2DF85AC0-3BC5-CC98-4B10-6B7E038AB842}"/>
              </a:ext>
            </a:extLst>
          </p:cNvPr>
          <p:cNvSpPr/>
          <p:nvPr/>
        </p:nvSpPr>
        <p:spPr>
          <a:xfrm>
            <a:off x="1998372" y="6162261"/>
            <a:ext cx="1724027" cy="744918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Vazhdo</a:t>
            </a:r>
            <a:endParaRPr lang="sq-XK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val 3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20E1C434-BCB5-EFE7-9503-EA2838937896}"/>
              </a:ext>
            </a:extLst>
          </p:cNvPr>
          <p:cNvSpPr/>
          <p:nvPr/>
        </p:nvSpPr>
        <p:spPr>
          <a:xfrm>
            <a:off x="3730238" y="6122504"/>
            <a:ext cx="1915188" cy="764776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Rifillo</a:t>
            </a:r>
            <a:endParaRPr lang="sq-XK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69469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10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1"/>
                  </p:tgtEl>
                </p:cond>
              </p:nextCondLst>
            </p:seq>
            <p:seq concurrent="1" nextAc="seek">
              <p:cTn id="10" restart="whenNotActive" fill="hold" evtFilter="cancelBubble" nodeType="interactiveSeq">
                <p:stCondLst>
                  <p:cond evt="onClick" delay="0">
                    <p:tgtEl>
                      <p:spTgt spid="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5"/>
                  </p:tgtEl>
                </p:cond>
              </p:nextCondLst>
            </p:seq>
            <p:seq concurrent="1" nextAc="seek">
              <p:cTn id="16" restart="whenNotActive" fill="hold" evtFilter="cancelBubble" nodeType="interactiveSeq">
                <p:stCondLst>
                  <p:cond evt="onClick" delay="0">
                    <p:tgtEl>
                      <p:spTgt spid="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9"/>
                  </p:tgtEl>
                </p:cond>
              </p:nextCondLst>
            </p:seq>
            <p:seq concurrent="1" nextAc="seek">
              <p:cTn id="23" restart="whenNotActive" fill="hold" evtFilter="cancelBubble" nodeType="interactiveSeq">
                <p:stCondLst>
                  <p:cond evt="onClick" delay="0">
                    <p:tgtEl>
                      <p:spTgt spid="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" fill="hold">
                      <p:stCondLst>
                        <p:cond delay="0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xit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2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3"/>
                  </p:tgtEl>
                </p:cond>
              </p:nextCondLst>
            </p:seq>
            <p:seq concurrent="1" nextAc="seek">
              <p:cTn id="29" restart="whenNotActive" fill="hold" evtFilter="cancelBubble" nodeType="interactiveSeq">
                <p:stCondLst>
                  <p:cond evt="onClick" delay="0">
                    <p:tgtEl>
                      <p:spTgt spid="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7"/>
                  </p:tgtEl>
                </p:cond>
              </p:nextCondLst>
            </p:seq>
            <p:seq concurrent="1" nextAc="seek">
              <p:cTn id="35" restart="whenNotActive" fill="hold" evtFilter="cancelBubble" nodeType="interactiveSeq">
                <p:stCondLst>
                  <p:cond evt="onClick" delay="0">
                    <p:tgtEl>
                      <p:spTgt spid="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" fill="hold">
                      <p:stCondLst>
                        <p:cond delay="0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6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39" dur="2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1"/>
                  </p:tgtEl>
                </p:cond>
              </p:nextCondLst>
            </p:seq>
            <p:seq concurrent="1" nextAc="seek">
              <p:cTn id="41" restart="whenNotActive" fill="hold" evtFilter="cancelBubble" nodeType="interactiveSeq">
                <p:stCondLst>
                  <p:cond evt="onClick" delay="0">
                    <p:tgtEl>
                      <p:spTgt spid="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" fill="hold">
                      <p:stCondLst>
                        <p:cond delay="0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1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45" dur="2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8"/>
                  </p:tgtEl>
                </p:cond>
              </p:nextCondLst>
            </p:seq>
            <p:seq concurrent="1" nextAc="seek">
              <p:cTn id="47" restart="whenNotActive" fill="hold" evtFilter="cancelBubble" nodeType="interactiveSeq">
                <p:stCondLst>
                  <p:cond evt="onClick" delay="0">
                    <p:tgtEl>
                      <p:spTgt spid="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" fill="hold">
                      <p:stCondLst>
                        <p:cond delay="0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5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2"/>
                  </p:tgtEl>
                </p:cond>
              </p:nextCondLst>
            </p:seq>
            <p:seq concurrent="1" nextAc="seek">
              <p:cTn id="53" restart="whenNotActive" fill="hold" evtFilter="cancelBubble" nodeType="interactiveSeq">
                <p:stCondLst>
                  <p:cond evt="onClick" delay="0">
                    <p:tgtEl>
                      <p:spTgt spid="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" fill="hold">
                      <p:stCondLst>
                        <p:cond delay="0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53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7" dur="5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6"/>
                  </p:tgtEl>
                </p:cond>
              </p:nextCondLst>
            </p:seq>
            <p:seq concurrent="1" nextAc="seek">
              <p:cTn id="61" restart="whenNotActive" fill="hold" evtFilter="cancelBubble" nodeType="interactiveSeq">
                <p:stCondLst>
                  <p:cond evt="onClick" delay="0">
                    <p:tgtEl>
                      <p:spTgt spid="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2" fill="hold">
                      <p:stCondLst>
                        <p:cond delay="0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45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2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2000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2000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0"/>
                  </p:tgtEl>
                </p:cond>
              </p:nextCondLst>
            </p:seq>
            <p:seq concurrent="1" nextAc="seek">
              <p:cTn id="69" restart="whenNotActive" fill="hold" evtFilter="cancelBubble" nodeType="interactiveSeq">
                <p:stCondLst>
                  <p:cond evt="onClick" delay="0">
                    <p:tgtEl>
                      <p:spTgt spid="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0" fill="hold">
                      <p:stCondLst>
                        <p:cond delay="0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6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73" dur="180" accel="50000">
                                          <p:stCondLst>
                                            <p:cond delay="182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822" tmFilter="0,0; 0.14,0.31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+0.2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78">
                                          <p:stCondLst>
                                            <p:cond delay="1822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664" tmFilter="0.0,0.0;0.25,0.07;0.50,0.2;0.75,0.467;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5000">
                                          <p:val>
                                            <p:strVal val="ppt_y+0.026"/>
                                          </p:val>
                                        </p:tav>
                                        <p:tav tm="10000">
                                          <p:val>
                                            <p:strVal val="ppt_y+0.052"/>
                                          </p:val>
                                        </p:tav>
                                        <p:tav tm="15000">
                                          <p:val>
                                            <p:strVal val="ppt_y+0.078"/>
                                          </p:val>
                                        </p:tav>
                                        <p:tav tm="20000">
                                          <p:val>
                                            <p:strVal val="ppt_y+0.103"/>
                                          </p:val>
                                        </p:tav>
                                        <p:tav tm="30000">
                                          <p:val>
                                            <p:strVal val="ppt_y+0.151"/>
                                          </p:val>
                                        </p:tav>
                                        <p:tav tm="40000">
                                          <p:val>
                                            <p:strVal val="ppt_y+0.196"/>
                                          </p:val>
                                        </p:tav>
                                        <p:tav tm="50000">
                                          <p:val>
                                            <p:strVal val="ppt_y+0.236"/>
                                          </p:val>
                                        </p:tav>
                                        <p:tav tm="60000">
                                          <p:val>
                                            <p:strVal val="ppt_y+0.270"/>
                                          </p:val>
                                        </p:tav>
                                        <p:tav tm="70000">
                                          <p:val>
                                            <p:strVal val="ppt_y+0.297"/>
                                          </p:val>
                                        </p:tav>
                                        <p:tav tm="80000">
                                          <p:val>
                                            <p:strVal val="ppt_y+0.317"/>
                                          </p:val>
                                        </p:tav>
                                        <p:tav tm="90000">
                                          <p:val>
                                            <p:strVal val="ppt_y+0.329"/>
                                          </p:val>
                                        </p:tav>
                                        <p:tav tm="100000">
                                          <p:val>
                                            <p:strVal val="ppt_y+0.33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34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65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9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106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111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106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9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65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34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11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22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3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035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037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035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3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22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11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04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07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1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012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0123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012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1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07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04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80" accel="50000">
                                          <p:stCondLst>
                                            <p:cond delay="182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1" dur="26">
                                          <p:stCondLst>
                                            <p:cond delay="62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82" dur="166" decel="50000">
                                          <p:stCondLst>
                                            <p:cond delay="646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8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8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</p:cBhvr>
                                      <p:to x="100000" y="100000"/>
                                    </p:animScale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4"/>
                  </p:tgtEl>
                </p:cond>
              </p:nextCondLst>
            </p:seq>
            <p:seq concurrent="1" nextAc="seek">
              <p:cTn id="90" restart="whenNotActive" fill="hold" evtFilter="cancelBubble" nodeType="interactiveSeq">
                <p:stCondLst>
                  <p:cond evt="onClick" delay="0">
                    <p:tgtEl>
                      <p:spTgt spid="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1" fill="hold">
                      <p:stCondLst>
                        <p:cond delay="0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3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94" dur="10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0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0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97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8"/>
                  </p:tgtEl>
                </p:cond>
              </p:nextCondLst>
            </p:seq>
            <p:seq concurrent="1" nextAc="seek">
              <p:cTn id="99" restart="whenNotActive" fill="hold" evtFilter="cancelBubble" nodeType="interactiveSeq">
                <p:stCondLst>
                  <p:cond evt="onClick" delay="0">
                    <p:tgtEl>
                      <p:spTgt spid="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0" fill="hold">
                      <p:stCondLst>
                        <p:cond delay="0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1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103" dur="2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2"/>
                  </p:tgtEl>
                </p:cond>
              </p:nextCondLst>
            </p:seq>
            <p:seq concurrent="1" nextAc="seek">
              <p:cTn id="105" restart="whenNotActive" fill="hold" evtFilter="cancelBubble" nodeType="interactiveSeq">
                <p:stCondLst>
                  <p:cond evt="onClick" delay="0">
                    <p:tgtEl>
                      <p:spTgt spid="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6" fill="hold">
                      <p:stCondLst>
                        <p:cond delay="0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9"/>
                  </p:tgtEl>
                </p:cond>
              </p:nextCondLst>
            </p:seq>
            <p:seq concurrent="1" nextAc="seek">
              <p:cTn id="111" restart="whenNotActive" fill="hold" evtFilter="cancelBubble" nodeType="interactiveSeq">
                <p:stCondLst>
                  <p:cond evt="onClick" delay="0">
                    <p:tgtEl>
                      <p:spTgt spid="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2" fill="hold">
                      <p:stCondLst>
                        <p:cond delay="0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6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115" dur="2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3"/>
                  </p:tgtEl>
                </p:cond>
              </p:nextCondLst>
            </p:seq>
            <p:seq concurrent="1" nextAc="seek">
              <p:cTn id="117" restart="whenNotActive" fill="hold" evtFilter="cancelBubble" nodeType="interactiveSeq">
                <p:stCondLst>
                  <p:cond evt="onClick" delay="0">
                    <p:tgtEl>
                      <p:spTgt spid="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8" fill="hold">
                      <p:stCondLst>
                        <p:cond delay="0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53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1" dur="500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500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2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1"/>
                  </p:tgtEl>
                </p:cond>
              </p:nextCondLst>
            </p:seq>
            <p:seq concurrent="1" nextAc="seek">
              <p:cTn id="125" restart="whenNotActive" fill="hold" evtFilter="cancelBubble" nodeType="interactiveSeq">
                <p:stCondLst>
                  <p:cond evt="onClick" delay="0">
                    <p:tgtEl>
                      <p:spTgt spid="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6" fill="hold">
                      <p:stCondLst>
                        <p:cond delay="0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21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129" dur="2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5"/>
                  </p:tgtEl>
                </p:cond>
              </p:nextCondLst>
            </p:seq>
            <p:seq concurrent="1" nextAc="seek">
              <p:cTn id="131" restart="whenNotActive" fill="hold" evtFilter="cancelBubble" nodeType="interactiveSeq">
                <p:stCondLst>
                  <p:cond evt="onClick" delay="0">
                    <p:tgtEl>
                      <p:spTgt spid="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2" fill="hold">
                      <p:stCondLst>
                        <p:cond delay="0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45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5" dur="2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6" dur="20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20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7"/>
                  </p:tgtEl>
                </p:cond>
              </p:nextCondLst>
            </p:seq>
            <p:seq concurrent="1" nextAc="seek">
              <p:cTn id="139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0" fill="hold">
                      <p:stCondLst>
                        <p:cond delay="0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6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143" dur="2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  <p:seq concurrent="1" nextAc="seek">
              <p:cTn id="145" restart="whenNotActive" fill="hold" evtFilter="cancelBubble" nodeType="interactiveSeq">
                <p:stCondLst>
                  <p:cond evt="onClick" delay="0">
                    <p:tgtEl>
                      <p:spTgt spid="6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6" fill="hold">
                      <p:stCondLst>
                        <p:cond delay="0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49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3"/>
                  </p:tgtEl>
                </p:cond>
              </p:nextCondLst>
            </p:seq>
            <p:seq concurrent="1" nextAc="seek">
              <p:cTn id="151" restart="whenNotActive" fill="hold" evtFilter="cancelBubble" nodeType="interactiveSeq">
                <p:stCondLst>
                  <p:cond evt="onClick" delay="0">
                    <p:tgtEl>
                      <p:spTgt spid="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2" fill="hold">
                      <p:stCondLst>
                        <p:cond delay="0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21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155" dur="2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0"/>
                  </p:tgtEl>
                </p:cond>
              </p:nextCondLst>
            </p:seq>
            <p:seq concurrent="1" nextAc="seek">
              <p:cTn id="157" restart="whenNotActive" fill="hold" evtFilter="cancelBubble" nodeType="interactiveSeq">
                <p:stCondLst>
                  <p:cond evt="onClick" delay="0">
                    <p:tgtEl>
                      <p:spTgt spid="4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8" fill="hold">
                      <p:stCondLst>
                        <p:cond delay="0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42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1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2" dur="10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3" dur="10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4"/>
                  </p:tgtEl>
                </p:cond>
              </p:nextCondLst>
            </p:seq>
            <p:seq concurrent="1" nextAc="seek">
              <p:cTn id="165" restart="whenNotActive" fill="hold" evtFilter="cancelBubble" nodeType="interactiveSeq">
                <p:stCondLst>
                  <p:cond evt="onClick" delay="0">
                    <p:tgtEl>
                      <p:spTgt spid="4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6" fill="hold">
                      <p:stCondLst>
                        <p:cond delay="0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21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169" dur="2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8"/>
                  </p:tgtEl>
                </p:cond>
              </p:nextCondLst>
            </p:seq>
            <p:seq concurrent="1" nextAc="seek">
              <p:cTn id="171" restart="whenNotActive" fill="hold" evtFilter="cancelBubble" nodeType="interactiveSeq">
                <p:stCondLst>
                  <p:cond evt="onClick" delay="0">
                    <p:tgtEl>
                      <p:spTgt spid="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2" fill="hold">
                      <p:stCondLst>
                        <p:cond delay="0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3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75" dur="1000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6" dur="1000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7" dur="1000"/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78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2"/>
                  </p:tgtEl>
                </p:cond>
              </p:nextCondLst>
            </p:seq>
            <p:seq concurrent="1" nextAc="seek">
              <p:cTn id="180" restart="whenNotActive" fill="hold" evtFilter="cancelBubble" nodeType="interactiveSeq">
                <p:stCondLst>
                  <p:cond evt="onClick" delay="0">
                    <p:tgtEl>
                      <p:spTgt spid="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1" fill="hold">
                      <p:stCondLst>
                        <p:cond delay="0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6"/>
                  </p:tgtEl>
                </p:cond>
              </p:nextCondLst>
            </p:seq>
            <p:seq concurrent="1" nextAc="seek">
              <p:cTn id="186" restart="whenNotActive" fill="hold" evtFilter="cancelBubble" nodeType="interactiveSeq">
                <p:stCondLst>
                  <p:cond evt="onClick" delay="0">
                    <p:tgtEl>
                      <p:spTgt spid="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7" fill="hold">
                      <p:stCondLst>
                        <p:cond delay="0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26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90" dur="180" accel="50000">
                                          <p:stCondLst>
                                            <p:cond delay="182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1" dur="1822" tmFilter="0,0; 0.14,0.31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+0.2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2" dur="178">
                                          <p:stCondLst>
                                            <p:cond delay="1822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3" dur="664" tmFilter="0.0,0.0;0.25,0.07;0.50,0.2;0.75,0.467;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5000">
                                          <p:val>
                                            <p:strVal val="ppt_y+0.026"/>
                                          </p:val>
                                        </p:tav>
                                        <p:tav tm="10000">
                                          <p:val>
                                            <p:strVal val="ppt_y+0.052"/>
                                          </p:val>
                                        </p:tav>
                                        <p:tav tm="15000">
                                          <p:val>
                                            <p:strVal val="ppt_y+0.078"/>
                                          </p:val>
                                        </p:tav>
                                        <p:tav tm="20000">
                                          <p:val>
                                            <p:strVal val="ppt_y+0.103"/>
                                          </p:val>
                                        </p:tav>
                                        <p:tav tm="30000">
                                          <p:val>
                                            <p:strVal val="ppt_y+0.151"/>
                                          </p:val>
                                        </p:tav>
                                        <p:tav tm="40000">
                                          <p:val>
                                            <p:strVal val="ppt_y+0.196"/>
                                          </p:val>
                                        </p:tav>
                                        <p:tav tm="50000">
                                          <p:val>
                                            <p:strVal val="ppt_y+0.236"/>
                                          </p:val>
                                        </p:tav>
                                        <p:tav tm="60000">
                                          <p:val>
                                            <p:strVal val="ppt_y+0.270"/>
                                          </p:val>
                                        </p:tav>
                                        <p:tav tm="70000">
                                          <p:val>
                                            <p:strVal val="ppt_y+0.297"/>
                                          </p:val>
                                        </p:tav>
                                        <p:tav tm="80000">
                                          <p:val>
                                            <p:strVal val="ppt_y+0.317"/>
                                          </p:val>
                                        </p:tav>
                                        <p:tav tm="90000">
                                          <p:val>
                                            <p:strVal val="ppt_y+0.329"/>
                                          </p:val>
                                        </p:tav>
                                        <p:tav tm="100000">
                                          <p:val>
                                            <p:strVal val="ppt_y+0.33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34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65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9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106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111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106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9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65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34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11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22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3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035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037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035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3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22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11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04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07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1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012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0123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012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1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07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04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7" dur="180" accel="50000">
                                          <p:stCondLst>
                                            <p:cond delay="182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98" dur="26">
                                          <p:stCondLst>
                                            <p:cond delay="62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99" dur="166" decel="50000">
                                          <p:stCondLst>
                                            <p:cond delay="646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0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0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</p:cBhvr>
                                      <p:to x="100000" y="100000"/>
                                    </p:animScale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0"/>
                  </p:tgtEl>
                </p:cond>
              </p:nextCondLst>
            </p:seq>
            <p:seq concurrent="1" nextAc="seek">
              <p:cTn id="207" restart="whenNotActive" fill="hold" evtFilter="cancelBubble" nodeType="interactiveSeq">
                <p:stCondLst>
                  <p:cond evt="onClick" delay="0">
                    <p:tgtEl>
                      <p:spTgt spid="6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8" fill="hold">
                      <p:stCondLst>
                        <p:cond delay="0"/>
                      </p:stCondLst>
                      <p:childTnLst>
                        <p:par>
                          <p:cTn id="209" fill="hold">
                            <p:stCondLst>
                              <p:cond delay="0"/>
                            </p:stCondLst>
                            <p:childTnLst>
                              <p:par>
                                <p:cTn id="210" presetID="21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211" dur="2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4"/>
                  </p:tgtEl>
                </p:cond>
              </p:nextCondLst>
            </p:seq>
            <p:seq concurrent="1" nextAc="seek">
              <p:cTn id="213" restart="whenNotActive" fill="hold" evtFilter="cancelBubble" nodeType="interactiveSeq">
                <p:stCondLst>
                  <p:cond evt="onClick" delay="0">
                    <p:tgtEl>
                      <p:spTgt spid="6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4" fill="hold">
                      <p:stCondLst>
                        <p:cond delay="0"/>
                      </p:stCondLst>
                      <p:childTnLst>
                        <p:par>
                          <p:cTn id="215" fill="hold">
                            <p:stCondLst>
                              <p:cond delay="0"/>
                            </p:stCondLst>
                            <p:childTnLst>
                              <p:par>
                                <p:cTn id="216" presetID="21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217" dur="2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5"/>
                  </p:tgtEl>
                </p:cond>
              </p:nextCondLst>
            </p:seq>
          </p:childTnLst>
        </p:cTn>
      </p:par>
    </p:tnLst>
    <p:bldLst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Box 36">
            <a:extLst>
              <a:ext uri="{FF2B5EF4-FFF2-40B4-BE49-F238E27FC236}">
                <a16:creationId xmlns:a16="http://schemas.microsoft.com/office/drawing/2014/main" id="{58F8FCFC-148A-4BB0-B265-06083DF8D7E7}"/>
              </a:ext>
            </a:extLst>
          </p:cNvPr>
          <p:cNvSpPr txBox="1"/>
          <p:nvPr/>
        </p:nvSpPr>
        <p:spPr>
          <a:xfrm>
            <a:off x="1159564" y="2464900"/>
            <a:ext cx="1024392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err="1"/>
              <a:t>Sistematika</a:t>
            </a:r>
            <a:r>
              <a:rPr lang="en-US" sz="3600" dirty="0"/>
              <a:t> </a:t>
            </a:r>
            <a:r>
              <a:rPr lang="sq-AL" sz="3600" dirty="0"/>
              <a:t>është shkencë e cila merret me studimin e klasifikimit të organizmave të gjallë bazuar në aftësitë e tyre farefisnore, si dhe me klasifikimin e tyre në kategori sistematike </a:t>
            </a:r>
            <a:endParaRPr lang="sq-XK" sz="3600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5633DCA-F059-45D7-A8E9-DBD20588CC2D}"/>
              </a:ext>
            </a:extLst>
          </p:cNvPr>
          <p:cNvSpPr/>
          <p:nvPr/>
        </p:nvSpPr>
        <p:spPr>
          <a:xfrm>
            <a:off x="10091528" y="437322"/>
            <a:ext cx="1431234" cy="1351722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4800000"/>
            </a:lightRig>
          </a:scene3d>
          <a:sp3d prstMaterial="matte">
            <a:bevelT w="127000" h="635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7</a:t>
            </a:r>
            <a:endParaRPr lang="sq-XK" sz="5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39CA9D27-1891-4D0C-BC81-A93A1DE2AB56}"/>
              </a:ext>
            </a:extLst>
          </p:cNvPr>
          <p:cNvSpPr/>
          <p:nvPr/>
        </p:nvSpPr>
        <p:spPr>
          <a:xfrm>
            <a:off x="10091528" y="1789044"/>
            <a:ext cx="1431234" cy="1351722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14</a:t>
            </a:r>
            <a:endParaRPr lang="sq-XK" sz="5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E54C02A1-C2F0-4813-9B2C-EA0F7D1B4759}"/>
              </a:ext>
            </a:extLst>
          </p:cNvPr>
          <p:cNvSpPr/>
          <p:nvPr/>
        </p:nvSpPr>
        <p:spPr>
          <a:xfrm>
            <a:off x="10091528" y="3140766"/>
            <a:ext cx="1431234" cy="1351722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22</a:t>
            </a:r>
            <a:endParaRPr lang="sq-XK" sz="5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1A12FC2-AC4E-43D7-80E1-8854B0E7BBC3}"/>
              </a:ext>
            </a:extLst>
          </p:cNvPr>
          <p:cNvSpPr/>
          <p:nvPr/>
        </p:nvSpPr>
        <p:spPr>
          <a:xfrm>
            <a:off x="821632" y="410818"/>
            <a:ext cx="1543879" cy="1364974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4800000"/>
            </a:lightRig>
          </a:scene3d>
          <a:sp3d prstMaterial="matte">
            <a:bevelT w="127000" h="635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</a:t>
            </a:r>
            <a:endParaRPr lang="sq-XK" sz="5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B9F352D1-79A4-48F3-B67C-9C238B615F8E}"/>
              </a:ext>
            </a:extLst>
          </p:cNvPr>
          <p:cNvSpPr/>
          <p:nvPr/>
        </p:nvSpPr>
        <p:spPr>
          <a:xfrm>
            <a:off x="821632" y="1775791"/>
            <a:ext cx="1543880" cy="1378225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8</a:t>
            </a:r>
            <a:endParaRPr lang="sq-XK" sz="5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05C269B3-10AB-446B-9DDF-1616B5F8EB6E}"/>
              </a:ext>
            </a:extLst>
          </p:cNvPr>
          <p:cNvSpPr/>
          <p:nvPr/>
        </p:nvSpPr>
        <p:spPr>
          <a:xfrm>
            <a:off x="821633" y="3180523"/>
            <a:ext cx="1543879" cy="1351722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4800000"/>
            </a:lightRig>
          </a:scene3d>
          <a:sp3d prstMaterial="matte">
            <a:bevelT w="127000" h="63500"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15</a:t>
            </a:r>
            <a:endParaRPr lang="sq-XK" sz="5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A92129E5-678E-42B8-9795-A890FC7C3BFC}"/>
              </a:ext>
            </a:extLst>
          </p:cNvPr>
          <p:cNvSpPr/>
          <p:nvPr/>
        </p:nvSpPr>
        <p:spPr>
          <a:xfrm>
            <a:off x="840839" y="4452729"/>
            <a:ext cx="1543879" cy="1351722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23</a:t>
            </a:r>
            <a:endParaRPr lang="sq-XK" sz="5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7DAE7B8A-166A-4C0C-AFE0-53A79304610B}"/>
              </a:ext>
            </a:extLst>
          </p:cNvPr>
          <p:cNvSpPr/>
          <p:nvPr/>
        </p:nvSpPr>
        <p:spPr>
          <a:xfrm>
            <a:off x="2365510" y="437322"/>
            <a:ext cx="1543879" cy="1391479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2</a:t>
            </a:r>
            <a:endParaRPr lang="sq-XK" sz="5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5FEDE1AF-65FE-4DFE-9F6A-1E3B2D63E791}"/>
              </a:ext>
            </a:extLst>
          </p:cNvPr>
          <p:cNvSpPr/>
          <p:nvPr/>
        </p:nvSpPr>
        <p:spPr>
          <a:xfrm>
            <a:off x="2365510" y="1789044"/>
            <a:ext cx="1543879" cy="1351722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9</a:t>
            </a:r>
            <a:endParaRPr lang="sq-XK" sz="5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984A4D92-3C59-4E52-8A4A-B68718A67E0E}"/>
              </a:ext>
            </a:extLst>
          </p:cNvPr>
          <p:cNvSpPr/>
          <p:nvPr/>
        </p:nvSpPr>
        <p:spPr>
          <a:xfrm>
            <a:off x="2365510" y="3167270"/>
            <a:ext cx="1531957" cy="1364975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16</a:t>
            </a:r>
            <a:endParaRPr lang="sq-XK" sz="5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7019782F-7099-46B6-A614-ADADEA6B7578}"/>
              </a:ext>
            </a:extLst>
          </p:cNvPr>
          <p:cNvSpPr/>
          <p:nvPr/>
        </p:nvSpPr>
        <p:spPr>
          <a:xfrm>
            <a:off x="2365510" y="4452728"/>
            <a:ext cx="1543879" cy="1351722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4800000"/>
            </a:lightRig>
          </a:scene3d>
          <a:sp3d prstMaterial="matte">
            <a:bevelT w="127000" h="63500"/>
          </a:sp3d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24</a:t>
            </a:r>
            <a:endParaRPr lang="sq-XK" sz="5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3C661707-911C-4BB3-BA3C-4DB13BBA31B5}"/>
              </a:ext>
            </a:extLst>
          </p:cNvPr>
          <p:cNvSpPr/>
          <p:nvPr/>
        </p:nvSpPr>
        <p:spPr>
          <a:xfrm>
            <a:off x="3921313" y="437322"/>
            <a:ext cx="1550505" cy="1364972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4800000"/>
            </a:lightRig>
          </a:scene3d>
          <a:sp3d prstMaterial="matte">
            <a:bevelT w="127000" h="63500"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3</a:t>
            </a:r>
            <a:endParaRPr lang="sq-XK" sz="5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D56EF8BA-DDF9-43C3-B6CF-CDD9C9D44C18}"/>
              </a:ext>
            </a:extLst>
          </p:cNvPr>
          <p:cNvSpPr/>
          <p:nvPr/>
        </p:nvSpPr>
        <p:spPr>
          <a:xfrm>
            <a:off x="3921313" y="1802294"/>
            <a:ext cx="1550505" cy="1351722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4800000"/>
            </a:lightRig>
          </a:scene3d>
          <a:sp3d prstMaterial="matte">
            <a:bevelT w="127000" h="63500"/>
          </a:sp3d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10</a:t>
            </a:r>
            <a:endParaRPr lang="sq-XK" sz="5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741CA58B-2504-4FD8-A661-C2377806AEFF}"/>
              </a:ext>
            </a:extLst>
          </p:cNvPr>
          <p:cNvSpPr/>
          <p:nvPr/>
        </p:nvSpPr>
        <p:spPr>
          <a:xfrm>
            <a:off x="3921313" y="3154016"/>
            <a:ext cx="1550505" cy="1351722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4800000"/>
            </a:lightRig>
          </a:scene3d>
          <a:sp3d prstMaterial="matte">
            <a:bevelT w="127000" h="635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17</a:t>
            </a:r>
            <a:endParaRPr lang="sq-XK" sz="5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89AC3F7C-0342-44DD-AB17-CFB1136A8603}"/>
              </a:ext>
            </a:extLst>
          </p:cNvPr>
          <p:cNvSpPr/>
          <p:nvPr/>
        </p:nvSpPr>
        <p:spPr>
          <a:xfrm>
            <a:off x="3921313" y="4465981"/>
            <a:ext cx="1550505" cy="1351722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25</a:t>
            </a:r>
            <a:endParaRPr lang="sq-XK" sz="5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04E0B75B-2CCE-4E34-A3EB-3A79F9CA0C86}"/>
              </a:ext>
            </a:extLst>
          </p:cNvPr>
          <p:cNvSpPr/>
          <p:nvPr/>
        </p:nvSpPr>
        <p:spPr>
          <a:xfrm>
            <a:off x="5411529" y="450572"/>
            <a:ext cx="1596888" cy="1351722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4</a:t>
            </a:r>
            <a:endParaRPr lang="sq-XK" sz="5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AAE53779-8C06-4335-9A6C-D6206D62606E}"/>
              </a:ext>
            </a:extLst>
          </p:cNvPr>
          <p:cNvSpPr/>
          <p:nvPr/>
        </p:nvSpPr>
        <p:spPr>
          <a:xfrm>
            <a:off x="5437359" y="1802294"/>
            <a:ext cx="1596888" cy="1351722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11</a:t>
            </a:r>
            <a:endParaRPr lang="sq-XK" sz="5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2D620971-7269-4F53-80E8-FB5D2943CCD1}"/>
              </a:ext>
            </a:extLst>
          </p:cNvPr>
          <p:cNvSpPr/>
          <p:nvPr/>
        </p:nvSpPr>
        <p:spPr>
          <a:xfrm>
            <a:off x="5453269" y="3114259"/>
            <a:ext cx="1596888" cy="1338472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18</a:t>
            </a:r>
            <a:endParaRPr lang="sq-XK" sz="5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4547A525-B75F-4149-9149-4A60ABFA09F5}"/>
              </a:ext>
            </a:extLst>
          </p:cNvPr>
          <p:cNvSpPr/>
          <p:nvPr/>
        </p:nvSpPr>
        <p:spPr>
          <a:xfrm>
            <a:off x="5453269" y="4452728"/>
            <a:ext cx="1596888" cy="1391482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4800000"/>
            </a:lightRig>
          </a:scene3d>
          <a:sp3d prstMaterial="matte">
            <a:bevelT w="127000" h="63500"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26</a:t>
            </a:r>
            <a:endParaRPr lang="sq-XK" sz="5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BCE68BAE-D441-4B80-B25F-3C7801E1B16E}"/>
              </a:ext>
            </a:extLst>
          </p:cNvPr>
          <p:cNvSpPr/>
          <p:nvPr/>
        </p:nvSpPr>
        <p:spPr>
          <a:xfrm>
            <a:off x="7015698" y="437322"/>
            <a:ext cx="1531956" cy="1351722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5</a:t>
            </a:r>
            <a:endParaRPr lang="sq-XK" sz="5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937ED464-420D-4BB3-A2A5-171CB813C873}"/>
              </a:ext>
            </a:extLst>
          </p:cNvPr>
          <p:cNvSpPr/>
          <p:nvPr/>
        </p:nvSpPr>
        <p:spPr>
          <a:xfrm>
            <a:off x="7015698" y="1789044"/>
            <a:ext cx="1531956" cy="1351722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12</a:t>
            </a:r>
            <a:endParaRPr lang="sq-XK" sz="5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F75715D9-7107-4926-B010-8EA81B21BAF7}"/>
              </a:ext>
            </a:extLst>
          </p:cNvPr>
          <p:cNvSpPr/>
          <p:nvPr/>
        </p:nvSpPr>
        <p:spPr>
          <a:xfrm>
            <a:off x="7015698" y="3140766"/>
            <a:ext cx="1531956" cy="1351722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4800000"/>
            </a:lightRig>
          </a:scene3d>
          <a:sp3d prstMaterial="matte">
            <a:bevelT w="127000" h="63500"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19</a:t>
            </a:r>
            <a:endParaRPr lang="sq-XK" sz="5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C086117D-3714-48C2-A3C1-42DD1756BEE6}"/>
              </a:ext>
            </a:extLst>
          </p:cNvPr>
          <p:cNvSpPr/>
          <p:nvPr/>
        </p:nvSpPr>
        <p:spPr>
          <a:xfrm>
            <a:off x="7015698" y="4492488"/>
            <a:ext cx="1531956" cy="1351722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27</a:t>
            </a:r>
            <a:endParaRPr lang="sq-XK" sz="5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C53081B5-61FF-4464-AAF1-D7E2569BDBC5}"/>
              </a:ext>
            </a:extLst>
          </p:cNvPr>
          <p:cNvSpPr/>
          <p:nvPr/>
        </p:nvSpPr>
        <p:spPr>
          <a:xfrm>
            <a:off x="8562217" y="437322"/>
            <a:ext cx="1529311" cy="1351722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6</a:t>
            </a:r>
            <a:endParaRPr lang="sq-XK" sz="5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0F5955EE-C50E-4ADF-AB7F-951B0A0E982D}"/>
              </a:ext>
            </a:extLst>
          </p:cNvPr>
          <p:cNvSpPr/>
          <p:nvPr/>
        </p:nvSpPr>
        <p:spPr>
          <a:xfrm>
            <a:off x="8562217" y="1789044"/>
            <a:ext cx="1529311" cy="1351722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4800000"/>
            </a:lightRig>
          </a:scene3d>
          <a:sp3d prstMaterial="matte">
            <a:bevelT w="127000" h="63500"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13</a:t>
            </a:r>
            <a:endParaRPr lang="sq-XK" sz="5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6BBFF871-BC6C-42E5-93AC-2F91E7BBB03E}"/>
              </a:ext>
            </a:extLst>
          </p:cNvPr>
          <p:cNvSpPr/>
          <p:nvPr/>
        </p:nvSpPr>
        <p:spPr>
          <a:xfrm>
            <a:off x="8562217" y="3140766"/>
            <a:ext cx="1529311" cy="1351722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21</a:t>
            </a:r>
            <a:endParaRPr lang="sq-XK" sz="5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ACC0C831-FFB1-4E33-A22E-FD201218CA7B}"/>
              </a:ext>
            </a:extLst>
          </p:cNvPr>
          <p:cNvSpPr/>
          <p:nvPr/>
        </p:nvSpPr>
        <p:spPr>
          <a:xfrm>
            <a:off x="8562217" y="4492488"/>
            <a:ext cx="1529311" cy="1351722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28</a:t>
            </a:r>
            <a:endParaRPr lang="sq-XK" sz="5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B85254F9-96A1-4A7C-A367-6FDFB0AAEAE0}"/>
              </a:ext>
            </a:extLst>
          </p:cNvPr>
          <p:cNvSpPr/>
          <p:nvPr/>
        </p:nvSpPr>
        <p:spPr>
          <a:xfrm>
            <a:off x="10106091" y="4492488"/>
            <a:ext cx="1416671" cy="1351722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4800000"/>
            </a:lightRig>
          </a:scene3d>
          <a:sp3d prstMaterial="matte">
            <a:bevelT w="127000" h="63500"/>
          </a:sp3d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29</a:t>
            </a:r>
            <a:endParaRPr lang="sq-XK" sz="5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2" name="Action Button: Blank 1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9E03BA2E-90B7-A356-7548-CD578CC04160}"/>
              </a:ext>
            </a:extLst>
          </p:cNvPr>
          <p:cNvSpPr/>
          <p:nvPr/>
        </p:nvSpPr>
        <p:spPr>
          <a:xfrm>
            <a:off x="440029" y="6047409"/>
            <a:ext cx="1558343" cy="744918"/>
          </a:xfrm>
          <a:prstGeom prst="actionButtonBlank">
            <a:avLst/>
          </a:prstGeom>
          <a:solidFill>
            <a:srgbClr val="B93A76"/>
          </a:solidFill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Kthehu</a:t>
            </a:r>
          </a:p>
        </p:txBody>
      </p:sp>
      <p:sp>
        <p:nvSpPr>
          <p:cNvPr id="3" name="Rounded Rectangle 45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9608A340-D267-5246-D262-96676D25C172}"/>
              </a:ext>
            </a:extLst>
          </p:cNvPr>
          <p:cNvSpPr/>
          <p:nvPr/>
        </p:nvSpPr>
        <p:spPr>
          <a:xfrm>
            <a:off x="1998372" y="6162261"/>
            <a:ext cx="1724027" cy="744918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Vazhdo</a:t>
            </a:r>
            <a:endParaRPr lang="sq-XK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val 3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556FCEC7-5A2F-4F56-5F4A-C9EC5A6B5AA9}"/>
              </a:ext>
            </a:extLst>
          </p:cNvPr>
          <p:cNvSpPr/>
          <p:nvPr/>
        </p:nvSpPr>
        <p:spPr>
          <a:xfrm>
            <a:off x="3730238" y="6122504"/>
            <a:ext cx="1915188" cy="764776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Rifillo</a:t>
            </a:r>
            <a:endParaRPr lang="sq-XK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8676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10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1"/>
                  </p:tgtEl>
                </p:cond>
              </p:nextCondLst>
            </p:seq>
            <p:seq concurrent="1" nextAc="seek">
              <p:cTn id="10" restart="whenNotActive" fill="hold" evtFilter="cancelBubble" nodeType="interactiveSeq">
                <p:stCondLst>
                  <p:cond evt="onClick" delay="0">
                    <p:tgtEl>
                      <p:spTgt spid="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5"/>
                  </p:tgtEl>
                </p:cond>
              </p:nextCondLst>
            </p:seq>
            <p:seq concurrent="1" nextAc="seek">
              <p:cTn id="16" restart="whenNotActive" fill="hold" evtFilter="cancelBubble" nodeType="interactiveSeq">
                <p:stCondLst>
                  <p:cond evt="onClick" delay="0">
                    <p:tgtEl>
                      <p:spTgt spid="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9"/>
                  </p:tgtEl>
                </p:cond>
              </p:nextCondLst>
            </p:seq>
            <p:seq concurrent="1" nextAc="seek">
              <p:cTn id="23" restart="whenNotActive" fill="hold" evtFilter="cancelBubble" nodeType="interactiveSeq">
                <p:stCondLst>
                  <p:cond evt="onClick" delay="0">
                    <p:tgtEl>
                      <p:spTgt spid="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" fill="hold">
                      <p:stCondLst>
                        <p:cond delay="0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xit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2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3"/>
                  </p:tgtEl>
                </p:cond>
              </p:nextCondLst>
            </p:seq>
            <p:seq concurrent="1" nextAc="seek">
              <p:cTn id="29" restart="whenNotActive" fill="hold" evtFilter="cancelBubble" nodeType="interactiveSeq">
                <p:stCondLst>
                  <p:cond evt="onClick" delay="0">
                    <p:tgtEl>
                      <p:spTgt spid="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7"/>
                  </p:tgtEl>
                </p:cond>
              </p:nextCondLst>
            </p:seq>
            <p:seq concurrent="1" nextAc="seek">
              <p:cTn id="35" restart="whenNotActive" fill="hold" evtFilter="cancelBubble" nodeType="interactiveSeq">
                <p:stCondLst>
                  <p:cond evt="onClick" delay="0">
                    <p:tgtEl>
                      <p:spTgt spid="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" fill="hold">
                      <p:stCondLst>
                        <p:cond delay="0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6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39" dur="2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1"/>
                  </p:tgtEl>
                </p:cond>
              </p:nextCondLst>
            </p:seq>
            <p:seq concurrent="1" nextAc="seek">
              <p:cTn id="41" restart="whenNotActive" fill="hold" evtFilter="cancelBubble" nodeType="interactiveSeq">
                <p:stCondLst>
                  <p:cond evt="onClick" delay="0">
                    <p:tgtEl>
                      <p:spTgt spid="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" fill="hold">
                      <p:stCondLst>
                        <p:cond delay="0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1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45" dur="2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8"/>
                  </p:tgtEl>
                </p:cond>
              </p:nextCondLst>
            </p:seq>
            <p:seq concurrent="1" nextAc="seek">
              <p:cTn id="47" restart="whenNotActive" fill="hold" evtFilter="cancelBubble" nodeType="interactiveSeq">
                <p:stCondLst>
                  <p:cond evt="onClick" delay="0">
                    <p:tgtEl>
                      <p:spTgt spid="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" fill="hold">
                      <p:stCondLst>
                        <p:cond delay="0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5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2"/>
                  </p:tgtEl>
                </p:cond>
              </p:nextCondLst>
            </p:seq>
            <p:seq concurrent="1" nextAc="seek">
              <p:cTn id="53" restart="whenNotActive" fill="hold" evtFilter="cancelBubble" nodeType="interactiveSeq">
                <p:stCondLst>
                  <p:cond evt="onClick" delay="0">
                    <p:tgtEl>
                      <p:spTgt spid="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" fill="hold">
                      <p:stCondLst>
                        <p:cond delay="0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53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7" dur="5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6"/>
                  </p:tgtEl>
                </p:cond>
              </p:nextCondLst>
            </p:seq>
            <p:seq concurrent="1" nextAc="seek">
              <p:cTn id="61" restart="whenNotActive" fill="hold" evtFilter="cancelBubble" nodeType="interactiveSeq">
                <p:stCondLst>
                  <p:cond evt="onClick" delay="0">
                    <p:tgtEl>
                      <p:spTgt spid="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2" fill="hold">
                      <p:stCondLst>
                        <p:cond delay="0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45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2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2000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2000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0"/>
                  </p:tgtEl>
                </p:cond>
              </p:nextCondLst>
            </p:seq>
            <p:seq concurrent="1" nextAc="seek">
              <p:cTn id="69" restart="whenNotActive" fill="hold" evtFilter="cancelBubble" nodeType="interactiveSeq">
                <p:stCondLst>
                  <p:cond evt="onClick" delay="0">
                    <p:tgtEl>
                      <p:spTgt spid="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0" fill="hold">
                      <p:stCondLst>
                        <p:cond delay="0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6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73" dur="180" accel="50000">
                                          <p:stCondLst>
                                            <p:cond delay="182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822" tmFilter="0,0; 0.14,0.31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+0.2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78">
                                          <p:stCondLst>
                                            <p:cond delay="1822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664" tmFilter="0.0,0.0;0.25,0.07;0.50,0.2;0.75,0.467;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5000">
                                          <p:val>
                                            <p:strVal val="ppt_y+0.026"/>
                                          </p:val>
                                        </p:tav>
                                        <p:tav tm="10000">
                                          <p:val>
                                            <p:strVal val="ppt_y+0.052"/>
                                          </p:val>
                                        </p:tav>
                                        <p:tav tm="15000">
                                          <p:val>
                                            <p:strVal val="ppt_y+0.078"/>
                                          </p:val>
                                        </p:tav>
                                        <p:tav tm="20000">
                                          <p:val>
                                            <p:strVal val="ppt_y+0.103"/>
                                          </p:val>
                                        </p:tav>
                                        <p:tav tm="30000">
                                          <p:val>
                                            <p:strVal val="ppt_y+0.151"/>
                                          </p:val>
                                        </p:tav>
                                        <p:tav tm="40000">
                                          <p:val>
                                            <p:strVal val="ppt_y+0.196"/>
                                          </p:val>
                                        </p:tav>
                                        <p:tav tm="50000">
                                          <p:val>
                                            <p:strVal val="ppt_y+0.236"/>
                                          </p:val>
                                        </p:tav>
                                        <p:tav tm="60000">
                                          <p:val>
                                            <p:strVal val="ppt_y+0.270"/>
                                          </p:val>
                                        </p:tav>
                                        <p:tav tm="70000">
                                          <p:val>
                                            <p:strVal val="ppt_y+0.297"/>
                                          </p:val>
                                        </p:tav>
                                        <p:tav tm="80000">
                                          <p:val>
                                            <p:strVal val="ppt_y+0.317"/>
                                          </p:val>
                                        </p:tav>
                                        <p:tav tm="90000">
                                          <p:val>
                                            <p:strVal val="ppt_y+0.329"/>
                                          </p:val>
                                        </p:tav>
                                        <p:tav tm="100000">
                                          <p:val>
                                            <p:strVal val="ppt_y+0.33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34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65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9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106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111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106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9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65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34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11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22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3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035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037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035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3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22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11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04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07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1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012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0123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012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1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07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04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80" accel="50000">
                                          <p:stCondLst>
                                            <p:cond delay="182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1" dur="26">
                                          <p:stCondLst>
                                            <p:cond delay="62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82" dur="166" decel="50000">
                                          <p:stCondLst>
                                            <p:cond delay="646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8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8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</p:cBhvr>
                                      <p:to x="100000" y="100000"/>
                                    </p:animScale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4"/>
                  </p:tgtEl>
                </p:cond>
              </p:nextCondLst>
            </p:seq>
            <p:seq concurrent="1" nextAc="seek">
              <p:cTn id="90" restart="whenNotActive" fill="hold" evtFilter="cancelBubble" nodeType="interactiveSeq">
                <p:stCondLst>
                  <p:cond evt="onClick" delay="0">
                    <p:tgtEl>
                      <p:spTgt spid="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1" fill="hold">
                      <p:stCondLst>
                        <p:cond delay="0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3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94" dur="10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0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0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97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8"/>
                  </p:tgtEl>
                </p:cond>
              </p:nextCondLst>
            </p:seq>
            <p:seq concurrent="1" nextAc="seek">
              <p:cTn id="99" restart="whenNotActive" fill="hold" evtFilter="cancelBubble" nodeType="interactiveSeq">
                <p:stCondLst>
                  <p:cond evt="onClick" delay="0">
                    <p:tgtEl>
                      <p:spTgt spid="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0" fill="hold">
                      <p:stCondLst>
                        <p:cond delay="0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1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103" dur="2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2"/>
                  </p:tgtEl>
                </p:cond>
              </p:nextCondLst>
            </p:seq>
            <p:seq concurrent="1" nextAc="seek">
              <p:cTn id="105" restart="whenNotActive" fill="hold" evtFilter="cancelBubble" nodeType="interactiveSeq">
                <p:stCondLst>
                  <p:cond evt="onClick" delay="0">
                    <p:tgtEl>
                      <p:spTgt spid="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6" fill="hold">
                      <p:stCondLst>
                        <p:cond delay="0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9"/>
                  </p:tgtEl>
                </p:cond>
              </p:nextCondLst>
            </p:seq>
            <p:seq concurrent="1" nextAc="seek">
              <p:cTn id="111" restart="whenNotActive" fill="hold" evtFilter="cancelBubble" nodeType="interactiveSeq">
                <p:stCondLst>
                  <p:cond evt="onClick" delay="0">
                    <p:tgtEl>
                      <p:spTgt spid="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2" fill="hold">
                      <p:stCondLst>
                        <p:cond delay="0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6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115" dur="2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3"/>
                  </p:tgtEl>
                </p:cond>
              </p:nextCondLst>
            </p:seq>
            <p:seq concurrent="1" nextAc="seek">
              <p:cTn id="117" restart="whenNotActive" fill="hold" evtFilter="cancelBubble" nodeType="interactiveSeq">
                <p:stCondLst>
                  <p:cond evt="onClick" delay="0">
                    <p:tgtEl>
                      <p:spTgt spid="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8" fill="hold">
                      <p:stCondLst>
                        <p:cond delay="0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53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1" dur="500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500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2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1"/>
                  </p:tgtEl>
                </p:cond>
              </p:nextCondLst>
            </p:seq>
            <p:seq concurrent="1" nextAc="seek">
              <p:cTn id="125" restart="whenNotActive" fill="hold" evtFilter="cancelBubble" nodeType="interactiveSeq">
                <p:stCondLst>
                  <p:cond evt="onClick" delay="0">
                    <p:tgtEl>
                      <p:spTgt spid="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6" fill="hold">
                      <p:stCondLst>
                        <p:cond delay="0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21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129" dur="2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5"/>
                  </p:tgtEl>
                </p:cond>
              </p:nextCondLst>
            </p:seq>
            <p:seq concurrent="1" nextAc="seek">
              <p:cTn id="131" restart="whenNotActive" fill="hold" evtFilter="cancelBubble" nodeType="interactiveSeq">
                <p:stCondLst>
                  <p:cond evt="onClick" delay="0">
                    <p:tgtEl>
                      <p:spTgt spid="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2" fill="hold">
                      <p:stCondLst>
                        <p:cond delay="0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45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5" dur="2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6" dur="20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20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7"/>
                  </p:tgtEl>
                </p:cond>
              </p:nextCondLst>
            </p:seq>
            <p:seq concurrent="1" nextAc="seek">
              <p:cTn id="139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0" fill="hold">
                      <p:stCondLst>
                        <p:cond delay="0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6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143" dur="2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  <p:seq concurrent="1" nextAc="seek">
              <p:cTn id="145" restart="whenNotActive" fill="hold" evtFilter="cancelBubble" nodeType="interactiveSeq">
                <p:stCondLst>
                  <p:cond evt="onClick" delay="0">
                    <p:tgtEl>
                      <p:spTgt spid="6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6" fill="hold">
                      <p:stCondLst>
                        <p:cond delay="0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49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3"/>
                  </p:tgtEl>
                </p:cond>
              </p:nextCondLst>
            </p:seq>
            <p:seq concurrent="1" nextAc="seek">
              <p:cTn id="151" restart="whenNotActive" fill="hold" evtFilter="cancelBubble" nodeType="interactiveSeq">
                <p:stCondLst>
                  <p:cond evt="onClick" delay="0">
                    <p:tgtEl>
                      <p:spTgt spid="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2" fill="hold">
                      <p:stCondLst>
                        <p:cond delay="0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21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155" dur="2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0"/>
                  </p:tgtEl>
                </p:cond>
              </p:nextCondLst>
            </p:seq>
            <p:seq concurrent="1" nextAc="seek">
              <p:cTn id="157" restart="whenNotActive" fill="hold" evtFilter="cancelBubble" nodeType="interactiveSeq">
                <p:stCondLst>
                  <p:cond evt="onClick" delay="0">
                    <p:tgtEl>
                      <p:spTgt spid="4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8" fill="hold">
                      <p:stCondLst>
                        <p:cond delay="0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42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1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2" dur="10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3" dur="10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4"/>
                  </p:tgtEl>
                </p:cond>
              </p:nextCondLst>
            </p:seq>
            <p:seq concurrent="1" nextAc="seek">
              <p:cTn id="165" restart="whenNotActive" fill="hold" evtFilter="cancelBubble" nodeType="interactiveSeq">
                <p:stCondLst>
                  <p:cond evt="onClick" delay="0">
                    <p:tgtEl>
                      <p:spTgt spid="4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6" fill="hold">
                      <p:stCondLst>
                        <p:cond delay="0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21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169" dur="2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8"/>
                  </p:tgtEl>
                </p:cond>
              </p:nextCondLst>
            </p:seq>
            <p:seq concurrent="1" nextAc="seek">
              <p:cTn id="171" restart="whenNotActive" fill="hold" evtFilter="cancelBubble" nodeType="interactiveSeq">
                <p:stCondLst>
                  <p:cond evt="onClick" delay="0">
                    <p:tgtEl>
                      <p:spTgt spid="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2" fill="hold">
                      <p:stCondLst>
                        <p:cond delay="0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3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75" dur="1000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6" dur="1000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7" dur="1000"/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78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2"/>
                  </p:tgtEl>
                </p:cond>
              </p:nextCondLst>
            </p:seq>
            <p:seq concurrent="1" nextAc="seek">
              <p:cTn id="180" restart="whenNotActive" fill="hold" evtFilter="cancelBubble" nodeType="interactiveSeq">
                <p:stCondLst>
                  <p:cond evt="onClick" delay="0">
                    <p:tgtEl>
                      <p:spTgt spid="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1" fill="hold">
                      <p:stCondLst>
                        <p:cond delay="0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6"/>
                  </p:tgtEl>
                </p:cond>
              </p:nextCondLst>
            </p:seq>
            <p:seq concurrent="1" nextAc="seek">
              <p:cTn id="186" restart="whenNotActive" fill="hold" evtFilter="cancelBubble" nodeType="interactiveSeq">
                <p:stCondLst>
                  <p:cond evt="onClick" delay="0">
                    <p:tgtEl>
                      <p:spTgt spid="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7" fill="hold">
                      <p:stCondLst>
                        <p:cond delay="0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26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90" dur="180" accel="50000">
                                          <p:stCondLst>
                                            <p:cond delay="182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1" dur="1822" tmFilter="0,0; 0.14,0.31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+0.2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2" dur="178">
                                          <p:stCondLst>
                                            <p:cond delay="1822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3" dur="664" tmFilter="0.0,0.0;0.25,0.07;0.50,0.2;0.75,0.467;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5000">
                                          <p:val>
                                            <p:strVal val="ppt_y+0.026"/>
                                          </p:val>
                                        </p:tav>
                                        <p:tav tm="10000">
                                          <p:val>
                                            <p:strVal val="ppt_y+0.052"/>
                                          </p:val>
                                        </p:tav>
                                        <p:tav tm="15000">
                                          <p:val>
                                            <p:strVal val="ppt_y+0.078"/>
                                          </p:val>
                                        </p:tav>
                                        <p:tav tm="20000">
                                          <p:val>
                                            <p:strVal val="ppt_y+0.103"/>
                                          </p:val>
                                        </p:tav>
                                        <p:tav tm="30000">
                                          <p:val>
                                            <p:strVal val="ppt_y+0.151"/>
                                          </p:val>
                                        </p:tav>
                                        <p:tav tm="40000">
                                          <p:val>
                                            <p:strVal val="ppt_y+0.196"/>
                                          </p:val>
                                        </p:tav>
                                        <p:tav tm="50000">
                                          <p:val>
                                            <p:strVal val="ppt_y+0.236"/>
                                          </p:val>
                                        </p:tav>
                                        <p:tav tm="60000">
                                          <p:val>
                                            <p:strVal val="ppt_y+0.270"/>
                                          </p:val>
                                        </p:tav>
                                        <p:tav tm="70000">
                                          <p:val>
                                            <p:strVal val="ppt_y+0.297"/>
                                          </p:val>
                                        </p:tav>
                                        <p:tav tm="80000">
                                          <p:val>
                                            <p:strVal val="ppt_y+0.317"/>
                                          </p:val>
                                        </p:tav>
                                        <p:tav tm="90000">
                                          <p:val>
                                            <p:strVal val="ppt_y+0.329"/>
                                          </p:val>
                                        </p:tav>
                                        <p:tav tm="100000">
                                          <p:val>
                                            <p:strVal val="ppt_y+0.33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34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65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9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106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111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106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9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65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34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11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22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3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035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037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035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3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22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11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04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07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1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012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0123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012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1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07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04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7" dur="180" accel="50000">
                                          <p:stCondLst>
                                            <p:cond delay="182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98" dur="26">
                                          <p:stCondLst>
                                            <p:cond delay="62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99" dur="166" decel="50000">
                                          <p:stCondLst>
                                            <p:cond delay="646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0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0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</p:cBhvr>
                                      <p:to x="100000" y="100000"/>
                                    </p:animScale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0"/>
                  </p:tgtEl>
                </p:cond>
              </p:nextCondLst>
            </p:seq>
            <p:seq concurrent="1" nextAc="seek">
              <p:cTn id="207" restart="whenNotActive" fill="hold" evtFilter="cancelBubble" nodeType="interactiveSeq">
                <p:stCondLst>
                  <p:cond evt="onClick" delay="0">
                    <p:tgtEl>
                      <p:spTgt spid="6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8" fill="hold">
                      <p:stCondLst>
                        <p:cond delay="0"/>
                      </p:stCondLst>
                      <p:childTnLst>
                        <p:par>
                          <p:cTn id="209" fill="hold">
                            <p:stCondLst>
                              <p:cond delay="0"/>
                            </p:stCondLst>
                            <p:childTnLst>
                              <p:par>
                                <p:cTn id="210" presetID="21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211" dur="2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4"/>
                  </p:tgtEl>
                </p:cond>
              </p:nextCondLst>
            </p:seq>
            <p:seq concurrent="1" nextAc="seek">
              <p:cTn id="213" restart="whenNotActive" fill="hold" evtFilter="cancelBubble" nodeType="interactiveSeq">
                <p:stCondLst>
                  <p:cond evt="onClick" delay="0">
                    <p:tgtEl>
                      <p:spTgt spid="6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4" fill="hold">
                      <p:stCondLst>
                        <p:cond delay="0"/>
                      </p:stCondLst>
                      <p:childTnLst>
                        <p:par>
                          <p:cTn id="215" fill="hold">
                            <p:stCondLst>
                              <p:cond delay="0"/>
                            </p:stCondLst>
                            <p:childTnLst>
                              <p:par>
                                <p:cTn id="216" presetID="21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217" dur="2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5"/>
                  </p:tgtEl>
                </p:cond>
              </p:nextCondLst>
            </p:seq>
          </p:childTnLst>
        </p:cTn>
      </p:par>
    </p:tnLst>
    <p:bldLst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Box 36">
            <a:extLst>
              <a:ext uri="{FF2B5EF4-FFF2-40B4-BE49-F238E27FC236}">
                <a16:creationId xmlns:a16="http://schemas.microsoft.com/office/drawing/2014/main" id="{58F8FCFC-148A-4BB0-B265-06083DF8D7E7}"/>
              </a:ext>
            </a:extLst>
          </p:cNvPr>
          <p:cNvSpPr txBox="1"/>
          <p:nvPr/>
        </p:nvSpPr>
        <p:spPr>
          <a:xfrm>
            <a:off x="1159564" y="2464900"/>
            <a:ext cx="1024392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err="1"/>
              <a:t>Sistematika</a:t>
            </a:r>
            <a:r>
              <a:rPr lang="en-US" sz="3600" dirty="0"/>
              <a:t> </a:t>
            </a:r>
            <a:r>
              <a:rPr lang="sq-AL" sz="3600" dirty="0"/>
              <a:t>është shkencë e cila merret me studimin e klasifikimit të organizmave të gjallë bazuar në aftësitë e tyre farefisnore, si dhe me klasifikimin e tyre në kategori sistematike </a:t>
            </a:r>
            <a:endParaRPr lang="sq-XK" sz="3600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5633DCA-F059-45D7-A8E9-DBD20588CC2D}"/>
              </a:ext>
            </a:extLst>
          </p:cNvPr>
          <p:cNvSpPr/>
          <p:nvPr/>
        </p:nvSpPr>
        <p:spPr>
          <a:xfrm>
            <a:off x="10091528" y="437322"/>
            <a:ext cx="1431234" cy="1351722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4800000"/>
            </a:lightRig>
          </a:scene3d>
          <a:sp3d prstMaterial="matte">
            <a:bevelT w="127000" h="635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7</a:t>
            </a:r>
            <a:endParaRPr lang="sq-XK" sz="5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39CA9D27-1891-4D0C-BC81-A93A1DE2AB56}"/>
              </a:ext>
            </a:extLst>
          </p:cNvPr>
          <p:cNvSpPr/>
          <p:nvPr/>
        </p:nvSpPr>
        <p:spPr>
          <a:xfrm>
            <a:off x="10091528" y="1789044"/>
            <a:ext cx="1431234" cy="1351722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14</a:t>
            </a:r>
            <a:endParaRPr lang="sq-XK" sz="5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E54C02A1-C2F0-4813-9B2C-EA0F7D1B4759}"/>
              </a:ext>
            </a:extLst>
          </p:cNvPr>
          <p:cNvSpPr/>
          <p:nvPr/>
        </p:nvSpPr>
        <p:spPr>
          <a:xfrm>
            <a:off x="10091528" y="3140766"/>
            <a:ext cx="1431234" cy="1351722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22</a:t>
            </a:r>
            <a:endParaRPr lang="sq-XK" sz="5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1A12FC2-AC4E-43D7-80E1-8854B0E7BBC3}"/>
              </a:ext>
            </a:extLst>
          </p:cNvPr>
          <p:cNvSpPr/>
          <p:nvPr/>
        </p:nvSpPr>
        <p:spPr>
          <a:xfrm>
            <a:off x="821632" y="410818"/>
            <a:ext cx="1543879" cy="1364974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4800000"/>
            </a:lightRig>
          </a:scene3d>
          <a:sp3d prstMaterial="matte">
            <a:bevelT w="127000" h="635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</a:t>
            </a:r>
            <a:endParaRPr lang="sq-XK" sz="5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B9F352D1-79A4-48F3-B67C-9C238B615F8E}"/>
              </a:ext>
            </a:extLst>
          </p:cNvPr>
          <p:cNvSpPr/>
          <p:nvPr/>
        </p:nvSpPr>
        <p:spPr>
          <a:xfrm>
            <a:off x="821632" y="1775791"/>
            <a:ext cx="1543880" cy="1378225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8</a:t>
            </a:r>
            <a:endParaRPr lang="sq-XK" sz="5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05C269B3-10AB-446B-9DDF-1616B5F8EB6E}"/>
              </a:ext>
            </a:extLst>
          </p:cNvPr>
          <p:cNvSpPr/>
          <p:nvPr/>
        </p:nvSpPr>
        <p:spPr>
          <a:xfrm>
            <a:off x="821633" y="3180523"/>
            <a:ext cx="1543879" cy="1351722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4800000"/>
            </a:lightRig>
          </a:scene3d>
          <a:sp3d prstMaterial="matte">
            <a:bevelT w="127000" h="63500"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15</a:t>
            </a:r>
            <a:endParaRPr lang="sq-XK" sz="5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A92129E5-678E-42B8-9795-A890FC7C3BFC}"/>
              </a:ext>
            </a:extLst>
          </p:cNvPr>
          <p:cNvSpPr/>
          <p:nvPr/>
        </p:nvSpPr>
        <p:spPr>
          <a:xfrm>
            <a:off x="840839" y="4452729"/>
            <a:ext cx="1543879" cy="1351722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23</a:t>
            </a:r>
            <a:endParaRPr lang="sq-XK" sz="5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7DAE7B8A-166A-4C0C-AFE0-53A79304610B}"/>
              </a:ext>
            </a:extLst>
          </p:cNvPr>
          <p:cNvSpPr/>
          <p:nvPr/>
        </p:nvSpPr>
        <p:spPr>
          <a:xfrm>
            <a:off x="2365510" y="437322"/>
            <a:ext cx="1543879" cy="1391479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2</a:t>
            </a:r>
            <a:endParaRPr lang="sq-XK" sz="5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5FEDE1AF-65FE-4DFE-9F6A-1E3B2D63E791}"/>
              </a:ext>
            </a:extLst>
          </p:cNvPr>
          <p:cNvSpPr/>
          <p:nvPr/>
        </p:nvSpPr>
        <p:spPr>
          <a:xfrm>
            <a:off x="2365510" y="1789044"/>
            <a:ext cx="1543879" cy="1351722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9</a:t>
            </a:r>
            <a:endParaRPr lang="sq-XK" sz="5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984A4D92-3C59-4E52-8A4A-B68718A67E0E}"/>
              </a:ext>
            </a:extLst>
          </p:cNvPr>
          <p:cNvSpPr/>
          <p:nvPr/>
        </p:nvSpPr>
        <p:spPr>
          <a:xfrm>
            <a:off x="2365510" y="3167270"/>
            <a:ext cx="1531957" cy="1364975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16</a:t>
            </a:r>
            <a:endParaRPr lang="sq-XK" sz="5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7019782F-7099-46B6-A614-ADADEA6B7578}"/>
              </a:ext>
            </a:extLst>
          </p:cNvPr>
          <p:cNvSpPr/>
          <p:nvPr/>
        </p:nvSpPr>
        <p:spPr>
          <a:xfrm>
            <a:off x="2365510" y="4452728"/>
            <a:ext cx="1543879" cy="1351722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4800000"/>
            </a:lightRig>
          </a:scene3d>
          <a:sp3d prstMaterial="matte">
            <a:bevelT w="127000" h="63500"/>
          </a:sp3d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24</a:t>
            </a:r>
            <a:endParaRPr lang="sq-XK" sz="5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3C661707-911C-4BB3-BA3C-4DB13BBA31B5}"/>
              </a:ext>
            </a:extLst>
          </p:cNvPr>
          <p:cNvSpPr/>
          <p:nvPr/>
        </p:nvSpPr>
        <p:spPr>
          <a:xfrm>
            <a:off x="3921313" y="437322"/>
            <a:ext cx="1550505" cy="1364972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4800000"/>
            </a:lightRig>
          </a:scene3d>
          <a:sp3d prstMaterial="matte">
            <a:bevelT w="127000" h="63500"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3</a:t>
            </a:r>
            <a:endParaRPr lang="sq-XK" sz="5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D56EF8BA-DDF9-43C3-B6CF-CDD9C9D44C18}"/>
              </a:ext>
            </a:extLst>
          </p:cNvPr>
          <p:cNvSpPr/>
          <p:nvPr/>
        </p:nvSpPr>
        <p:spPr>
          <a:xfrm>
            <a:off x="3921313" y="1802294"/>
            <a:ext cx="1550505" cy="1351722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4800000"/>
            </a:lightRig>
          </a:scene3d>
          <a:sp3d prstMaterial="matte">
            <a:bevelT w="127000" h="63500"/>
          </a:sp3d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10</a:t>
            </a:r>
            <a:endParaRPr lang="sq-XK" sz="5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741CA58B-2504-4FD8-A661-C2377806AEFF}"/>
              </a:ext>
            </a:extLst>
          </p:cNvPr>
          <p:cNvSpPr/>
          <p:nvPr/>
        </p:nvSpPr>
        <p:spPr>
          <a:xfrm>
            <a:off x="3921313" y="3154016"/>
            <a:ext cx="1550505" cy="1351722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4800000"/>
            </a:lightRig>
          </a:scene3d>
          <a:sp3d prstMaterial="matte">
            <a:bevelT w="127000" h="635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17</a:t>
            </a:r>
            <a:endParaRPr lang="sq-XK" sz="5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89AC3F7C-0342-44DD-AB17-CFB1136A8603}"/>
              </a:ext>
            </a:extLst>
          </p:cNvPr>
          <p:cNvSpPr/>
          <p:nvPr/>
        </p:nvSpPr>
        <p:spPr>
          <a:xfrm>
            <a:off x="3921313" y="4465981"/>
            <a:ext cx="1550505" cy="1351722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25</a:t>
            </a:r>
            <a:endParaRPr lang="sq-XK" sz="5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04E0B75B-2CCE-4E34-A3EB-3A79F9CA0C86}"/>
              </a:ext>
            </a:extLst>
          </p:cNvPr>
          <p:cNvSpPr/>
          <p:nvPr/>
        </p:nvSpPr>
        <p:spPr>
          <a:xfrm>
            <a:off x="5411529" y="450572"/>
            <a:ext cx="1596888" cy="1351722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4</a:t>
            </a:r>
            <a:endParaRPr lang="sq-XK" sz="5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AAE53779-8C06-4335-9A6C-D6206D62606E}"/>
              </a:ext>
            </a:extLst>
          </p:cNvPr>
          <p:cNvSpPr/>
          <p:nvPr/>
        </p:nvSpPr>
        <p:spPr>
          <a:xfrm>
            <a:off x="5437359" y="1802294"/>
            <a:ext cx="1596888" cy="1351722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11</a:t>
            </a:r>
            <a:endParaRPr lang="sq-XK" sz="5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2D620971-7269-4F53-80E8-FB5D2943CCD1}"/>
              </a:ext>
            </a:extLst>
          </p:cNvPr>
          <p:cNvSpPr/>
          <p:nvPr/>
        </p:nvSpPr>
        <p:spPr>
          <a:xfrm>
            <a:off x="5453269" y="3114259"/>
            <a:ext cx="1596888" cy="1338472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18</a:t>
            </a:r>
            <a:endParaRPr lang="sq-XK" sz="5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4547A525-B75F-4149-9149-4A60ABFA09F5}"/>
              </a:ext>
            </a:extLst>
          </p:cNvPr>
          <p:cNvSpPr/>
          <p:nvPr/>
        </p:nvSpPr>
        <p:spPr>
          <a:xfrm>
            <a:off x="5453269" y="4452728"/>
            <a:ext cx="1596888" cy="1391482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4800000"/>
            </a:lightRig>
          </a:scene3d>
          <a:sp3d prstMaterial="matte">
            <a:bevelT w="127000" h="63500"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26</a:t>
            </a:r>
            <a:endParaRPr lang="sq-XK" sz="5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BCE68BAE-D441-4B80-B25F-3C7801E1B16E}"/>
              </a:ext>
            </a:extLst>
          </p:cNvPr>
          <p:cNvSpPr/>
          <p:nvPr/>
        </p:nvSpPr>
        <p:spPr>
          <a:xfrm>
            <a:off x="7015698" y="437322"/>
            <a:ext cx="1531956" cy="1351722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5</a:t>
            </a:r>
            <a:endParaRPr lang="sq-XK" sz="5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937ED464-420D-4BB3-A2A5-171CB813C873}"/>
              </a:ext>
            </a:extLst>
          </p:cNvPr>
          <p:cNvSpPr/>
          <p:nvPr/>
        </p:nvSpPr>
        <p:spPr>
          <a:xfrm>
            <a:off x="7015698" y="1789044"/>
            <a:ext cx="1531956" cy="1351722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12</a:t>
            </a:r>
            <a:endParaRPr lang="sq-XK" sz="5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F75715D9-7107-4926-B010-8EA81B21BAF7}"/>
              </a:ext>
            </a:extLst>
          </p:cNvPr>
          <p:cNvSpPr/>
          <p:nvPr/>
        </p:nvSpPr>
        <p:spPr>
          <a:xfrm>
            <a:off x="7015698" y="3140766"/>
            <a:ext cx="1531956" cy="1351722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4800000"/>
            </a:lightRig>
          </a:scene3d>
          <a:sp3d prstMaterial="matte">
            <a:bevelT w="127000" h="63500"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19</a:t>
            </a:r>
            <a:endParaRPr lang="sq-XK" sz="5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C086117D-3714-48C2-A3C1-42DD1756BEE6}"/>
              </a:ext>
            </a:extLst>
          </p:cNvPr>
          <p:cNvSpPr/>
          <p:nvPr/>
        </p:nvSpPr>
        <p:spPr>
          <a:xfrm>
            <a:off x="7015698" y="4492488"/>
            <a:ext cx="1531956" cy="1351722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27</a:t>
            </a:r>
            <a:endParaRPr lang="sq-XK" sz="5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C53081B5-61FF-4464-AAF1-D7E2569BDBC5}"/>
              </a:ext>
            </a:extLst>
          </p:cNvPr>
          <p:cNvSpPr/>
          <p:nvPr/>
        </p:nvSpPr>
        <p:spPr>
          <a:xfrm>
            <a:off x="8562217" y="437322"/>
            <a:ext cx="1529311" cy="1351722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6</a:t>
            </a:r>
            <a:endParaRPr lang="sq-XK" sz="5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0F5955EE-C50E-4ADF-AB7F-951B0A0E982D}"/>
              </a:ext>
            </a:extLst>
          </p:cNvPr>
          <p:cNvSpPr/>
          <p:nvPr/>
        </p:nvSpPr>
        <p:spPr>
          <a:xfrm>
            <a:off x="8562217" y="1789044"/>
            <a:ext cx="1529311" cy="1351722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4800000"/>
            </a:lightRig>
          </a:scene3d>
          <a:sp3d prstMaterial="matte">
            <a:bevelT w="127000" h="63500"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13</a:t>
            </a:r>
            <a:endParaRPr lang="sq-XK" sz="5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6BBFF871-BC6C-42E5-93AC-2F91E7BBB03E}"/>
              </a:ext>
            </a:extLst>
          </p:cNvPr>
          <p:cNvSpPr/>
          <p:nvPr/>
        </p:nvSpPr>
        <p:spPr>
          <a:xfrm>
            <a:off x="8562217" y="3140766"/>
            <a:ext cx="1529311" cy="1351722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21</a:t>
            </a:r>
            <a:endParaRPr lang="sq-XK" sz="5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ACC0C831-FFB1-4E33-A22E-FD201218CA7B}"/>
              </a:ext>
            </a:extLst>
          </p:cNvPr>
          <p:cNvSpPr/>
          <p:nvPr/>
        </p:nvSpPr>
        <p:spPr>
          <a:xfrm>
            <a:off x="8562217" y="4492488"/>
            <a:ext cx="1529311" cy="1351722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28</a:t>
            </a:r>
            <a:endParaRPr lang="sq-XK" sz="5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B85254F9-96A1-4A7C-A367-6FDFB0AAEAE0}"/>
              </a:ext>
            </a:extLst>
          </p:cNvPr>
          <p:cNvSpPr/>
          <p:nvPr/>
        </p:nvSpPr>
        <p:spPr>
          <a:xfrm>
            <a:off x="10106091" y="4492488"/>
            <a:ext cx="1416671" cy="1351722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4800000"/>
            </a:lightRig>
          </a:scene3d>
          <a:sp3d prstMaterial="matte">
            <a:bevelT w="127000" h="63500"/>
          </a:sp3d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29</a:t>
            </a:r>
            <a:endParaRPr lang="sq-XK" sz="5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2" name="Action Button: Blank 1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D751DD4E-244A-0D6D-11CB-3F3FE82B6169}"/>
              </a:ext>
            </a:extLst>
          </p:cNvPr>
          <p:cNvSpPr/>
          <p:nvPr/>
        </p:nvSpPr>
        <p:spPr>
          <a:xfrm>
            <a:off x="440029" y="6047409"/>
            <a:ext cx="1558343" cy="744918"/>
          </a:xfrm>
          <a:prstGeom prst="actionButtonBlank">
            <a:avLst/>
          </a:prstGeom>
          <a:solidFill>
            <a:srgbClr val="B93A76"/>
          </a:solidFill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Kthehu</a:t>
            </a:r>
          </a:p>
        </p:txBody>
      </p:sp>
      <p:sp>
        <p:nvSpPr>
          <p:cNvPr id="3" name="Rounded Rectangle 45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B37C627E-CB8A-E8B6-9666-A721693008FB}"/>
              </a:ext>
            </a:extLst>
          </p:cNvPr>
          <p:cNvSpPr/>
          <p:nvPr/>
        </p:nvSpPr>
        <p:spPr>
          <a:xfrm>
            <a:off x="1998372" y="6162261"/>
            <a:ext cx="1724027" cy="744918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Vazhdo</a:t>
            </a:r>
            <a:endParaRPr lang="sq-XK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val 3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D4F97BD1-8CF0-A302-B7BB-A21C7C06FD41}"/>
              </a:ext>
            </a:extLst>
          </p:cNvPr>
          <p:cNvSpPr/>
          <p:nvPr/>
        </p:nvSpPr>
        <p:spPr>
          <a:xfrm>
            <a:off x="3730238" y="6122504"/>
            <a:ext cx="1915188" cy="764776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Rifillo</a:t>
            </a:r>
            <a:endParaRPr lang="sq-XK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82522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10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1"/>
                  </p:tgtEl>
                </p:cond>
              </p:nextCondLst>
            </p:seq>
            <p:seq concurrent="1" nextAc="seek">
              <p:cTn id="10" restart="whenNotActive" fill="hold" evtFilter="cancelBubble" nodeType="interactiveSeq">
                <p:stCondLst>
                  <p:cond evt="onClick" delay="0">
                    <p:tgtEl>
                      <p:spTgt spid="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5"/>
                  </p:tgtEl>
                </p:cond>
              </p:nextCondLst>
            </p:seq>
            <p:seq concurrent="1" nextAc="seek">
              <p:cTn id="16" restart="whenNotActive" fill="hold" evtFilter="cancelBubble" nodeType="interactiveSeq">
                <p:stCondLst>
                  <p:cond evt="onClick" delay="0">
                    <p:tgtEl>
                      <p:spTgt spid="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9"/>
                  </p:tgtEl>
                </p:cond>
              </p:nextCondLst>
            </p:seq>
            <p:seq concurrent="1" nextAc="seek">
              <p:cTn id="23" restart="whenNotActive" fill="hold" evtFilter="cancelBubble" nodeType="interactiveSeq">
                <p:stCondLst>
                  <p:cond evt="onClick" delay="0">
                    <p:tgtEl>
                      <p:spTgt spid="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" fill="hold">
                      <p:stCondLst>
                        <p:cond delay="0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xit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2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3"/>
                  </p:tgtEl>
                </p:cond>
              </p:nextCondLst>
            </p:seq>
            <p:seq concurrent="1" nextAc="seek">
              <p:cTn id="29" restart="whenNotActive" fill="hold" evtFilter="cancelBubble" nodeType="interactiveSeq">
                <p:stCondLst>
                  <p:cond evt="onClick" delay="0">
                    <p:tgtEl>
                      <p:spTgt spid="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7"/>
                  </p:tgtEl>
                </p:cond>
              </p:nextCondLst>
            </p:seq>
            <p:seq concurrent="1" nextAc="seek">
              <p:cTn id="35" restart="whenNotActive" fill="hold" evtFilter="cancelBubble" nodeType="interactiveSeq">
                <p:stCondLst>
                  <p:cond evt="onClick" delay="0">
                    <p:tgtEl>
                      <p:spTgt spid="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" fill="hold">
                      <p:stCondLst>
                        <p:cond delay="0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6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39" dur="2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1"/>
                  </p:tgtEl>
                </p:cond>
              </p:nextCondLst>
            </p:seq>
            <p:seq concurrent="1" nextAc="seek">
              <p:cTn id="41" restart="whenNotActive" fill="hold" evtFilter="cancelBubble" nodeType="interactiveSeq">
                <p:stCondLst>
                  <p:cond evt="onClick" delay="0">
                    <p:tgtEl>
                      <p:spTgt spid="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" fill="hold">
                      <p:stCondLst>
                        <p:cond delay="0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1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45" dur="2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8"/>
                  </p:tgtEl>
                </p:cond>
              </p:nextCondLst>
            </p:seq>
            <p:seq concurrent="1" nextAc="seek">
              <p:cTn id="47" restart="whenNotActive" fill="hold" evtFilter="cancelBubble" nodeType="interactiveSeq">
                <p:stCondLst>
                  <p:cond evt="onClick" delay="0">
                    <p:tgtEl>
                      <p:spTgt spid="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" fill="hold">
                      <p:stCondLst>
                        <p:cond delay="0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5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2"/>
                  </p:tgtEl>
                </p:cond>
              </p:nextCondLst>
            </p:seq>
            <p:seq concurrent="1" nextAc="seek">
              <p:cTn id="53" restart="whenNotActive" fill="hold" evtFilter="cancelBubble" nodeType="interactiveSeq">
                <p:stCondLst>
                  <p:cond evt="onClick" delay="0">
                    <p:tgtEl>
                      <p:spTgt spid="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" fill="hold">
                      <p:stCondLst>
                        <p:cond delay="0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53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7" dur="5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6"/>
                  </p:tgtEl>
                </p:cond>
              </p:nextCondLst>
            </p:seq>
            <p:seq concurrent="1" nextAc="seek">
              <p:cTn id="61" restart="whenNotActive" fill="hold" evtFilter="cancelBubble" nodeType="interactiveSeq">
                <p:stCondLst>
                  <p:cond evt="onClick" delay="0">
                    <p:tgtEl>
                      <p:spTgt spid="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2" fill="hold">
                      <p:stCondLst>
                        <p:cond delay="0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45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2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2000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2000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0"/>
                  </p:tgtEl>
                </p:cond>
              </p:nextCondLst>
            </p:seq>
            <p:seq concurrent="1" nextAc="seek">
              <p:cTn id="69" restart="whenNotActive" fill="hold" evtFilter="cancelBubble" nodeType="interactiveSeq">
                <p:stCondLst>
                  <p:cond evt="onClick" delay="0">
                    <p:tgtEl>
                      <p:spTgt spid="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0" fill="hold">
                      <p:stCondLst>
                        <p:cond delay="0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6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73" dur="180" accel="50000">
                                          <p:stCondLst>
                                            <p:cond delay="182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822" tmFilter="0,0; 0.14,0.31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+0.2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78">
                                          <p:stCondLst>
                                            <p:cond delay="1822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664" tmFilter="0.0,0.0;0.25,0.07;0.50,0.2;0.75,0.467;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5000">
                                          <p:val>
                                            <p:strVal val="ppt_y+0.026"/>
                                          </p:val>
                                        </p:tav>
                                        <p:tav tm="10000">
                                          <p:val>
                                            <p:strVal val="ppt_y+0.052"/>
                                          </p:val>
                                        </p:tav>
                                        <p:tav tm="15000">
                                          <p:val>
                                            <p:strVal val="ppt_y+0.078"/>
                                          </p:val>
                                        </p:tav>
                                        <p:tav tm="20000">
                                          <p:val>
                                            <p:strVal val="ppt_y+0.103"/>
                                          </p:val>
                                        </p:tav>
                                        <p:tav tm="30000">
                                          <p:val>
                                            <p:strVal val="ppt_y+0.151"/>
                                          </p:val>
                                        </p:tav>
                                        <p:tav tm="40000">
                                          <p:val>
                                            <p:strVal val="ppt_y+0.196"/>
                                          </p:val>
                                        </p:tav>
                                        <p:tav tm="50000">
                                          <p:val>
                                            <p:strVal val="ppt_y+0.236"/>
                                          </p:val>
                                        </p:tav>
                                        <p:tav tm="60000">
                                          <p:val>
                                            <p:strVal val="ppt_y+0.270"/>
                                          </p:val>
                                        </p:tav>
                                        <p:tav tm="70000">
                                          <p:val>
                                            <p:strVal val="ppt_y+0.297"/>
                                          </p:val>
                                        </p:tav>
                                        <p:tav tm="80000">
                                          <p:val>
                                            <p:strVal val="ppt_y+0.317"/>
                                          </p:val>
                                        </p:tav>
                                        <p:tav tm="90000">
                                          <p:val>
                                            <p:strVal val="ppt_y+0.329"/>
                                          </p:val>
                                        </p:tav>
                                        <p:tav tm="100000">
                                          <p:val>
                                            <p:strVal val="ppt_y+0.33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34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65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9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106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111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106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9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65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34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11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22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3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035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037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035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3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22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11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04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07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1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012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0123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012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1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07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04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80" accel="50000">
                                          <p:stCondLst>
                                            <p:cond delay="182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1" dur="26">
                                          <p:stCondLst>
                                            <p:cond delay="62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82" dur="166" decel="50000">
                                          <p:stCondLst>
                                            <p:cond delay="646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8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8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</p:cBhvr>
                                      <p:to x="100000" y="100000"/>
                                    </p:animScale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4"/>
                  </p:tgtEl>
                </p:cond>
              </p:nextCondLst>
            </p:seq>
            <p:seq concurrent="1" nextAc="seek">
              <p:cTn id="90" restart="whenNotActive" fill="hold" evtFilter="cancelBubble" nodeType="interactiveSeq">
                <p:stCondLst>
                  <p:cond evt="onClick" delay="0">
                    <p:tgtEl>
                      <p:spTgt spid="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1" fill="hold">
                      <p:stCondLst>
                        <p:cond delay="0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3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94" dur="10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0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0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97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8"/>
                  </p:tgtEl>
                </p:cond>
              </p:nextCondLst>
            </p:seq>
            <p:seq concurrent="1" nextAc="seek">
              <p:cTn id="99" restart="whenNotActive" fill="hold" evtFilter="cancelBubble" nodeType="interactiveSeq">
                <p:stCondLst>
                  <p:cond evt="onClick" delay="0">
                    <p:tgtEl>
                      <p:spTgt spid="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0" fill="hold">
                      <p:stCondLst>
                        <p:cond delay="0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1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103" dur="2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2"/>
                  </p:tgtEl>
                </p:cond>
              </p:nextCondLst>
            </p:seq>
            <p:seq concurrent="1" nextAc="seek">
              <p:cTn id="105" restart="whenNotActive" fill="hold" evtFilter="cancelBubble" nodeType="interactiveSeq">
                <p:stCondLst>
                  <p:cond evt="onClick" delay="0">
                    <p:tgtEl>
                      <p:spTgt spid="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6" fill="hold">
                      <p:stCondLst>
                        <p:cond delay="0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9"/>
                  </p:tgtEl>
                </p:cond>
              </p:nextCondLst>
            </p:seq>
            <p:seq concurrent="1" nextAc="seek">
              <p:cTn id="111" restart="whenNotActive" fill="hold" evtFilter="cancelBubble" nodeType="interactiveSeq">
                <p:stCondLst>
                  <p:cond evt="onClick" delay="0">
                    <p:tgtEl>
                      <p:spTgt spid="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2" fill="hold">
                      <p:stCondLst>
                        <p:cond delay="0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6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115" dur="2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3"/>
                  </p:tgtEl>
                </p:cond>
              </p:nextCondLst>
            </p:seq>
            <p:seq concurrent="1" nextAc="seek">
              <p:cTn id="117" restart="whenNotActive" fill="hold" evtFilter="cancelBubble" nodeType="interactiveSeq">
                <p:stCondLst>
                  <p:cond evt="onClick" delay="0">
                    <p:tgtEl>
                      <p:spTgt spid="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8" fill="hold">
                      <p:stCondLst>
                        <p:cond delay="0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53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1" dur="500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500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2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1"/>
                  </p:tgtEl>
                </p:cond>
              </p:nextCondLst>
            </p:seq>
            <p:seq concurrent="1" nextAc="seek">
              <p:cTn id="125" restart="whenNotActive" fill="hold" evtFilter="cancelBubble" nodeType="interactiveSeq">
                <p:stCondLst>
                  <p:cond evt="onClick" delay="0">
                    <p:tgtEl>
                      <p:spTgt spid="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6" fill="hold">
                      <p:stCondLst>
                        <p:cond delay="0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21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129" dur="2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5"/>
                  </p:tgtEl>
                </p:cond>
              </p:nextCondLst>
            </p:seq>
            <p:seq concurrent="1" nextAc="seek">
              <p:cTn id="131" restart="whenNotActive" fill="hold" evtFilter="cancelBubble" nodeType="interactiveSeq">
                <p:stCondLst>
                  <p:cond evt="onClick" delay="0">
                    <p:tgtEl>
                      <p:spTgt spid="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2" fill="hold">
                      <p:stCondLst>
                        <p:cond delay="0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45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5" dur="2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6" dur="20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20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7"/>
                  </p:tgtEl>
                </p:cond>
              </p:nextCondLst>
            </p:seq>
            <p:seq concurrent="1" nextAc="seek">
              <p:cTn id="139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0" fill="hold">
                      <p:stCondLst>
                        <p:cond delay="0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6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143" dur="2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  <p:seq concurrent="1" nextAc="seek">
              <p:cTn id="145" restart="whenNotActive" fill="hold" evtFilter="cancelBubble" nodeType="interactiveSeq">
                <p:stCondLst>
                  <p:cond evt="onClick" delay="0">
                    <p:tgtEl>
                      <p:spTgt spid="6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6" fill="hold">
                      <p:stCondLst>
                        <p:cond delay="0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49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3"/>
                  </p:tgtEl>
                </p:cond>
              </p:nextCondLst>
            </p:seq>
            <p:seq concurrent="1" nextAc="seek">
              <p:cTn id="151" restart="whenNotActive" fill="hold" evtFilter="cancelBubble" nodeType="interactiveSeq">
                <p:stCondLst>
                  <p:cond evt="onClick" delay="0">
                    <p:tgtEl>
                      <p:spTgt spid="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2" fill="hold">
                      <p:stCondLst>
                        <p:cond delay="0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21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155" dur="2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0"/>
                  </p:tgtEl>
                </p:cond>
              </p:nextCondLst>
            </p:seq>
            <p:seq concurrent="1" nextAc="seek">
              <p:cTn id="157" restart="whenNotActive" fill="hold" evtFilter="cancelBubble" nodeType="interactiveSeq">
                <p:stCondLst>
                  <p:cond evt="onClick" delay="0">
                    <p:tgtEl>
                      <p:spTgt spid="4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8" fill="hold">
                      <p:stCondLst>
                        <p:cond delay="0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42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1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2" dur="10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3" dur="10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4"/>
                  </p:tgtEl>
                </p:cond>
              </p:nextCondLst>
            </p:seq>
            <p:seq concurrent="1" nextAc="seek">
              <p:cTn id="165" restart="whenNotActive" fill="hold" evtFilter="cancelBubble" nodeType="interactiveSeq">
                <p:stCondLst>
                  <p:cond evt="onClick" delay="0">
                    <p:tgtEl>
                      <p:spTgt spid="4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6" fill="hold">
                      <p:stCondLst>
                        <p:cond delay="0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21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169" dur="2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8"/>
                  </p:tgtEl>
                </p:cond>
              </p:nextCondLst>
            </p:seq>
            <p:seq concurrent="1" nextAc="seek">
              <p:cTn id="171" restart="whenNotActive" fill="hold" evtFilter="cancelBubble" nodeType="interactiveSeq">
                <p:stCondLst>
                  <p:cond evt="onClick" delay="0">
                    <p:tgtEl>
                      <p:spTgt spid="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2" fill="hold">
                      <p:stCondLst>
                        <p:cond delay="0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3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75" dur="1000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6" dur="1000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7" dur="1000"/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78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2"/>
                  </p:tgtEl>
                </p:cond>
              </p:nextCondLst>
            </p:seq>
            <p:seq concurrent="1" nextAc="seek">
              <p:cTn id="180" restart="whenNotActive" fill="hold" evtFilter="cancelBubble" nodeType="interactiveSeq">
                <p:stCondLst>
                  <p:cond evt="onClick" delay="0">
                    <p:tgtEl>
                      <p:spTgt spid="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1" fill="hold">
                      <p:stCondLst>
                        <p:cond delay="0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6"/>
                  </p:tgtEl>
                </p:cond>
              </p:nextCondLst>
            </p:seq>
            <p:seq concurrent="1" nextAc="seek">
              <p:cTn id="186" restart="whenNotActive" fill="hold" evtFilter="cancelBubble" nodeType="interactiveSeq">
                <p:stCondLst>
                  <p:cond evt="onClick" delay="0">
                    <p:tgtEl>
                      <p:spTgt spid="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7" fill="hold">
                      <p:stCondLst>
                        <p:cond delay="0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26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90" dur="180" accel="50000">
                                          <p:stCondLst>
                                            <p:cond delay="182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1" dur="1822" tmFilter="0,0; 0.14,0.31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+0.2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2" dur="178">
                                          <p:stCondLst>
                                            <p:cond delay="1822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3" dur="664" tmFilter="0.0,0.0;0.25,0.07;0.50,0.2;0.75,0.467;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5000">
                                          <p:val>
                                            <p:strVal val="ppt_y+0.026"/>
                                          </p:val>
                                        </p:tav>
                                        <p:tav tm="10000">
                                          <p:val>
                                            <p:strVal val="ppt_y+0.052"/>
                                          </p:val>
                                        </p:tav>
                                        <p:tav tm="15000">
                                          <p:val>
                                            <p:strVal val="ppt_y+0.078"/>
                                          </p:val>
                                        </p:tav>
                                        <p:tav tm="20000">
                                          <p:val>
                                            <p:strVal val="ppt_y+0.103"/>
                                          </p:val>
                                        </p:tav>
                                        <p:tav tm="30000">
                                          <p:val>
                                            <p:strVal val="ppt_y+0.151"/>
                                          </p:val>
                                        </p:tav>
                                        <p:tav tm="40000">
                                          <p:val>
                                            <p:strVal val="ppt_y+0.196"/>
                                          </p:val>
                                        </p:tav>
                                        <p:tav tm="50000">
                                          <p:val>
                                            <p:strVal val="ppt_y+0.236"/>
                                          </p:val>
                                        </p:tav>
                                        <p:tav tm="60000">
                                          <p:val>
                                            <p:strVal val="ppt_y+0.270"/>
                                          </p:val>
                                        </p:tav>
                                        <p:tav tm="70000">
                                          <p:val>
                                            <p:strVal val="ppt_y+0.297"/>
                                          </p:val>
                                        </p:tav>
                                        <p:tav tm="80000">
                                          <p:val>
                                            <p:strVal val="ppt_y+0.317"/>
                                          </p:val>
                                        </p:tav>
                                        <p:tav tm="90000">
                                          <p:val>
                                            <p:strVal val="ppt_y+0.329"/>
                                          </p:val>
                                        </p:tav>
                                        <p:tav tm="100000">
                                          <p:val>
                                            <p:strVal val="ppt_y+0.33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34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65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9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106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111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106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9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65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34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11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22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3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035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037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035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3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22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11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04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07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1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012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0123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012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1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07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04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7" dur="180" accel="50000">
                                          <p:stCondLst>
                                            <p:cond delay="182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98" dur="26">
                                          <p:stCondLst>
                                            <p:cond delay="62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99" dur="166" decel="50000">
                                          <p:stCondLst>
                                            <p:cond delay="646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0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0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</p:cBhvr>
                                      <p:to x="100000" y="100000"/>
                                    </p:animScale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0"/>
                  </p:tgtEl>
                </p:cond>
              </p:nextCondLst>
            </p:seq>
            <p:seq concurrent="1" nextAc="seek">
              <p:cTn id="207" restart="whenNotActive" fill="hold" evtFilter="cancelBubble" nodeType="interactiveSeq">
                <p:stCondLst>
                  <p:cond evt="onClick" delay="0">
                    <p:tgtEl>
                      <p:spTgt spid="6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8" fill="hold">
                      <p:stCondLst>
                        <p:cond delay="0"/>
                      </p:stCondLst>
                      <p:childTnLst>
                        <p:par>
                          <p:cTn id="209" fill="hold">
                            <p:stCondLst>
                              <p:cond delay="0"/>
                            </p:stCondLst>
                            <p:childTnLst>
                              <p:par>
                                <p:cTn id="210" presetID="21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211" dur="2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4"/>
                  </p:tgtEl>
                </p:cond>
              </p:nextCondLst>
            </p:seq>
            <p:seq concurrent="1" nextAc="seek">
              <p:cTn id="213" restart="whenNotActive" fill="hold" evtFilter="cancelBubble" nodeType="interactiveSeq">
                <p:stCondLst>
                  <p:cond evt="onClick" delay="0">
                    <p:tgtEl>
                      <p:spTgt spid="6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4" fill="hold">
                      <p:stCondLst>
                        <p:cond delay="0"/>
                      </p:stCondLst>
                      <p:childTnLst>
                        <p:par>
                          <p:cTn id="215" fill="hold">
                            <p:stCondLst>
                              <p:cond delay="0"/>
                            </p:stCondLst>
                            <p:childTnLst>
                              <p:par>
                                <p:cTn id="216" presetID="21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217" dur="2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5"/>
                  </p:tgtEl>
                </p:cond>
              </p:nextCondLst>
            </p:seq>
          </p:childTnLst>
        </p:cTn>
      </p:par>
    </p:tnLst>
    <p:bldLst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7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9AF8C"/>
      </a:accent1>
      <a:accent2>
        <a:srgbClr val="97BE49"/>
      </a:accent2>
      <a:accent3>
        <a:srgbClr val="3D9CCC"/>
      </a:accent3>
      <a:accent4>
        <a:srgbClr val="7C60C6"/>
      </a:accent4>
      <a:accent5>
        <a:srgbClr val="C9492C"/>
      </a:accent5>
      <a:accent6>
        <a:srgbClr val="D58C2E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3E4F19A7-A959-40BB-972C-4880BAF8EB09}"/>
    </a:ext>
  </a:extLst>
</a:theme>
</file>

<file path=ppt/theme/theme3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5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6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7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686</TotalTime>
  <Words>473</Words>
  <Application>Microsoft Office PowerPoint</Application>
  <PresentationFormat>Widescreen</PresentationFormat>
  <Paragraphs>348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7</vt:i4>
      </vt:variant>
      <vt:variant>
        <vt:lpstr>Slide Titles</vt:lpstr>
      </vt:variant>
      <vt:variant>
        <vt:i4>13</vt:i4>
      </vt:variant>
    </vt:vector>
  </HeadingPairs>
  <TitlesOfParts>
    <vt:vector size="30" baseType="lpstr">
      <vt:lpstr>Arial</vt:lpstr>
      <vt:lpstr>Calibri</vt:lpstr>
      <vt:lpstr>Calibri Light</vt:lpstr>
      <vt:lpstr>Century Gothic</vt:lpstr>
      <vt:lpstr>Gill Sans MT</vt:lpstr>
      <vt:lpstr>Times New Roman</vt:lpstr>
      <vt:lpstr>Tw Cen MT</vt:lpstr>
      <vt:lpstr>Tw Cen MT Condensed</vt:lpstr>
      <vt:lpstr>Webdings</vt:lpstr>
      <vt:lpstr>Wingdings 3</vt:lpstr>
      <vt:lpstr>Ion</vt:lpstr>
      <vt:lpstr>Office Theme</vt:lpstr>
      <vt:lpstr>1_Office Theme</vt:lpstr>
      <vt:lpstr>Gallery</vt:lpstr>
      <vt:lpstr>Integral</vt:lpstr>
      <vt:lpstr>Retrospect</vt:lpstr>
      <vt:lpstr>Slice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naser guri</dc:creator>
  <cp:lastModifiedBy>Naser Guri</cp:lastModifiedBy>
  <cp:revision>27</cp:revision>
  <dcterms:created xsi:type="dcterms:W3CDTF">2021-11-13T22:29:53Z</dcterms:created>
  <dcterms:modified xsi:type="dcterms:W3CDTF">2024-02-19T09:58:24Z</dcterms:modified>
</cp:coreProperties>
</file>