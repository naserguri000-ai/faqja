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389"/>
    <a:srgbClr val="FF7C80"/>
    <a:srgbClr val="FF66FF"/>
    <a:srgbClr val="F397E1"/>
    <a:srgbClr val="F5A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538-D450-48BD-A4B6-CF006999943F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X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F2E8C-4D23-4D22-8585-C30080A62673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1678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3CC04D0-44D7-477E-A8F6-1178C9AAF6B6}" type="slidenum">
              <a:rPr lang="en-US" altLang="en-US" smtClean="0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44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5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15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30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0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66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37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3891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22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39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2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8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157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1" y="1524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Fotosinteza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1" y="11430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+mj-lt"/>
                <a:cs typeface="Arial" charset="0"/>
              </a:rPr>
              <a:t>Shkencë</a:t>
            </a:r>
            <a:endParaRPr lang="en-US" sz="2800" b="1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1" y="21336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cs typeface="Arial" charset="0"/>
              </a:rPr>
              <a:t>Rozmarina</a:t>
            </a:r>
            <a:endParaRPr lang="en-US" sz="2800" b="1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1" y="31242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Kloroplastet 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10001" y="1524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 Shumëqelizor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10001" y="41148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Njeriu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1" y="11430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Femuri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10001" y="21336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Sekretimi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10001" y="31242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Majmuni</a:t>
            </a:r>
            <a:endParaRPr lang="en-US" sz="3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6001" y="1524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Informata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83301" y="41148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Gjenetika</a:t>
            </a:r>
            <a:endParaRPr lang="en-US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6001" y="11430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ADN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1" y="21336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Brez pas brezi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83301" y="3154363"/>
            <a:ext cx="2193925" cy="914401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Ngjajshmëri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82001" y="1524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Biotop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69301" y="41148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Ekosistemet</a:t>
            </a:r>
            <a:endParaRPr lang="en-US" sz="20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82001" y="11430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Biotik dhe Abiotik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82001" y="21336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Biocenoz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1" y="31242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Nivelet trofike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05000" y="5334001"/>
            <a:ext cx="8305800" cy="1006475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3600" b="1" dirty="0">
                <a:solidFill>
                  <a:schemeClr val="bg1"/>
                </a:solidFill>
                <a:latin typeface="Algerian" pitchFamily="82" charset="0"/>
                <a:cs typeface="Arial" charset="0"/>
              </a:rPr>
              <a:t>biodiversiteti</a:t>
            </a:r>
            <a:endParaRPr lang="en-US" sz="3600" b="1" dirty="0">
              <a:solidFill>
                <a:schemeClr val="bg1"/>
              </a:solidFill>
              <a:latin typeface="Algerian" pitchFamily="82" charset="0"/>
              <a:cs typeface="Arial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524001" y="4114800"/>
            <a:ext cx="2193925" cy="914400"/>
          </a:xfrm>
          <a:prstGeom prst="rect">
            <a:avLst/>
          </a:prstGeom>
          <a:solidFill>
            <a:srgbClr val="F397E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Botanika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E8AFA1-1FBE-21AB-CB2F-39F770A59A41}"/>
              </a:ext>
            </a:extLst>
          </p:cNvPr>
          <p:cNvSpPr/>
          <p:nvPr/>
        </p:nvSpPr>
        <p:spPr>
          <a:xfrm>
            <a:off x="3785223" y="4114800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DF82176-D462-8B51-613B-5CF7815BA987}"/>
              </a:ext>
            </a:extLst>
          </p:cNvPr>
          <p:cNvSpPr/>
          <p:nvPr/>
        </p:nvSpPr>
        <p:spPr>
          <a:xfrm>
            <a:off x="6090637" y="4142507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15C5AB-B781-7461-889E-4401CB7906C5}"/>
              </a:ext>
            </a:extLst>
          </p:cNvPr>
          <p:cNvSpPr/>
          <p:nvPr/>
        </p:nvSpPr>
        <p:spPr>
          <a:xfrm>
            <a:off x="8350490" y="4149112"/>
            <a:ext cx="2286000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FDC698-D7EF-D24F-D252-F51B9FE1A8BD}"/>
              </a:ext>
            </a:extLst>
          </p:cNvPr>
          <p:cNvSpPr/>
          <p:nvPr/>
        </p:nvSpPr>
        <p:spPr>
          <a:xfrm>
            <a:off x="1527518" y="4145774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F786FA-A449-BF57-BFBB-E5FD905863E3}"/>
              </a:ext>
            </a:extLst>
          </p:cNvPr>
          <p:cNvSpPr/>
          <p:nvPr/>
        </p:nvSpPr>
        <p:spPr>
          <a:xfrm>
            <a:off x="1530908" y="164366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AC8235-9620-B1E4-4C36-5192678D33BE}"/>
              </a:ext>
            </a:extLst>
          </p:cNvPr>
          <p:cNvSpPr/>
          <p:nvPr/>
        </p:nvSpPr>
        <p:spPr>
          <a:xfrm>
            <a:off x="1511760" y="1148983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7BEFEFD-39BE-44F1-5716-5BDDBF6C8F3B}"/>
              </a:ext>
            </a:extLst>
          </p:cNvPr>
          <p:cNvSpPr/>
          <p:nvPr/>
        </p:nvSpPr>
        <p:spPr>
          <a:xfrm>
            <a:off x="1525411" y="2145566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125FFB-BE9A-D921-8B5E-3B6662B5374C}"/>
              </a:ext>
            </a:extLst>
          </p:cNvPr>
          <p:cNvSpPr/>
          <p:nvPr/>
        </p:nvSpPr>
        <p:spPr>
          <a:xfrm>
            <a:off x="1511301" y="3136166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D7D09E9-7DF5-322F-869C-709927CC7127}"/>
              </a:ext>
            </a:extLst>
          </p:cNvPr>
          <p:cNvSpPr/>
          <p:nvPr/>
        </p:nvSpPr>
        <p:spPr>
          <a:xfrm>
            <a:off x="3793889" y="179127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DC38A1E-7FA6-EAC9-68A2-741453A36446}"/>
              </a:ext>
            </a:extLst>
          </p:cNvPr>
          <p:cNvSpPr/>
          <p:nvPr/>
        </p:nvSpPr>
        <p:spPr>
          <a:xfrm>
            <a:off x="3797301" y="1135474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642DC0-DEBE-FA06-B367-9D489296D61B}"/>
              </a:ext>
            </a:extLst>
          </p:cNvPr>
          <p:cNvSpPr/>
          <p:nvPr/>
        </p:nvSpPr>
        <p:spPr>
          <a:xfrm>
            <a:off x="3808591" y="2127095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5F00F3-7D2D-67EF-27F4-46D0A440B09A}"/>
              </a:ext>
            </a:extLst>
          </p:cNvPr>
          <p:cNvSpPr/>
          <p:nvPr/>
        </p:nvSpPr>
        <p:spPr>
          <a:xfrm>
            <a:off x="3822701" y="3083279"/>
            <a:ext cx="2193925" cy="955321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6D2E17D-EB31-4036-67FE-7F2966297552}"/>
              </a:ext>
            </a:extLst>
          </p:cNvPr>
          <p:cNvSpPr/>
          <p:nvPr/>
        </p:nvSpPr>
        <p:spPr>
          <a:xfrm>
            <a:off x="6072982" y="175419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BBDAA27-D637-C09F-F3C4-C99979924555}"/>
              </a:ext>
            </a:extLst>
          </p:cNvPr>
          <p:cNvSpPr/>
          <p:nvPr/>
        </p:nvSpPr>
        <p:spPr>
          <a:xfrm>
            <a:off x="6067212" y="1158082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7F3882A-7269-A14F-B7A8-8634BFF37F05}"/>
              </a:ext>
            </a:extLst>
          </p:cNvPr>
          <p:cNvSpPr/>
          <p:nvPr/>
        </p:nvSpPr>
        <p:spPr>
          <a:xfrm>
            <a:off x="6062663" y="2171700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AAFB3A9-69F1-AE86-2A49-7E5A5F24ED42}"/>
              </a:ext>
            </a:extLst>
          </p:cNvPr>
          <p:cNvSpPr/>
          <p:nvPr/>
        </p:nvSpPr>
        <p:spPr>
          <a:xfrm>
            <a:off x="6075966" y="3124200"/>
            <a:ext cx="2193925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ECD91D-1E4A-E43E-C294-AB16C8F53F45}"/>
              </a:ext>
            </a:extLst>
          </p:cNvPr>
          <p:cNvSpPr/>
          <p:nvPr/>
        </p:nvSpPr>
        <p:spPr>
          <a:xfrm>
            <a:off x="8335962" y="154105"/>
            <a:ext cx="2286000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5D7DFBF-D0BE-EF65-5918-675CC74A8720}"/>
              </a:ext>
            </a:extLst>
          </p:cNvPr>
          <p:cNvSpPr/>
          <p:nvPr/>
        </p:nvSpPr>
        <p:spPr>
          <a:xfrm>
            <a:off x="8352752" y="1148983"/>
            <a:ext cx="2286000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6349E9-6471-C5FA-C718-FFF8FDF558CF}"/>
              </a:ext>
            </a:extLst>
          </p:cNvPr>
          <p:cNvSpPr/>
          <p:nvPr/>
        </p:nvSpPr>
        <p:spPr>
          <a:xfrm>
            <a:off x="8364395" y="2135329"/>
            <a:ext cx="2286000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39BCE5-5927-0725-47E6-DFCC4F898F66}"/>
              </a:ext>
            </a:extLst>
          </p:cNvPr>
          <p:cNvSpPr/>
          <p:nvPr/>
        </p:nvSpPr>
        <p:spPr>
          <a:xfrm>
            <a:off x="8363424" y="3137303"/>
            <a:ext cx="2286000" cy="914400"/>
          </a:xfrm>
          <a:prstGeom prst="rect">
            <a:avLst/>
          </a:prstGeom>
          <a:solidFill>
            <a:srgbClr val="FF7C8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B9E11-7B1F-9E5C-9728-D3F4316DD20E}"/>
              </a:ext>
            </a:extLst>
          </p:cNvPr>
          <p:cNvSpPr/>
          <p:nvPr/>
        </p:nvSpPr>
        <p:spPr>
          <a:xfrm>
            <a:off x="1897062" y="5318126"/>
            <a:ext cx="8305800" cy="1006475"/>
          </a:xfrm>
          <a:prstGeom prst="rect">
            <a:avLst/>
          </a:prstGeom>
          <a:solidFill>
            <a:srgbClr val="A5138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/>
              <a:t>ZGJIDHJA PËRFUNDIMTARE</a:t>
            </a:r>
          </a:p>
        </p:txBody>
      </p:sp>
    </p:spTree>
    <p:extLst>
      <p:ext uri="{BB962C8B-B14F-4D97-AF65-F5344CB8AC3E}">
        <p14:creationId xmlns:p14="http://schemas.microsoft.com/office/powerpoint/2010/main" val="3542060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3" dur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9" dur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05" dur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1" dur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7" dur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3" dur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9" dur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35" dur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1" dur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7" dur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3" dur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9" dur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5" dur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1" dur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7" dur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3" dur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9" dur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95" dur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1" dur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7" dur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3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40</TotalTime>
  <Words>58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Arial Black</vt:lpstr>
      <vt:lpstr>Calibri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6</cp:revision>
  <dcterms:created xsi:type="dcterms:W3CDTF">2022-05-16T22:29:58Z</dcterms:created>
  <dcterms:modified xsi:type="dcterms:W3CDTF">2022-09-11T18:54:41Z</dcterms:modified>
</cp:coreProperties>
</file>