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8" r:id="rId2"/>
  </p:sldIdLst>
  <p:sldSz cx="12192000" cy="6858000"/>
  <p:notesSz cx="6858000" cy="9144000"/>
  <p:defaultTextStyle>
    <a:defPPr>
      <a:defRPr lang="sq-X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q-X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67538-D450-48BD-A4B6-CF006999943F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q-X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AF2E8C-4D23-4D22-8585-C30080A62673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716788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B3CC04D0-44D7-477E-A8F6-1178C9AAF6B6}" type="slidenum">
              <a:rPr lang="en-US" altLang="en-US" smtClean="0"/>
              <a:pPr eaLnBrk="1" hangingPunct="1"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0441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62324-022C-A84A-60DC-602534FF1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5D0C40-B8AB-3F52-C0EB-D67B5A598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D5B15-9A0B-75A6-FC19-BA2449EF0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E1F1B-B9D3-A2A3-12AD-271E1D2FD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B24A8-A7CC-C7EB-D1C3-546FFB26E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9627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527FD-76D2-EE9F-F205-9185A0027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A8E19-D3B7-3E08-B525-01297D763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AD7C0-04DF-7E86-219B-CB0B15F8A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BCA48-3300-0B94-EC2A-140632F2C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7A3E7-B293-F154-1469-FE9DC73E6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03555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165D8-7C77-1563-9B6B-F0B059D18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79EDE-37F0-B624-261C-9BE3808EC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40C53-27C1-69A9-6829-7A8A09B07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26072-A6C6-C300-F3C0-80E1D922F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CBE8C-2EAF-6DAD-3EA2-538DC69A1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355146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70342-4127-B094-45E1-648176D7A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022F3-AEC2-59CA-7C36-E11AED7160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B891A-8AB9-2AAF-B8FC-6F2A365C6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41FFEA-D862-A43D-8854-050B285B7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054E8-20E6-DD18-56FC-4F7B95361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586C63-143C-9F1E-55A6-0B4E38E70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275153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D6F23-681F-3113-2DA7-43BD3A4B7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C774D-3FE1-A0A6-FF32-ED519AA64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BB9A97-0ACC-C906-103E-227E1110F2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73CD45-F9F1-8228-9512-5F90EB0577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2C5F8D-812B-35D4-B4B8-00A500CD62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CFB1B0-8402-0091-4C65-63A997994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D1E146-80A6-ABC0-DD90-2E0ED4643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86BC81-1D98-A0CD-835A-F36815E85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207143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38586-A878-6F4C-326D-AA9372134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CB2873-66A4-DDB0-0E96-704AA855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BC6C3-1FE0-490A-8059-A02EAFD4E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7F931-0190-4A56-8805-D929B2D7A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815580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092D1F-46DD-BD21-0769-8B3118FE8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7A377B-780E-5DF4-C403-D0786162F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DE52E-C9D0-8B71-EBF0-BAEAF63C4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421893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5288F-5683-C42D-F7DE-C9602E0EF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3AD19-2646-7552-B745-4B4A7245C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A10EA8-5307-3E67-3D84-EBC71A16EF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E08124-BDB8-12F2-195E-AC995EA95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5AF160-8A1E-4BA5-99EE-AB5DC463D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10240-6F4E-0F51-E068-D4728CA43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15119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CEC93-A477-0733-158C-5E90E1E1F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2416D2-86A1-8712-0942-431A9F778B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q-X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62359C-9DBE-B339-8A72-BBD6AB7E6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1DECF8-3915-B81C-DDFD-C69F143A7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2455A-C0CC-3812-4AA1-099210F08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4BB5A1-0748-71A1-6D68-8A69B98FC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952322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12CBF-3C27-1E04-64A0-B29118A38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53FE26-034C-C1D1-EC30-B8C6DE5FDC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7EFB1-6602-3134-02FE-AB18947F3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E5946-B9A9-1615-EB8D-290638979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F949C-4DBF-CCFF-9CFD-B8B35C5BC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922037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C58D5E-1CED-BE54-5F1D-FEEADBB34E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9FE27A-8B4D-79DB-3B5D-FF8C981A3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86B35-1CFC-6A9C-F9AF-F94C1734E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34838-C750-CC77-F2A9-B8BCBB3AA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FD653-9702-DCFE-F46A-36A6D7B0F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912921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6514EE-CCE9-9FA9-F17A-D0D559B8A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ACBAF-1153-AFC2-8603-69232B08A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A738B-FBAF-EB45-3E24-0745039968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95401-25F8-58A1-77B2-30961FD0DA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607F9-BE9D-6191-2D2B-49A63B4964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92446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q-X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24001" y="1524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b="1" dirty="0">
                <a:solidFill>
                  <a:schemeClr val="bg1"/>
                </a:solidFill>
                <a:latin typeface="Arial" charset="0"/>
                <a:cs typeface="Arial" charset="0"/>
              </a:rPr>
              <a:t>CO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1" y="11430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b="1" dirty="0">
                <a:solidFill>
                  <a:schemeClr val="bg1"/>
                </a:solidFill>
                <a:latin typeface="+mj-lt"/>
                <a:cs typeface="Arial" charset="0"/>
              </a:rPr>
              <a:t>SO</a:t>
            </a:r>
            <a:r>
              <a:rPr lang="en-US" sz="2000" b="1" dirty="0">
                <a:solidFill>
                  <a:schemeClr val="bg1"/>
                </a:solidFill>
                <a:latin typeface="+mj-lt"/>
                <a:cs typeface="Arial" charset="0"/>
              </a:rPr>
              <a:t>2</a:t>
            </a:r>
            <a:endParaRPr lang="en-US" sz="2800" b="1" dirty="0">
              <a:solidFill>
                <a:schemeClr val="bg1"/>
              </a:solidFill>
              <a:latin typeface="+mj-lt"/>
              <a:cs typeface="Arial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1" y="21336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b="1" dirty="0">
                <a:solidFill>
                  <a:schemeClr val="bg1"/>
                </a:solidFill>
                <a:cs typeface="Arial" charset="0"/>
              </a:rPr>
              <a:t>NO</a:t>
            </a:r>
            <a:r>
              <a:rPr lang="en-US" sz="2000" b="1" dirty="0">
                <a:solidFill>
                  <a:schemeClr val="bg1"/>
                </a:solidFill>
                <a:cs typeface="Arial" charset="0"/>
              </a:rPr>
              <a:t>X</a:t>
            </a:r>
            <a:endParaRPr lang="en-US" sz="2800" b="1" dirty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24001" y="31242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400" b="1" dirty="0">
                <a:solidFill>
                  <a:schemeClr val="bg1"/>
                </a:solidFill>
                <a:latin typeface="Arial" charset="0"/>
                <a:cs typeface="Arial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Arial" charset="0"/>
                <a:cs typeface="Arial" charset="0"/>
              </a:rPr>
              <a:t>H</a:t>
            </a:r>
            <a:r>
              <a:rPr lang="en-US" b="1" dirty="0">
                <a:solidFill>
                  <a:schemeClr val="bg1"/>
                </a:solidFill>
                <a:latin typeface="Arial" charset="0"/>
                <a:cs typeface="Arial" charset="0"/>
              </a:rPr>
              <a:t>2</a:t>
            </a:r>
            <a:r>
              <a:rPr lang="en-US" sz="2400" b="1" dirty="0">
                <a:solidFill>
                  <a:schemeClr val="bg1"/>
                </a:solidFill>
                <a:latin typeface="Arial" charset="0"/>
                <a:cs typeface="Arial" charset="0"/>
              </a:rPr>
              <a:t>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10001" y="1524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b="1" dirty="0">
                <a:solidFill>
                  <a:schemeClr val="bg1"/>
                </a:solidFill>
                <a:latin typeface="Arial" charset="0"/>
                <a:cs typeface="Arial" charset="0"/>
              </a:rPr>
              <a:t>  Shumim i algave dhe bakterve</a:t>
            </a:r>
            <a:endParaRPr lang="en-US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810001" y="41148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6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400" b="1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NDOTJA E UJIT</a:t>
            </a:r>
            <a:endParaRPr lang="en-US" sz="2400" b="1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810001" y="11430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800" b="1" dirty="0">
                <a:solidFill>
                  <a:schemeClr val="bg1"/>
                </a:solidFill>
                <a:latin typeface="Arial" charset="0"/>
                <a:cs typeface="Arial" charset="0"/>
              </a:rPr>
              <a:t> Mungesë oksigjeni</a:t>
            </a:r>
            <a:endParaRPr lang="en-US" sz="2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810001" y="21336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800" b="1" dirty="0">
                <a:solidFill>
                  <a:schemeClr val="bg1"/>
                </a:solidFill>
                <a:latin typeface="Arial" charset="0"/>
                <a:cs typeface="Arial" charset="0"/>
              </a:rPr>
              <a:t> Ujëra të zeza</a:t>
            </a:r>
            <a:endParaRPr lang="en-US" sz="2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810001" y="31242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1700" b="1" dirty="0">
                <a:solidFill>
                  <a:schemeClr val="bg1"/>
                </a:solidFill>
                <a:latin typeface="Arial" charset="0"/>
                <a:cs typeface="Arial" charset="0"/>
              </a:rPr>
              <a:t> Sëmundje të lëkurës, të organeve të tretjes</a:t>
            </a:r>
            <a:endParaRPr lang="en-US" sz="17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096001" y="1524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800" b="1" dirty="0">
                <a:solidFill>
                  <a:schemeClr val="bg1"/>
                </a:solidFill>
                <a:latin typeface="Arial" charset="0"/>
                <a:cs typeface="Arial" charset="0"/>
              </a:rPr>
              <a:t> Nga trafiku</a:t>
            </a:r>
            <a:endParaRPr lang="en-US" sz="2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083301" y="41148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6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800" b="1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ZHURMA</a:t>
            </a:r>
            <a:endParaRPr lang="en-US" b="1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096001" y="11430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800" b="1" dirty="0">
                <a:solidFill>
                  <a:schemeClr val="bg1"/>
                </a:solidFill>
                <a:latin typeface="Arial" charset="0"/>
                <a:cs typeface="Arial" charset="0"/>
              </a:rPr>
              <a:t> Muzika e lartë</a:t>
            </a:r>
            <a:endParaRPr lang="en-US" sz="2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096001" y="21336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000" b="1" dirty="0">
                <a:solidFill>
                  <a:schemeClr val="bg1"/>
                </a:solidFill>
                <a:latin typeface="Arial" charset="0"/>
                <a:cs typeface="Arial" charset="0"/>
              </a:rPr>
              <a:t>Zëra të lartë</a:t>
            </a:r>
            <a:endParaRPr lang="en-US" sz="20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083301" y="3154363"/>
            <a:ext cx="2193925" cy="91440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000" b="1" dirty="0">
                <a:solidFill>
                  <a:schemeClr val="bg1"/>
                </a:solidFill>
                <a:latin typeface="Arial" charset="0"/>
                <a:cs typeface="Arial" charset="0"/>
              </a:rPr>
              <a:t>Stres, zvogëlim të dëgjimit</a:t>
            </a:r>
            <a:endParaRPr lang="en-US" sz="2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382001" y="1524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400" b="1" dirty="0">
                <a:solidFill>
                  <a:schemeClr val="bg1"/>
                </a:solidFill>
                <a:latin typeface="Arial" charset="0"/>
                <a:cs typeface="Arial" charset="0"/>
              </a:rPr>
              <a:t>Mbiplehërimi</a:t>
            </a:r>
            <a:endParaRPr lang="en-US" sz="24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369301" y="41148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6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400" b="1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NDOTJA E TOKËS</a:t>
            </a:r>
            <a:endParaRPr lang="en-US" sz="2000" b="1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382001" y="11430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000" b="1" dirty="0">
                <a:solidFill>
                  <a:schemeClr val="bg1"/>
                </a:solidFill>
                <a:latin typeface="Arial" charset="0"/>
                <a:cs typeface="Arial" charset="0"/>
              </a:rPr>
              <a:t>Ndërtimi</a:t>
            </a:r>
            <a:endParaRPr lang="en-US" sz="20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382001" y="21336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800" b="1" dirty="0">
                <a:solidFill>
                  <a:schemeClr val="bg1"/>
                </a:solidFill>
                <a:latin typeface="Arial" charset="0"/>
                <a:cs typeface="Arial" charset="0"/>
              </a:rPr>
              <a:t>Pesticidet</a:t>
            </a:r>
            <a:endParaRPr lang="en-US" sz="2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382001" y="31242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000" b="1" dirty="0">
                <a:solidFill>
                  <a:schemeClr val="bg1"/>
                </a:solidFill>
                <a:latin typeface="Arial" charset="0"/>
                <a:cs typeface="Arial" charset="0"/>
              </a:rPr>
              <a:t>Helmime</a:t>
            </a:r>
            <a:endParaRPr lang="en-US" sz="20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905000" y="5334001"/>
            <a:ext cx="8305800" cy="100647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6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3600" b="1" dirty="0">
                <a:solidFill>
                  <a:schemeClr val="bg1"/>
                </a:solidFill>
                <a:latin typeface="Algerian" pitchFamily="82" charset="0"/>
                <a:cs typeface="Arial" charset="0"/>
              </a:rPr>
              <a:t>Ndotja e mjedisit </a:t>
            </a:r>
            <a:endParaRPr lang="en-US" sz="3600" b="1" dirty="0">
              <a:solidFill>
                <a:schemeClr val="bg1"/>
              </a:solidFill>
              <a:latin typeface="Algerian" pitchFamily="82" charset="0"/>
              <a:cs typeface="Arial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524001" y="41148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6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NDOT</a:t>
            </a:r>
            <a:r>
              <a:rPr lang="sq-AL" sz="2400" b="1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ËSIT E AJRIT</a:t>
            </a:r>
            <a:endParaRPr lang="en-US" sz="2400" b="1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A929C61-9B2F-8C67-992A-0DEC3A14CCD9}"/>
              </a:ext>
            </a:extLst>
          </p:cNvPr>
          <p:cNvSpPr/>
          <p:nvPr/>
        </p:nvSpPr>
        <p:spPr>
          <a:xfrm>
            <a:off x="3785223" y="4114800"/>
            <a:ext cx="2193925" cy="95532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ZGJIDHJA B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C5C41EB-2700-34BB-D3ED-4CD944F2351B}"/>
              </a:ext>
            </a:extLst>
          </p:cNvPr>
          <p:cNvSpPr/>
          <p:nvPr/>
        </p:nvSpPr>
        <p:spPr>
          <a:xfrm>
            <a:off x="6090637" y="4142507"/>
            <a:ext cx="2193925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ZGJIDHJA C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E381B0D-7943-F985-9D28-FF8C93326550}"/>
              </a:ext>
            </a:extLst>
          </p:cNvPr>
          <p:cNvSpPr/>
          <p:nvPr/>
        </p:nvSpPr>
        <p:spPr>
          <a:xfrm>
            <a:off x="8350490" y="4149112"/>
            <a:ext cx="2286000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ZGJIDHJA D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037AB28-7129-DE58-A7E1-9433F5E34B61}"/>
              </a:ext>
            </a:extLst>
          </p:cNvPr>
          <p:cNvSpPr/>
          <p:nvPr/>
        </p:nvSpPr>
        <p:spPr>
          <a:xfrm>
            <a:off x="1527518" y="4145774"/>
            <a:ext cx="2193925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ZGJIDHJA A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0914B9E-2665-49DB-C17A-0E662837B334}"/>
              </a:ext>
            </a:extLst>
          </p:cNvPr>
          <p:cNvSpPr/>
          <p:nvPr/>
        </p:nvSpPr>
        <p:spPr>
          <a:xfrm>
            <a:off x="1530908" y="164366"/>
            <a:ext cx="2193925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A1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2F18F0E-15B4-3213-CDBE-CC9C2292BD25}"/>
              </a:ext>
            </a:extLst>
          </p:cNvPr>
          <p:cNvSpPr/>
          <p:nvPr/>
        </p:nvSpPr>
        <p:spPr>
          <a:xfrm>
            <a:off x="1511760" y="1148983"/>
            <a:ext cx="2193925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A2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73901AB-005A-FDBB-56B9-061DA66E4B9B}"/>
              </a:ext>
            </a:extLst>
          </p:cNvPr>
          <p:cNvSpPr/>
          <p:nvPr/>
        </p:nvSpPr>
        <p:spPr>
          <a:xfrm>
            <a:off x="1525411" y="2145566"/>
            <a:ext cx="2193925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A3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90C21AA-8037-0108-0CFE-8973D41ADAF7}"/>
              </a:ext>
            </a:extLst>
          </p:cNvPr>
          <p:cNvSpPr/>
          <p:nvPr/>
        </p:nvSpPr>
        <p:spPr>
          <a:xfrm>
            <a:off x="1511301" y="3136166"/>
            <a:ext cx="2193925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A4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9B3C682-FEB8-8837-B7A5-D11DCB4BE6D8}"/>
              </a:ext>
            </a:extLst>
          </p:cNvPr>
          <p:cNvSpPr/>
          <p:nvPr/>
        </p:nvSpPr>
        <p:spPr>
          <a:xfrm>
            <a:off x="3793889" y="179127"/>
            <a:ext cx="2193925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B1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5406CE8-57C9-838A-684E-CD14C2A83F4C}"/>
              </a:ext>
            </a:extLst>
          </p:cNvPr>
          <p:cNvSpPr/>
          <p:nvPr/>
        </p:nvSpPr>
        <p:spPr>
          <a:xfrm>
            <a:off x="3797301" y="1135474"/>
            <a:ext cx="2193925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B2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9DFDAD1-7B86-248F-554F-C07841AD77AA}"/>
              </a:ext>
            </a:extLst>
          </p:cNvPr>
          <p:cNvSpPr/>
          <p:nvPr/>
        </p:nvSpPr>
        <p:spPr>
          <a:xfrm>
            <a:off x="3808591" y="2127095"/>
            <a:ext cx="2193925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B3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3435A29-FC3A-56E5-67E6-18257CDA2277}"/>
              </a:ext>
            </a:extLst>
          </p:cNvPr>
          <p:cNvSpPr/>
          <p:nvPr/>
        </p:nvSpPr>
        <p:spPr>
          <a:xfrm>
            <a:off x="3822701" y="3083279"/>
            <a:ext cx="2193925" cy="95532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B4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6C856C5-D5DE-244C-5195-A2443C01C632}"/>
              </a:ext>
            </a:extLst>
          </p:cNvPr>
          <p:cNvSpPr/>
          <p:nvPr/>
        </p:nvSpPr>
        <p:spPr>
          <a:xfrm>
            <a:off x="6072982" y="175419"/>
            <a:ext cx="2193925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C1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F4F5D4E-0B1D-2FA6-B773-F39D0C6E0A55}"/>
              </a:ext>
            </a:extLst>
          </p:cNvPr>
          <p:cNvSpPr/>
          <p:nvPr/>
        </p:nvSpPr>
        <p:spPr>
          <a:xfrm>
            <a:off x="6067212" y="1158082"/>
            <a:ext cx="2193925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C2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11DD0B1-36FF-1D11-2C9D-898B2DB8599C}"/>
              </a:ext>
            </a:extLst>
          </p:cNvPr>
          <p:cNvSpPr/>
          <p:nvPr/>
        </p:nvSpPr>
        <p:spPr>
          <a:xfrm>
            <a:off x="6062663" y="2171700"/>
            <a:ext cx="2193925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C3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E67A2E4-4A69-E86A-D56D-8F45A6CC8521}"/>
              </a:ext>
            </a:extLst>
          </p:cNvPr>
          <p:cNvSpPr/>
          <p:nvPr/>
        </p:nvSpPr>
        <p:spPr>
          <a:xfrm>
            <a:off x="6075966" y="3124200"/>
            <a:ext cx="2193925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C4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96C44D5-80CE-607E-67ED-4AA8FADBA578}"/>
              </a:ext>
            </a:extLst>
          </p:cNvPr>
          <p:cNvSpPr/>
          <p:nvPr/>
        </p:nvSpPr>
        <p:spPr>
          <a:xfrm>
            <a:off x="8335962" y="154105"/>
            <a:ext cx="2286000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D1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D2D02DC-7E94-AD23-CEB5-D134B357CA62}"/>
              </a:ext>
            </a:extLst>
          </p:cNvPr>
          <p:cNvSpPr/>
          <p:nvPr/>
        </p:nvSpPr>
        <p:spPr>
          <a:xfrm>
            <a:off x="8352752" y="1148983"/>
            <a:ext cx="2286000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D2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803D49D-F5FB-2ED1-2DF7-438E9388F7BE}"/>
              </a:ext>
            </a:extLst>
          </p:cNvPr>
          <p:cNvSpPr/>
          <p:nvPr/>
        </p:nvSpPr>
        <p:spPr>
          <a:xfrm>
            <a:off x="8364395" y="2135329"/>
            <a:ext cx="2286000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D3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55ECBE6E-2222-68ED-B329-9E6A26ABDA4E}"/>
              </a:ext>
            </a:extLst>
          </p:cNvPr>
          <p:cNvSpPr/>
          <p:nvPr/>
        </p:nvSpPr>
        <p:spPr>
          <a:xfrm>
            <a:off x="8363424" y="3137303"/>
            <a:ext cx="2286000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D4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A8A76EC-BBBE-0B6D-7672-EAEB80B1E91D}"/>
              </a:ext>
            </a:extLst>
          </p:cNvPr>
          <p:cNvSpPr/>
          <p:nvPr/>
        </p:nvSpPr>
        <p:spPr>
          <a:xfrm>
            <a:off x="1897062" y="5318126"/>
            <a:ext cx="8305800" cy="1006475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b="1" dirty="0"/>
              <a:t>ZGJIDHJA PËRFUNDIMTARE</a:t>
            </a:r>
          </a:p>
        </p:txBody>
      </p:sp>
    </p:spTree>
    <p:extLst>
      <p:ext uri="{BB962C8B-B14F-4D97-AF65-F5344CB8AC3E}">
        <p14:creationId xmlns:p14="http://schemas.microsoft.com/office/powerpoint/2010/main" val="35420602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93" dur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99" dur="1"/>
                                        <p:tgtEl>
                                          <p:spTgt spid="5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05" dur="1"/>
                                        <p:tgtEl>
                                          <p:spTgt spid="6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11" dur="1"/>
                                        <p:tgtEl>
                                          <p:spTgt spid="6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17" dur="1"/>
                                        <p:tgtEl>
                                          <p:spTgt spid="6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23" dur="1"/>
                                        <p:tgtEl>
                                          <p:spTgt spid="6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125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" fill="hold">
                      <p:stCondLst>
                        <p:cond delay="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29" dur="1"/>
                                        <p:tgtEl>
                                          <p:spTgt spid="6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35" dur="1"/>
                                        <p:tgtEl>
                                          <p:spTgt spid="6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41" dur="1"/>
                                        <p:tgtEl>
                                          <p:spTgt spid="6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143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47" dur="1"/>
                                        <p:tgtEl>
                                          <p:spTgt spid="6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149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0" fill="hold">
                      <p:stCondLst>
                        <p:cond delay="0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53" dur="1"/>
                                        <p:tgtEl>
                                          <p:spTgt spid="6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59" dur="1"/>
                                        <p:tgtEl>
                                          <p:spTgt spid="6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65" dur="1"/>
                                        <p:tgtEl>
                                          <p:spTgt spid="7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71" dur="1"/>
                                        <p:tgtEl>
                                          <p:spTgt spid="7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173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4" fill="hold">
                      <p:stCondLst>
                        <p:cond delay="0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77" dur="1"/>
                                        <p:tgtEl>
                                          <p:spTgt spid="7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179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0" fill="hold">
                      <p:stCondLst>
                        <p:cond delay="0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83" dur="1"/>
                                        <p:tgtEl>
                                          <p:spTgt spid="7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85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6" fill="hold">
                      <p:stCondLst>
                        <p:cond delay="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89" dur="1"/>
                                        <p:tgtEl>
                                          <p:spTgt spid="7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  <p:seq concurrent="1" nextAc="seek">
              <p:cTn id="191" restart="whenNotActive" fill="hold" evtFilter="cancelBubble" nodeType="interactiveSeq">
                <p:stCondLst>
                  <p:cond evt="onClick" delay="0">
                    <p:tgtEl>
                      <p:spTgt spid="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2" fill="hold">
                      <p:stCondLst>
                        <p:cond delay="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95" dur="1"/>
                                        <p:tgtEl>
                                          <p:spTgt spid="8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201" dur="1"/>
                                        <p:tgtEl>
                                          <p:spTgt spid="8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203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4" fill="hold">
                      <p:stCondLst>
                        <p:cond delay="0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207" dur="1"/>
                                        <p:tgtEl>
                                          <p:spTgt spid="8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  <p:seq concurrent="1" nextAc="seek">
              <p:cTn id="209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0" fill="hold">
                      <p:stCondLst>
                        <p:cond delay="0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213" dur="1"/>
                                        <p:tgtEl>
                                          <p:spTgt spid="8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87</Words>
  <Application>Microsoft Office PowerPoint</Application>
  <PresentationFormat>Widescreen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Algerian</vt:lpstr>
      <vt:lpstr>Arial</vt:lpstr>
      <vt:lpstr>Arial Black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naser guri</dc:creator>
  <cp:lastModifiedBy>naser guri</cp:lastModifiedBy>
  <cp:revision>3</cp:revision>
  <dcterms:created xsi:type="dcterms:W3CDTF">2022-05-16T22:29:58Z</dcterms:created>
  <dcterms:modified xsi:type="dcterms:W3CDTF">2022-09-11T18:11:42Z</dcterms:modified>
</cp:coreProperties>
</file>