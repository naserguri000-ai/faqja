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6" r:id="rId3"/>
    <p:sldId id="275" r:id="rId4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D7F"/>
    <a:srgbClr val="7C4F3E"/>
    <a:srgbClr val="769CAD"/>
    <a:srgbClr val="5C5C5C"/>
    <a:srgbClr val="6A9A62"/>
    <a:srgbClr val="5C899E"/>
    <a:srgbClr val="2C6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864D-57E6-2DFC-628E-A2449AF7F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88936-940B-C50C-B72C-4ED9F2C68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F497-B5D2-3372-3BBD-14B276B3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0F4E9-0A3F-289A-F7F1-AC77AE0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4A7-7E62-0B9A-5612-7D1334D9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5643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4AF9-844C-B4D7-BB09-1C3D2E36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4E8B-6D7F-7655-5B9B-342ABD3D6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682E6-F2EF-E761-DDA9-F975216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5F5EA-9FA3-82EE-48D5-F615C33F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08CC-282C-C36D-6825-9445D0AE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4116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D11D-1F32-2BF4-C83E-8FBADA46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4D6DB-A38E-A56F-0A1D-6C34DD4B9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282A9-D314-A646-82B1-68A30F25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59C2-D18A-9502-608F-4A6A373A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C0FCA-5693-4ECD-E920-B859865F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8575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45BF-531C-A7B6-1116-6F0EC496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2939-C374-FDF8-FAD5-B4BD967B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2E659-66E0-F1F6-564E-FBB5405FF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94A64-6533-B057-BA22-BA02D08F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35086-E05A-93E1-2CB7-3093A0D2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0171-EB13-AB47-FB4E-083D577B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6175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FEE2-4F04-3C0C-77FB-99E33E51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F9B85-E220-DE24-5012-5E3A8CE56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F47D1-CACB-906B-17AE-00F5BA4F6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96F1D-5F91-1096-6D16-A2BC28F2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F5BC2-278E-FD7E-7E16-42247A11D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0CB1B-19AE-5BD1-1C85-DF317030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FE55B-F7B3-B550-29C4-642C950B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3732B-EACD-66DD-E949-1030991D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5760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5FF8-DA0E-D53B-38C7-2BA0A51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747B1-E2F2-78EC-0D2F-30817429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4AC21-FB49-0A62-538E-7A5A3ADA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AAD41-83DB-AEBC-699F-18409556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9960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FF90A-2208-12CD-D46D-DCFC5AF9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D9122-BBA0-C733-44B9-B56F68B7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01559-0C22-BAA6-6193-A4FE43C1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6180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73D4-CD77-0575-8C8F-90F2A594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9BF8A-AD2E-E263-F1E2-D7C4945F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9E5BA-E3ED-FB15-9C7F-22AB2F1B8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F6652-D6AC-FC10-CBEB-A7EADBE9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0F29-7CF1-CD1A-5B3E-8CF20C18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C0FE5-EA77-C943-6762-E2D0984E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3056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5CF6-5F48-A85E-63B2-F1B3098C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F3FCE-7027-D4D5-6B3D-3200F0BB7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6EF7-8BD1-03F3-0CDD-FF329DA7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5029-C444-452C-2F34-FCA4D0EE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F4600-B316-6F9E-F4C7-E2A67578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9B0A2-6711-3143-13E2-F8CF6086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40971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E41-E764-3FA2-8B7A-58C3AEFB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4EA80-F372-8821-8C8D-BD87C5D9C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2DCA5-6E65-08D6-CF0D-E32A989A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CDC1-1D15-3E89-249E-B5DB9266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7D48-86EC-14D6-B3FE-4BC3517B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0443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CED0D-5CE2-33AD-F625-678D8A919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4666A-6694-4498-4500-361E6042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3672-6BB9-DF76-C886-85185710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7BC6-A3D2-E616-9EF2-8A370E4B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2CB5-947D-8BAE-4F1F-29A07DFC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7702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41934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5078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17203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2213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20558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05517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08424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44058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82904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39290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8997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375373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053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77809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65596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6928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2000">
              <a:schemeClr val="accent1">
                <a:lumMod val="20000"/>
                <a:lumOff val="80000"/>
              </a:schemeClr>
            </a:gs>
            <a:gs pos="77000">
              <a:srgbClr val="92D050"/>
            </a:gs>
            <a:gs pos="90000">
              <a:srgbClr val="92D050"/>
            </a:gs>
            <a:gs pos="100000">
              <a:srgbClr val="92D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20C61-F50C-23FB-E116-7D54E907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AEE94-8909-72B3-2DCA-87B30057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1BAE-B8E8-1EAD-0F6B-4FF667C69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5E34-07FD-A5B7-085F-AC269AF39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9E4F-6CE2-D8EB-A937-8DEAA2DEB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5527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2000">
              <a:schemeClr val="accent1">
                <a:lumMod val="20000"/>
                <a:lumOff val="80000"/>
              </a:schemeClr>
            </a:gs>
            <a:gs pos="77000">
              <a:srgbClr val="92D050"/>
            </a:gs>
            <a:gs pos="90000">
              <a:srgbClr val="92D050"/>
            </a:gs>
            <a:gs pos="100000">
              <a:srgbClr val="92D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807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sq-XK"/>
            </a:p>
          </p:txBody>
        </p:sp>
      </p:grpSp>
      <p:sp>
        <p:nvSpPr>
          <p:cNvPr id="23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sq-X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30E8E-9F93-0EDF-40CB-E6308E767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15" y="1318590"/>
            <a:ext cx="5102159" cy="422082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spPr>
        <p:txBody>
          <a:bodyPr anchor="ctr">
            <a:normAutofit/>
          </a:bodyPr>
          <a:lstStyle/>
          <a:p>
            <a:r>
              <a:rPr lang="sq-AL" dirty="0">
                <a:solidFill>
                  <a:srgbClr val="FFFFFF"/>
                </a:solidFill>
                <a:hlinkClick r:id="" action="ppaction://hlinkshowjump?jump=nextslide"/>
              </a:rPr>
              <a:t>Qëlloje fjalën misterioze</a:t>
            </a:r>
            <a:endParaRPr lang="sq-XK" dirty="0">
              <a:solidFill>
                <a:srgbClr val="FFFFFF"/>
              </a:solidFill>
              <a:hlinkClick r:id="" action="ppaction://hlinkshowjump?jump=nextslide"/>
            </a:endParaRPr>
          </a:p>
        </p:txBody>
      </p:sp>
    </p:spTree>
    <p:extLst>
      <p:ext uri="{BB962C8B-B14F-4D97-AF65-F5344CB8AC3E}">
        <p14:creationId xmlns:p14="http://schemas.microsoft.com/office/powerpoint/2010/main" val="1193080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Biotik">
            <a:extLst>
              <a:ext uri="{FF2B5EF4-FFF2-40B4-BE49-F238E27FC236}">
                <a16:creationId xmlns:a16="http://schemas.microsoft.com/office/drawing/2014/main" id="{53019CC8-E5F6-DF20-D94F-976D673CA160}"/>
              </a:ext>
            </a:extLst>
          </p:cNvPr>
          <p:cNvGrpSpPr/>
          <p:nvPr/>
        </p:nvGrpSpPr>
        <p:grpSpPr>
          <a:xfrm>
            <a:off x="7559630" y="324460"/>
            <a:ext cx="4313502" cy="604911"/>
            <a:chOff x="7756578" y="265695"/>
            <a:chExt cx="4463316" cy="60491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2" name="Action Button: Blank 3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53381A3-005A-731C-B493-E8B3B338FAAA}"/>
                </a:ext>
              </a:extLst>
            </p:cNvPr>
            <p:cNvSpPr/>
            <p:nvPr/>
          </p:nvSpPr>
          <p:spPr>
            <a:xfrm>
              <a:off x="7756578" y="265695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ction Button: Blank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FE1B15E-B779-A9CD-483E-5BB117548AEF}"/>
                </a:ext>
              </a:extLst>
            </p:cNvPr>
            <p:cNvSpPr/>
            <p:nvPr/>
          </p:nvSpPr>
          <p:spPr>
            <a:xfrm>
              <a:off x="8451894" y="265695"/>
              <a:ext cx="37680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iotik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Imigrimi">
            <a:extLst>
              <a:ext uri="{FF2B5EF4-FFF2-40B4-BE49-F238E27FC236}">
                <a16:creationId xmlns:a16="http://schemas.microsoft.com/office/drawing/2014/main" id="{43759876-7E93-9E92-BE84-8C6555AA7FA7}"/>
              </a:ext>
            </a:extLst>
          </p:cNvPr>
          <p:cNvGrpSpPr/>
          <p:nvPr/>
        </p:nvGrpSpPr>
        <p:grpSpPr>
          <a:xfrm>
            <a:off x="7559630" y="1013628"/>
            <a:ext cx="4313502" cy="604911"/>
            <a:chOff x="7756578" y="954863"/>
            <a:chExt cx="4463316" cy="60491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5" name="Action Button: Blank 3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1525AFF-826B-BF04-2B92-CE0A64D8523F}"/>
                </a:ext>
              </a:extLst>
            </p:cNvPr>
            <p:cNvSpPr/>
            <p:nvPr/>
          </p:nvSpPr>
          <p:spPr>
            <a:xfrm>
              <a:off x="7756578" y="954863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Action Button: Blank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9FE5068-98B3-6EB3-C532-BA636D2F4B63}"/>
                </a:ext>
              </a:extLst>
            </p:cNvPr>
            <p:cNvSpPr/>
            <p:nvPr/>
          </p:nvSpPr>
          <p:spPr>
            <a:xfrm>
              <a:off x="8453994" y="954863"/>
              <a:ext cx="37659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migrimi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O.H">
            <a:extLst>
              <a:ext uri="{FF2B5EF4-FFF2-40B4-BE49-F238E27FC236}">
                <a16:creationId xmlns:a16="http://schemas.microsoft.com/office/drawing/2014/main" id="{44F2FB65-4C46-8827-AA4F-2D7A26D6E639}"/>
              </a:ext>
            </a:extLst>
          </p:cNvPr>
          <p:cNvGrpSpPr/>
          <p:nvPr/>
        </p:nvGrpSpPr>
        <p:grpSpPr>
          <a:xfrm>
            <a:off x="7568031" y="1691938"/>
            <a:ext cx="4305383" cy="615769"/>
            <a:chOff x="7764979" y="1633173"/>
            <a:chExt cx="4454915" cy="61576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8" name="Action Button: Blank 3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14B68CA-6C27-A95C-65A1-6DF591412A07}"/>
                </a:ext>
              </a:extLst>
            </p:cNvPr>
            <p:cNvSpPr/>
            <p:nvPr/>
          </p:nvSpPr>
          <p:spPr>
            <a:xfrm>
              <a:off x="7764979" y="1633173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Action Button: Blank 3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7FF1315-11AB-6EA0-679F-7931E431131A}"/>
                </a:ext>
              </a:extLst>
            </p:cNvPr>
            <p:cNvSpPr/>
            <p:nvPr/>
          </p:nvSpPr>
          <p:spPr>
            <a:xfrm>
              <a:off x="8456094" y="1644031"/>
              <a:ext cx="37638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rganizimi</a:t>
              </a:r>
              <a:r>
                <a:rPr lang="sq-AL" dirty="0"/>
                <a:t> </a:t>
              </a:r>
              <a:r>
                <a:rPr lang="sq-AL" sz="3200" dirty="0"/>
                <a:t>hapësinor</a:t>
              </a:r>
              <a:endParaRPr lang="sq-XK" dirty="0"/>
            </a:p>
          </p:txBody>
        </p:sp>
      </p:grpSp>
      <p:grpSp>
        <p:nvGrpSpPr>
          <p:cNvPr id="40" name="Cikli">
            <a:extLst>
              <a:ext uri="{FF2B5EF4-FFF2-40B4-BE49-F238E27FC236}">
                <a16:creationId xmlns:a16="http://schemas.microsoft.com/office/drawing/2014/main" id="{76EBBB28-79E2-3BDF-C565-18A5EF927B48}"/>
              </a:ext>
            </a:extLst>
          </p:cNvPr>
          <p:cNvGrpSpPr/>
          <p:nvPr/>
        </p:nvGrpSpPr>
        <p:grpSpPr>
          <a:xfrm>
            <a:off x="7568031" y="2391963"/>
            <a:ext cx="4305383" cy="604912"/>
            <a:chOff x="7764979" y="2333198"/>
            <a:chExt cx="4454915" cy="60491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1" name="Action Button: Blank 4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DB67A49-B662-DB3A-DBF1-28A7957C7C5F}"/>
                </a:ext>
              </a:extLst>
            </p:cNvPr>
            <p:cNvSpPr/>
            <p:nvPr/>
          </p:nvSpPr>
          <p:spPr>
            <a:xfrm>
              <a:off x="7764979" y="2333198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Action Button: Blank 4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1A88DCD-9682-5140-351F-6A01E3E08C04}"/>
                </a:ext>
              </a:extLst>
            </p:cNvPr>
            <p:cNvSpPr/>
            <p:nvPr/>
          </p:nvSpPr>
          <p:spPr>
            <a:xfrm>
              <a:off x="8458194" y="2333199"/>
              <a:ext cx="37617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iklike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Ekosistemi">
            <a:extLst>
              <a:ext uri="{FF2B5EF4-FFF2-40B4-BE49-F238E27FC236}">
                <a16:creationId xmlns:a16="http://schemas.microsoft.com/office/drawing/2014/main" id="{F5ED2185-5851-CF3F-B4E7-4EFC3F4227BC}"/>
              </a:ext>
            </a:extLst>
          </p:cNvPr>
          <p:cNvGrpSpPr/>
          <p:nvPr/>
        </p:nvGrpSpPr>
        <p:grpSpPr>
          <a:xfrm>
            <a:off x="7568031" y="3070574"/>
            <a:ext cx="4291175" cy="615469"/>
            <a:chOff x="7764979" y="3011809"/>
            <a:chExt cx="4440214" cy="61546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4" name="Action Button: Blank 4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FA9A04E-9D8A-A1AA-0AFA-DA25716E4768}"/>
                </a:ext>
              </a:extLst>
            </p:cNvPr>
            <p:cNvSpPr/>
            <p:nvPr/>
          </p:nvSpPr>
          <p:spPr>
            <a:xfrm>
              <a:off x="7764979" y="3011809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Action Button: Blank 4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B1B05FD-8669-C6C8-A519-BC90CFE68E6E}"/>
                </a:ext>
              </a:extLst>
            </p:cNvPr>
            <p:cNvSpPr/>
            <p:nvPr/>
          </p:nvSpPr>
          <p:spPr>
            <a:xfrm>
              <a:off x="8443493" y="3022367"/>
              <a:ext cx="37617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kosistemi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Ndikimet">
            <a:extLst>
              <a:ext uri="{FF2B5EF4-FFF2-40B4-BE49-F238E27FC236}">
                <a16:creationId xmlns:a16="http://schemas.microsoft.com/office/drawing/2014/main" id="{0698F75C-DBC9-63F2-FCD9-976C1BF411FF}"/>
              </a:ext>
            </a:extLst>
          </p:cNvPr>
          <p:cNvGrpSpPr/>
          <p:nvPr/>
        </p:nvGrpSpPr>
        <p:grpSpPr>
          <a:xfrm>
            <a:off x="7551230" y="3770300"/>
            <a:ext cx="4307412" cy="624497"/>
            <a:chOff x="7748178" y="3711535"/>
            <a:chExt cx="4457014" cy="624497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7" name="Action Button: Blank 4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D61B49B-0DF1-8378-A327-085FA3977FEF}"/>
                </a:ext>
              </a:extLst>
            </p:cNvPr>
            <p:cNvSpPr/>
            <p:nvPr/>
          </p:nvSpPr>
          <p:spPr>
            <a:xfrm>
              <a:off x="7748178" y="3731121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ction Button: Blank 4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497B868-2C45-B7CE-16D3-7EAC8FCB9690}"/>
                </a:ext>
              </a:extLst>
            </p:cNvPr>
            <p:cNvSpPr/>
            <p:nvPr/>
          </p:nvSpPr>
          <p:spPr>
            <a:xfrm>
              <a:off x="8445593" y="3711535"/>
              <a:ext cx="3759599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dikimet abiotike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O.K">
            <a:extLst>
              <a:ext uri="{FF2B5EF4-FFF2-40B4-BE49-F238E27FC236}">
                <a16:creationId xmlns:a16="http://schemas.microsoft.com/office/drawing/2014/main" id="{2EDAABC2-43E5-7D55-A8E6-27D89D827179}"/>
              </a:ext>
            </a:extLst>
          </p:cNvPr>
          <p:cNvGrpSpPr/>
          <p:nvPr/>
        </p:nvGrpSpPr>
        <p:grpSpPr>
          <a:xfrm>
            <a:off x="7568031" y="4459468"/>
            <a:ext cx="4291174" cy="615766"/>
            <a:chOff x="7764979" y="4400703"/>
            <a:chExt cx="4440212" cy="615766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0" name="Action Button: Blank 4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F535D24-2B5D-F385-CF23-3D9A6C2B91FB}"/>
                </a:ext>
              </a:extLst>
            </p:cNvPr>
            <p:cNvSpPr/>
            <p:nvPr/>
          </p:nvSpPr>
          <p:spPr>
            <a:xfrm>
              <a:off x="7764979" y="4411558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Action Button: Blank 5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0A4C293-52AF-1027-4B94-F2D3F3C85357}"/>
                </a:ext>
              </a:extLst>
            </p:cNvPr>
            <p:cNvSpPr/>
            <p:nvPr/>
          </p:nvSpPr>
          <p:spPr>
            <a:xfrm>
              <a:off x="8460294" y="4400703"/>
              <a:ext cx="3744897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rganizimi kohorë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Zvoglimi">
            <a:extLst>
              <a:ext uri="{FF2B5EF4-FFF2-40B4-BE49-F238E27FC236}">
                <a16:creationId xmlns:a16="http://schemas.microsoft.com/office/drawing/2014/main" id="{1D98DBF0-1B06-0526-B470-B4DB63D2C6A3}"/>
              </a:ext>
            </a:extLst>
          </p:cNvPr>
          <p:cNvGrpSpPr/>
          <p:nvPr/>
        </p:nvGrpSpPr>
        <p:grpSpPr>
          <a:xfrm>
            <a:off x="7555430" y="5148636"/>
            <a:ext cx="4291174" cy="628627"/>
            <a:chOff x="7752378" y="5089871"/>
            <a:chExt cx="4440212" cy="628627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3" name="Action Button: Blank 5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75F2DCC-8B46-56EE-B9C8-633168CCF4C8}"/>
                </a:ext>
              </a:extLst>
            </p:cNvPr>
            <p:cNvSpPr/>
            <p:nvPr/>
          </p:nvSpPr>
          <p:spPr>
            <a:xfrm>
              <a:off x="7752378" y="5113587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Action Button: Blank 5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4260973-6AC9-7C4E-9B0F-AA4A8AD05BCF}"/>
                </a:ext>
              </a:extLst>
            </p:cNvPr>
            <p:cNvSpPr/>
            <p:nvPr/>
          </p:nvSpPr>
          <p:spPr>
            <a:xfrm>
              <a:off x="8447693" y="5089871"/>
              <a:ext cx="3744897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voglim të frymëmarrjes</a:t>
              </a:r>
              <a:endParaRPr lang="sq-XK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Abiotik">
            <a:extLst>
              <a:ext uri="{FF2B5EF4-FFF2-40B4-BE49-F238E27FC236}">
                <a16:creationId xmlns:a16="http://schemas.microsoft.com/office/drawing/2014/main" id="{9923EB8C-9D17-A5D6-056C-A52029DAB4FD}"/>
              </a:ext>
            </a:extLst>
          </p:cNvPr>
          <p:cNvGrpSpPr/>
          <p:nvPr/>
        </p:nvGrpSpPr>
        <p:grpSpPr>
          <a:xfrm>
            <a:off x="7551230" y="5837801"/>
            <a:ext cx="4321620" cy="613942"/>
            <a:chOff x="7748178" y="5779036"/>
            <a:chExt cx="4471716" cy="61394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6" name="Action Button: Blank 5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7C0666-8E60-BEDD-FFEF-1E9DFB47EB8D}"/>
                </a:ext>
              </a:extLst>
            </p:cNvPr>
            <p:cNvSpPr/>
            <p:nvPr/>
          </p:nvSpPr>
          <p:spPr>
            <a:xfrm>
              <a:off x="7748178" y="5788067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q-AL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sq-XK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ction Button: Blank 5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22F38B2-143E-1035-C0D5-4608306C4F1E}"/>
                </a:ext>
              </a:extLst>
            </p:cNvPr>
            <p:cNvSpPr/>
            <p:nvPr/>
          </p:nvSpPr>
          <p:spPr>
            <a:xfrm>
              <a:off x="8449794" y="5779036"/>
              <a:ext cx="37701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sq-AL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biotik</a:t>
              </a:r>
              <a:endParaRPr lang="sq-XK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1" name="Picture 60">
            <a:hlinkClick r:id="" action="ppaction://noaction"/>
            <a:extLst>
              <a:ext uri="{FF2B5EF4-FFF2-40B4-BE49-F238E27FC236}">
                <a16:creationId xmlns:a16="http://schemas.microsoft.com/office/drawing/2014/main" id="{9F401765-8C6F-64A6-81D1-F34A41FF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6" y="290433"/>
            <a:ext cx="633046" cy="664430"/>
          </a:xfrm>
          <a:prstGeom prst="rect">
            <a:avLst/>
          </a:prstGeom>
        </p:spPr>
      </p:pic>
      <p:pic>
        <p:nvPicPr>
          <p:cNvPr id="62" name="Picture 61">
            <a:hlinkClick r:id="" action="ppaction://noaction"/>
            <a:extLst>
              <a:ext uri="{FF2B5EF4-FFF2-40B4-BE49-F238E27FC236}">
                <a16:creationId xmlns:a16="http://schemas.microsoft.com/office/drawing/2014/main" id="{9D0579BD-D54C-AEF8-321A-88C44167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72" y="941934"/>
            <a:ext cx="633045" cy="664429"/>
          </a:xfrm>
          <a:prstGeom prst="rect">
            <a:avLst/>
          </a:prstGeom>
        </p:spPr>
      </p:pic>
      <p:pic>
        <p:nvPicPr>
          <p:cNvPr id="63" name="Picture 62">
            <a:hlinkClick r:id="" action="ppaction://noaction"/>
            <a:extLst>
              <a:ext uri="{FF2B5EF4-FFF2-40B4-BE49-F238E27FC236}">
                <a16:creationId xmlns:a16="http://schemas.microsoft.com/office/drawing/2014/main" id="{C2421DED-2C87-E2BF-56ED-1002EF0C3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72" y="1622269"/>
            <a:ext cx="633046" cy="664430"/>
          </a:xfrm>
          <a:prstGeom prst="rect">
            <a:avLst/>
          </a:prstGeom>
        </p:spPr>
      </p:pic>
      <p:pic>
        <p:nvPicPr>
          <p:cNvPr id="64" name="Picture 63">
            <a:hlinkClick r:id="" action="ppaction://noaction"/>
            <a:extLst>
              <a:ext uri="{FF2B5EF4-FFF2-40B4-BE49-F238E27FC236}">
                <a16:creationId xmlns:a16="http://schemas.microsoft.com/office/drawing/2014/main" id="{53780C6E-5A4D-00B9-50A4-C8460E9CD8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850" y="2302605"/>
            <a:ext cx="632328" cy="663676"/>
          </a:xfrm>
          <a:prstGeom prst="rect">
            <a:avLst/>
          </a:prstGeom>
        </p:spPr>
      </p:pic>
      <p:pic>
        <p:nvPicPr>
          <p:cNvPr id="65" name="Picture 64">
            <a:hlinkClick r:id="" action="ppaction://noaction"/>
            <a:extLst>
              <a:ext uri="{FF2B5EF4-FFF2-40B4-BE49-F238E27FC236}">
                <a16:creationId xmlns:a16="http://schemas.microsoft.com/office/drawing/2014/main" id="{04588768-BBA0-BC77-2D1B-D489C0BDE0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850" y="2992984"/>
            <a:ext cx="632328" cy="663676"/>
          </a:xfrm>
          <a:prstGeom prst="rect">
            <a:avLst/>
          </a:prstGeom>
        </p:spPr>
      </p:pic>
      <p:pic>
        <p:nvPicPr>
          <p:cNvPr id="66" name="Picture 65">
            <a:hlinkClick r:id="" action="ppaction://noaction"/>
            <a:extLst>
              <a:ext uri="{FF2B5EF4-FFF2-40B4-BE49-F238E27FC236}">
                <a16:creationId xmlns:a16="http://schemas.microsoft.com/office/drawing/2014/main" id="{99CBA04A-4103-3E89-AACA-860622511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7110" y="3684523"/>
            <a:ext cx="632329" cy="663677"/>
          </a:xfrm>
          <a:prstGeom prst="rect">
            <a:avLst/>
          </a:prstGeom>
        </p:spPr>
      </p:pic>
      <p:pic>
        <p:nvPicPr>
          <p:cNvPr id="67" name="Picture 66">
            <a:hlinkClick r:id="" action="ppaction://noaction"/>
            <a:extLst>
              <a:ext uri="{FF2B5EF4-FFF2-40B4-BE49-F238E27FC236}">
                <a16:creationId xmlns:a16="http://schemas.microsoft.com/office/drawing/2014/main" id="{C40BE137-D43C-B621-AA62-EB559129084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432933" y="4374902"/>
            <a:ext cx="632328" cy="663676"/>
          </a:xfrm>
          <a:prstGeom prst="rect">
            <a:avLst/>
          </a:prstGeom>
        </p:spPr>
      </p:pic>
      <p:pic>
        <p:nvPicPr>
          <p:cNvPr id="68" name="Picture 67">
            <a:hlinkClick r:id="" action="ppaction://noaction"/>
            <a:extLst>
              <a:ext uri="{FF2B5EF4-FFF2-40B4-BE49-F238E27FC236}">
                <a16:creationId xmlns:a16="http://schemas.microsoft.com/office/drawing/2014/main" id="{F3397064-5E55-65FB-6281-0CA90FCB04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8865" y="5041487"/>
            <a:ext cx="632328" cy="663676"/>
          </a:xfrm>
          <a:prstGeom prst="rect">
            <a:avLst/>
          </a:prstGeom>
        </p:spPr>
      </p:pic>
      <p:pic>
        <p:nvPicPr>
          <p:cNvPr id="69" name="Picture 68">
            <a:hlinkClick r:id="" action="ppaction://noaction"/>
            <a:extLst>
              <a:ext uri="{FF2B5EF4-FFF2-40B4-BE49-F238E27FC236}">
                <a16:creationId xmlns:a16="http://schemas.microsoft.com/office/drawing/2014/main" id="{4157EFB3-075B-D6BD-F848-99CDE493F9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7109" y="5729301"/>
            <a:ext cx="632329" cy="6636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C73220-7809-06AA-44C0-077C1B2DC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521" y="1876905"/>
            <a:ext cx="1190941" cy="1113933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D8688A55-62C3-E684-8B57-91DED69A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43" y="1152195"/>
            <a:ext cx="5955283" cy="604911"/>
          </a:xfrm>
        </p:spPr>
        <p:txBody>
          <a:bodyPr>
            <a:noAutofit/>
          </a:bodyPr>
          <a:lstStyle/>
          <a:p>
            <a:r>
              <a:rPr lang="sq-AL" sz="2800" b="1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Ndikimet e gjallesave dhe </a:t>
            </a:r>
            <a:r>
              <a:rPr lang="sq-AL" sz="28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njeriut në </a:t>
            </a:r>
            <a:r>
              <a:rPr lang="sq-AL" sz="2800" b="1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natyrë ndryshe e quajmë </a:t>
            </a:r>
            <a:r>
              <a:rPr lang="sq-AL" sz="28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faktorë ...</a:t>
            </a:r>
            <a:endParaRPr lang="en-TH" sz="2800" b="1" dirty="0">
              <a:solidFill>
                <a:srgbClr val="ED0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Butoni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E5BF997-DD82-C3CF-76D4-AA3C242EC3A7}"/>
              </a:ext>
            </a:extLst>
          </p:cNvPr>
          <p:cNvSpPr/>
          <p:nvPr/>
        </p:nvSpPr>
        <p:spPr>
          <a:xfrm>
            <a:off x="4423828" y="1773079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Biotik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utoni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B5349F0-1433-2498-DE7C-535134047653}"/>
              </a:ext>
            </a:extLst>
          </p:cNvPr>
          <p:cNvSpPr/>
          <p:nvPr/>
        </p:nvSpPr>
        <p:spPr>
          <a:xfrm>
            <a:off x="4435879" y="2107806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Abiotik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Butoni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2156FCF-5E84-2B4A-9DBD-25CC5F1E69F3}"/>
              </a:ext>
            </a:extLst>
          </p:cNvPr>
          <p:cNvSpPr/>
          <p:nvPr/>
        </p:nvSpPr>
        <p:spPr>
          <a:xfrm>
            <a:off x="4435879" y="2460819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75800-4C68-AB21-9DB3-3E02FA915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9286" y="2236541"/>
            <a:ext cx="1545884" cy="1448249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39DD734A-8E5B-7DB6-C40B-C71208F5432D}"/>
              </a:ext>
            </a:extLst>
          </p:cNvPr>
          <p:cNvSpPr txBox="1">
            <a:spLocks/>
          </p:cNvSpPr>
          <p:nvPr/>
        </p:nvSpPr>
        <p:spPr>
          <a:xfrm>
            <a:off x="1048199" y="1641301"/>
            <a:ext cx="6695374" cy="837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3200" b="1" dirty="0">
                <a:solidFill>
                  <a:srgbClr val="0FA6C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Ardhjen e shpendëve gjatë pranverës në vendin tonë e quajmë ...</a:t>
            </a:r>
            <a:endParaRPr lang="en-TH" sz="3200" b="1" dirty="0">
              <a:solidFill>
                <a:srgbClr val="0FA6C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4773DA-B597-1A90-1E99-697256A68FD8}"/>
              </a:ext>
            </a:extLst>
          </p:cNvPr>
          <p:cNvSpPr/>
          <p:nvPr/>
        </p:nvSpPr>
        <p:spPr>
          <a:xfrm>
            <a:off x="4699162" y="2237179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Emigrim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D8A2C51-6BA7-7BD5-5DC6-47C36D6ED767}"/>
              </a:ext>
            </a:extLst>
          </p:cNvPr>
          <p:cNvSpPr/>
          <p:nvPr/>
        </p:nvSpPr>
        <p:spPr>
          <a:xfrm>
            <a:off x="4699161" y="2742467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Imigrim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826DE76-039E-B74C-7089-4125098A4461}"/>
              </a:ext>
            </a:extLst>
          </p:cNvPr>
          <p:cNvSpPr/>
          <p:nvPr/>
        </p:nvSpPr>
        <p:spPr>
          <a:xfrm>
            <a:off x="4699160" y="3191899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Rrugëtim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F0675E-AAF3-625E-9118-9C9C57951B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0305" y="2232911"/>
            <a:ext cx="1606939" cy="1498199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F11DA2AA-AE72-E26C-BF6B-D4B2ADCD369C}"/>
              </a:ext>
            </a:extLst>
          </p:cNvPr>
          <p:cNvSpPr txBox="1">
            <a:spLocks/>
          </p:cNvSpPr>
          <p:nvPr/>
        </p:nvSpPr>
        <p:spPr>
          <a:xfrm>
            <a:off x="1400236" y="1561650"/>
            <a:ext cx="7447768" cy="5595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3200" dirty="0">
                <a:solidFill>
                  <a:srgbClr val="57A2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Shprehet pëmes katëzimit!</a:t>
            </a:r>
            <a:endParaRPr lang="en-TH" sz="3200" dirty="0">
              <a:solidFill>
                <a:srgbClr val="57A2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B424431-F1FE-8F9B-5D80-E5F43DA5C399}"/>
              </a:ext>
            </a:extLst>
          </p:cNvPr>
          <p:cNvSpPr/>
          <p:nvPr/>
        </p:nvSpPr>
        <p:spPr>
          <a:xfrm>
            <a:off x="4434292" y="2162573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Org. hapësinor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4FE726E-98DB-8DE5-D79C-F67DDCE940E9}"/>
              </a:ext>
            </a:extLst>
          </p:cNvPr>
          <p:cNvSpPr/>
          <p:nvPr/>
        </p:nvSpPr>
        <p:spPr>
          <a:xfrm>
            <a:off x="4434292" y="2612343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Org. kohor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ction Button: Blank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6647848-5571-39D4-354D-64347338CC05}"/>
              </a:ext>
            </a:extLst>
          </p:cNvPr>
          <p:cNvSpPr/>
          <p:nvPr/>
        </p:nvSpPr>
        <p:spPr>
          <a:xfrm>
            <a:off x="4425282" y="3039941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Org. kompleks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B577AB-315E-2A68-8729-C130B7FC0C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3675" y="2679900"/>
            <a:ext cx="1606939" cy="1498199"/>
          </a:xfrm>
          <a:prstGeom prst="rect">
            <a:avLst/>
          </a:prstGeom>
          <a:noFill/>
        </p:spPr>
      </p:pic>
      <p:sp>
        <p:nvSpPr>
          <p:cNvPr id="18" name="Title 4">
            <a:extLst>
              <a:ext uri="{FF2B5EF4-FFF2-40B4-BE49-F238E27FC236}">
                <a16:creationId xmlns:a16="http://schemas.microsoft.com/office/drawing/2014/main" id="{C3160187-E98F-28DB-9CD5-65661B4DB718}"/>
              </a:ext>
            </a:extLst>
          </p:cNvPr>
          <p:cNvSpPr txBox="1">
            <a:spLocks/>
          </p:cNvSpPr>
          <p:nvPr/>
        </p:nvSpPr>
        <p:spPr>
          <a:xfrm>
            <a:off x="1493607" y="2008639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400" b="1" dirty="0">
                <a:solidFill>
                  <a:srgbClr val="5C89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që ndodhin për shkak të lëvizjes së tokës ditë-natë i quajmë sjellje ...</a:t>
            </a:r>
            <a:endParaRPr lang="en-TH" sz="2400" b="1" dirty="0">
              <a:solidFill>
                <a:srgbClr val="5C89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ction Button: Blank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8F6B94F-0009-6F49-A067-85E397B49A5B}"/>
              </a:ext>
            </a:extLst>
          </p:cNvPr>
          <p:cNvSpPr/>
          <p:nvPr/>
        </p:nvSpPr>
        <p:spPr>
          <a:xfrm>
            <a:off x="4527662" y="2609562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Fituara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ction Button: Blank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264539B-A97F-540B-2E5C-73A020763B16}"/>
              </a:ext>
            </a:extLst>
          </p:cNvPr>
          <p:cNvSpPr/>
          <p:nvPr/>
        </p:nvSpPr>
        <p:spPr>
          <a:xfrm>
            <a:off x="4527662" y="3059332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Automatike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ction Button: Blank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B554FF-2B41-311E-5EA3-1C068FAF26DD}"/>
              </a:ext>
            </a:extLst>
          </p:cNvPr>
          <p:cNvSpPr/>
          <p:nvPr/>
        </p:nvSpPr>
        <p:spPr>
          <a:xfrm>
            <a:off x="4518652" y="3486930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Ciklike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BF0731-C657-A562-657C-5FD495C6529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12947" y="3158368"/>
            <a:ext cx="1606939" cy="1498199"/>
          </a:xfrm>
          <a:prstGeom prst="rect">
            <a:avLst/>
          </a:prstGeom>
          <a:noFill/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0BCF2610-8B8C-A276-683B-147EF524F9E7}"/>
              </a:ext>
            </a:extLst>
          </p:cNvPr>
          <p:cNvSpPr txBox="1">
            <a:spLocks/>
          </p:cNvSpPr>
          <p:nvPr/>
        </p:nvSpPr>
        <p:spPr>
          <a:xfrm>
            <a:off x="1542879" y="2487107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Biotop + Biocenozë = </a:t>
            </a:r>
            <a:endParaRPr lang="en-TH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ction Button: Blank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4D0A3F-7891-0978-3512-295C9C58558A}"/>
              </a:ext>
            </a:extLst>
          </p:cNvPr>
          <p:cNvSpPr/>
          <p:nvPr/>
        </p:nvSpPr>
        <p:spPr>
          <a:xfrm>
            <a:off x="4576934" y="3088030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Biosferë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ction Button: Blank 2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060BE11-5ADB-438A-C013-C19ABCFEE615}"/>
              </a:ext>
            </a:extLst>
          </p:cNvPr>
          <p:cNvSpPr/>
          <p:nvPr/>
        </p:nvSpPr>
        <p:spPr>
          <a:xfrm>
            <a:off x="4576934" y="3537800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Ekosistem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ction Button: Blank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D4FC805-68CF-728C-E898-5F6AC237C013}"/>
              </a:ext>
            </a:extLst>
          </p:cNvPr>
          <p:cNvSpPr/>
          <p:nvPr/>
        </p:nvSpPr>
        <p:spPr>
          <a:xfrm>
            <a:off x="4567924" y="3965398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FEEE65-E46A-2B17-0B5F-2A68CDC8589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01899" y="3457455"/>
            <a:ext cx="1606939" cy="1498199"/>
          </a:xfrm>
          <a:prstGeom prst="rect">
            <a:avLst/>
          </a:prstGeom>
          <a:noFill/>
        </p:spPr>
      </p:pic>
      <p:sp>
        <p:nvSpPr>
          <p:cNvPr id="29" name="Title 4">
            <a:extLst>
              <a:ext uri="{FF2B5EF4-FFF2-40B4-BE49-F238E27FC236}">
                <a16:creationId xmlns:a16="http://schemas.microsoft.com/office/drawing/2014/main" id="{9B637663-6B95-B75F-DD9D-8EB2ED7CD397}"/>
              </a:ext>
            </a:extLst>
          </p:cNvPr>
          <p:cNvSpPr txBox="1">
            <a:spLocks/>
          </p:cNvSpPr>
          <p:nvPr/>
        </p:nvSpPr>
        <p:spPr>
          <a:xfrm>
            <a:off x="1531831" y="2786194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Klima, reliefi, vetitë e dheut janë:</a:t>
            </a:r>
            <a:endParaRPr lang="en-TH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Action Button: Blank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AEDFD7B-9438-63E2-2A81-2018CC637642}"/>
              </a:ext>
            </a:extLst>
          </p:cNvPr>
          <p:cNvSpPr/>
          <p:nvPr/>
        </p:nvSpPr>
        <p:spPr>
          <a:xfrm>
            <a:off x="4565886" y="3387117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Ndikime abiotike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Action Button: Blank 5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3AC3167-7A8C-7BD5-0B84-F057C15B718B}"/>
              </a:ext>
            </a:extLst>
          </p:cNvPr>
          <p:cNvSpPr/>
          <p:nvPr/>
        </p:nvSpPr>
        <p:spPr>
          <a:xfrm>
            <a:off x="4565886" y="3836887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Ndikime biotike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Action Button: Blank 5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124FAC6-ADAA-43EC-4CBF-4F27477ABE07}"/>
              </a:ext>
            </a:extLst>
          </p:cNvPr>
          <p:cNvSpPr/>
          <p:nvPr/>
        </p:nvSpPr>
        <p:spPr>
          <a:xfrm>
            <a:off x="4556876" y="4264485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Ndikime të thjeshta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384503F-5AB5-E190-39B9-29EF7BC63B2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77105" y="3579465"/>
            <a:ext cx="1606939" cy="1498199"/>
          </a:xfrm>
          <a:prstGeom prst="rect">
            <a:avLst/>
          </a:prstGeom>
          <a:noFill/>
        </p:spPr>
      </p:pic>
      <p:sp>
        <p:nvSpPr>
          <p:cNvPr id="70" name="Title 4">
            <a:extLst>
              <a:ext uri="{FF2B5EF4-FFF2-40B4-BE49-F238E27FC236}">
                <a16:creationId xmlns:a16="http://schemas.microsoft.com/office/drawing/2014/main" id="{7639001A-84CD-380D-FD84-E673A7D23A85}"/>
              </a:ext>
            </a:extLst>
          </p:cNvPr>
          <p:cNvSpPr txBox="1">
            <a:spLocks/>
          </p:cNvSpPr>
          <p:nvPr/>
        </p:nvSpPr>
        <p:spPr>
          <a:xfrm>
            <a:off x="1507037" y="2908204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Nënkupton ndryshimet që ndodhin ne banorët e një biocenoze gjatë një ose më shumë viteve </a:t>
            </a:r>
            <a:endParaRPr lang="en-TH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Action Button: Blank 7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4D2EB81-471C-483B-DA96-7368D781F578}"/>
              </a:ext>
            </a:extLst>
          </p:cNvPr>
          <p:cNvSpPr/>
          <p:nvPr/>
        </p:nvSpPr>
        <p:spPr>
          <a:xfrm>
            <a:off x="4541092" y="3509127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i madh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Action Button: Blank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A001FD9-6471-81A7-F870-74708F62590B}"/>
              </a:ext>
            </a:extLst>
          </p:cNvPr>
          <p:cNvSpPr/>
          <p:nvPr/>
        </p:nvSpPr>
        <p:spPr>
          <a:xfrm>
            <a:off x="4541092" y="3958897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kohorë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Action Button: Blank 7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BF23CBD-8466-121B-CD68-D0E78AF64994}"/>
              </a:ext>
            </a:extLst>
          </p:cNvPr>
          <p:cNvSpPr/>
          <p:nvPr/>
        </p:nvSpPr>
        <p:spPr>
          <a:xfrm>
            <a:off x="4532082" y="4386495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i lartë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E5141E6-5D32-0FA9-24D1-1DDDD1486C2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1030" y="3759291"/>
            <a:ext cx="1606939" cy="1498199"/>
          </a:xfrm>
          <a:prstGeom prst="rect">
            <a:avLst/>
          </a:prstGeom>
          <a:noFill/>
        </p:spPr>
      </p:pic>
      <p:sp>
        <p:nvSpPr>
          <p:cNvPr id="75" name="Title 4">
            <a:extLst>
              <a:ext uri="{FF2B5EF4-FFF2-40B4-BE49-F238E27FC236}">
                <a16:creationId xmlns:a16="http://schemas.microsoft.com/office/drawing/2014/main" id="{E99C4184-D43E-EB46-B9D3-07950A8D4FA7}"/>
              </a:ext>
            </a:extLst>
          </p:cNvPr>
          <p:cNvSpPr txBox="1">
            <a:spLocks/>
          </p:cNvSpPr>
          <p:nvPr/>
        </p:nvSpPr>
        <p:spPr>
          <a:xfrm>
            <a:off x="1500962" y="3088030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Diapauza karakterizohet përveq tjerash edhe me _________________ e frymëmarrjes.</a:t>
            </a:r>
            <a:endParaRPr lang="en-TH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Action Button: Blank 7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21BC940-F118-53E8-E696-195D3964227E}"/>
              </a:ext>
            </a:extLst>
          </p:cNvPr>
          <p:cNvSpPr/>
          <p:nvPr/>
        </p:nvSpPr>
        <p:spPr>
          <a:xfrm>
            <a:off x="4535017" y="3688953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Rritjen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ction Button: Blank 7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C1DF91F-376D-DC6D-EBDF-8BDAC5FF14DA}"/>
              </a:ext>
            </a:extLst>
          </p:cNvPr>
          <p:cNvSpPr/>
          <p:nvPr/>
        </p:nvSpPr>
        <p:spPr>
          <a:xfrm>
            <a:off x="4535017" y="4138723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Trashjen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Action Button: Blank 7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D4E92BC-DD2F-EF85-2C7E-37A701EC8E47}"/>
              </a:ext>
            </a:extLst>
          </p:cNvPr>
          <p:cNvSpPr/>
          <p:nvPr/>
        </p:nvSpPr>
        <p:spPr>
          <a:xfrm>
            <a:off x="4526007" y="4566321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Zvogëlimin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20FDB61-B747-0C4F-DBC9-F31E8730905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56417" y="3811524"/>
            <a:ext cx="1606939" cy="1498199"/>
          </a:xfrm>
          <a:prstGeom prst="rect">
            <a:avLst/>
          </a:prstGeom>
          <a:noFill/>
        </p:spPr>
      </p:pic>
      <p:sp>
        <p:nvSpPr>
          <p:cNvPr id="80" name="Title 4">
            <a:extLst>
              <a:ext uri="{FF2B5EF4-FFF2-40B4-BE49-F238E27FC236}">
                <a16:creationId xmlns:a16="http://schemas.microsoft.com/office/drawing/2014/main" id="{1E7E508A-B375-9930-E240-73941F7A222A}"/>
              </a:ext>
            </a:extLst>
          </p:cNvPr>
          <p:cNvSpPr txBox="1">
            <a:spLocks/>
          </p:cNvSpPr>
          <p:nvPr/>
        </p:nvSpPr>
        <p:spPr>
          <a:xfrm>
            <a:off x="1486349" y="3140263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Klima është faktori kryesorë .......... </a:t>
            </a:r>
            <a:endParaRPr lang="en-TH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Action Button: Blank 8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9758BD-4405-0F33-43DA-8A4F0401D50F}"/>
              </a:ext>
            </a:extLst>
          </p:cNvPr>
          <p:cNvSpPr/>
          <p:nvPr/>
        </p:nvSpPr>
        <p:spPr>
          <a:xfrm>
            <a:off x="4520404" y="3741186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gjallë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Action Button: Blank 8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A870314-2CCC-AC2B-571B-648A85CC746A}"/>
              </a:ext>
            </a:extLst>
          </p:cNvPr>
          <p:cNvSpPr/>
          <p:nvPr/>
        </p:nvSpPr>
        <p:spPr>
          <a:xfrm>
            <a:off x="4520404" y="4190956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 i gjallë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Action Button: Blank 8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B27F0E8-7120-A0AC-6BED-DDC956C1F5B1}"/>
              </a:ext>
            </a:extLst>
          </p:cNvPr>
          <p:cNvSpPr/>
          <p:nvPr/>
        </p:nvSpPr>
        <p:spPr>
          <a:xfrm>
            <a:off x="4511394" y="4618554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keç</a:t>
            </a:r>
            <a:endParaRPr lang="sq-X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Action Button: Blank 8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041A5A3-1F0A-2AA8-8DF8-52C5DA3A3AD5}"/>
              </a:ext>
            </a:extLst>
          </p:cNvPr>
          <p:cNvSpPr/>
          <p:nvPr/>
        </p:nvSpPr>
        <p:spPr>
          <a:xfrm>
            <a:off x="1725332" y="5846832"/>
            <a:ext cx="2173568" cy="59588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 në fillim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D7BB9-9133-E766-9D8F-F980CF47BC6F}"/>
              </a:ext>
            </a:extLst>
          </p:cNvPr>
          <p:cNvSpPr/>
          <p:nvPr/>
        </p:nvSpPr>
        <p:spPr>
          <a:xfrm>
            <a:off x="155024" y="490330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9756909-A52E-536D-2BCE-9FEA322B8853}"/>
              </a:ext>
            </a:extLst>
          </p:cNvPr>
          <p:cNvSpPr/>
          <p:nvPr/>
        </p:nvSpPr>
        <p:spPr>
          <a:xfrm>
            <a:off x="170139" y="1158764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C5C2ECA-DEB9-B2CB-2829-F134CBB2C81C}"/>
              </a:ext>
            </a:extLst>
          </p:cNvPr>
          <p:cNvSpPr/>
          <p:nvPr/>
        </p:nvSpPr>
        <p:spPr>
          <a:xfrm>
            <a:off x="185254" y="1827198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238EFB5-9652-D689-F1F2-4061E16F87CA}"/>
              </a:ext>
            </a:extLst>
          </p:cNvPr>
          <p:cNvSpPr/>
          <p:nvPr/>
        </p:nvSpPr>
        <p:spPr>
          <a:xfrm>
            <a:off x="139909" y="2495632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97DDE86-F01F-3A74-1B15-DCAB248F88EC}"/>
              </a:ext>
            </a:extLst>
          </p:cNvPr>
          <p:cNvSpPr/>
          <p:nvPr/>
        </p:nvSpPr>
        <p:spPr>
          <a:xfrm>
            <a:off x="124794" y="3164066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77707C4-0547-EAC5-210A-0EA991DCF88D}"/>
              </a:ext>
            </a:extLst>
          </p:cNvPr>
          <p:cNvSpPr/>
          <p:nvPr/>
        </p:nvSpPr>
        <p:spPr>
          <a:xfrm>
            <a:off x="109679" y="3832500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7244E94-F260-6049-202C-77983D0AA19F}"/>
              </a:ext>
            </a:extLst>
          </p:cNvPr>
          <p:cNvSpPr/>
          <p:nvPr/>
        </p:nvSpPr>
        <p:spPr>
          <a:xfrm>
            <a:off x="64334" y="4500934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8A95D82-F4B9-A0D5-789A-4546CF8E7188}"/>
              </a:ext>
            </a:extLst>
          </p:cNvPr>
          <p:cNvSpPr/>
          <p:nvPr/>
        </p:nvSpPr>
        <p:spPr>
          <a:xfrm>
            <a:off x="94564" y="5169368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67BC196-816D-E04C-EA3A-25AC909A22FC}"/>
              </a:ext>
            </a:extLst>
          </p:cNvPr>
          <p:cNvSpPr/>
          <p:nvPr/>
        </p:nvSpPr>
        <p:spPr>
          <a:xfrm>
            <a:off x="79449" y="5837801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Action Button: Blank 92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AFEC54B9-E784-11EF-1072-7ED489EB99A0}"/>
              </a:ext>
            </a:extLst>
          </p:cNvPr>
          <p:cNvSpPr/>
          <p:nvPr/>
        </p:nvSpPr>
        <p:spPr>
          <a:xfrm>
            <a:off x="4037336" y="5862312"/>
            <a:ext cx="2173568" cy="595880"/>
          </a:xfrm>
          <a:prstGeom prst="actionButtonBlank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18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5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3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35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35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35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/>
      <p:bldP spid="13" grpId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/>
      <p:bldP spid="18" grpId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3" grpId="0"/>
      <p:bldP spid="23" grpId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9" grpId="0"/>
      <p:bldP spid="29" grpId="1"/>
      <p:bldP spid="30" grpId="0" animBg="1"/>
      <p:bldP spid="30" grpId="1" animBg="1"/>
      <p:bldP spid="58" grpId="0" animBg="1"/>
      <p:bldP spid="58" grpId="1" animBg="1"/>
      <p:bldP spid="59" grpId="0" animBg="1"/>
      <p:bldP spid="59" grpId="1" animBg="1"/>
      <p:bldP spid="70" grpId="0"/>
      <p:bldP spid="70" grpId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5" grpId="0"/>
      <p:bldP spid="75" grpId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/>
      <p:bldP spid="80" grpId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170</Words>
  <Application>Microsoft Office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Times New Roman</vt:lpstr>
      <vt:lpstr>Wingdings 3</vt:lpstr>
      <vt:lpstr>Office Theme</vt:lpstr>
      <vt:lpstr>Wisp</vt:lpstr>
      <vt:lpstr>Qëlloje fjalën misterioze</vt:lpstr>
      <vt:lpstr>Ndikimet e gjallesave dhe njeriut në natyrë ndryshe e quajmë faktorë 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Ndikimi i njeriut në natyrë ndryshe quhet faktorë ...</dc:title>
  <dc:creator>Naser Guri</dc:creator>
  <cp:lastModifiedBy>Naser Guri</cp:lastModifiedBy>
  <cp:revision>14</cp:revision>
  <dcterms:created xsi:type="dcterms:W3CDTF">2024-02-24T11:19:25Z</dcterms:created>
  <dcterms:modified xsi:type="dcterms:W3CDTF">2024-02-24T16:53:30Z</dcterms:modified>
</cp:coreProperties>
</file>