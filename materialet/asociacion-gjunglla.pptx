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A9018-0B7D-4870-8F3F-CCEA16FCF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9B0AA-4A9F-4423-B841-F8C6554A3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A5C60-FE2F-4CA1-A89B-500D9A9BA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EB98-F159-49D4-ACB8-FD68DB92439F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A5A20-8DDA-4DF2-B099-47BB04B7B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D6C59-1B63-4163-9971-A9401CF2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6B7F-D2CC-4BD9-84A7-4B8F9576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386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43FC4-8B89-4AB1-A383-336A8F08E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036AB-CAEE-434E-BA95-3912E9A18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E6B15-2295-4A08-B6CF-BD4EE055D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EB98-F159-49D4-ACB8-FD68DB92439F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79605-D5F2-480B-ADBA-F580B5E8B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22D03-4673-48D4-903B-F44B552E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6B7F-D2CC-4BD9-84A7-4B8F9576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8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6BABD-147D-42C4-A805-7758D658E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F1CC3-0B2D-420A-8FD3-EFD4E35B6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3F916-42A6-4B47-B431-623FBFCEB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EB98-F159-49D4-ACB8-FD68DB92439F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A2565-62F3-4D96-BBC7-F88D6C10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6BC2F-4527-4A65-8B29-9CA8EDEA2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6B7F-D2CC-4BD9-84A7-4B8F9576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68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23F7D-46C2-4709-B031-5072970F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DD938-587F-44B3-B44E-B21A45BA5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4D0B8-C4E0-41FE-B549-DE67C6F01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0A3CC-65B1-48AB-B7EF-57897B33E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EB98-F159-49D4-ACB8-FD68DB92439F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BCBE0-1E92-4FBD-A44C-03DF978C7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5DE7C-C9E8-4540-94D6-0899295D1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6B7F-D2CC-4BD9-84A7-4B8F9576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44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402E1-6F42-456A-9D27-CBA07325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F5B74-B94E-42E6-B12D-A238F6412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E9EA7-B90B-4593-8B93-436B8EA34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37E958-5012-49BC-A3FA-5AF71BCDE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236629-ADC0-41CC-93AA-3AEBF9E9F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DAF1C-A9BD-4F94-AA20-4F8F332C4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EB98-F159-49D4-ACB8-FD68DB92439F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5EBFEE-AE43-4192-A287-5F44F3AC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78727A-C5C5-4D40-BAE5-DD145D6A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6B7F-D2CC-4BD9-84A7-4B8F9576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59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B1E04-5257-4907-B0D1-6F4F42D21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892AB4-FB80-4F89-B8FD-FADBA2A09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EB98-F159-49D4-ACB8-FD68DB92439F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178E1-3092-486A-8C1A-7D194D679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10C8F-7AEE-4EFC-A7A8-13E92E76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6B7F-D2CC-4BD9-84A7-4B8F9576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054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B31FC6-55E1-4663-B24D-9313C36ED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EB98-F159-49D4-ACB8-FD68DB92439F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EB296-127F-4618-B211-FD2EDCF9A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555E7-CB86-45D3-91FD-4EC65299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6B7F-D2CC-4BD9-84A7-4B8F9576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42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71478-573B-4EB3-AEC0-EEE02102E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66AD5-61C5-40A3-A4F5-278D2F233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2676A-0790-468E-9360-717360099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8BFB-DA4E-4AB1-8AC4-62A1BCE2D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EB98-F159-49D4-ACB8-FD68DB92439F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81197-D549-42CE-A278-76D41162B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C1B61-4BF9-4A61-9248-E32A9280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6B7F-D2CC-4BD9-84A7-4B8F9576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024A-F020-4637-A0AB-39342AA0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2F26C8-4501-458B-930F-E902893836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9E569-4676-43A3-BD3E-11C82329E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1E37B-F6E8-4F48-835C-D82D4258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EB98-F159-49D4-ACB8-FD68DB92439F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03E14-2109-445C-B591-C868D9ED1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E5D50-F960-4105-94EE-E427BFB4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6B7F-D2CC-4BD9-84A7-4B8F9576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95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1B80-FC3C-4EDF-9C36-9F1BC2BAB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E8C1D-50D1-46E7-AF56-CA897431E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C225B-0FBB-4A16-BB1B-FC3A35B9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EB98-F159-49D4-ACB8-FD68DB92439F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6D92B-E924-48FD-A8F3-2F0F0476A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2315B-D02C-4509-B165-73A33A275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6B7F-D2CC-4BD9-84A7-4B8F9576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5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3E9303-F588-46E4-B5CB-AC8039910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7B3B2-BB9C-47A0-ADEA-C3FE23982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C591-7FC2-40C7-AE75-A7F09279F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EB98-F159-49D4-ACB8-FD68DB92439F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01CAE-20D0-4536-BF18-EBA62D0E6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677B3-2232-4B1A-A93F-5796E25E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6B7F-D2CC-4BD9-84A7-4B8F9576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14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4AD0C6-8F96-4D4C-8A7B-91D0A3CF1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7992B-631E-4E4F-A165-C6907B094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C0A28-106D-4380-A58B-1F5A575C0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6EB98-F159-49D4-ACB8-FD68DB92439F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19E61-5F62-4FF1-A958-F837B66AA8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043E2-2DEF-48EF-9BD4-3E2A669D5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66B7F-D2CC-4BD9-84A7-4B8F95761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60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F4A1B9-0D78-4D5F-9E89-70C15E0669F9}"/>
              </a:ext>
            </a:extLst>
          </p:cNvPr>
          <p:cNvSpPr/>
          <p:nvPr/>
        </p:nvSpPr>
        <p:spPr>
          <a:xfrm>
            <a:off x="1315291" y="182216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25-27°C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E855BA-5F27-4B02-8523-078E3C0C5F13}"/>
              </a:ext>
            </a:extLst>
          </p:cNvPr>
          <p:cNvSpPr/>
          <p:nvPr/>
        </p:nvSpPr>
        <p:spPr>
          <a:xfrm>
            <a:off x="3829878" y="198781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b="1" dirty="0">
                <a:solidFill>
                  <a:schemeClr val="tx1"/>
                </a:solidFill>
              </a:rPr>
              <a:t>ÇO</a:t>
            </a:r>
            <a:r>
              <a:rPr lang="en-US" sz="2800" b="1" dirty="0">
                <a:solidFill>
                  <a:schemeClr val="tx1"/>
                </a:solidFill>
              </a:rPr>
              <a:t>KOLLATA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29E6BE-5961-465B-92E9-BEC22B8A3D42}"/>
              </a:ext>
            </a:extLst>
          </p:cNvPr>
          <p:cNvSpPr/>
          <p:nvPr/>
        </p:nvSpPr>
        <p:spPr>
          <a:xfrm>
            <a:off x="6559832" y="198781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b="1" dirty="0">
                <a:solidFill>
                  <a:schemeClr val="tx1"/>
                </a:solidFill>
              </a:rPr>
              <a:t>FLUTURON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A4DA2A-BADD-4B2B-8384-C9CDB7BA0E0A}"/>
              </a:ext>
            </a:extLst>
          </p:cNvPr>
          <p:cNvSpPr/>
          <p:nvPr/>
        </p:nvSpPr>
        <p:spPr>
          <a:xfrm>
            <a:off x="9074420" y="198781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0°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150761-E625-42FD-A477-F4572FC37625}"/>
              </a:ext>
            </a:extLst>
          </p:cNvPr>
          <p:cNvSpPr/>
          <p:nvPr/>
        </p:nvSpPr>
        <p:spPr>
          <a:xfrm>
            <a:off x="1315289" y="1381533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ZON</a:t>
            </a:r>
            <a:r>
              <a:rPr lang="sq-AL" sz="2800" b="1" dirty="0">
                <a:solidFill>
                  <a:schemeClr val="tx1"/>
                </a:solidFill>
              </a:rPr>
              <a:t>Ë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60C7EB-455D-4DB4-A4FB-94A07F1CF1B4}"/>
              </a:ext>
            </a:extLst>
          </p:cNvPr>
          <p:cNvSpPr/>
          <p:nvPr/>
        </p:nvSpPr>
        <p:spPr>
          <a:xfrm>
            <a:off x="3829879" y="1381533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PLUHUR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6FDB10-170B-420E-BCCD-6E6529C047B0}"/>
              </a:ext>
            </a:extLst>
          </p:cNvPr>
          <p:cNvSpPr/>
          <p:nvPr/>
        </p:nvSpPr>
        <p:spPr>
          <a:xfrm>
            <a:off x="6559833" y="1381533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b="1" dirty="0">
                <a:solidFill>
                  <a:schemeClr val="tx1"/>
                </a:solidFill>
              </a:rPr>
              <a:t>MË I VOGLI NË NATYRË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97E65D-3B60-4402-907A-BB0652A2A528}"/>
              </a:ext>
            </a:extLst>
          </p:cNvPr>
          <p:cNvSpPr/>
          <p:nvPr/>
        </p:nvSpPr>
        <p:spPr>
          <a:xfrm>
            <a:off x="9074421" y="1381533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PARA</a:t>
            </a:r>
            <a:r>
              <a:rPr lang="sq-AL" sz="2800" b="1" dirty="0">
                <a:solidFill>
                  <a:schemeClr val="tx1"/>
                </a:solidFill>
              </a:rPr>
              <a:t>L</a:t>
            </a:r>
            <a:r>
              <a:rPr lang="en-US" sz="2800" b="1" dirty="0">
                <a:solidFill>
                  <a:schemeClr val="tx1"/>
                </a:solidFill>
              </a:rPr>
              <a:t>ELI M</a:t>
            </a:r>
            <a:r>
              <a:rPr lang="sq-AL" sz="2800" b="1" dirty="0">
                <a:solidFill>
                  <a:schemeClr val="tx1"/>
                </a:solidFill>
              </a:rPr>
              <a:t>Ë</a:t>
            </a:r>
            <a:r>
              <a:rPr lang="en-US" sz="2800" b="1" dirty="0">
                <a:solidFill>
                  <a:schemeClr val="tx1"/>
                </a:solidFill>
              </a:rPr>
              <a:t> I MADH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AF9B6B-1B2D-4F9E-B9C2-EE7A7B8D32A8}"/>
              </a:ext>
            </a:extLst>
          </p:cNvPr>
          <p:cNvSpPr/>
          <p:nvPr/>
        </p:nvSpPr>
        <p:spPr>
          <a:xfrm>
            <a:off x="1315289" y="2564285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SHI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EC0B16-074D-48F9-A8CC-027667BDE305}"/>
              </a:ext>
            </a:extLst>
          </p:cNvPr>
          <p:cNvSpPr/>
          <p:nvPr/>
        </p:nvSpPr>
        <p:spPr>
          <a:xfrm>
            <a:off x="3829879" y="2564285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b="1" dirty="0">
                <a:solidFill>
                  <a:schemeClr val="tx1"/>
                </a:solidFill>
              </a:rPr>
              <a:t>Ë</a:t>
            </a:r>
            <a:r>
              <a:rPr lang="en-US" sz="2800" b="1" dirty="0">
                <a:solidFill>
                  <a:schemeClr val="tx1"/>
                </a:solidFill>
              </a:rPr>
              <a:t>MB</a:t>
            </a:r>
            <a:r>
              <a:rPr lang="sq-AL" sz="2800" b="1" dirty="0">
                <a:solidFill>
                  <a:schemeClr val="tx1"/>
                </a:solidFill>
              </a:rPr>
              <a:t>Ë</a:t>
            </a:r>
            <a:r>
              <a:rPr lang="en-US" sz="2800" b="1" dirty="0">
                <a:solidFill>
                  <a:schemeClr val="tx1"/>
                </a:solidFill>
              </a:rPr>
              <a:t>LSIRA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4BBC330-CBAB-4DAF-A401-B3F76F23AEF7}"/>
              </a:ext>
            </a:extLst>
          </p:cNvPr>
          <p:cNvSpPr/>
          <p:nvPr/>
        </p:nvSpPr>
        <p:spPr>
          <a:xfrm>
            <a:off x="6559833" y="2564285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b="1" dirty="0">
                <a:solidFill>
                  <a:schemeClr val="tx1"/>
                </a:solidFill>
              </a:rPr>
              <a:t>SHPEND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9122B3-A7DB-4AC9-A762-A1BE69B1E289}"/>
              </a:ext>
            </a:extLst>
          </p:cNvPr>
          <p:cNvSpPr/>
          <p:nvPr/>
        </p:nvSpPr>
        <p:spPr>
          <a:xfrm>
            <a:off x="9074421" y="2564285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 MES</a:t>
            </a:r>
            <a:r>
              <a:rPr lang="sq-AL" sz="2800" b="1" dirty="0">
                <a:solidFill>
                  <a:schemeClr val="tx1"/>
                </a:solidFill>
              </a:rPr>
              <a:t>I I TOKËS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57FBF01-1747-470E-AF80-1B9A7FD7F546}"/>
              </a:ext>
            </a:extLst>
          </p:cNvPr>
          <p:cNvSpPr/>
          <p:nvPr/>
        </p:nvSpPr>
        <p:spPr>
          <a:xfrm>
            <a:off x="1315289" y="3747037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b="1" dirty="0">
                <a:solidFill>
                  <a:schemeClr val="tx1"/>
                </a:solidFill>
              </a:rPr>
              <a:t>TË PASHKELURA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6A733B8-E90B-4F8B-B253-DB558D4E223F}"/>
              </a:ext>
            </a:extLst>
          </p:cNvPr>
          <p:cNvSpPr/>
          <p:nvPr/>
        </p:nvSpPr>
        <p:spPr>
          <a:xfrm>
            <a:off x="3829879" y="3747037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sq-AL" sz="2800" b="1" dirty="0">
                <a:solidFill>
                  <a:schemeClr val="tx1"/>
                </a:solidFill>
              </a:rPr>
              <a:t>BIMË TROPIKALE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F8FCDC-FD52-4FA1-85F7-6E5FBEB51415}"/>
              </a:ext>
            </a:extLst>
          </p:cNvPr>
          <p:cNvSpPr/>
          <p:nvPr/>
        </p:nvSpPr>
        <p:spPr>
          <a:xfrm>
            <a:off x="6559833" y="3747037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b="1" dirty="0">
                <a:solidFill>
                  <a:schemeClr val="tx1"/>
                </a:solidFill>
              </a:rPr>
              <a:t>SQEP TË GJATË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4A48740-4888-4155-8062-7803DA46F288}"/>
              </a:ext>
            </a:extLst>
          </p:cNvPr>
          <p:cNvSpPr/>
          <p:nvPr/>
        </p:nvSpPr>
        <p:spPr>
          <a:xfrm>
            <a:off x="9074421" y="3747037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RRETH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8DD6207-1207-41C9-8EF4-1698EAEFDE59}"/>
              </a:ext>
            </a:extLst>
          </p:cNvPr>
          <p:cNvSpPr/>
          <p:nvPr/>
        </p:nvSpPr>
        <p:spPr>
          <a:xfrm>
            <a:off x="1315289" y="4929789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TROPIKALE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6E6CA7-C76B-4B50-8E9E-501D6CC5851C}"/>
              </a:ext>
            </a:extLst>
          </p:cNvPr>
          <p:cNvSpPr/>
          <p:nvPr/>
        </p:nvSpPr>
        <p:spPr>
          <a:xfrm>
            <a:off x="3829879" y="4929789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KAKAO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89FB035-8400-44E5-A8D1-C6CDA31EA120}"/>
              </a:ext>
            </a:extLst>
          </p:cNvPr>
          <p:cNvSpPr/>
          <p:nvPr/>
        </p:nvSpPr>
        <p:spPr>
          <a:xfrm>
            <a:off x="6559830" y="4929789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b="1" dirty="0">
                <a:solidFill>
                  <a:schemeClr val="tx1"/>
                </a:solidFill>
              </a:rPr>
              <a:t>KOLIBRI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1742D88-D5BA-48E3-9908-B694004C0E95}"/>
              </a:ext>
            </a:extLst>
          </p:cNvPr>
          <p:cNvSpPr/>
          <p:nvPr/>
        </p:nvSpPr>
        <p:spPr>
          <a:xfrm>
            <a:off x="9074421" y="4929789"/>
            <a:ext cx="2054087" cy="102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EKUATORI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D94DE5C1-81D3-40D9-8088-6F1FD46FAF9C}"/>
              </a:ext>
            </a:extLst>
          </p:cNvPr>
          <p:cNvSpPr/>
          <p:nvPr/>
        </p:nvSpPr>
        <p:spPr>
          <a:xfrm>
            <a:off x="1315289" y="6112541"/>
            <a:ext cx="9813217" cy="72224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XHUNGLA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19648C61-84E8-4A6A-B0D1-D386C6B454A8}"/>
              </a:ext>
            </a:extLst>
          </p:cNvPr>
          <p:cNvSpPr/>
          <p:nvPr/>
        </p:nvSpPr>
        <p:spPr>
          <a:xfrm>
            <a:off x="1330566" y="6014735"/>
            <a:ext cx="9813217" cy="72224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ZGJIDHJA PERFUNDIMTARE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C3E17D1-9DFB-A138-40B7-E0825F4720D1}"/>
              </a:ext>
            </a:extLst>
          </p:cNvPr>
          <p:cNvSpPr/>
          <p:nvPr/>
        </p:nvSpPr>
        <p:spPr>
          <a:xfrm>
            <a:off x="1315285" y="165651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A1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60F8C8E-2772-8DDA-C264-8F948D80B78C}"/>
              </a:ext>
            </a:extLst>
          </p:cNvPr>
          <p:cNvSpPr/>
          <p:nvPr/>
        </p:nvSpPr>
        <p:spPr>
          <a:xfrm>
            <a:off x="1315285" y="1376511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A2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60F7440-BDCB-C9D8-7EA6-D17F1D183B63}"/>
              </a:ext>
            </a:extLst>
          </p:cNvPr>
          <p:cNvSpPr/>
          <p:nvPr/>
        </p:nvSpPr>
        <p:spPr>
          <a:xfrm>
            <a:off x="1330566" y="2520811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A3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CF5D0DB-B587-4393-F672-26624523CF65}"/>
              </a:ext>
            </a:extLst>
          </p:cNvPr>
          <p:cNvSpPr/>
          <p:nvPr/>
        </p:nvSpPr>
        <p:spPr>
          <a:xfrm>
            <a:off x="1330566" y="3798184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A4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55E6F58-0C0A-5C26-2AF8-4329BE2798C4}"/>
              </a:ext>
            </a:extLst>
          </p:cNvPr>
          <p:cNvSpPr/>
          <p:nvPr/>
        </p:nvSpPr>
        <p:spPr>
          <a:xfrm>
            <a:off x="1315285" y="4926528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ZGJIDHJA A 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D99D416-3852-C7DB-A1A1-F3719549F929}"/>
              </a:ext>
            </a:extLst>
          </p:cNvPr>
          <p:cNvSpPr/>
          <p:nvPr/>
        </p:nvSpPr>
        <p:spPr>
          <a:xfrm>
            <a:off x="6559830" y="215346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C1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89ABCD3-E82A-CD13-A99F-F8B663F29830}"/>
              </a:ext>
            </a:extLst>
          </p:cNvPr>
          <p:cNvSpPr/>
          <p:nvPr/>
        </p:nvSpPr>
        <p:spPr>
          <a:xfrm>
            <a:off x="6559830" y="1389815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C2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0B40F93-C776-E277-A57C-3A8C01D34F42}"/>
              </a:ext>
            </a:extLst>
          </p:cNvPr>
          <p:cNvSpPr/>
          <p:nvPr/>
        </p:nvSpPr>
        <p:spPr>
          <a:xfrm>
            <a:off x="6559830" y="2564285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C3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CE10705-6BF8-57CC-0759-E827743E9BC5}"/>
              </a:ext>
            </a:extLst>
          </p:cNvPr>
          <p:cNvSpPr/>
          <p:nvPr/>
        </p:nvSpPr>
        <p:spPr>
          <a:xfrm>
            <a:off x="6559829" y="3765664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C4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9D993AC-9498-8887-0D29-658DABCBFA3B}"/>
              </a:ext>
            </a:extLst>
          </p:cNvPr>
          <p:cNvSpPr/>
          <p:nvPr/>
        </p:nvSpPr>
        <p:spPr>
          <a:xfrm>
            <a:off x="6559829" y="4956698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ZGJIDHJA C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00D5D04-91EB-4EA1-8ABF-BBB93CB747AE}"/>
              </a:ext>
            </a:extLst>
          </p:cNvPr>
          <p:cNvSpPr/>
          <p:nvPr/>
        </p:nvSpPr>
        <p:spPr>
          <a:xfrm>
            <a:off x="3829875" y="186888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B1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C01C1B3-958C-5878-7AF0-368BB3931B1F}"/>
              </a:ext>
            </a:extLst>
          </p:cNvPr>
          <p:cNvSpPr/>
          <p:nvPr/>
        </p:nvSpPr>
        <p:spPr>
          <a:xfrm>
            <a:off x="3829875" y="1381533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B2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0DA3948-ABA9-606B-3A80-82FA0AB29E40}"/>
              </a:ext>
            </a:extLst>
          </p:cNvPr>
          <p:cNvSpPr/>
          <p:nvPr/>
        </p:nvSpPr>
        <p:spPr>
          <a:xfrm>
            <a:off x="3814602" y="2580850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B3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B6A5EF3-AB29-46FE-8D3D-AEE130A17AA1}"/>
              </a:ext>
            </a:extLst>
          </p:cNvPr>
          <p:cNvSpPr/>
          <p:nvPr/>
        </p:nvSpPr>
        <p:spPr>
          <a:xfrm>
            <a:off x="3829875" y="3763602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B4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5540124-0989-80AA-C69B-A7BC84A8EDEF}"/>
              </a:ext>
            </a:extLst>
          </p:cNvPr>
          <p:cNvSpPr/>
          <p:nvPr/>
        </p:nvSpPr>
        <p:spPr>
          <a:xfrm>
            <a:off x="3829871" y="4893049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ZGJIDHJA B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49850E8-12DA-ABA6-2299-E53E4DEA8B84}"/>
              </a:ext>
            </a:extLst>
          </p:cNvPr>
          <p:cNvSpPr/>
          <p:nvPr/>
        </p:nvSpPr>
        <p:spPr>
          <a:xfrm>
            <a:off x="9074418" y="198781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D1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228E5F1-1BD7-EE99-88D1-67A1A44D4AE0}"/>
              </a:ext>
            </a:extLst>
          </p:cNvPr>
          <p:cNvSpPr/>
          <p:nvPr/>
        </p:nvSpPr>
        <p:spPr>
          <a:xfrm>
            <a:off x="9074414" y="1373251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D2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0E0BEE7-A07B-7697-74F4-A82469DC59BC}"/>
              </a:ext>
            </a:extLst>
          </p:cNvPr>
          <p:cNvSpPr/>
          <p:nvPr/>
        </p:nvSpPr>
        <p:spPr>
          <a:xfrm>
            <a:off x="9074417" y="2580850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D3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D6854D3-3FE4-E841-AC5D-F60F02073C78}"/>
              </a:ext>
            </a:extLst>
          </p:cNvPr>
          <p:cNvSpPr/>
          <p:nvPr/>
        </p:nvSpPr>
        <p:spPr>
          <a:xfrm>
            <a:off x="9074415" y="3747037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D4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74AB463-7B45-2C23-9417-8D1CFADD679A}"/>
              </a:ext>
            </a:extLst>
          </p:cNvPr>
          <p:cNvSpPr/>
          <p:nvPr/>
        </p:nvSpPr>
        <p:spPr>
          <a:xfrm>
            <a:off x="9074416" y="4933050"/>
            <a:ext cx="2054087" cy="10204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ZGJIDHJA D</a:t>
            </a:r>
          </a:p>
        </p:txBody>
      </p:sp>
    </p:spTree>
    <p:extLst>
      <p:ext uri="{BB962C8B-B14F-4D97-AF65-F5344CB8AC3E}">
        <p14:creationId xmlns:p14="http://schemas.microsoft.com/office/powerpoint/2010/main" val="44392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</p:childTnLst>
        </p:cTn>
      </p:par>
    </p:tnLst>
    <p:bldLst>
      <p:bldP spid="69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74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GOLD Mobile</dc:creator>
  <cp:lastModifiedBy>naser guri</cp:lastModifiedBy>
  <cp:revision>7</cp:revision>
  <dcterms:created xsi:type="dcterms:W3CDTF">2022-05-15T19:27:53Z</dcterms:created>
  <dcterms:modified xsi:type="dcterms:W3CDTF">2022-05-16T23:11:21Z</dcterms:modified>
</cp:coreProperties>
</file>