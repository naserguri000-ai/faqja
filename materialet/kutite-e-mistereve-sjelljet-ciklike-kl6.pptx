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64" r:id="rId18"/>
    <p:sldId id="265" r:id="rId19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4AB5"/>
    <a:srgbClr val="733A9F"/>
    <a:srgbClr val="864BB2"/>
    <a:srgbClr val="7638A4"/>
    <a:srgbClr val="BB1438"/>
    <a:srgbClr val="FFC002"/>
    <a:srgbClr val="DE0031"/>
    <a:srgbClr val="1190AF"/>
    <a:srgbClr val="12ACD1"/>
    <a:srgbClr val="B5D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EA7C7-58A7-C045-BDBF-AB2E0BF04C60}" v="194" dt="2023-05-28T09:08:35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05"/>
  </p:normalViewPr>
  <p:slideViewPr>
    <p:cSldViewPr snapToGrid="0" showGuides="1">
      <p:cViewPr varScale="1">
        <p:scale>
          <a:sx n="68" d="100"/>
          <a:sy n="68" d="100"/>
        </p:scale>
        <p:origin x="79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1D270-F28F-4A45-BE3E-A8A6AC150700}" type="datetimeFigureOut">
              <a:rPr lang="sq-XK" smtClean="0"/>
              <a:t>20.2.2024</a:t>
            </a:fld>
            <a:endParaRPr lang="sq-X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q-X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604B14-2E6D-4D41-A0F3-D028E671689B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1310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q-X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04B14-2E6D-4D41-A0F3-D028E671689B}" type="slidenum">
              <a:rPr lang="sq-XK" smtClean="0"/>
              <a:t>3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504873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1CD2-7BF1-1F58-2B03-613EA8EEB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A49D4-FFD3-FF14-531B-1E0E0AEE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40D38-B285-5D67-B0DD-2CF7AB644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q-X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C62C9-811C-1161-F733-587F8017D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04B14-2E6D-4D41-A0F3-D028E671689B}" type="slidenum">
              <a:rPr lang="sq-XK" smtClean="0"/>
              <a:t>11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685971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E351-B79C-AF53-2388-46D348846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873B7-2C0B-9034-E795-FF0137054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486AC-05D2-3E08-BA2C-42BB4DC5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6F5D-8A64-0CE4-2F6E-5CDA20D0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1C19F-283F-3A99-4590-F52B1B6B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592113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96386-4B33-BB05-9F39-27ED6CB28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D1E86-06F1-9218-C5E5-0E8CF0F4E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FC002-F7EF-ABF1-8614-76EA2254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EA8CC-3899-276A-32BF-B8172959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87F22-8B9F-FB40-0020-F75504A7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32035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064C8-E693-0BFA-6468-7D39E87C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339A1-4AA3-F2B3-6F22-B5DED393D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E38BB-452A-6B84-148B-D56CF913F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DD74-87E1-71B6-2AF4-D2834E4C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17FF0-B314-5804-1CEA-7D14C706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526258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6BE5-DCE4-2A8B-5D1D-06A7C6B0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607A4-48BD-088C-8785-246FD2A96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4D19F-E732-FA6C-F7D1-0B88AD862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DF17A-8CF1-0128-133E-02060AC38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22CA0-AEE8-84F2-76CB-F72685BA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89B83-474A-D616-44B5-B7E6F416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66335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D37A7-34FC-54F9-3BEB-168C34784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EEBD3-67AF-4D91-A326-262D6D5D4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4B818-1EDE-2683-84BD-CBC74615F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88961-9C99-E5DE-D745-FEDED60A7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C00A45-BDCD-BD31-F4C6-761E188DE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05BD2-6F47-2D51-CE95-75EE89AE7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1C884-3FF7-368E-6E8B-62F2DBB6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DCBA9-5541-5CD8-B569-C2E7C169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02740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D9C10-2898-FE94-2D67-DA2534D80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3673B-D8CF-E025-A794-5AACFB30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4759D-FEE3-0441-881C-E801E428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4C2FF-3BA3-528C-792C-64DC711DF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2527284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0CF9AB-4CBA-88D3-2BC0-103DE6165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0DF494-7F0F-B0A8-0A92-856C3796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D92E9-5A97-3A89-C2B4-3604EF1B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95323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1483-642D-1626-798E-3FD5B6E7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866DF-4675-D92B-9691-72B26E356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A9092-CBC8-41E6-D730-8957A408C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56657-5BD2-D7D4-EC67-9661C743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420BD-D448-639C-BC5E-BB35C89AF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DAF67-9F2D-C2A7-8B81-CDE3DA33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904673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3939-C2F8-62D8-A3EF-E5F94A34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2336E-8513-0B36-F96A-717C871F7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4E80F-01F6-AC8B-4E2B-2EAA6BC12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AD2C3-7847-ACCB-3D96-E8863F952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A32CC-EE5F-2A40-0861-1535935D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FF4B9-B165-4BED-8411-6BF861E3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883106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75B44-00AE-71F0-EFFD-22B572A4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7541E-2ED6-D9FA-A743-951454323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F067A-9255-8FCF-7D11-C1D28C53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6425E-626F-7C73-9BF1-273A8BDE5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8563B-36F1-E766-4C4B-CA254650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63353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BDB2F6-4464-75B6-DF27-52E8A8BD7C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A58904-DACD-8A31-AC1F-EC5B31EBB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55550-A642-D61F-3A84-E6445014E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1C720-E6E7-11A2-E872-449E4959E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7AE2A-A190-0566-2314-485113057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99697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57000">
              <a:schemeClr val="accent4">
                <a:lumMod val="45000"/>
                <a:lumOff val="55000"/>
              </a:schemeClr>
            </a:gs>
            <a:gs pos="65000">
              <a:schemeClr val="accent4">
                <a:lumMod val="97000"/>
                <a:lumOff val="3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B8AB3-64DA-9C86-F90C-08D42BAF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F942B-4BD0-D29A-45AF-BF3F1005D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2ED94-0F21-315D-39A9-9276938CC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47F35-21DD-164B-9EC9-B0CB2C157225}" type="datetimeFigureOut">
              <a:rPr lang="en-TH" smtClean="0"/>
              <a:t>02/20/2024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C30BF-3504-10CC-F6B9-76719109C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B653-5E67-474A-BEF0-49B74C5E1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236FA-A4E4-CA4B-857D-11D34193F14A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433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6" Type="http://schemas.openxmlformats.org/officeDocument/2006/relationships/slide" Target="slide4.xml"/><Relationship Id="rId11" Type="http://schemas.openxmlformats.org/officeDocument/2006/relationships/slide" Target="slide13.xml"/><Relationship Id="rId5" Type="http://schemas.openxmlformats.org/officeDocument/2006/relationships/image" Target="../media/image2.emf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slide" Target="slide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7.xml"/><Relationship Id="rId4" Type="http://schemas.openxmlformats.org/officeDocument/2006/relationships/slide" Target="slide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slide" Target="slide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8.xml"/><Relationship Id="rId11" Type="http://schemas.openxmlformats.org/officeDocument/2006/relationships/slide" Target="slide13.xml"/><Relationship Id="rId5" Type="http://schemas.openxmlformats.org/officeDocument/2006/relationships/image" Target="../media/image2.emf"/><Relationship Id="rId10" Type="http://schemas.openxmlformats.org/officeDocument/2006/relationships/slide" Target="slide9.xml"/><Relationship Id="rId4" Type="http://schemas.openxmlformats.org/officeDocument/2006/relationships/slide" Target="slide7.xml"/><Relationship Id="rId9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slide" Target="slide17.xml"/><Relationship Id="rId4" Type="http://schemas.openxmlformats.org/officeDocument/2006/relationships/slide" Target="slide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slide" Target="slide17.xml"/><Relationship Id="rId4" Type="http://schemas.openxmlformats.org/officeDocument/2006/relationships/slide" Target="slide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slide" Target="slide10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2.xml"/><Relationship Id="rId11" Type="http://schemas.openxmlformats.org/officeDocument/2006/relationships/slide" Target="slide13.xml"/><Relationship Id="rId5" Type="http://schemas.openxmlformats.org/officeDocument/2006/relationships/image" Target="../media/image2.emf"/><Relationship Id="rId10" Type="http://schemas.openxmlformats.org/officeDocument/2006/relationships/slide" Target="slide9.xml"/><Relationship Id="rId4" Type="http://schemas.openxmlformats.org/officeDocument/2006/relationships/slide" Target="slide11.xml"/><Relationship Id="rId9" Type="http://schemas.openxmlformats.org/officeDocument/2006/relationships/slide" Target="slid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7.xml"/><Relationship Id="rId4" Type="http://schemas.openxmlformats.org/officeDocument/2006/relationships/slide" Target="slide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5" Type="http://schemas.openxmlformats.org/officeDocument/2006/relationships/slide" Target="slide9.xml"/><Relationship Id="rId4" Type="http://schemas.openxmlformats.org/officeDocument/2006/relationships/slide" Target="slide1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slide" Target="slide14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6.xml"/><Relationship Id="rId11" Type="http://schemas.openxmlformats.org/officeDocument/2006/relationships/slide" Target="slide13.xml"/><Relationship Id="rId5" Type="http://schemas.openxmlformats.org/officeDocument/2006/relationships/image" Target="../media/image2.emf"/><Relationship Id="rId10" Type="http://schemas.openxmlformats.org/officeDocument/2006/relationships/slide" Target="slide9.xml"/><Relationship Id="rId4" Type="http://schemas.openxmlformats.org/officeDocument/2006/relationships/slide" Target="slide15.xml"/><Relationship Id="rId9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slide" Target="slide17.xml"/><Relationship Id="rId4" Type="http://schemas.openxmlformats.org/officeDocument/2006/relationships/slide" Target="slide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slide" Target="slid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slide" Target="slide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3.xml"/><Relationship Id="rId4" Type="http://schemas.openxmlformats.org/officeDocument/2006/relationships/slide" Target="slid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.xml"/><Relationship Id="rId1" Type="http://schemas.openxmlformats.org/officeDocument/2006/relationships/slideLayout" Target="../slideLayouts/slideLayout6.xml"/><Relationship Id="rId5" Type="http://schemas.openxmlformats.org/officeDocument/2006/relationships/slide" Target="slide13.xml"/><Relationship Id="rId4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D3BFB25-FB5F-64A4-40FC-6F433FFD2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8" y="507780"/>
            <a:ext cx="11408897" cy="2235419"/>
          </a:xfrm>
        </p:spPr>
        <p:txBody>
          <a:bodyPr>
            <a:noAutofit/>
          </a:bodyPr>
          <a:lstStyle/>
          <a:p>
            <a:pPr algn="ctr"/>
            <a:r>
              <a:rPr lang="sq-AL" sz="6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Zgjedh «kutinë e mistereve» Pjesa 1</a:t>
            </a:r>
            <a:endParaRPr lang="en-TH" sz="6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82D5E7AA-A27A-1018-9909-B8ED0D0E1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8" y="2902865"/>
            <a:ext cx="3100568" cy="325428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7F77339E-56B9-8812-4061-151FA4641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585" y="2902864"/>
            <a:ext cx="3100568" cy="3254279"/>
          </a:xfrm>
          <a:prstGeom prst="rect">
            <a:avLst/>
          </a:prstGeom>
        </p:spPr>
      </p:pic>
      <p:pic>
        <p:nvPicPr>
          <p:cNvPr id="8" name="Picture 7">
            <a:hlinkClick r:id="rId6" action="ppaction://hlinksldjump"/>
            <a:extLst>
              <a:ext uri="{FF2B5EF4-FFF2-40B4-BE49-F238E27FC236}">
                <a16:creationId xmlns:a16="http://schemas.microsoft.com/office/drawing/2014/main" id="{B29428CE-77B5-9259-C161-A718D435B2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931" y="2902865"/>
            <a:ext cx="3100569" cy="32542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D79A2A1-2867-2CF4-D2B1-E19D5E779741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2" name="Action Button: Blank 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CCF80334-5C7C-FB18-B125-A1F2B4B474AF}"/>
              </a:ext>
            </a:extLst>
          </p:cNvPr>
          <p:cNvSpPr/>
          <p:nvPr/>
        </p:nvSpPr>
        <p:spPr>
          <a:xfrm>
            <a:off x="5172258" y="628156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1</a:t>
            </a:r>
            <a:endParaRPr lang="sq-XK" sz="3200" b="1" dirty="0"/>
          </a:p>
        </p:txBody>
      </p:sp>
      <p:sp>
        <p:nvSpPr>
          <p:cNvPr id="3" name="Action Button: Blank 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B43BD86A-40FE-C93D-2A4B-B421B73D0405}"/>
              </a:ext>
            </a:extLst>
          </p:cNvPr>
          <p:cNvSpPr/>
          <p:nvPr/>
        </p:nvSpPr>
        <p:spPr>
          <a:xfrm>
            <a:off x="6398516" y="6308431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997EF78F-DDDF-F4C9-4B28-627B42F98E7B}"/>
              </a:ext>
            </a:extLst>
          </p:cNvPr>
          <p:cNvSpPr/>
          <p:nvPr/>
        </p:nvSpPr>
        <p:spPr>
          <a:xfrm>
            <a:off x="7624774" y="6316808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ction Button: Blank 14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43B859E3-D527-6200-16B4-3E502AC857D3}"/>
              </a:ext>
            </a:extLst>
          </p:cNvPr>
          <p:cNvSpPr/>
          <p:nvPr/>
        </p:nvSpPr>
        <p:spPr>
          <a:xfrm>
            <a:off x="8851033" y="6332557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ECAE63-786A-1EED-CA1C-26434BDCA81A}"/>
              </a:ext>
            </a:extLst>
          </p:cNvPr>
          <p:cNvSpPr/>
          <p:nvPr/>
        </p:nvSpPr>
        <p:spPr>
          <a:xfrm>
            <a:off x="2252619" y="5900467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Kalo në pjesën 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ction Button: Blank 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B8B38F5A-527A-833D-8AD1-1FCE89B35756}"/>
              </a:ext>
            </a:extLst>
          </p:cNvPr>
          <p:cNvSpPr/>
          <p:nvPr/>
        </p:nvSpPr>
        <p:spPr>
          <a:xfrm>
            <a:off x="235166" y="6221228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Përfundimi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0182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DF2CCA-972A-C500-729C-8029CF52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76734"/>
            <a:ext cx="4815938" cy="45045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F6FDFE0-09F4-3BF8-FB38-C41D4DBF4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389731"/>
            <a:ext cx="11844997" cy="1082443"/>
          </a:xfrm>
        </p:spPr>
        <p:txBody>
          <a:bodyPr>
            <a:normAutofit/>
          </a:bodyPr>
          <a:lstStyle/>
          <a:p>
            <a:r>
              <a:rPr lang="sq-AL" sz="4000" b="1" dirty="0">
                <a:solidFill>
                  <a:srgbClr val="ED00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Ndërrimi ditë natë ndryshe quhet ............</a:t>
            </a:r>
            <a:endParaRPr lang="en-TH" sz="4000" b="1" dirty="0">
              <a:solidFill>
                <a:srgbClr val="ED003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4882EB6-F32D-6B88-1F8E-661E258D8B70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  <p:sp>
        <p:nvSpPr>
          <p:cNvPr id="8" name="Action Button: Blank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075BCCB-FE6D-C43A-4003-4800E705DEF8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Fotoperiodizëm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801E8CD-34FB-732D-F488-D23F5E648E3E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Diapauzë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F4EA46A-B499-E32D-2D5C-12D0DB57216D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Dinamikë</a:t>
            </a:r>
          </a:p>
        </p:txBody>
      </p:sp>
    </p:spTree>
    <p:extLst>
      <p:ext uri="{BB962C8B-B14F-4D97-AF65-F5344CB8AC3E}">
        <p14:creationId xmlns:p14="http://schemas.microsoft.com/office/powerpoint/2010/main" val="2772771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94E5F1-CB08-9D69-02D6-F6D3A6D74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38" y="1665190"/>
            <a:ext cx="4815938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05FD492-FA3D-B963-E120-87535E384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37" y="176920"/>
            <a:ext cx="7934179" cy="1736701"/>
          </a:xfrm>
        </p:spPr>
        <p:txBody>
          <a:bodyPr>
            <a:normAutofit/>
          </a:bodyPr>
          <a:lstStyle/>
          <a:p>
            <a:r>
              <a:rPr lang="sq-AL" sz="3200" b="1" dirty="0">
                <a:solidFill>
                  <a:srgbClr val="0FA6C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Sjelljet që ndodhin për shkak të lëvizjes së tokës ditë-natë dhe ndryshimeve përgjat stinëve i quajmë:</a:t>
            </a:r>
            <a:endParaRPr lang="en-TH" sz="3200" b="1" dirty="0">
              <a:solidFill>
                <a:srgbClr val="0FA6C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AC04665-703C-B40C-D2F7-0D6915EAA3D9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93C67F4-DEA4-DEA7-84E8-CAAB1CBBA7B2}"/>
              </a:ext>
            </a:extLst>
          </p:cNvPr>
          <p:cNvSpPr/>
          <p:nvPr/>
        </p:nvSpPr>
        <p:spPr>
          <a:xfrm>
            <a:off x="5394275" y="2164903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Sjellje të mësuara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64AED5B-3171-4A59-78CE-C79291AEE9ED}"/>
              </a:ext>
            </a:extLst>
          </p:cNvPr>
          <p:cNvSpPr/>
          <p:nvPr/>
        </p:nvSpPr>
        <p:spPr>
          <a:xfrm>
            <a:off x="5394275" y="3277667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Sjellje ciklike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1528B22-C187-EA90-A0E0-5088DD50E17C}"/>
              </a:ext>
            </a:extLst>
          </p:cNvPr>
          <p:cNvSpPr/>
          <p:nvPr/>
        </p:nvSpPr>
        <p:spPr>
          <a:xfrm>
            <a:off x="5394276" y="4390774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Sjellje normale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424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9FF60C-4A0C-66C9-A1C0-D0840ECE9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6" y="1485548"/>
            <a:ext cx="4508012" cy="420295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22AA1ED-6641-75D8-3DE4-D047B4448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277" y="106232"/>
            <a:ext cx="5257799" cy="1325563"/>
          </a:xfrm>
          <a:ln>
            <a:solidFill>
              <a:srgbClr val="5CA911"/>
            </a:solidFill>
          </a:ln>
        </p:spPr>
        <p:txBody>
          <a:bodyPr/>
          <a:lstStyle/>
          <a:p>
            <a:r>
              <a:rPr lang="sq-AL" dirty="0">
                <a:solidFill>
                  <a:srgbClr val="57A2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Sjelljet ciklike janë sjellje të ...........</a:t>
            </a:r>
            <a:endParaRPr lang="en-TH" dirty="0">
              <a:solidFill>
                <a:srgbClr val="57A2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8316666D-8A07-A754-BFA9-9081430F08AC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  <p:sp>
        <p:nvSpPr>
          <p:cNvPr id="6" name="Action Button: Blank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FF810EB-0F59-A15F-6EF9-E6E199E8A05A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lindura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11FAD0B-4CE3-D9AE-5459-3EFC4A1A2529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fituara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BAEEAA7-AAAE-B9BE-6E12-5283E748338C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komplekse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60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92D05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12510-9389-3520-8E3E-7FB2617E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99FFE5E1-A2AD-93C5-9AED-E6B328ECA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8" y="2902865"/>
            <a:ext cx="3100568" cy="325428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E620649E-7CE1-BBD5-52C4-7BE8209A87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585" y="2902864"/>
            <a:ext cx="3100568" cy="3254279"/>
          </a:xfrm>
          <a:prstGeom prst="rect">
            <a:avLst/>
          </a:prstGeom>
        </p:spPr>
      </p:pic>
      <p:pic>
        <p:nvPicPr>
          <p:cNvPr id="8" name="Picture 7">
            <a:hlinkClick r:id="rId6" action="ppaction://hlinksldjump"/>
            <a:extLst>
              <a:ext uri="{FF2B5EF4-FFF2-40B4-BE49-F238E27FC236}">
                <a16:creationId xmlns:a16="http://schemas.microsoft.com/office/drawing/2014/main" id="{DC1A0778-D924-3E46-62A8-A09A4AC76E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931" y="2902865"/>
            <a:ext cx="3100569" cy="32542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CA2C0A-651F-4702-1291-EEE987DB69FD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23ABD26B-12CF-1FD8-AB50-51A42CD0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8" y="507780"/>
            <a:ext cx="11408897" cy="2235419"/>
          </a:xfrm>
        </p:spPr>
        <p:txBody>
          <a:bodyPr>
            <a:normAutofit fontScale="90000"/>
          </a:bodyPr>
          <a:lstStyle/>
          <a:p>
            <a:pPr algn="ctr"/>
            <a:r>
              <a:rPr lang="sq-AL" sz="8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Zgjedh kutinë e mistereve Pjesa 2</a:t>
            </a:r>
            <a:endParaRPr lang="en-TH" sz="8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ction Button: Blank 10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FC69A4F9-9836-B724-7C01-50B899CBDD68}"/>
              </a:ext>
            </a:extLst>
          </p:cNvPr>
          <p:cNvSpPr/>
          <p:nvPr/>
        </p:nvSpPr>
        <p:spPr>
          <a:xfrm>
            <a:off x="5172258" y="628156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1</a:t>
            </a:r>
            <a:endParaRPr lang="sq-XK" sz="3200" b="1" dirty="0"/>
          </a:p>
        </p:txBody>
      </p:sp>
      <p:sp>
        <p:nvSpPr>
          <p:cNvPr id="13" name="Action Button: Blank 1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DB8F1D1A-1D08-CEBD-A06E-F7B564C94A4B}"/>
              </a:ext>
            </a:extLst>
          </p:cNvPr>
          <p:cNvSpPr/>
          <p:nvPr/>
        </p:nvSpPr>
        <p:spPr>
          <a:xfrm>
            <a:off x="6398516" y="6308431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A94B27C8-FF6D-A18F-F32B-61992C1E0251}"/>
              </a:ext>
            </a:extLst>
          </p:cNvPr>
          <p:cNvSpPr/>
          <p:nvPr/>
        </p:nvSpPr>
        <p:spPr>
          <a:xfrm>
            <a:off x="7624774" y="6316808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ction Button: Blank 14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0DEECB32-06A4-0875-B93F-BB5F7C5A1182}"/>
              </a:ext>
            </a:extLst>
          </p:cNvPr>
          <p:cNvSpPr/>
          <p:nvPr/>
        </p:nvSpPr>
        <p:spPr>
          <a:xfrm>
            <a:off x="8851033" y="6332557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E180E60-235B-2BFD-ADE5-147BD9A12E78}"/>
              </a:ext>
            </a:extLst>
          </p:cNvPr>
          <p:cNvSpPr/>
          <p:nvPr/>
        </p:nvSpPr>
        <p:spPr>
          <a:xfrm>
            <a:off x="2252619" y="5900467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Kalo në pjesën 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ction Button: Blank 1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4411CC95-FB04-21CD-3AEE-8CA1C5CB3AE4}"/>
              </a:ext>
            </a:extLst>
          </p:cNvPr>
          <p:cNvSpPr/>
          <p:nvPr/>
        </p:nvSpPr>
        <p:spPr>
          <a:xfrm>
            <a:off x="235166" y="6221228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Përfundimi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146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92D05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AE710-A480-B205-3C10-BFDB93D1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9147B-1DD8-85A8-C929-EBB9F971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76734"/>
            <a:ext cx="4815938" cy="45045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1A169CF-BFC5-1DFB-81FD-4A33E05F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038" y="18255"/>
            <a:ext cx="6029862" cy="1325563"/>
          </a:xfrm>
        </p:spPr>
        <p:txBody>
          <a:bodyPr>
            <a:noAutofit/>
          </a:bodyPr>
          <a:lstStyle/>
          <a:p>
            <a:r>
              <a:rPr lang="sq-AL" sz="3600" b="1" dirty="0">
                <a:solidFill>
                  <a:srgbClr val="DE00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Përshtatjen e shtazëve ndaj kushteve të pavolitshme të mjedisit jetësor e quajmë:</a:t>
            </a:r>
            <a:endParaRPr lang="en-TH" sz="3600" b="1" dirty="0">
              <a:solidFill>
                <a:srgbClr val="DE00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rId3" action="ppaction://hlinksldjump"/>
            <a:extLst>
              <a:ext uri="{FF2B5EF4-FFF2-40B4-BE49-F238E27FC236}">
                <a16:creationId xmlns:a16="http://schemas.microsoft.com/office/drawing/2014/main" id="{559BFFBA-6618-FD55-F925-7D7BE1E470BD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  <p:sp>
        <p:nvSpPr>
          <p:cNvPr id="2" name="Action Button: Blank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CF80F872-C038-A152-2A6D-BDEF786C37C5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Fotoperiudhë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ACF6689-50C4-656E-B9FD-49740E9CBBF7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D0F0E2A-64FC-1414-5106-28422F281A6E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Diapauzë</a:t>
            </a:r>
          </a:p>
        </p:txBody>
      </p:sp>
    </p:spTree>
    <p:extLst>
      <p:ext uri="{BB962C8B-B14F-4D97-AF65-F5344CB8AC3E}">
        <p14:creationId xmlns:p14="http://schemas.microsoft.com/office/powerpoint/2010/main" val="31864344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92D05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9AD7C-20F5-3867-0A1B-A83FB11D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8F9C06-D05F-1FF2-9729-FD4A73908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69493"/>
            <a:ext cx="4815938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39922D8-5B17-8CDB-E437-BABD44D7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092" y="106232"/>
            <a:ext cx="10578905" cy="1325563"/>
          </a:xfrm>
        </p:spPr>
        <p:txBody>
          <a:bodyPr>
            <a:normAutofit fontScale="90000"/>
          </a:bodyPr>
          <a:lstStyle/>
          <a:p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Lëvizja e shtazëve nga një vend në tjetrin për kushte më të përshtatshme për jetë quhet:</a:t>
            </a:r>
            <a:endParaRPr lang="en-TH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rId3" action="ppaction://hlinksldjump"/>
            <a:extLst>
              <a:ext uri="{FF2B5EF4-FFF2-40B4-BE49-F238E27FC236}">
                <a16:creationId xmlns:a16="http://schemas.microsoft.com/office/drawing/2014/main" id="{54F1142D-BC99-FB25-8D81-300BE2AE7AC2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  <p:sp>
        <p:nvSpPr>
          <p:cNvPr id="3" name="Action Button: Blank 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9AD7F44-3DF8-5C42-037F-F3BB3AA8903F}"/>
              </a:ext>
            </a:extLst>
          </p:cNvPr>
          <p:cNvSpPr/>
          <p:nvPr/>
        </p:nvSpPr>
        <p:spPr>
          <a:xfrm>
            <a:off x="5394275" y="2164903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Sjellje e fituar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49ECCC2-C420-6AB6-1092-C0CBCF40687C}"/>
              </a:ext>
            </a:extLst>
          </p:cNvPr>
          <p:cNvSpPr/>
          <p:nvPr/>
        </p:nvSpPr>
        <p:spPr>
          <a:xfrm>
            <a:off x="5394275" y="3277667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Migrim apo dyndje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4C69970-2B6D-9487-70B1-4B65D78EFC16}"/>
              </a:ext>
            </a:extLst>
          </p:cNvPr>
          <p:cNvSpPr/>
          <p:nvPr/>
        </p:nvSpPr>
        <p:spPr>
          <a:xfrm>
            <a:off x="5394276" y="4390774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Vardisje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711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92D05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26D25-63B6-55D8-40E4-157F5C23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B7682C-3933-AEAC-E3E7-400276E4F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98" y="1176734"/>
            <a:ext cx="4839240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35CE48C-5956-09E8-48EB-5F5040AD2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365125"/>
            <a:ext cx="8061960" cy="1325563"/>
          </a:xfrm>
        </p:spPr>
        <p:txBody>
          <a:bodyPr>
            <a:noAutofit/>
          </a:bodyPr>
          <a:lstStyle/>
          <a:p>
            <a:r>
              <a:rPr lang="sq-AL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Ngjala është peshk me gjatësi prej ............. Te femra</a:t>
            </a:r>
            <a:endParaRPr lang="en-TH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rId3" action="ppaction://hlinksldjump"/>
            <a:extLst>
              <a:ext uri="{FF2B5EF4-FFF2-40B4-BE49-F238E27FC236}">
                <a16:creationId xmlns:a16="http://schemas.microsoft.com/office/drawing/2014/main" id="{98AA6A6C-601A-76AF-8E55-5507EA117D33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  <p:sp>
        <p:nvSpPr>
          <p:cNvPr id="2" name="Action Button: Blank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1D702E4-3720-0234-5AD2-E104BD2DF34A}"/>
              </a:ext>
            </a:extLst>
          </p:cNvPr>
          <p:cNvSpPr/>
          <p:nvPr/>
        </p:nvSpPr>
        <p:spPr>
          <a:xfrm>
            <a:off x="5323937" y="2207106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 cm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0B9E27F-6834-51DB-F981-7BE9F7D9E260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 cm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65CCB50-05C4-5A28-23E7-8AA680ED6B5C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350 cm</a:t>
            </a:r>
          </a:p>
        </p:txBody>
      </p:sp>
    </p:spTree>
    <p:extLst>
      <p:ext uri="{BB962C8B-B14F-4D97-AF65-F5344CB8AC3E}">
        <p14:creationId xmlns:p14="http://schemas.microsoft.com/office/powerpoint/2010/main" val="6232496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E0031"/>
            </a:gs>
            <a:gs pos="57000">
              <a:schemeClr val="accent4">
                <a:lumMod val="45000"/>
                <a:lumOff val="55000"/>
              </a:schemeClr>
            </a:gs>
            <a:gs pos="60000">
              <a:srgbClr val="FFC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6C8F9-8925-CC42-3B02-EAA04581B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CFAF44-C290-2372-C5A8-D49E75EC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8" y="507780"/>
            <a:ext cx="11408897" cy="2235419"/>
          </a:xfrm>
        </p:spPr>
        <p:txBody>
          <a:bodyPr>
            <a:noAutofit/>
          </a:bodyPr>
          <a:lstStyle/>
          <a:p>
            <a:pPr algn="ctr"/>
            <a:r>
              <a:rPr lang="sq-AL" sz="6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Zgjedh «kutinë e mistereve» Pjesa 3</a:t>
            </a:r>
            <a:endParaRPr lang="en-TH" sz="6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6635E814-2B37-8267-3944-C2D88BF17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8" y="2902865"/>
            <a:ext cx="3100568" cy="325428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FD524D35-B563-AFBF-3EC0-1E623DAE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585" y="2902864"/>
            <a:ext cx="3100568" cy="3254279"/>
          </a:xfrm>
          <a:prstGeom prst="rect">
            <a:avLst/>
          </a:prstGeom>
        </p:spPr>
      </p:pic>
      <p:pic>
        <p:nvPicPr>
          <p:cNvPr id="8" name="Picture 7">
            <a:hlinkClick r:id="rId6" action="ppaction://hlinksldjump"/>
            <a:extLst>
              <a:ext uri="{FF2B5EF4-FFF2-40B4-BE49-F238E27FC236}">
                <a16:creationId xmlns:a16="http://schemas.microsoft.com/office/drawing/2014/main" id="{24AA1FAA-4693-B217-994B-264F3E0948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931" y="2902865"/>
            <a:ext cx="3100569" cy="32542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B012AA-D3AA-2A54-5935-E8A8B5111FFC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2" name="Action Button: Blank 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5C616961-6F9A-1256-DC4C-6E9077C97CDC}"/>
              </a:ext>
            </a:extLst>
          </p:cNvPr>
          <p:cNvSpPr/>
          <p:nvPr/>
        </p:nvSpPr>
        <p:spPr>
          <a:xfrm>
            <a:off x="5172258" y="628156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1</a:t>
            </a:r>
            <a:endParaRPr lang="sq-XK" sz="3200" b="1" dirty="0"/>
          </a:p>
        </p:txBody>
      </p:sp>
      <p:sp>
        <p:nvSpPr>
          <p:cNvPr id="3" name="Action Button: Blank 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EBF3F3BE-E430-25D8-9811-44BFCDBD9545}"/>
              </a:ext>
            </a:extLst>
          </p:cNvPr>
          <p:cNvSpPr/>
          <p:nvPr/>
        </p:nvSpPr>
        <p:spPr>
          <a:xfrm>
            <a:off x="6398516" y="6308431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8935E678-0AD0-3C52-8338-5374CA21CBA5}"/>
              </a:ext>
            </a:extLst>
          </p:cNvPr>
          <p:cNvSpPr/>
          <p:nvPr/>
        </p:nvSpPr>
        <p:spPr>
          <a:xfrm>
            <a:off x="7624774" y="6316808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ction Button: Blank 14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199E4E8B-7C8E-7C72-1BFD-385CB856B0A1}"/>
              </a:ext>
            </a:extLst>
          </p:cNvPr>
          <p:cNvSpPr/>
          <p:nvPr/>
        </p:nvSpPr>
        <p:spPr>
          <a:xfrm>
            <a:off x="8851033" y="6332557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EFF0614-5479-E83D-BDC9-0CE253BA2FF7}"/>
              </a:ext>
            </a:extLst>
          </p:cNvPr>
          <p:cNvSpPr/>
          <p:nvPr/>
        </p:nvSpPr>
        <p:spPr>
          <a:xfrm>
            <a:off x="2252619" y="5900467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Kalo në pjesën 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ction Button: Blank 4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99263B3B-F4A9-8262-BC1D-DAA4089079C6}"/>
              </a:ext>
            </a:extLst>
          </p:cNvPr>
          <p:cNvSpPr/>
          <p:nvPr/>
        </p:nvSpPr>
        <p:spPr>
          <a:xfrm>
            <a:off x="235166" y="6221228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Përfundimi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482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E0031"/>
            </a:gs>
            <a:gs pos="57000">
              <a:schemeClr val="accent4">
                <a:lumMod val="45000"/>
                <a:lumOff val="55000"/>
              </a:schemeClr>
            </a:gs>
            <a:gs pos="60000">
              <a:srgbClr val="FFC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84CED-6005-8EEF-6A10-F783CD3A5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C3CB5E-2BCF-D130-2728-5F31A2AB4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76734"/>
            <a:ext cx="4815938" cy="45045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486A9E5-3651-8ADC-DE27-37D390A91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48" y="389731"/>
            <a:ext cx="11844997" cy="1082443"/>
          </a:xfrm>
        </p:spPr>
        <p:txBody>
          <a:bodyPr>
            <a:normAutofit fontScale="90000"/>
          </a:bodyPr>
          <a:lstStyle/>
          <a:p>
            <a:r>
              <a:rPr lang="sq-AL" sz="4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zgjat udhëtimi i ngjalës nga lumenjtë e evropës për në detin sargas përafërsisht.</a:t>
            </a:r>
            <a:endParaRPr lang="en-TH" sz="4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rId3" action="ppaction://hlinksldjump"/>
            <a:extLst>
              <a:ext uri="{FF2B5EF4-FFF2-40B4-BE49-F238E27FC236}">
                <a16:creationId xmlns:a16="http://schemas.microsoft.com/office/drawing/2014/main" id="{80985D48-81F7-6AA1-21D1-22E4344A390A}"/>
              </a:ext>
            </a:extLst>
          </p:cNvPr>
          <p:cNvSpPr/>
          <p:nvPr/>
        </p:nvSpPr>
        <p:spPr>
          <a:xfrm>
            <a:off x="399172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96CA702-2507-35E6-B9CC-5589BCBE5C92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vit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982DDDC-75D9-E094-FB20-0F5C2B4EB498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vite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EBF6B18-C941-3321-3766-65B46D46F9E2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vite</a:t>
            </a:r>
          </a:p>
        </p:txBody>
      </p:sp>
    </p:spTree>
    <p:extLst>
      <p:ext uri="{BB962C8B-B14F-4D97-AF65-F5344CB8AC3E}">
        <p14:creationId xmlns:p14="http://schemas.microsoft.com/office/powerpoint/2010/main" val="38616289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E0031"/>
            </a:gs>
            <a:gs pos="57000">
              <a:schemeClr val="accent4">
                <a:lumMod val="45000"/>
                <a:lumOff val="55000"/>
              </a:schemeClr>
            </a:gs>
            <a:gs pos="60000">
              <a:srgbClr val="FFC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EBF3F2-865D-8B3E-7BA8-EEBF12AA5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F79993-71EC-D7A1-9D97-D28453158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38" y="1665190"/>
            <a:ext cx="4815938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975A849-A418-9AF6-74CC-6157480A0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805" y="176920"/>
            <a:ext cx="10128739" cy="1736701"/>
          </a:xfrm>
        </p:spPr>
        <p:txBody>
          <a:bodyPr>
            <a:normAutofit fontScale="90000"/>
          </a:bodyPr>
          <a:lstStyle/>
          <a:p>
            <a:r>
              <a:rPr lang="sq-AL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vite zgjatë rruga e kthimit të larvave të ngjalës nga deti sargas në lumenjtë e evropës?</a:t>
            </a:r>
            <a:endParaRPr lang="en-TH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EFF1BEA-B380-F72A-EDEE-4C452AA752FA}"/>
              </a:ext>
            </a:extLst>
          </p:cNvPr>
          <p:cNvSpPr/>
          <p:nvPr/>
        </p:nvSpPr>
        <p:spPr>
          <a:xfrm>
            <a:off x="5394275" y="2164903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012133F8-DF6F-4018-6776-42F3F651B9D6}"/>
              </a:ext>
            </a:extLst>
          </p:cNvPr>
          <p:cNvSpPr/>
          <p:nvPr/>
        </p:nvSpPr>
        <p:spPr>
          <a:xfrm>
            <a:off x="5394275" y="3277667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51DDD83-1FF2-95FD-6AE9-1CFB63EE5087}"/>
              </a:ext>
            </a:extLst>
          </p:cNvPr>
          <p:cNvSpPr/>
          <p:nvPr/>
        </p:nvSpPr>
        <p:spPr>
          <a:xfrm>
            <a:off x="5405024" y="4433154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U-Turn Arrow 6">
            <a:hlinkClick r:id="rId6" action="ppaction://hlinksldjump"/>
            <a:extLst>
              <a:ext uri="{FF2B5EF4-FFF2-40B4-BE49-F238E27FC236}">
                <a16:creationId xmlns:a16="http://schemas.microsoft.com/office/drawing/2014/main" id="{5EADFD5F-65AD-07BE-5363-4107EEEAEB0A}"/>
              </a:ext>
            </a:extLst>
          </p:cNvPr>
          <p:cNvSpPr/>
          <p:nvPr/>
        </p:nvSpPr>
        <p:spPr>
          <a:xfrm>
            <a:off x="399172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1873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E0031"/>
            </a:gs>
            <a:gs pos="57000">
              <a:schemeClr val="accent4">
                <a:lumMod val="45000"/>
                <a:lumOff val="55000"/>
              </a:schemeClr>
            </a:gs>
            <a:gs pos="60000">
              <a:srgbClr val="FFC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C572F-9F10-0A96-7C2A-C27D4AD0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A912C3-658F-487D-E368-1FE0DF1F4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26" y="1485548"/>
            <a:ext cx="4508012" cy="420295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B5AC70A-5948-6399-A3BC-39DC904D1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785" y="106232"/>
            <a:ext cx="5969291" cy="1325563"/>
          </a:xfrm>
          <a:ln>
            <a:solidFill>
              <a:srgbClr val="5CA911"/>
            </a:solidFill>
          </a:ln>
        </p:spPr>
        <p:txBody>
          <a:bodyPr>
            <a:normAutofit fontScale="90000"/>
          </a:bodyPr>
          <a:lstStyle/>
          <a:p>
            <a:r>
              <a:rPr lang="sq-AL" b="1" dirty="0">
                <a:solidFill>
                  <a:srgbClr val="FFC0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 në sa metra thellësi të detit i lëshon vezët ngjala?</a:t>
            </a:r>
            <a:endParaRPr lang="en-TH" b="1" dirty="0">
              <a:solidFill>
                <a:srgbClr val="FFC00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ction Button: Blank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E7426FE-5011-FF63-E1DF-59B4D23CD4DD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2000m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ction Button: Blank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C7582AC-FD34-8411-1857-25AA7899CBE9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3000m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Blank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3CF16B0-C12A-2844-EF64-A8D5864FE645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4000m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U-Turn Arrow 6">
            <a:hlinkClick r:id="rId5" action="ppaction://hlinksldjump"/>
            <a:extLst>
              <a:ext uri="{FF2B5EF4-FFF2-40B4-BE49-F238E27FC236}">
                <a16:creationId xmlns:a16="http://schemas.microsoft.com/office/drawing/2014/main" id="{897F506F-EEC3-CC13-0C83-18E595CAB21F}"/>
              </a:ext>
            </a:extLst>
          </p:cNvPr>
          <p:cNvSpPr/>
          <p:nvPr/>
        </p:nvSpPr>
        <p:spPr>
          <a:xfrm>
            <a:off x="399172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0688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FF0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7DE0A-A5F7-5C5C-F24A-BC2762A0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E2607693-9886-54D1-2022-F98B04E62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8" y="2902865"/>
            <a:ext cx="3100568" cy="3254280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  <a:extLst>
              <a:ext uri="{FF2B5EF4-FFF2-40B4-BE49-F238E27FC236}">
                <a16:creationId xmlns:a16="http://schemas.microsoft.com/office/drawing/2014/main" id="{2F434A73-7F9C-73CE-E98E-20CA33DC1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585" y="2902864"/>
            <a:ext cx="3100568" cy="3254279"/>
          </a:xfrm>
          <a:prstGeom prst="rect">
            <a:avLst/>
          </a:prstGeom>
        </p:spPr>
      </p:pic>
      <p:pic>
        <p:nvPicPr>
          <p:cNvPr id="8" name="Picture 7">
            <a:hlinkClick r:id="rId6" action="ppaction://hlinksldjump"/>
            <a:extLst>
              <a:ext uri="{FF2B5EF4-FFF2-40B4-BE49-F238E27FC236}">
                <a16:creationId xmlns:a16="http://schemas.microsoft.com/office/drawing/2014/main" id="{97368B75-8442-57B0-48B8-A0CC1568C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931" y="2902865"/>
            <a:ext cx="3100569" cy="32542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38FF7C4-8225-9025-5997-08ED1D56858E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EFD67068-BA36-7732-734E-15548340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8" y="507780"/>
            <a:ext cx="11408897" cy="2235419"/>
          </a:xfrm>
        </p:spPr>
        <p:txBody>
          <a:bodyPr>
            <a:normAutofit fontScale="90000"/>
          </a:bodyPr>
          <a:lstStyle/>
          <a:p>
            <a:pPr algn="ctr"/>
            <a:r>
              <a:rPr lang="sq-AL" sz="8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Zgjedh kutinë e mistereve Pjesa 4</a:t>
            </a:r>
            <a:endParaRPr lang="en-TH" sz="8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ction Button: Blank 1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68D5F2E-6DE3-B9B5-F098-705BD21E2C5E}"/>
              </a:ext>
            </a:extLst>
          </p:cNvPr>
          <p:cNvSpPr/>
          <p:nvPr/>
        </p:nvSpPr>
        <p:spPr>
          <a:xfrm>
            <a:off x="5172258" y="628156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1</a:t>
            </a:r>
            <a:endParaRPr lang="sq-XK" sz="3200" b="1" dirty="0"/>
          </a:p>
        </p:txBody>
      </p:sp>
      <p:sp>
        <p:nvSpPr>
          <p:cNvPr id="13" name="Action Button: Blank 12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EED4A17F-9EEE-C963-A285-2854C59DC4DB}"/>
              </a:ext>
            </a:extLst>
          </p:cNvPr>
          <p:cNvSpPr/>
          <p:nvPr/>
        </p:nvSpPr>
        <p:spPr>
          <a:xfrm>
            <a:off x="6398516" y="6308431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A0DBD47B-F798-8B13-2CC6-E05F5BF2CEFA}"/>
              </a:ext>
            </a:extLst>
          </p:cNvPr>
          <p:cNvSpPr/>
          <p:nvPr/>
        </p:nvSpPr>
        <p:spPr>
          <a:xfrm>
            <a:off x="7624774" y="6316808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ction Button: Blank 14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73ECB6BB-FB84-85DD-18A6-B98C942D8DB5}"/>
              </a:ext>
            </a:extLst>
          </p:cNvPr>
          <p:cNvSpPr/>
          <p:nvPr/>
        </p:nvSpPr>
        <p:spPr>
          <a:xfrm>
            <a:off x="8851033" y="6332557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9065BA9-65A6-8358-71BF-16F0CE9302F4}"/>
              </a:ext>
            </a:extLst>
          </p:cNvPr>
          <p:cNvSpPr/>
          <p:nvPr/>
        </p:nvSpPr>
        <p:spPr>
          <a:xfrm>
            <a:off x="2252619" y="5900467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Kalo në pjesën 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ction Button: Blank 1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489B9248-0FD4-94EB-C948-962649D81AB6}"/>
              </a:ext>
            </a:extLst>
          </p:cNvPr>
          <p:cNvSpPr/>
          <p:nvPr/>
        </p:nvSpPr>
        <p:spPr>
          <a:xfrm>
            <a:off x="235166" y="6221228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Përfundimi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825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35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35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35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FF0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340CA-3807-2C67-503A-DC278AC6D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75C5C1-2126-F704-C57B-94B49437C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76734"/>
            <a:ext cx="4815938" cy="45045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0679166-A81B-5553-C0EC-54E133AF0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3" y="18255"/>
            <a:ext cx="11830929" cy="1325563"/>
          </a:xfrm>
        </p:spPr>
        <p:txBody>
          <a:bodyPr>
            <a:noAutofit/>
          </a:bodyPr>
          <a:lstStyle/>
          <a:p>
            <a:r>
              <a:rPr lang="sq-AL" sz="3200" b="1" dirty="0">
                <a:solidFill>
                  <a:srgbClr val="DE00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Organizimi hapësinor i biocenozë shprehet përmes:</a:t>
            </a:r>
            <a:endParaRPr lang="en-TH" sz="3200" b="1" dirty="0">
              <a:solidFill>
                <a:srgbClr val="DE003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-Turn Arrow 6">
            <a:hlinkClick r:id="rId3" action="ppaction://hlinksldjump"/>
            <a:extLst>
              <a:ext uri="{FF2B5EF4-FFF2-40B4-BE49-F238E27FC236}">
                <a16:creationId xmlns:a16="http://schemas.microsoft.com/office/drawing/2014/main" id="{903CECDE-02E4-37FB-1EDD-DD982FFBBCAD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  <p:sp>
        <p:nvSpPr>
          <p:cNvPr id="2" name="Action Button: Blank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5BC1154-C6C3-A5FB-C875-ED68138ECFEE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Kohës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4249BECB-5671-05EE-C5CB-C0A43B43C1CA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Viteve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D339E0B-05F1-AB62-EAD0-97F001B8876F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AD00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Kateve</a:t>
            </a:r>
          </a:p>
        </p:txBody>
      </p:sp>
    </p:spTree>
    <p:extLst>
      <p:ext uri="{BB962C8B-B14F-4D97-AF65-F5344CB8AC3E}">
        <p14:creationId xmlns:p14="http://schemas.microsoft.com/office/powerpoint/2010/main" val="686253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FF0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EDF68-4755-007A-BA93-F4D9C3B79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87D112-BF4F-1D3B-6D11-C4162D8C5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69493"/>
            <a:ext cx="4815938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EFC307A-E06F-5187-1273-F03A95289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45" y="114448"/>
            <a:ext cx="10746154" cy="1325563"/>
          </a:xfrm>
        </p:spPr>
        <p:txBody>
          <a:bodyPr>
            <a:normAutofit/>
          </a:bodyPr>
          <a:lstStyle/>
          <a:p>
            <a:r>
              <a:rPr lang="sq-AL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Organizimi kohor i biocenozës shprehet përmes ndryshimeve që ndodhin përgjat:</a:t>
            </a:r>
            <a:endParaRPr lang="en-TH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ction Button: Blank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5C79CBE-B202-9E0C-818E-F2DE35E40CAF}"/>
              </a:ext>
            </a:extLst>
          </p:cNvPr>
          <p:cNvSpPr/>
          <p:nvPr/>
        </p:nvSpPr>
        <p:spPr>
          <a:xfrm>
            <a:off x="5394275" y="2164903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Kateve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FC4E8A6-605B-8184-D1B4-571ED3FF7ED7}"/>
              </a:ext>
            </a:extLst>
          </p:cNvPr>
          <p:cNvSpPr/>
          <p:nvPr/>
        </p:nvSpPr>
        <p:spPr>
          <a:xfrm>
            <a:off x="5394275" y="3277667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Viteve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4072878-C1A5-6739-C2FC-DE6D6866C7BB}"/>
              </a:ext>
            </a:extLst>
          </p:cNvPr>
          <p:cNvSpPr/>
          <p:nvPr/>
        </p:nvSpPr>
        <p:spPr>
          <a:xfrm>
            <a:off x="5394276" y="4390774"/>
            <a:ext cx="2785403" cy="759656"/>
          </a:xfrm>
          <a:prstGeom prst="actionButtonBlank">
            <a:avLst/>
          </a:prstGeom>
          <a:solidFill>
            <a:srgbClr val="1190AF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Strukturës 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U-Turn Arrow 6">
            <a:hlinkClick r:id="rId5" action="ppaction://hlinksldjump"/>
            <a:extLst>
              <a:ext uri="{FF2B5EF4-FFF2-40B4-BE49-F238E27FC236}">
                <a16:creationId xmlns:a16="http://schemas.microsoft.com/office/drawing/2014/main" id="{BA1F53E7-253D-4D7C-C3E9-96E3ED3F7A3F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4958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C00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FF0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A79006-E11D-D498-E632-094A00AF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39E4F5-B241-CE25-4EE8-7EBA9FF69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98" y="1176734"/>
            <a:ext cx="4839240" cy="45117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FF9B12B-5E0A-62D5-7E34-1BC21C1E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5"/>
            <a:ext cx="12192000" cy="1325563"/>
          </a:xfrm>
        </p:spPr>
        <p:txBody>
          <a:bodyPr>
            <a:noAutofit/>
          </a:bodyPr>
          <a:lstStyle/>
          <a:p>
            <a:r>
              <a:rPr lang="sq-AL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Cilët faktorë ekologjikë më së shumti ndikojnë në organizimin e biocenozave</a:t>
            </a:r>
            <a:endParaRPr lang="en-TH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ction Button: Blank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95C5B11-66C9-A690-A1EF-F222930902A8}"/>
              </a:ext>
            </a:extLst>
          </p:cNvPr>
          <p:cNvSpPr/>
          <p:nvPr/>
        </p:nvSpPr>
        <p:spPr>
          <a:xfrm>
            <a:off x="5323937" y="2164903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Klima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ction Button: Blank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4D1E7E6-BFAC-BB96-A243-48E40B34C822}"/>
              </a:ext>
            </a:extLst>
          </p:cNvPr>
          <p:cNvSpPr/>
          <p:nvPr/>
        </p:nvSpPr>
        <p:spPr>
          <a:xfrm>
            <a:off x="5323937" y="3277667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Reliefi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ction Button: Blank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5D6EA25-65B1-FF69-7660-44A077E01B14}"/>
              </a:ext>
            </a:extLst>
          </p:cNvPr>
          <p:cNvSpPr/>
          <p:nvPr/>
        </p:nvSpPr>
        <p:spPr>
          <a:xfrm>
            <a:off x="5323938" y="4390774"/>
            <a:ext cx="2785403" cy="759656"/>
          </a:xfrm>
          <a:prstGeom prst="actionButtonBlank">
            <a:avLst/>
          </a:prstGeom>
          <a:solidFill>
            <a:srgbClr val="5FAE12"/>
          </a:solidFill>
          <a:ln>
            <a:solidFill>
              <a:schemeClr val="accent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Shtazët</a:t>
            </a:r>
          </a:p>
        </p:txBody>
      </p:sp>
      <p:sp>
        <p:nvSpPr>
          <p:cNvPr id="6" name="U-Turn Arrow 6">
            <a:hlinkClick r:id="rId5" action="ppaction://hlinksldjump"/>
            <a:extLst>
              <a:ext uri="{FF2B5EF4-FFF2-40B4-BE49-F238E27FC236}">
                <a16:creationId xmlns:a16="http://schemas.microsoft.com/office/drawing/2014/main" id="{9C50826D-59A9-5C47-CBD4-DAD8D484061D}"/>
              </a:ext>
            </a:extLst>
          </p:cNvPr>
          <p:cNvSpPr/>
          <p:nvPr/>
        </p:nvSpPr>
        <p:spPr>
          <a:xfrm>
            <a:off x="342901" y="5805488"/>
            <a:ext cx="750689" cy="742950"/>
          </a:xfrm>
          <a:prstGeom prst="uturn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3144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75000"/>
              </a:schemeClr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92D05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70FFB-5FDD-CF67-8BC2-5523EE3FF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B077A5-C4B8-5C5F-E6FF-47039BE98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174" y="1575174"/>
            <a:ext cx="11097651" cy="2235419"/>
          </a:xfrm>
        </p:spPr>
        <p:txBody>
          <a:bodyPr>
            <a:normAutofit fontScale="90000"/>
          </a:bodyPr>
          <a:lstStyle/>
          <a:p>
            <a:pPr algn="ctr"/>
            <a:r>
              <a:rPr lang="sq-AL" sz="107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Saktë,</a:t>
            </a:r>
            <a:r>
              <a:rPr lang="sq-AL" sz="8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keni fituar 1 pikë.</a:t>
            </a:r>
            <a:endParaRPr lang="en-TH" sz="8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0A8CF9-C660-BFA9-6553-E5E473734A06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2" name="Action Button: Blank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0D0EAD7-4A42-D0B2-FA45-48B7F4D7C3CB}"/>
              </a:ext>
            </a:extLst>
          </p:cNvPr>
          <p:cNvSpPr/>
          <p:nvPr/>
        </p:nvSpPr>
        <p:spPr>
          <a:xfrm>
            <a:off x="4336837" y="4297505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1</a:t>
            </a:r>
            <a:endParaRPr lang="sq-XK" sz="3200" b="1" dirty="0"/>
          </a:p>
        </p:txBody>
      </p:sp>
      <p:sp>
        <p:nvSpPr>
          <p:cNvPr id="13" name="Action Button: Blank 1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DA17F7F-C7FD-C3D5-6F0B-C870A218EFCC}"/>
              </a:ext>
            </a:extLst>
          </p:cNvPr>
          <p:cNvSpPr/>
          <p:nvPr/>
        </p:nvSpPr>
        <p:spPr>
          <a:xfrm>
            <a:off x="5615394" y="432437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ction Button: Blank 1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0B0CD1F-7D4F-4DD9-91E4-D6F403CFA964}"/>
              </a:ext>
            </a:extLst>
          </p:cNvPr>
          <p:cNvSpPr/>
          <p:nvPr/>
        </p:nvSpPr>
        <p:spPr>
          <a:xfrm>
            <a:off x="6917570" y="4332750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ction Button: Blank 1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BF357A3-1615-2D0F-9A0B-606773B7241A}"/>
              </a:ext>
            </a:extLst>
          </p:cNvPr>
          <p:cNvSpPr/>
          <p:nvPr/>
        </p:nvSpPr>
        <p:spPr>
          <a:xfrm>
            <a:off x="8235736" y="4348499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351C02B4-938B-267C-07FB-21B5DF357D56}"/>
              </a:ext>
            </a:extLst>
          </p:cNvPr>
          <p:cNvSpPr/>
          <p:nvPr/>
        </p:nvSpPr>
        <p:spPr>
          <a:xfrm>
            <a:off x="1575582" y="3916409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Kalo në pjesën 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ction Button: Blank 2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98D12036-EB51-5BAE-B2F9-E48C0AD386C7}"/>
              </a:ext>
            </a:extLst>
          </p:cNvPr>
          <p:cNvSpPr/>
          <p:nvPr/>
        </p:nvSpPr>
        <p:spPr>
          <a:xfrm>
            <a:off x="1575582" y="5106572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Përfundimi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25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14:flas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00000"/>
            </a:gs>
            <a:gs pos="57000">
              <a:schemeClr val="accent4">
                <a:lumMod val="45000"/>
                <a:lumOff val="55000"/>
              </a:schemeClr>
            </a:gs>
            <a:gs pos="65000">
              <a:srgbClr val="FF0000"/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AA2886-BE5C-A772-2B22-1B7EE37E9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928E02-04B9-BA7D-8CF8-9B858454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796" y="1575174"/>
            <a:ext cx="11324491" cy="2235419"/>
          </a:xfrm>
        </p:spPr>
        <p:txBody>
          <a:bodyPr>
            <a:noAutofit/>
          </a:bodyPr>
          <a:lstStyle/>
          <a:p>
            <a:pPr algn="ctr"/>
            <a:r>
              <a:rPr lang="sq-AL" sz="7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Gabim,                                            suksese herën tjetër.</a:t>
            </a:r>
            <a:endParaRPr lang="en-TH" sz="7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28EA44-81F8-2FE0-0CB8-C3C61DE594BB}"/>
              </a:ext>
            </a:extLst>
          </p:cNvPr>
          <p:cNvSpPr/>
          <p:nvPr/>
        </p:nvSpPr>
        <p:spPr>
          <a:xfrm>
            <a:off x="1" y="0"/>
            <a:ext cx="12192000" cy="38501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3" name="Action Button: Blank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863C530-EC0F-A015-1FF9-19DD244A2245}"/>
              </a:ext>
            </a:extLst>
          </p:cNvPr>
          <p:cNvSpPr/>
          <p:nvPr/>
        </p:nvSpPr>
        <p:spPr>
          <a:xfrm>
            <a:off x="4108827" y="4297505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1</a:t>
            </a:r>
            <a:endParaRPr lang="sq-XK" sz="3200" b="1" dirty="0"/>
          </a:p>
        </p:txBody>
      </p:sp>
      <p:sp>
        <p:nvSpPr>
          <p:cNvPr id="5" name="Action Button: Blank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7B8A423-FCA6-EFA1-956D-7224FFDF7E60}"/>
              </a:ext>
            </a:extLst>
          </p:cNvPr>
          <p:cNvSpPr/>
          <p:nvPr/>
        </p:nvSpPr>
        <p:spPr>
          <a:xfrm>
            <a:off x="5387384" y="4324373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ction Button: Blank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C224983-74CA-0A32-6BA6-076CF197E588}"/>
              </a:ext>
            </a:extLst>
          </p:cNvPr>
          <p:cNvSpPr/>
          <p:nvPr/>
        </p:nvSpPr>
        <p:spPr>
          <a:xfrm>
            <a:off x="6689560" y="4332750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ction Button: Blank 1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BE35D64-B334-BACF-D09F-62F271BA7067}"/>
              </a:ext>
            </a:extLst>
          </p:cNvPr>
          <p:cNvSpPr/>
          <p:nvPr/>
        </p:nvSpPr>
        <p:spPr>
          <a:xfrm>
            <a:off x="8007726" y="4348499"/>
            <a:ext cx="840658" cy="555674"/>
          </a:xfrm>
          <a:prstGeom prst="actionButtonBlank">
            <a:avLst/>
          </a:prstGeom>
          <a:solidFill>
            <a:srgbClr val="7638A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sq-XK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3C286E4-EA60-AEB1-9943-A87B388EA9B3}"/>
              </a:ext>
            </a:extLst>
          </p:cNvPr>
          <p:cNvSpPr/>
          <p:nvPr/>
        </p:nvSpPr>
        <p:spPr>
          <a:xfrm>
            <a:off x="1347572" y="3916409"/>
            <a:ext cx="2534039" cy="1190163"/>
          </a:xfrm>
          <a:prstGeom prst="rightArrow">
            <a:avLst/>
          </a:prstGeom>
          <a:solidFill>
            <a:srgbClr val="733A9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Kalo në pjesën 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ction Button: Blank 1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AD5289D9-E750-91F5-D716-C54C47CCC047}"/>
              </a:ext>
            </a:extLst>
          </p:cNvPr>
          <p:cNvSpPr/>
          <p:nvPr/>
        </p:nvSpPr>
        <p:spPr>
          <a:xfrm>
            <a:off x="1575582" y="5106572"/>
            <a:ext cx="1631852" cy="548640"/>
          </a:xfrm>
          <a:prstGeom prst="actionButtonBlank">
            <a:avLst/>
          </a:prstGeom>
          <a:solidFill>
            <a:srgbClr val="874AB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Përfundimi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1556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289</Words>
  <Application>Microsoft Office PowerPoint</Application>
  <PresentationFormat>Widescreen</PresentationFormat>
  <Paragraphs>92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Times New Roman</vt:lpstr>
      <vt:lpstr>Office Theme</vt:lpstr>
      <vt:lpstr>Zgjedh «kutinë e mistereve» Pjesa 1</vt:lpstr>
      <vt:lpstr>Ndërrimi ditë natë ndryshe quhet ............</vt:lpstr>
      <vt:lpstr>Sjelljet që ndodhin për shkak të lëvizjes së tokës ditë-natë dhe ndryshimeve përgjat stinëve i quajmë:</vt:lpstr>
      <vt:lpstr>Sjelljet ciklike janë sjellje të ...........</vt:lpstr>
      <vt:lpstr>Zgjedh kutinë e mistereve Pjesa 2</vt:lpstr>
      <vt:lpstr>Përshtatjen e shtazëve ndaj kushteve të pavolitshme të mjedisit jetësor e quajmë:</vt:lpstr>
      <vt:lpstr>Lëvizja e shtazëve nga një vend në tjetrin për kushte më të përshtatshme për jetë quhet:</vt:lpstr>
      <vt:lpstr>Ngjala është peshk me gjatësi prej ............. Te femra</vt:lpstr>
      <vt:lpstr>Zgjedh «kutinë e mistereve» Pjesa 3</vt:lpstr>
      <vt:lpstr>Sa zgjat udhëtimi i ngjalës nga lumenjtë e evropës për në detin sargas përafërsisht.</vt:lpstr>
      <vt:lpstr>Sa vite zgjatë rruga e kthimit të larvave të ngjalës nga deti sargas në lumenjtë e evropës?</vt:lpstr>
      <vt:lpstr>Deri në sa metra thellësi të detit i lëshon vezët ngjala?</vt:lpstr>
      <vt:lpstr>Zgjedh kutinë e mistereve Pjesa 4</vt:lpstr>
      <vt:lpstr>Organizimi hapësinor i biocenozë shprehet përmes:</vt:lpstr>
      <vt:lpstr>Organizimi kohor i biocenozës shprehet përmes ndryshimeve që ndodhin përgjat:</vt:lpstr>
      <vt:lpstr>Cilët faktorë ekologjikë më së shumti ndikojnë në organizimin e biocenozave</vt:lpstr>
      <vt:lpstr>Saktë,                                    keni fituar 1 pikë.</vt:lpstr>
      <vt:lpstr>Gabim,                                            suksese herën tjetër.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unicorn is the national animal of Scotland </dc:title>
  <dc:creator>NASER GURI</dc:creator>
  <cp:lastModifiedBy>Naser Guri</cp:lastModifiedBy>
  <cp:revision>25</cp:revision>
  <dcterms:created xsi:type="dcterms:W3CDTF">2023-05-26T09:17:02Z</dcterms:created>
  <dcterms:modified xsi:type="dcterms:W3CDTF">2024-02-20T12:40:04Z</dcterms:modified>
</cp:coreProperties>
</file>