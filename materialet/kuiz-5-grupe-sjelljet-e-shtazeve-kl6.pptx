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57" r:id="rId5"/>
    <p:sldId id="259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76" r:id="rId29"/>
  </p:sldIdLst>
  <p:sldSz cx="12192000" cy="6858000"/>
  <p:notesSz cx="6858000" cy="9144000"/>
  <p:defaultTextStyle>
    <a:defPPr>
      <a:defRPr lang="sq-X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2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6CF34-59BF-EA40-1065-24236D704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00CAE-2B30-CCB7-146F-1545A79F0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0386BF-76CF-8ED4-8063-60D10D90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94D8D-A4A5-A564-ED5A-A5AC18A2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AD521-1457-E2CB-2B68-8B36E9A5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321270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64720-2732-58D6-1DA7-905A062B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3D6D8-F587-42C3-40E6-5C981D3FA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ADA6-9214-F3F6-9C98-6AFD88A1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F1AEF-8EB4-1DEE-60DA-E44CD814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F6CB8-B38E-45FE-A792-2BAE79B4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73296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9F89C-B37F-8593-54E6-813A9CEED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6ECA4-79C4-811A-BF17-7D7B26EC3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E8F8A-6C24-1730-6817-9FB472C27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E1F20-33CD-864D-1372-983219EE6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BF11B-3E20-7F52-9172-7EBFC65B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31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09DB-67DD-140F-628E-ADD66F14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66DC5-16DC-BE73-934C-997EC01F6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F0430-28F9-5827-9646-F64D9DE89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2D922-2FB1-75E4-AE52-7E50297E4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026A3-5FFB-4B52-1E88-3FF2D809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DAAAB-2CFC-95AD-8FC2-4EB467E4C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39418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F1E60-FA31-B557-B22D-3D3470320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0A9CD-C9C5-2787-D837-511770F68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7C5EB-9BE3-10D4-7051-296726DDD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D96270-BDD4-D6E6-7EDB-C9D067DF3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047B67-8D09-FEA2-9808-5D48C69C5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6E41EF-A496-0CB5-A2EA-6CA35402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FA0-B30A-7BEC-97DE-5AE84DAE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8454B-C7E2-2226-CE62-9CE7769F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417994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D9A2-43A9-BFFB-0628-7A5EDFC10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9E1F4-48D9-DB4F-8356-A896419E5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03E68-F156-86F0-A58E-D3DC844D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FD212-EE86-C130-8966-5162D678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69364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676DF-AA49-A093-B50B-344CD2C65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1752C-6A3F-B048-3EB1-10DACF6AD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F7829-75A0-7DDE-C357-C42887EE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40314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5B3B-4F97-1733-542D-6410279B8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0380B-99D2-B51F-C34A-C6F54942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6D82-7A1D-B792-23F7-713E22E93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2987C-FD58-4461-6DBB-35280E9C5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03A26-86CF-1B81-E7AA-F766FD51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18676-918C-9963-5AB1-54388E86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9099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6B10-8385-F4A3-F8FE-20D828F54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BDF2B-D84B-0EDC-62A1-327A4B76E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q-X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A4CBC-8DD6-CABB-35C7-90AA907A6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4F7E0-B488-B339-89D1-C28FD2998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AC6C1-40A8-5674-FE72-3B334B96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EB894-A7BA-B72F-0A8E-52369F5A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4210085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F499-94C7-5828-C7DD-59ADC8A6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91B37-38FA-638E-95B2-E29192A8A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B0BB8-1F78-791F-4B50-2535A9BE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7B6A1-0DE1-A8B3-8E9F-24C2EB17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C01E-6EC1-A080-EF93-FACF9A59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58669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E5B96-C9FB-F70B-6348-E19E600EF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0E217-D239-CB49-C4EB-3F0DDD641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A4DDE-E34E-5C40-8D4B-5143F1EBA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79842-31CF-6B57-91AE-77189D63C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2ABA1-D361-F97C-01A7-7496AA849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00169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054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912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312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155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8830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412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757017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792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7133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136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064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653849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3806860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2244992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3508934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1879951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5381156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2249246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5507203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1616660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485393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0016686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09865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9115528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696010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0211452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3668388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14887764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64720-2732-58D6-1DA7-905A062B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3D6D8-F587-42C3-40E6-5C981D3FA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ADA6-9214-F3F6-9C98-6AFD88A1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F1AEF-8EB4-1DEE-60DA-E44CD814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F6CB8-B38E-45FE-A792-2BAE79B4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6838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image" Target="../media/image4.jp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5ACFD-4EDA-3595-BAA0-5D0295644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q-X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BFB2A-0966-BC3E-15B6-A619B6602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q-X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4F199-6AF3-3FBE-24AE-403C63D86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1F8BD-A512-C169-39CC-EDADABD89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2A2DB-0946-445E-61EE-CB291C044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836632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q-X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071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2E0ED29-CB4A-4BB5-8621-3045F4FD5795}" type="datetimeFigureOut">
              <a:rPr lang="sq-XK" smtClean="0"/>
              <a:t>5.3.2023</a:t>
            </a:fld>
            <a:endParaRPr lang="sq-X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sq-X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CDAC115-4EEA-46E4-A9EE-2921C4804C25}" type="slidenum">
              <a:rPr lang="sq-XK" smtClean="0"/>
              <a:t>‹#›</a:t>
            </a:fld>
            <a:endParaRPr lang="sq-XK"/>
          </a:p>
        </p:txBody>
      </p:sp>
    </p:spTree>
    <p:extLst>
      <p:ext uri="{BB962C8B-B14F-4D97-AF65-F5344CB8AC3E}">
        <p14:creationId xmlns:p14="http://schemas.microsoft.com/office/powerpoint/2010/main" val="2012111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Layout" Target="../slideLayouts/slideLayout13.xml"/><Relationship Id="rId7" Type="http://schemas.openxmlformats.org/officeDocument/2006/relationships/slide" Target="slide4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6" Type="http://schemas.openxmlformats.org/officeDocument/2006/relationships/slide" Target="slide5.xml"/><Relationship Id="rId5" Type="http://schemas.openxmlformats.org/officeDocument/2006/relationships/slide" Target="slide6.xml"/><Relationship Id="rId10" Type="http://schemas.openxmlformats.org/officeDocument/2006/relationships/slide" Target="slide8.xml"/><Relationship Id="rId4" Type="http://schemas.openxmlformats.org/officeDocument/2006/relationships/slide" Target="slide7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Layout" Target="../slideLayouts/slideLayout2.xml"/><Relationship Id="rId7" Type="http://schemas.openxmlformats.org/officeDocument/2006/relationships/slide" Target="slide10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6" Type="http://schemas.openxmlformats.org/officeDocument/2006/relationships/slide" Target="slide11.xml"/><Relationship Id="rId11" Type="http://schemas.openxmlformats.org/officeDocument/2006/relationships/slide" Target="slide14.xml"/><Relationship Id="rId5" Type="http://schemas.openxmlformats.org/officeDocument/2006/relationships/slide" Target="slide12.xml"/><Relationship Id="rId10" Type="http://schemas.openxmlformats.org/officeDocument/2006/relationships/image" Target="../media/image6.png"/><Relationship Id="rId4" Type="http://schemas.openxmlformats.org/officeDocument/2006/relationships/slide" Target="slide13.xml"/><Relationship Id="rId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microsoft.com/office/2007/relationships/media" Target="../media/media4.mp3"/><Relationship Id="rId7" Type="http://schemas.openxmlformats.org/officeDocument/2006/relationships/slideLayout" Target="../slideLayouts/slideLayout2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13" Type="http://schemas.openxmlformats.org/officeDocument/2006/relationships/slide" Target="slide20.xml"/><Relationship Id="rId3" Type="http://schemas.openxmlformats.org/officeDocument/2006/relationships/slideLayout" Target="../slideLayouts/slideLayout40.xml"/><Relationship Id="rId7" Type="http://schemas.openxmlformats.org/officeDocument/2006/relationships/slide" Target="slide17.xml"/><Relationship Id="rId12" Type="http://schemas.openxmlformats.org/officeDocument/2006/relationships/slide" Target="slide2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6" Type="http://schemas.openxmlformats.org/officeDocument/2006/relationships/slide" Target="slide18.xml"/><Relationship Id="rId11" Type="http://schemas.openxmlformats.org/officeDocument/2006/relationships/image" Target="../media/image6.png"/><Relationship Id="rId5" Type="http://schemas.openxmlformats.org/officeDocument/2006/relationships/slide" Target="slide12.xml"/><Relationship Id="rId10" Type="http://schemas.openxmlformats.org/officeDocument/2006/relationships/slide" Target="slide15.xml"/><Relationship Id="rId4" Type="http://schemas.openxmlformats.org/officeDocument/2006/relationships/slide" Target="slide19.xml"/><Relationship Id="rId9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14.xml"/><Relationship Id="rId3" Type="http://schemas.openxmlformats.org/officeDocument/2006/relationships/slideLayout" Target="../slideLayouts/slideLayout40.xml"/><Relationship Id="rId7" Type="http://schemas.openxmlformats.org/officeDocument/2006/relationships/slide" Target="slide23.xml"/><Relationship Id="rId12" Type="http://schemas.openxmlformats.org/officeDocument/2006/relationships/slide" Target="slide2.xml"/><Relationship Id="rId2" Type="http://schemas.microsoft.com/office/2007/relationships/media" Target="../media/media2.wav"/><Relationship Id="rId1" Type="http://schemas.openxmlformats.org/officeDocument/2006/relationships/audio" Target="NULL" TargetMode="External"/><Relationship Id="rId6" Type="http://schemas.openxmlformats.org/officeDocument/2006/relationships/slide" Target="slide24.xml"/><Relationship Id="rId11" Type="http://schemas.openxmlformats.org/officeDocument/2006/relationships/image" Target="../media/image6.png"/><Relationship Id="rId5" Type="http://schemas.openxmlformats.org/officeDocument/2006/relationships/slide" Target="slide12.xml"/><Relationship Id="rId10" Type="http://schemas.openxmlformats.org/officeDocument/2006/relationships/slide" Target="slide21.xml"/><Relationship Id="rId4" Type="http://schemas.openxmlformats.org/officeDocument/2006/relationships/slide" Target="slide25.xml"/><Relationship Id="rId9" Type="http://schemas.openxmlformats.org/officeDocument/2006/relationships/slide" Target="slide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microsoft.com/office/2007/relationships/media" Target="../media/media4.mp3"/><Relationship Id="rId7" Type="http://schemas.openxmlformats.org/officeDocument/2006/relationships/slideLayout" Target="../slideLayouts/slideLayout40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audio" Target="../media/media5.mp3"/><Relationship Id="rId5" Type="http://schemas.microsoft.com/office/2007/relationships/media" Target="../media/media5.mp3"/><Relationship Id="rId10" Type="http://schemas.openxmlformats.org/officeDocument/2006/relationships/image" Target="../media/image6.png"/><Relationship Id="rId4" Type="http://schemas.openxmlformats.org/officeDocument/2006/relationships/audio" Target="../media/media4.mp3"/><Relationship Id="rId9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0">
              <a:srgbClr val="FFFF00"/>
            </a:gs>
            <a:gs pos="55000">
              <a:schemeClr val="bg1"/>
            </a:gs>
            <a:gs pos="78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10FC4012-BC9D-E4DF-4338-4D79730204A3}"/>
              </a:ext>
            </a:extLst>
          </p:cNvPr>
          <p:cNvSpPr/>
          <p:nvPr/>
        </p:nvSpPr>
        <p:spPr>
          <a:xfrm>
            <a:off x="3966199" y="5900180"/>
            <a:ext cx="4562307" cy="672913"/>
          </a:xfrm>
          <a:prstGeom prst="round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q-AL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STARTI</a:t>
            </a:r>
            <a:endParaRPr kumimoji="0" lang="sq-XK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642658B-4B51-8CDF-4965-2E6FF4831C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091" y="2035604"/>
            <a:ext cx="2778522" cy="2786791"/>
          </a:xfrm>
          <a:prstGeom prst="rect">
            <a:avLst/>
          </a:prstGeom>
          <a:ln w="228600" cap="sq" cmpd="thickThin">
            <a:solidFill>
              <a:schemeClr val="bg1">
                <a:lumMod val="85000"/>
              </a:schemeClr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" name="Main Theme">
            <a:hlinkClick r:id="" action="ppaction://media"/>
            <a:extLst>
              <a:ext uri="{FF2B5EF4-FFF2-40B4-BE49-F238E27FC236}">
                <a16:creationId xmlns:a16="http://schemas.microsoft.com/office/drawing/2014/main" id="{472657B3-5B19-FDCE-79BE-1E969F010FD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2479" end="7774.2857"/>
                  <p14:fade in="1750" out="50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045084" y="267360"/>
            <a:ext cx="609600" cy="6096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0F506E-80FC-588B-E38E-5319BDA64863}"/>
              </a:ext>
            </a:extLst>
          </p:cNvPr>
          <p:cNvSpPr/>
          <p:nvPr/>
        </p:nvSpPr>
        <p:spPr>
          <a:xfrm>
            <a:off x="3976089" y="313125"/>
            <a:ext cx="4552417" cy="563835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KUIZ</a:t>
            </a:r>
            <a:endParaRPr lang="sq-XK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57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4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4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" grpId="0" animBg="1"/>
      <p:bldP spid="3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3B5CA99-D5A2-D6EC-677D-1FFC3C70875D}"/>
              </a:ext>
            </a:extLst>
          </p:cNvPr>
          <p:cNvSpPr/>
          <p:nvPr/>
        </p:nvSpPr>
        <p:spPr>
          <a:xfrm>
            <a:off x="3805961" y="-4"/>
            <a:ext cx="1837184" cy="6858000"/>
          </a:xfrm>
          <a:custGeom>
            <a:avLst/>
            <a:gdLst>
              <a:gd name="connsiteX0" fmla="*/ 0 w 2272747"/>
              <a:gd name="connsiteY0" fmla="*/ 0 h 6858000"/>
              <a:gd name="connsiteX1" fmla="*/ 1285461 w 2272747"/>
              <a:gd name="connsiteY1" fmla="*/ 0 h 6858000"/>
              <a:gd name="connsiteX2" fmla="*/ 1285461 w 2272747"/>
              <a:gd name="connsiteY2" fmla="*/ 5357586 h 6858000"/>
              <a:gd name="connsiteX3" fmla="*/ 2272747 w 2272747"/>
              <a:gd name="connsiteY3" fmla="*/ 5870715 h 6858000"/>
              <a:gd name="connsiteX4" fmla="*/ 2272744 w 2272747"/>
              <a:gd name="connsiteY4" fmla="*/ 5870716 h 6858000"/>
              <a:gd name="connsiteX5" fmla="*/ 2272746 w 2272747"/>
              <a:gd name="connsiteY5" fmla="*/ 5870717 h 6858000"/>
              <a:gd name="connsiteX6" fmla="*/ 1285461 w 2272747"/>
              <a:gd name="connsiteY6" fmla="*/ 6383845 h 6858000"/>
              <a:gd name="connsiteX7" fmla="*/ 1285461 w 2272747"/>
              <a:gd name="connsiteY7" fmla="*/ 6858000 h 6858000"/>
              <a:gd name="connsiteX8" fmla="*/ 0 w 2272747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72747" h="6858000">
                <a:moveTo>
                  <a:pt x="0" y="0"/>
                </a:moveTo>
                <a:lnTo>
                  <a:pt x="1285461" y="0"/>
                </a:lnTo>
                <a:lnTo>
                  <a:pt x="1285461" y="5357586"/>
                </a:lnTo>
                <a:lnTo>
                  <a:pt x="2272747" y="5870715"/>
                </a:lnTo>
                <a:lnTo>
                  <a:pt x="2272744" y="5870716"/>
                </a:lnTo>
                <a:lnTo>
                  <a:pt x="2272746" y="5870717"/>
                </a:lnTo>
                <a:lnTo>
                  <a:pt x="1285461" y="6383845"/>
                </a:lnTo>
                <a:lnTo>
                  <a:pt x="1285461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q-XK" dirty="0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6E8FDA08-2E4A-5401-B7AE-74B5D600B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717" y="1880351"/>
            <a:ext cx="6026428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Shkenca</a:t>
            </a: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që merret me studimine sjelljeve të shtazëve quhet:</a:t>
            </a:r>
          </a:p>
          <a:p>
            <a:pPr>
              <a:lnSpc>
                <a:spcPct val="100000"/>
              </a:lnSpc>
            </a:pP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Largimi i shpejtë i dorës kur prekim diçka të nxehtë është një sjellje:</a:t>
            </a:r>
          </a:p>
          <a:p>
            <a:pPr>
              <a:lnSpc>
                <a:spcPct val="100000"/>
              </a:lnSpc>
            </a:pP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Thurja e rrjetës nga merimanga paraqet një sjellje të lindur:</a:t>
            </a:r>
          </a:p>
          <a:p>
            <a:pPr>
              <a:lnSpc>
                <a:spcPct val="100000"/>
              </a:lnSpc>
            </a:pP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Janë rezultat i procesit të të mësuarit, përvojës dhe praktikës i përgjigjet:</a:t>
            </a:r>
          </a:p>
          <a:p>
            <a:pPr>
              <a:lnSpc>
                <a:spcPct val="100000"/>
              </a:lnSpc>
            </a:pPr>
            <a:r>
              <a:rPr lang="sq-A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Aftësinë që kanë shtazët për sjellje të fituara njerëzit i përdorin për .......... e tyre</a:t>
            </a:r>
            <a:endParaRPr lang="sq-X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hlinkClick r:id="rId4" action="ppaction://hlinksldjump"/>
            <a:extLst>
              <a:ext uri="{FF2B5EF4-FFF2-40B4-BE49-F238E27FC236}">
                <a16:creationId xmlns:a16="http://schemas.microsoft.com/office/drawing/2014/main" id="{6501FC30-1362-E8BB-896C-F1B308D52BB7}"/>
              </a:ext>
            </a:extLst>
          </p:cNvPr>
          <p:cNvSpPr txBox="1"/>
          <p:nvPr/>
        </p:nvSpPr>
        <p:spPr>
          <a:xfrm>
            <a:off x="4841717" y="5585358"/>
            <a:ext cx="42158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sq-AL" sz="3600" b="1" dirty="0">
                <a:solidFill>
                  <a:schemeClr val="bg1"/>
                </a:solidFill>
              </a:rPr>
              <a:t>5</a:t>
            </a:r>
            <a:endParaRPr lang="sq-XK" sz="3600" b="1" dirty="0">
              <a:solidFill>
                <a:schemeClr val="bg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C97AA7C-CBF7-1C55-3CB3-B5428BE3A31B}"/>
              </a:ext>
            </a:extLst>
          </p:cNvPr>
          <p:cNvGrpSpPr/>
          <p:nvPr/>
        </p:nvGrpSpPr>
        <p:grpSpPr>
          <a:xfrm>
            <a:off x="2823176" y="-3"/>
            <a:ext cx="1837184" cy="6858000"/>
            <a:chOff x="2823176" y="-3"/>
            <a:chExt cx="1837184" cy="685800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E0A5709-0C2E-DFDF-0D4A-DA8901F82552}"/>
                </a:ext>
              </a:extLst>
            </p:cNvPr>
            <p:cNvSpPr/>
            <p:nvPr/>
          </p:nvSpPr>
          <p:spPr>
            <a:xfrm>
              <a:off x="2823176" y="-3"/>
              <a:ext cx="1837184" cy="6858000"/>
            </a:xfrm>
            <a:custGeom>
              <a:avLst/>
              <a:gdLst>
                <a:gd name="connsiteX0" fmla="*/ 1302025 w 2309190"/>
                <a:gd name="connsiteY0" fmla="*/ 4409094 h 6858000"/>
                <a:gd name="connsiteX1" fmla="*/ 2309190 w 2309190"/>
                <a:gd name="connsiteY1" fmla="*/ 4932555 h 6858000"/>
                <a:gd name="connsiteX2" fmla="*/ 1302025 w 2309190"/>
                <a:gd name="connsiteY2" fmla="*/ 5456016 h 6858000"/>
                <a:gd name="connsiteX3" fmla="*/ 0 w 2309190"/>
                <a:gd name="connsiteY3" fmla="*/ 0 h 6858000"/>
                <a:gd name="connsiteX4" fmla="*/ 1285461 w 2309190"/>
                <a:gd name="connsiteY4" fmla="*/ 0 h 6858000"/>
                <a:gd name="connsiteX5" fmla="*/ 1285461 w 2309190"/>
                <a:gd name="connsiteY5" fmla="*/ 6858000 h 6858000"/>
                <a:gd name="connsiteX6" fmla="*/ 0 w 230919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190" h="6858000">
                  <a:moveTo>
                    <a:pt x="1302025" y="4409094"/>
                  </a:moveTo>
                  <a:lnTo>
                    <a:pt x="2309190" y="4932555"/>
                  </a:lnTo>
                  <a:lnTo>
                    <a:pt x="1302025" y="5456016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75000"/>
                    <a:shade val="30000"/>
                    <a:satMod val="115000"/>
                  </a:schemeClr>
                </a:gs>
                <a:gs pos="50000">
                  <a:schemeClr val="accent1">
                    <a:lumMod val="75000"/>
                    <a:shade val="67500"/>
                    <a:satMod val="115000"/>
                  </a:schemeClr>
                </a:gs>
                <a:gs pos="100000">
                  <a:schemeClr val="accent1">
                    <a:lumMod val="7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39" name="TextBox 38">
              <a:hlinkClick r:id="rId5" action="ppaction://hlinksldjump"/>
              <a:extLst>
                <a:ext uri="{FF2B5EF4-FFF2-40B4-BE49-F238E27FC236}">
                  <a16:creationId xmlns:a16="http://schemas.microsoft.com/office/drawing/2014/main" id="{86F9E2D2-39AC-30EF-B1D2-474CB1026FBE}"/>
                </a:ext>
              </a:extLst>
            </p:cNvPr>
            <p:cNvSpPr txBox="1"/>
            <p:nvPr/>
          </p:nvSpPr>
          <p:spPr>
            <a:xfrm>
              <a:off x="3910572" y="4600476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4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3FFCFF-D749-850C-64E3-7000538D6A7C}"/>
              </a:ext>
            </a:extLst>
          </p:cNvPr>
          <p:cNvGrpSpPr/>
          <p:nvPr/>
        </p:nvGrpSpPr>
        <p:grpSpPr>
          <a:xfrm>
            <a:off x="1763824" y="-2"/>
            <a:ext cx="1925444" cy="6858000"/>
            <a:chOff x="2570923" y="1"/>
            <a:chExt cx="1925444" cy="685800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7877ED-38B7-A020-AC41-9486457AB82F}"/>
                </a:ext>
              </a:extLst>
            </p:cNvPr>
            <p:cNvSpPr/>
            <p:nvPr/>
          </p:nvSpPr>
          <p:spPr>
            <a:xfrm>
              <a:off x="2570923" y="1"/>
              <a:ext cx="1925444" cy="6858000"/>
            </a:xfrm>
            <a:custGeom>
              <a:avLst/>
              <a:gdLst>
                <a:gd name="connsiteX0" fmla="*/ 1318588 w 2325753"/>
                <a:gd name="connsiteY0" fmla="*/ 3470933 h 6858000"/>
                <a:gd name="connsiteX1" fmla="*/ 2325753 w 2325753"/>
                <a:gd name="connsiteY1" fmla="*/ 3994394 h 6858000"/>
                <a:gd name="connsiteX2" fmla="*/ 1318588 w 2325753"/>
                <a:gd name="connsiteY2" fmla="*/ 4517855 h 6858000"/>
                <a:gd name="connsiteX3" fmla="*/ 0 w 2325753"/>
                <a:gd name="connsiteY3" fmla="*/ 0 h 6858000"/>
                <a:gd name="connsiteX4" fmla="*/ 1285461 w 2325753"/>
                <a:gd name="connsiteY4" fmla="*/ 0 h 6858000"/>
                <a:gd name="connsiteX5" fmla="*/ 1285461 w 2325753"/>
                <a:gd name="connsiteY5" fmla="*/ 6858000 h 6858000"/>
                <a:gd name="connsiteX6" fmla="*/ 0 w 232575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5753" h="6858000">
                  <a:moveTo>
                    <a:pt x="1318588" y="3470933"/>
                  </a:moveTo>
                  <a:lnTo>
                    <a:pt x="2325753" y="3994394"/>
                  </a:lnTo>
                  <a:lnTo>
                    <a:pt x="1318588" y="4517855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41" name="TextBox 40">
              <a:hlinkClick r:id="rId6" action="ppaction://hlinksldjump"/>
              <a:extLst>
                <a:ext uri="{FF2B5EF4-FFF2-40B4-BE49-F238E27FC236}">
                  <a16:creationId xmlns:a16="http://schemas.microsoft.com/office/drawing/2014/main" id="{9E1A0900-198B-736F-D020-0EC25813C675}"/>
                </a:ext>
              </a:extLst>
            </p:cNvPr>
            <p:cNvSpPr txBox="1"/>
            <p:nvPr/>
          </p:nvSpPr>
          <p:spPr>
            <a:xfrm>
              <a:off x="3741444" y="3662654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3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2A5A6-FBB7-4D9E-24EF-0CD19BEDDD1F}"/>
              </a:ext>
            </a:extLst>
          </p:cNvPr>
          <p:cNvGrpSpPr/>
          <p:nvPr/>
        </p:nvGrpSpPr>
        <p:grpSpPr>
          <a:xfrm>
            <a:off x="918928" y="-1"/>
            <a:ext cx="1530533" cy="6858000"/>
            <a:chOff x="1285460" y="0"/>
            <a:chExt cx="2292626" cy="6858000"/>
          </a:xfrm>
          <a:gradFill flip="none" rotWithShape="1">
            <a:gsLst>
              <a:gs pos="0">
                <a:schemeClr val="bg1">
                  <a:lumMod val="50000"/>
                  <a:shade val="30000"/>
                  <a:satMod val="115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lin ang="0" scaled="1"/>
            <a:tileRect/>
          </a:gra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BEE775A-16F9-F3DA-C914-67813B277D92}"/>
                </a:ext>
              </a:extLst>
            </p:cNvPr>
            <p:cNvSpPr/>
            <p:nvPr/>
          </p:nvSpPr>
          <p:spPr>
            <a:xfrm>
              <a:off x="1285460" y="0"/>
              <a:ext cx="2292626" cy="6858000"/>
            </a:xfrm>
            <a:custGeom>
              <a:avLst/>
              <a:gdLst>
                <a:gd name="connsiteX0" fmla="*/ 0 w 2292626"/>
                <a:gd name="connsiteY0" fmla="*/ 0 h 6858000"/>
                <a:gd name="connsiteX1" fmla="*/ 1285461 w 2292626"/>
                <a:gd name="connsiteY1" fmla="*/ 0 h 6858000"/>
                <a:gd name="connsiteX2" fmla="*/ 1285461 w 2292626"/>
                <a:gd name="connsiteY2" fmla="*/ 2532772 h 6858000"/>
                <a:gd name="connsiteX3" fmla="*/ 2292626 w 2292626"/>
                <a:gd name="connsiteY3" fmla="*/ 3056233 h 6858000"/>
                <a:gd name="connsiteX4" fmla="*/ 1285461 w 2292626"/>
                <a:gd name="connsiteY4" fmla="*/ 3579693 h 6858000"/>
                <a:gd name="connsiteX5" fmla="*/ 1285461 w 2292626"/>
                <a:gd name="connsiteY5" fmla="*/ 6858000 h 6858000"/>
                <a:gd name="connsiteX6" fmla="*/ 0 w 2292626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2626" h="6858000">
                  <a:moveTo>
                    <a:pt x="0" y="0"/>
                  </a:moveTo>
                  <a:lnTo>
                    <a:pt x="1285461" y="0"/>
                  </a:lnTo>
                  <a:lnTo>
                    <a:pt x="1285461" y="2532772"/>
                  </a:lnTo>
                  <a:lnTo>
                    <a:pt x="2292626" y="3056233"/>
                  </a:lnTo>
                  <a:lnTo>
                    <a:pt x="1285461" y="3579693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3" name="TextBox 42">
              <a:hlinkClick r:id="rId7" action="ppaction://hlinksldjump"/>
              <a:extLst>
                <a:ext uri="{FF2B5EF4-FFF2-40B4-BE49-F238E27FC236}">
                  <a16:creationId xmlns:a16="http://schemas.microsoft.com/office/drawing/2014/main" id="{17279D94-BA40-7975-449A-C82082A0B444}"/>
                </a:ext>
              </a:extLst>
            </p:cNvPr>
            <p:cNvSpPr txBox="1"/>
            <p:nvPr/>
          </p:nvSpPr>
          <p:spPr>
            <a:xfrm>
              <a:off x="2677352" y="2782669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2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34A6A7-F5D7-9C69-31D7-7625D6C42F15}"/>
              </a:ext>
            </a:extLst>
          </p:cNvPr>
          <p:cNvGrpSpPr/>
          <p:nvPr/>
        </p:nvGrpSpPr>
        <p:grpSpPr>
          <a:xfrm>
            <a:off x="0" y="0"/>
            <a:ext cx="1651117" cy="6858000"/>
            <a:chOff x="0" y="0"/>
            <a:chExt cx="2312507" cy="6858000"/>
          </a:xfr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grpSpPr>
        <p:sp>
          <p:nvSpPr>
            <p:cNvPr id="28" name="Freeform: Shape 27">
              <a:hlinkClick r:id="rId8" action="ppaction://hlinksldjump"/>
              <a:extLst>
                <a:ext uri="{FF2B5EF4-FFF2-40B4-BE49-F238E27FC236}">
                  <a16:creationId xmlns:a16="http://schemas.microsoft.com/office/drawing/2014/main" id="{700F6693-7A13-CCC5-91D9-AF5352D8D906}"/>
                </a:ext>
              </a:extLst>
            </p:cNvPr>
            <p:cNvSpPr/>
            <p:nvPr/>
          </p:nvSpPr>
          <p:spPr>
            <a:xfrm>
              <a:off x="0" y="0"/>
              <a:ext cx="2312507" cy="6858000"/>
            </a:xfrm>
            <a:custGeom>
              <a:avLst/>
              <a:gdLst>
                <a:gd name="connsiteX0" fmla="*/ 1305342 w 2312507"/>
                <a:gd name="connsiteY0" fmla="*/ 1594611 h 6858000"/>
                <a:gd name="connsiteX1" fmla="*/ 2312507 w 2312507"/>
                <a:gd name="connsiteY1" fmla="*/ 2118072 h 6858000"/>
                <a:gd name="connsiteX2" fmla="*/ 1305342 w 2312507"/>
                <a:gd name="connsiteY2" fmla="*/ 2641533 h 6858000"/>
                <a:gd name="connsiteX3" fmla="*/ 0 w 2312507"/>
                <a:gd name="connsiteY3" fmla="*/ 0 h 6858000"/>
                <a:gd name="connsiteX4" fmla="*/ 1285461 w 2312507"/>
                <a:gd name="connsiteY4" fmla="*/ 0 h 6858000"/>
                <a:gd name="connsiteX5" fmla="*/ 1285461 w 2312507"/>
                <a:gd name="connsiteY5" fmla="*/ 6858000 h 6858000"/>
                <a:gd name="connsiteX6" fmla="*/ 0 w 2312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2507" h="6858000">
                  <a:moveTo>
                    <a:pt x="1305342" y="1594611"/>
                  </a:moveTo>
                  <a:lnTo>
                    <a:pt x="2312507" y="2118072"/>
                  </a:lnTo>
                  <a:lnTo>
                    <a:pt x="1305342" y="2641533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E0CC786-9C3E-9350-4722-B11EC97C21E2}"/>
                </a:ext>
              </a:extLst>
            </p:cNvPr>
            <p:cNvSpPr txBox="1"/>
            <p:nvPr/>
          </p:nvSpPr>
          <p:spPr>
            <a:xfrm>
              <a:off x="1459233" y="1825625"/>
              <a:ext cx="422087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sq-AL" sz="3600" b="1" dirty="0">
                  <a:solidFill>
                    <a:schemeClr val="bg1"/>
                  </a:solidFill>
                </a:rPr>
                <a:t>1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F23547C-FD2F-87B7-F4BD-9E3926A1FDB7}"/>
              </a:ext>
            </a:extLst>
          </p:cNvPr>
          <p:cNvSpPr/>
          <p:nvPr/>
        </p:nvSpPr>
        <p:spPr>
          <a:xfrm>
            <a:off x="6365085" y="16356"/>
            <a:ext cx="4448921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sq-AL" sz="8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KUIZ</a:t>
            </a:r>
            <a:endParaRPr lang="sq-XK" sz="88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2" name="start sound">
            <a:hlinkClick r:id="" action="ppaction://media"/>
            <a:extLst>
              <a:ext uri="{FF2B5EF4-FFF2-40B4-BE49-F238E27FC236}">
                <a16:creationId xmlns:a16="http://schemas.microsoft.com/office/drawing/2014/main" id="{3AF9898A-6A83-0DDF-3BED-AE9232222A9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082121" y="242119"/>
            <a:ext cx="609600" cy="609600"/>
          </a:xfrm>
          <a:prstGeom prst="rect">
            <a:avLst/>
          </a:prstGeom>
        </p:spPr>
      </p:pic>
      <p:pic>
        <p:nvPicPr>
          <p:cNvPr id="4" name="start sound">
            <a:hlinkClick r:id="" action="ppaction://media"/>
            <a:extLst>
              <a:ext uri="{FF2B5EF4-FFF2-40B4-BE49-F238E27FC236}">
                <a16:creationId xmlns:a16="http://schemas.microsoft.com/office/drawing/2014/main" id="{95CF4EC8-28E5-30CC-2084-8DDBAA7E1AAE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098054" y="303213"/>
            <a:ext cx="609600" cy="609600"/>
          </a:xfrm>
          <a:prstGeom prst="rect">
            <a:avLst/>
          </a:prstGeom>
        </p:spPr>
      </p:pic>
      <p:pic>
        <p:nvPicPr>
          <p:cNvPr id="5" name="start sound">
            <a:hlinkClick r:id="" action="ppaction://media"/>
            <a:extLst>
              <a:ext uri="{FF2B5EF4-FFF2-40B4-BE49-F238E27FC236}">
                <a16:creationId xmlns:a16="http://schemas.microsoft.com/office/drawing/2014/main" id="{05AF39E3-49B5-6C89-6E8E-EEDD0CA6BDF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927277" y="240922"/>
            <a:ext cx="609600" cy="609600"/>
          </a:xfrm>
          <a:prstGeom prst="rect">
            <a:avLst/>
          </a:prstGeom>
        </p:spPr>
      </p:pic>
      <p:pic>
        <p:nvPicPr>
          <p:cNvPr id="6" name="start sound">
            <a:hlinkClick r:id="" action="ppaction://media"/>
            <a:extLst>
              <a:ext uri="{FF2B5EF4-FFF2-40B4-BE49-F238E27FC236}">
                <a16:creationId xmlns:a16="http://schemas.microsoft.com/office/drawing/2014/main" id="{80DC9028-34D8-499B-080B-63F78C28CF7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942993" y="303213"/>
            <a:ext cx="609600" cy="598839"/>
          </a:xfrm>
          <a:prstGeom prst="rect">
            <a:avLst/>
          </a:prstGeom>
        </p:spPr>
      </p:pic>
      <p:pic>
        <p:nvPicPr>
          <p:cNvPr id="7" name="start sound">
            <a:hlinkClick r:id="" action="ppaction://media"/>
            <a:extLst>
              <a:ext uri="{FF2B5EF4-FFF2-40B4-BE49-F238E27FC236}">
                <a16:creationId xmlns:a16="http://schemas.microsoft.com/office/drawing/2014/main" id="{80DB7D7C-B299-4E7E-1E07-2040F36B58B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81726" y="240922"/>
            <a:ext cx="60960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1F8333-FAF0-C0FA-1C89-59A5CADF2333}"/>
              </a:ext>
            </a:extLst>
          </p:cNvPr>
          <p:cNvSpPr txBox="1"/>
          <p:nvPr/>
        </p:nvSpPr>
        <p:spPr>
          <a:xfrm>
            <a:off x="344557" y="1404730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23C35B-16A5-744F-443E-DECECF9559E7}"/>
              </a:ext>
            </a:extLst>
          </p:cNvPr>
          <p:cNvSpPr txBox="1"/>
          <p:nvPr/>
        </p:nvSpPr>
        <p:spPr>
          <a:xfrm>
            <a:off x="1005505" y="2853064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93BF6E-158C-6A6D-259F-256239C44B6F}"/>
              </a:ext>
            </a:extLst>
          </p:cNvPr>
          <p:cNvSpPr txBox="1"/>
          <p:nvPr/>
        </p:nvSpPr>
        <p:spPr>
          <a:xfrm>
            <a:off x="1959877" y="4035745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8B552F-A163-0A12-1E85-D5845CCF046F}"/>
              </a:ext>
            </a:extLst>
          </p:cNvPr>
          <p:cNvSpPr txBox="1"/>
          <p:nvPr/>
        </p:nvSpPr>
        <p:spPr>
          <a:xfrm>
            <a:off x="2966013" y="5020627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CE6CBA-E1EC-03AA-7FCB-AF456DBC3A08}"/>
              </a:ext>
            </a:extLst>
          </p:cNvPr>
          <p:cNvSpPr txBox="1"/>
          <p:nvPr/>
        </p:nvSpPr>
        <p:spPr>
          <a:xfrm>
            <a:off x="4109840" y="1093841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hlinkClick r:id="rId10" action="ppaction://hlinksldjump"/>
            <a:extLst>
              <a:ext uri="{FF2B5EF4-FFF2-40B4-BE49-F238E27FC236}">
                <a16:creationId xmlns:a16="http://schemas.microsoft.com/office/drawing/2014/main" id="{39E6223A-F79C-C2E7-FBAA-B5C770A288BD}"/>
              </a:ext>
            </a:extLst>
          </p:cNvPr>
          <p:cNvSpPr/>
          <p:nvPr/>
        </p:nvSpPr>
        <p:spPr>
          <a:xfrm rot="10800000" flipV="1">
            <a:off x="9847195" y="6133037"/>
            <a:ext cx="2120347" cy="5764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</a:rPr>
              <a:t>KALO NË GRUPIN TJETËR</a:t>
            </a:r>
            <a:endParaRPr lang="sq-X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4287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357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35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35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357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5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7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30" grpId="0" animBg="1"/>
      <p:bldP spid="8" grpId="0"/>
      <p:bldP spid="9" grpId="0"/>
      <p:bldP spid="10" grpId="0"/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EE5DC23F-B0A8-E742-136D-EA784FE66C65}"/>
              </a:ext>
            </a:extLst>
          </p:cNvPr>
          <p:cNvSpPr/>
          <p:nvPr/>
        </p:nvSpPr>
        <p:spPr>
          <a:xfrm rot="5400000">
            <a:off x="10588740" y="5584875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8F67FB-8BED-F311-3C93-0C6DB7C327DB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Etologji</a:t>
            </a:r>
            <a:endParaRPr lang="sq-XK" b="1" dirty="0"/>
          </a:p>
        </p:txBody>
      </p:sp>
      <p:sp>
        <p:nvSpPr>
          <p:cNvPr id="8" name="Rectangle: Rounded Corners 7">
            <a:hlinkClick r:id="" action="ppaction://noaction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DAAC58FA-91E3-9123-F399-2687FDA1AEE2}"/>
              </a:ext>
            </a:extLst>
          </p:cNvPr>
          <p:cNvSpPr/>
          <p:nvPr/>
        </p:nvSpPr>
        <p:spPr>
          <a:xfrm>
            <a:off x="6195391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Ekologji </a:t>
            </a:r>
            <a:endParaRPr lang="sq-XK" b="1" dirty="0"/>
          </a:p>
        </p:txBody>
      </p:sp>
      <p:sp>
        <p:nvSpPr>
          <p:cNvPr id="9" name="Rectangle: Rounded Corners 8">
            <a:hlinkClick r:id="" action="ppaction://noaction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FB1C8ECF-D518-70AA-5850-7B7CAA3E8B90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Anatomi</a:t>
            </a:r>
            <a:endParaRPr lang="sq-XK" sz="3200" b="1" dirty="0"/>
          </a:p>
        </p:txBody>
      </p:sp>
      <p:sp>
        <p:nvSpPr>
          <p:cNvPr id="10" name="Rectangle: Rounded Corners 9">
            <a:hlinkClick r:id="" action="ppaction://noaction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A70C8CB5-0A01-1263-BCF0-FDB8F3285C89}"/>
              </a:ext>
            </a:extLst>
          </p:cNvPr>
          <p:cNvSpPr/>
          <p:nvPr/>
        </p:nvSpPr>
        <p:spPr>
          <a:xfrm>
            <a:off x="2054087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Fiziologji</a:t>
            </a:r>
            <a:endParaRPr lang="sq-XK" sz="3200" b="1" dirty="0"/>
          </a:p>
        </p:txBody>
      </p:sp>
      <p:pic>
        <p:nvPicPr>
          <p:cNvPr id="11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3608BFCF-8A29-72CB-8880-5BEECC9BA1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165896" y="408236"/>
            <a:ext cx="609600" cy="609600"/>
          </a:xfrm>
          <a:prstGeom prst="rect">
            <a:avLst/>
          </a:prstGeom>
        </p:spPr>
      </p:pic>
      <p:sp>
        <p:nvSpPr>
          <p:cNvPr id="4" name="call30sec.">
            <a:extLst>
              <a:ext uri="{FF2B5EF4-FFF2-40B4-BE49-F238E27FC236}">
                <a16:creationId xmlns:a16="http://schemas.microsoft.com/office/drawing/2014/main" id="{D0072F5A-16FD-9803-7CAE-A5883336B364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6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99D01406-705C-37FD-B618-FF039B5BA75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2358887"/>
            <a:ext cx="609600" cy="6096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215BD130-9674-31B3-3C1A-838A7A4E6887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1</a:t>
            </a:r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ECDD9D1-CB53-A53A-9DBA-F2DAA0F79A13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5" name="final answer">
            <a:hlinkClick r:id="" action="ppaction://media"/>
            <a:extLst>
              <a:ext uri="{FF2B5EF4-FFF2-40B4-BE49-F238E27FC236}">
                <a16:creationId xmlns:a16="http://schemas.microsoft.com/office/drawing/2014/main" id="{544C7CE9-AB71-32B9-2429-6E53B03ADFB0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662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 showWhenStopped="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46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6" dur="888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8" grpId="0" animBg="1"/>
      <p:bldP spid="9" grpId="0" animBg="1"/>
      <p:bldP spid="4" grpId="0" animBg="1"/>
      <p:bldP spid="4" grpId="1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EE5DC23F-B0A8-E742-136D-EA784FE66C65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8F67FB-8BED-F311-3C93-0C6DB7C327DB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Refleksive</a:t>
            </a:r>
            <a:endParaRPr lang="sq-XK" b="1" dirty="0"/>
          </a:p>
        </p:txBody>
      </p:sp>
      <p:sp>
        <p:nvSpPr>
          <p:cNvPr id="8" name="Rectangle: Rounded Corners 7">
            <a:hlinkClick r:id="" action="ppaction://noaction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DAAC58FA-91E3-9123-F399-2687FDA1AEE2}"/>
              </a:ext>
            </a:extLst>
          </p:cNvPr>
          <p:cNvSpPr/>
          <p:nvPr/>
        </p:nvSpPr>
        <p:spPr>
          <a:xfrm>
            <a:off x="6195391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Komplekse</a:t>
            </a:r>
            <a:endParaRPr lang="sq-XK" b="1" dirty="0"/>
          </a:p>
        </p:txBody>
      </p:sp>
      <p:sp>
        <p:nvSpPr>
          <p:cNvPr id="9" name="Rectangle: Rounded Corners 8">
            <a:hlinkClick r:id="" action="ppaction://noaction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FB1C8ECF-D518-70AA-5850-7B7CAA3E8B90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Instiktive</a:t>
            </a:r>
            <a:endParaRPr lang="sq-XK" sz="3200" b="1" dirty="0"/>
          </a:p>
        </p:txBody>
      </p:sp>
      <p:sp>
        <p:nvSpPr>
          <p:cNvPr id="10" name="Rectangle: Rounded Corners 9">
            <a:hlinkClick r:id="" action="ppaction://noaction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A70C8CB5-0A01-1263-BCF0-FDB8F3285C89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E fituar</a:t>
            </a:r>
            <a:endParaRPr lang="sq-XK" sz="3200" b="1" dirty="0"/>
          </a:p>
        </p:txBody>
      </p:sp>
      <p:pic>
        <p:nvPicPr>
          <p:cNvPr id="11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3608BFCF-8A29-72CB-8880-5BEECC9BA1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4" name="call30sec.">
            <a:extLst>
              <a:ext uri="{FF2B5EF4-FFF2-40B4-BE49-F238E27FC236}">
                <a16:creationId xmlns:a16="http://schemas.microsoft.com/office/drawing/2014/main" id="{D0072F5A-16FD-9803-7CAE-A5883336B364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5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58636A-BC0C-5B7A-29E7-A8164D02B51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158B466-204A-2C87-3772-919372018F0D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2</a:t>
            </a:r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F8C8E5-98CB-447A-404B-C7C304E46F54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14" name="final answer">
            <a:hlinkClick r:id="" action="ppaction://media"/>
            <a:extLst>
              <a:ext uri="{FF2B5EF4-FFF2-40B4-BE49-F238E27FC236}">
                <a16:creationId xmlns:a16="http://schemas.microsoft.com/office/drawing/2014/main" id="{C915CA77-B862-8059-F10D-4C080FD46E48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66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 showWhenStopped="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46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6" dur="8886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9" grpId="0" animBg="1"/>
      <p:bldP spid="10" grpId="0" animBg="1"/>
      <p:bldP spid="4" grpId="0" animBg="1"/>
      <p:bldP spid="4" grpId="1" animBg="1"/>
      <p:bldP spid="1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7C6EEE14-6C92-DCAF-4380-7E90852BCAE4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DA70B6-62FB-6C86-508F-577B48C9734F}"/>
              </a:ext>
            </a:extLst>
          </p:cNvPr>
          <p:cNvSpPr/>
          <p:nvPr/>
        </p:nvSpPr>
        <p:spPr>
          <a:xfrm>
            <a:off x="619539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Instiktive</a:t>
            </a:r>
            <a:endParaRPr lang="sq-XK" b="1" dirty="0"/>
          </a:p>
        </p:txBody>
      </p:sp>
      <p:sp>
        <p:nvSpPr>
          <p:cNvPr id="4" name="Rectangle: Rounded Corners 3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521FD58C-4EBD-A977-FAFB-3EB905DB554E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Refleksive </a:t>
            </a:r>
            <a:endParaRPr lang="sq-XK" b="1" dirty="0"/>
          </a:p>
        </p:txBody>
      </p:sp>
      <p:sp>
        <p:nvSpPr>
          <p:cNvPr id="5" name="Rectangle: Rounded Corners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F343411-AED6-83F0-8F51-2C450000E9C7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Të fituar</a:t>
            </a:r>
            <a:endParaRPr lang="sq-XK" sz="3200" b="1" dirty="0"/>
          </a:p>
        </p:txBody>
      </p:sp>
      <p:sp>
        <p:nvSpPr>
          <p:cNvPr id="10" name="Rectangle: Rounded Corners 9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0B1DC5D3-A615-FDEB-BF59-C38A7357BBEF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Të arsyeshme</a:t>
            </a:r>
            <a:endParaRPr lang="sq-XK" sz="3200" b="1" dirty="0"/>
          </a:p>
        </p:txBody>
      </p:sp>
      <p:pic>
        <p:nvPicPr>
          <p:cNvPr id="11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1244F4F0-C1B0-36CF-E12A-77A435065B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6" name="call30sec.">
            <a:extLst>
              <a:ext uri="{FF2B5EF4-FFF2-40B4-BE49-F238E27FC236}">
                <a16:creationId xmlns:a16="http://schemas.microsoft.com/office/drawing/2014/main" id="{B4433899-88F1-848B-038C-72E86DE69949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7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38E80576-323F-76AE-2BD7-1B88A43E14C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7DA9E3F-616A-797A-7C7B-42E58C0BE24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3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39CF14-505F-6EA4-01FB-DF7EEB0A1B3A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13" name="final answer">
            <a:hlinkClick r:id="" action="ppaction://media"/>
            <a:extLst>
              <a:ext uri="{FF2B5EF4-FFF2-40B4-BE49-F238E27FC236}">
                <a16:creationId xmlns:a16="http://schemas.microsoft.com/office/drawing/2014/main" id="{8B13DA4E-CF74-847A-EBDF-57DD876980A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4632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 showWhenStopped="0">
                <p:cTn id="4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46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4" dur="8886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 showWhenStopped="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6" grpId="0" animBg="1"/>
      <p:bldP spid="6" grpId="1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6DEA9E31-A67C-5271-48D6-CCCA7215A60A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BF69492-0E51-75AE-D6CF-E58B40ADAC9D}"/>
              </a:ext>
            </a:extLst>
          </p:cNvPr>
          <p:cNvSpPr/>
          <p:nvPr/>
        </p:nvSpPr>
        <p:spPr>
          <a:xfrm>
            <a:off x="2054086" y="2739827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Të fituara</a:t>
            </a:r>
            <a:endParaRPr lang="sq-XK" b="1" dirty="0"/>
          </a:p>
        </p:txBody>
      </p:sp>
      <p:sp>
        <p:nvSpPr>
          <p:cNvPr id="23" name="Rectangle: Rounded Corners 22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E2A773D-C275-EC00-0E6F-4BFACCB69E96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Të lindura </a:t>
            </a:r>
            <a:endParaRPr lang="sq-XK" b="1" dirty="0"/>
          </a:p>
        </p:txBody>
      </p:sp>
      <p:sp>
        <p:nvSpPr>
          <p:cNvPr id="24" name="Rectangle: Rounded Corners 2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AF23614-7484-92DA-0D8B-2FF1533493D7}"/>
              </a:ext>
            </a:extLst>
          </p:cNvPr>
          <p:cNvSpPr/>
          <p:nvPr/>
        </p:nvSpPr>
        <p:spPr>
          <a:xfrm>
            <a:off x="6195390" y="1535595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Të arsyeshme</a:t>
            </a:r>
            <a:endParaRPr lang="sq-XK" sz="3200" b="1" dirty="0"/>
          </a:p>
        </p:txBody>
      </p:sp>
      <p:sp>
        <p:nvSpPr>
          <p:cNvPr id="25" name="Rectangle: Rounded Corners 2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BFB44383-6704-6BA1-3D09-83B6AF5F7BCE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Instiktive</a:t>
            </a:r>
            <a:endParaRPr lang="sq-XK" sz="3200" b="1" dirty="0"/>
          </a:p>
        </p:txBody>
      </p:sp>
      <p:pic>
        <p:nvPicPr>
          <p:cNvPr id="26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C74989C-DACE-4B8E-CC99-B285DB1245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27" name="call30sec.">
            <a:extLst>
              <a:ext uri="{FF2B5EF4-FFF2-40B4-BE49-F238E27FC236}">
                <a16:creationId xmlns:a16="http://schemas.microsoft.com/office/drawing/2014/main" id="{33F77536-AF81-A727-C023-BBFBEF69A064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8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231E7C5F-2EA1-1A26-3F9F-D5F3887CAB9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B3FED746-A781-0D96-2BF0-17FA36DB5FA3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4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1FF432-2CC7-5B32-D4DD-B9701B801B52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31" name="final answer">
            <a:hlinkClick r:id="" action="ppaction://media"/>
            <a:extLst>
              <a:ext uri="{FF2B5EF4-FFF2-40B4-BE49-F238E27FC236}">
                <a16:creationId xmlns:a16="http://schemas.microsoft.com/office/drawing/2014/main" id="{5E014CBB-6CE3-7F07-8A88-A731EA95779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38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  <p:bldLst>
      <p:bldP spid="24" grpId="0" animBg="1"/>
      <p:bldP spid="25" grpId="0" animBg="1"/>
      <p:bldP spid="27" grpId="0" animBg="1"/>
      <p:bldP spid="27" grpId="1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78788667-4BFB-FD7F-E9FC-3D6AA3D9395A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B356E3A-9AA2-F7D2-7979-3F4C1E7F1BF3}"/>
              </a:ext>
            </a:extLst>
          </p:cNvPr>
          <p:cNvSpPr/>
          <p:nvPr/>
        </p:nvSpPr>
        <p:spPr>
          <a:xfrm>
            <a:off x="619539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Dresimin</a:t>
            </a:r>
            <a:endParaRPr lang="sq-XK" b="1" dirty="0"/>
          </a:p>
        </p:txBody>
      </p:sp>
      <p:sp>
        <p:nvSpPr>
          <p:cNvPr id="23" name="Rectangle: Rounded Corners 22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F21021E7-7DA6-2870-DC1A-FCE91EA51988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Kultivimin </a:t>
            </a:r>
            <a:endParaRPr lang="sq-XK" b="1" dirty="0"/>
          </a:p>
        </p:txBody>
      </p:sp>
      <p:sp>
        <p:nvSpPr>
          <p:cNvPr id="24" name="Rectangle: Rounded Corners 2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AB21474-8E07-2210-0F12-125D5B0D15EF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Prodhimin</a:t>
            </a:r>
            <a:endParaRPr lang="sq-XK" sz="3200" b="1" dirty="0"/>
          </a:p>
        </p:txBody>
      </p:sp>
      <p:sp>
        <p:nvSpPr>
          <p:cNvPr id="25" name="Rectangle: Rounded Corners 2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0429B102-2816-CFD3-F1C3-9267F1A6F100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Automatizimin</a:t>
            </a:r>
            <a:endParaRPr lang="sq-XK" sz="3200" b="1" dirty="0"/>
          </a:p>
        </p:txBody>
      </p:sp>
      <p:pic>
        <p:nvPicPr>
          <p:cNvPr id="26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236C9369-0BF1-9931-FE4D-F798F0F48B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27" name="call30sec.">
            <a:extLst>
              <a:ext uri="{FF2B5EF4-FFF2-40B4-BE49-F238E27FC236}">
                <a16:creationId xmlns:a16="http://schemas.microsoft.com/office/drawing/2014/main" id="{7F8316E1-78DE-B8BB-26B5-2963EDA5394F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8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DC3D179C-DBB5-DD80-0106-CA0043374D7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74D92F88-C467-1499-CE46-8402F3D7FCA0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5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0E70CA9-882A-B21B-16CE-EB63FC790D30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31" name="final answer">
            <a:hlinkClick r:id="" action="ppaction://media"/>
            <a:extLst>
              <a:ext uri="{FF2B5EF4-FFF2-40B4-BE49-F238E27FC236}">
                <a16:creationId xmlns:a16="http://schemas.microsoft.com/office/drawing/2014/main" id="{94E1E1D5-0074-6CF1-8574-53C549BECF15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830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5" dur="88868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8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audio>
              <p:cMediaNode vol="80000" showWhenStopped="0">
                <p:cTn id="8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 showWhenStopped="0">
                <p:cTn id="8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  <p:audio>
              <p:cMediaNode vol="80000" showWhenStopped="0">
                <p:cTn id="8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  <p:bldLst>
      <p:bldP spid="23" grpId="0" animBg="1"/>
      <p:bldP spid="24" grpId="0" animBg="1"/>
      <p:bldP spid="27" grpId="0" animBg="1"/>
      <p:bldP spid="27" grpId="1" animBg="1"/>
      <p:bldP spid="30" grpId="0" animBg="1"/>
      <p:bldP spid="3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3B5CA99-D5A2-D6EC-677D-1FFC3C70875D}"/>
              </a:ext>
            </a:extLst>
          </p:cNvPr>
          <p:cNvSpPr/>
          <p:nvPr/>
        </p:nvSpPr>
        <p:spPr>
          <a:xfrm>
            <a:off x="5072263" y="-1"/>
            <a:ext cx="2272747" cy="6858000"/>
          </a:xfrm>
          <a:custGeom>
            <a:avLst/>
            <a:gdLst>
              <a:gd name="connsiteX0" fmla="*/ 0 w 2272747"/>
              <a:gd name="connsiteY0" fmla="*/ 0 h 6858000"/>
              <a:gd name="connsiteX1" fmla="*/ 1285461 w 2272747"/>
              <a:gd name="connsiteY1" fmla="*/ 0 h 6858000"/>
              <a:gd name="connsiteX2" fmla="*/ 1285461 w 2272747"/>
              <a:gd name="connsiteY2" fmla="*/ 5357586 h 6858000"/>
              <a:gd name="connsiteX3" fmla="*/ 2272747 w 2272747"/>
              <a:gd name="connsiteY3" fmla="*/ 5870715 h 6858000"/>
              <a:gd name="connsiteX4" fmla="*/ 2272744 w 2272747"/>
              <a:gd name="connsiteY4" fmla="*/ 5870716 h 6858000"/>
              <a:gd name="connsiteX5" fmla="*/ 2272746 w 2272747"/>
              <a:gd name="connsiteY5" fmla="*/ 5870717 h 6858000"/>
              <a:gd name="connsiteX6" fmla="*/ 1285461 w 2272747"/>
              <a:gd name="connsiteY6" fmla="*/ 6383845 h 6858000"/>
              <a:gd name="connsiteX7" fmla="*/ 1285461 w 2272747"/>
              <a:gd name="connsiteY7" fmla="*/ 6858000 h 6858000"/>
              <a:gd name="connsiteX8" fmla="*/ 0 w 2272747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72747" h="6858000">
                <a:moveTo>
                  <a:pt x="0" y="0"/>
                </a:moveTo>
                <a:lnTo>
                  <a:pt x="1285461" y="0"/>
                </a:lnTo>
                <a:lnTo>
                  <a:pt x="1285461" y="5357586"/>
                </a:lnTo>
                <a:lnTo>
                  <a:pt x="2272747" y="5870715"/>
                </a:lnTo>
                <a:lnTo>
                  <a:pt x="2272744" y="5870716"/>
                </a:lnTo>
                <a:lnTo>
                  <a:pt x="2272746" y="5870717"/>
                </a:lnTo>
                <a:lnTo>
                  <a:pt x="1285461" y="6383845"/>
                </a:lnTo>
                <a:lnTo>
                  <a:pt x="1285461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sq-XK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A8B12A-BF35-1097-3644-DD801C946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1457" y="325369"/>
            <a:ext cx="4743351" cy="1325563"/>
          </a:xfrm>
        </p:spPr>
        <p:txBody>
          <a:bodyPr/>
          <a:lstStyle/>
          <a:p>
            <a:pPr algn="r"/>
            <a:r>
              <a:rPr lang="sq-AL" dirty="0"/>
              <a:t> Grup me 5 pyetje 2</a:t>
            </a:r>
            <a:endParaRPr lang="sq-XK" dirty="0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6E8FDA08-2E4A-5401-B7AE-74B5D600B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1457" y="1825625"/>
            <a:ext cx="5066085" cy="4351338"/>
          </a:xfrm>
        </p:spPr>
        <p:txBody>
          <a:bodyPr>
            <a:normAutofit/>
          </a:bodyPr>
          <a:lstStyle/>
          <a:p>
            <a:r>
              <a:rPr lang="sq-AL" sz="2400" dirty="0"/>
              <a:t>Cili nga këto shoqërizime është i përhershëm:</a:t>
            </a:r>
          </a:p>
          <a:p>
            <a:r>
              <a:rPr lang="sq-AL" sz="2400" dirty="0"/>
              <a:t>Shoqërorizim i përkohshëm janë psh. shoqërorizimi i:</a:t>
            </a:r>
          </a:p>
          <a:p>
            <a:r>
              <a:rPr lang="sq-AL" sz="2400" dirty="0"/>
              <a:t>Cila nga këto shtazë e shënon territorin me anë të jashtëqitjes:</a:t>
            </a:r>
          </a:p>
          <a:p>
            <a:r>
              <a:rPr lang="sq-AL" sz="2400" dirty="0"/>
              <a:t>Si komunikojnë shpendët mes vete në rast të ndonjë rreziku?</a:t>
            </a:r>
          </a:p>
          <a:p>
            <a:r>
              <a:rPr lang="sq-AL" sz="2400" dirty="0"/>
              <a:t>Sjelljet e ndryshme rituale që bëjnë shtazët për gjetjen e partnerit quhen:</a:t>
            </a:r>
            <a:endParaRPr lang="sq-XK" sz="2400" dirty="0"/>
          </a:p>
        </p:txBody>
      </p:sp>
      <p:sp>
        <p:nvSpPr>
          <p:cNvPr id="29" name="TextBox 28">
            <a:hlinkClick r:id="rId4" action="ppaction://hlinksldjump"/>
            <a:extLst>
              <a:ext uri="{FF2B5EF4-FFF2-40B4-BE49-F238E27FC236}">
                <a16:creationId xmlns:a16="http://schemas.microsoft.com/office/drawing/2014/main" id="{6501FC30-1362-E8BB-896C-F1B308D52BB7}"/>
              </a:ext>
            </a:extLst>
          </p:cNvPr>
          <p:cNvSpPr txBox="1"/>
          <p:nvPr/>
        </p:nvSpPr>
        <p:spPr>
          <a:xfrm>
            <a:off x="6444697" y="5547548"/>
            <a:ext cx="67171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sq-AL" sz="3600" b="1" dirty="0">
                <a:solidFill>
                  <a:schemeClr val="bg1"/>
                </a:solidFill>
              </a:rPr>
              <a:t>10</a:t>
            </a:r>
            <a:endParaRPr lang="sq-XK" sz="3600" b="1" dirty="0">
              <a:solidFill>
                <a:schemeClr val="bg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C97AA7C-CBF7-1C55-3CB3-B5428BE3A31B}"/>
              </a:ext>
            </a:extLst>
          </p:cNvPr>
          <p:cNvGrpSpPr/>
          <p:nvPr/>
        </p:nvGrpSpPr>
        <p:grpSpPr>
          <a:xfrm>
            <a:off x="3856382" y="0"/>
            <a:ext cx="2309190" cy="6858000"/>
            <a:chOff x="3856382" y="0"/>
            <a:chExt cx="2309190" cy="6858000"/>
          </a:xfr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5" name="Freeform: Shape 24">
              <a:hlinkClick r:id="rId5" action="ppaction://hlinksldjump"/>
              <a:extLst>
                <a:ext uri="{FF2B5EF4-FFF2-40B4-BE49-F238E27FC236}">
                  <a16:creationId xmlns:a16="http://schemas.microsoft.com/office/drawing/2014/main" id="{6E0A5709-0C2E-DFDF-0D4A-DA8901F82552}"/>
                </a:ext>
              </a:extLst>
            </p:cNvPr>
            <p:cNvSpPr/>
            <p:nvPr/>
          </p:nvSpPr>
          <p:spPr>
            <a:xfrm>
              <a:off x="3856382" y="0"/>
              <a:ext cx="2309190" cy="6858000"/>
            </a:xfrm>
            <a:custGeom>
              <a:avLst/>
              <a:gdLst>
                <a:gd name="connsiteX0" fmla="*/ 1302025 w 2309190"/>
                <a:gd name="connsiteY0" fmla="*/ 4409094 h 6858000"/>
                <a:gd name="connsiteX1" fmla="*/ 2309190 w 2309190"/>
                <a:gd name="connsiteY1" fmla="*/ 4932555 h 6858000"/>
                <a:gd name="connsiteX2" fmla="*/ 1302025 w 2309190"/>
                <a:gd name="connsiteY2" fmla="*/ 5456016 h 6858000"/>
                <a:gd name="connsiteX3" fmla="*/ 0 w 2309190"/>
                <a:gd name="connsiteY3" fmla="*/ 0 h 6858000"/>
                <a:gd name="connsiteX4" fmla="*/ 1285461 w 2309190"/>
                <a:gd name="connsiteY4" fmla="*/ 0 h 6858000"/>
                <a:gd name="connsiteX5" fmla="*/ 1285461 w 2309190"/>
                <a:gd name="connsiteY5" fmla="*/ 6858000 h 6858000"/>
                <a:gd name="connsiteX6" fmla="*/ 0 w 230919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190" h="6858000">
                  <a:moveTo>
                    <a:pt x="1302025" y="4409094"/>
                  </a:moveTo>
                  <a:lnTo>
                    <a:pt x="2309190" y="4932555"/>
                  </a:lnTo>
                  <a:lnTo>
                    <a:pt x="1302025" y="5456016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39" name="TextBox 38">
              <a:hlinkClick r:id="rId5" action="ppaction://hlinksldjump"/>
              <a:extLst>
                <a:ext uri="{FF2B5EF4-FFF2-40B4-BE49-F238E27FC236}">
                  <a16:creationId xmlns:a16="http://schemas.microsoft.com/office/drawing/2014/main" id="{86F9E2D2-39AC-30EF-B1D2-474CB1026FBE}"/>
                </a:ext>
              </a:extLst>
            </p:cNvPr>
            <p:cNvSpPr txBox="1"/>
            <p:nvPr/>
          </p:nvSpPr>
          <p:spPr>
            <a:xfrm>
              <a:off x="5352219" y="4583164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9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3FFCFF-D749-850C-64E3-7000538D6A7C}"/>
              </a:ext>
            </a:extLst>
          </p:cNvPr>
          <p:cNvGrpSpPr/>
          <p:nvPr/>
        </p:nvGrpSpPr>
        <p:grpSpPr>
          <a:xfrm>
            <a:off x="2570922" y="1"/>
            <a:ext cx="2325753" cy="6858000"/>
            <a:chOff x="2570922" y="1"/>
            <a:chExt cx="2325753" cy="6858000"/>
          </a:xfr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7877ED-38B7-A020-AC41-9486457AB82F}"/>
                </a:ext>
              </a:extLst>
            </p:cNvPr>
            <p:cNvSpPr/>
            <p:nvPr/>
          </p:nvSpPr>
          <p:spPr>
            <a:xfrm>
              <a:off x="2570922" y="1"/>
              <a:ext cx="2325753" cy="6858000"/>
            </a:xfrm>
            <a:custGeom>
              <a:avLst/>
              <a:gdLst>
                <a:gd name="connsiteX0" fmla="*/ 1318588 w 2325753"/>
                <a:gd name="connsiteY0" fmla="*/ 3470933 h 6858000"/>
                <a:gd name="connsiteX1" fmla="*/ 2325753 w 2325753"/>
                <a:gd name="connsiteY1" fmla="*/ 3994394 h 6858000"/>
                <a:gd name="connsiteX2" fmla="*/ 1318588 w 2325753"/>
                <a:gd name="connsiteY2" fmla="*/ 4517855 h 6858000"/>
                <a:gd name="connsiteX3" fmla="*/ 0 w 2325753"/>
                <a:gd name="connsiteY3" fmla="*/ 0 h 6858000"/>
                <a:gd name="connsiteX4" fmla="*/ 1285461 w 2325753"/>
                <a:gd name="connsiteY4" fmla="*/ 0 h 6858000"/>
                <a:gd name="connsiteX5" fmla="*/ 1285461 w 2325753"/>
                <a:gd name="connsiteY5" fmla="*/ 6858000 h 6858000"/>
                <a:gd name="connsiteX6" fmla="*/ 0 w 232575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5753" h="6858000">
                  <a:moveTo>
                    <a:pt x="1318588" y="3470933"/>
                  </a:moveTo>
                  <a:lnTo>
                    <a:pt x="2325753" y="3994394"/>
                  </a:lnTo>
                  <a:lnTo>
                    <a:pt x="1318588" y="4517855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41" name="TextBox 40">
              <a:hlinkClick r:id="rId6" action="ppaction://hlinksldjump"/>
              <a:extLst>
                <a:ext uri="{FF2B5EF4-FFF2-40B4-BE49-F238E27FC236}">
                  <a16:creationId xmlns:a16="http://schemas.microsoft.com/office/drawing/2014/main" id="{9E1A0900-198B-736F-D020-0EC25813C675}"/>
                </a:ext>
              </a:extLst>
            </p:cNvPr>
            <p:cNvSpPr txBox="1"/>
            <p:nvPr/>
          </p:nvSpPr>
          <p:spPr>
            <a:xfrm>
              <a:off x="4025346" y="3608134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8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2A5A6-FBB7-4D9E-24EF-0CD19BEDDD1F}"/>
              </a:ext>
            </a:extLst>
          </p:cNvPr>
          <p:cNvGrpSpPr/>
          <p:nvPr/>
        </p:nvGrpSpPr>
        <p:grpSpPr>
          <a:xfrm>
            <a:off x="1284631" y="-1"/>
            <a:ext cx="2292626" cy="6858000"/>
            <a:chOff x="1285460" y="0"/>
            <a:chExt cx="2292626" cy="6858000"/>
          </a:xfr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BEE775A-16F9-F3DA-C914-67813B277D92}"/>
                </a:ext>
              </a:extLst>
            </p:cNvPr>
            <p:cNvSpPr/>
            <p:nvPr/>
          </p:nvSpPr>
          <p:spPr>
            <a:xfrm>
              <a:off x="1285460" y="0"/>
              <a:ext cx="2292626" cy="6858000"/>
            </a:xfrm>
            <a:custGeom>
              <a:avLst/>
              <a:gdLst>
                <a:gd name="connsiteX0" fmla="*/ 0 w 2292626"/>
                <a:gd name="connsiteY0" fmla="*/ 0 h 6858000"/>
                <a:gd name="connsiteX1" fmla="*/ 1285461 w 2292626"/>
                <a:gd name="connsiteY1" fmla="*/ 0 h 6858000"/>
                <a:gd name="connsiteX2" fmla="*/ 1285461 w 2292626"/>
                <a:gd name="connsiteY2" fmla="*/ 2532772 h 6858000"/>
                <a:gd name="connsiteX3" fmla="*/ 2292626 w 2292626"/>
                <a:gd name="connsiteY3" fmla="*/ 3056233 h 6858000"/>
                <a:gd name="connsiteX4" fmla="*/ 1285461 w 2292626"/>
                <a:gd name="connsiteY4" fmla="*/ 3579693 h 6858000"/>
                <a:gd name="connsiteX5" fmla="*/ 1285461 w 2292626"/>
                <a:gd name="connsiteY5" fmla="*/ 6858000 h 6858000"/>
                <a:gd name="connsiteX6" fmla="*/ 0 w 2292626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2626" h="6858000">
                  <a:moveTo>
                    <a:pt x="0" y="0"/>
                  </a:moveTo>
                  <a:lnTo>
                    <a:pt x="1285461" y="0"/>
                  </a:lnTo>
                  <a:lnTo>
                    <a:pt x="1285461" y="2532772"/>
                  </a:lnTo>
                  <a:lnTo>
                    <a:pt x="2292626" y="3056233"/>
                  </a:lnTo>
                  <a:lnTo>
                    <a:pt x="1285461" y="3579693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3" name="TextBox 42">
              <a:hlinkClick r:id="rId7" action="ppaction://hlinksldjump"/>
              <a:extLst>
                <a:ext uri="{FF2B5EF4-FFF2-40B4-BE49-F238E27FC236}">
                  <a16:creationId xmlns:a16="http://schemas.microsoft.com/office/drawing/2014/main" id="{17279D94-BA40-7975-449A-C82082A0B444}"/>
                </a:ext>
              </a:extLst>
            </p:cNvPr>
            <p:cNvSpPr txBox="1"/>
            <p:nvPr/>
          </p:nvSpPr>
          <p:spPr>
            <a:xfrm>
              <a:off x="2677352" y="2782669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7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34A6A7-F5D7-9C69-31D7-7625D6C42F15}"/>
              </a:ext>
            </a:extLst>
          </p:cNvPr>
          <p:cNvGrpSpPr/>
          <p:nvPr/>
        </p:nvGrpSpPr>
        <p:grpSpPr>
          <a:xfrm>
            <a:off x="0" y="0"/>
            <a:ext cx="2312507" cy="6858000"/>
            <a:chOff x="0" y="0"/>
            <a:chExt cx="2312507" cy="6858000"/>
          </a:xfr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8" name="Freeform: Shape 27">
              <a:hlinkClick r:id="rId8" action="ppaction://hlinksldjump"/>
              <a:extLst>
                <a:ext uri="{FF2B5EF4-FFF2-40B4-BE49-F238E27FC236}">
                  <a16:creationId xmlns:a16="http://schemas.microsoft.com/office/drawing/2014/main" id="{700F6693-7A13-CCC5-91D9-AF5352D8D906}"/>
                </a:ext>
              </a:extLst>
            </p:cNvPr>
            <p:cNvSpPr/>
            <p:nvPr/>
          </p:nvSpPr>
          <p:spPr>
            <a:xfrm>
              <a:off x="0" y="0"/>
              <a:ext cx="2312507" cy="6858000"/>
            </a:xfrm>
            <a:custGeom>
              <a:avLst/>
              <a:gdLst>
                <a:gd name="connsiteX0" fmla="*/ 1305342 w 2312507"/>
                <a:gd name="connsiteY0" fmla="*/ 1594611 h 6858000"/>
                <a:gd name="connsiteX1" fmla="*/ 2312507 w 2312507"/>
                <a:gd name="connsiteY1" fmla="*/ 2118072 h 6858000"/>
                <a:gd name="connsiteX2" fmla="*/ 1305342 w 2312507"/>
                <a:gd name="connsiteY2" fmla="*/ 2641533 h 6858000"/>
                <a:gd name="connsiteX3" fmla="*/ 0 w 2312507"/>
                <a:gd name="connsiteY3" fmla="*/ 0 h 6858000"/>
                <a:gd name="connsiteX4" fmla="*/ 1285461 w 2312507"/>
                <a:gd name="connsiteY4" fmla="*/ 0 h 6858000"/>
                <a:gd name="connsiteX5" fmla="*/ 1285461 w 2312507"/>
                <a:gd name="connsiteY5" fmla="*/ 6858000 h 6858000"/>
                <a:gd name="connsiteX6" fmla="*/ 0 w 2312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2507" h="6858000">
                  <a:moveTo>
                    <a:pt x="1305342" y="1594611"/>
                  </a:moveTo>
                  <a:lnTo>
                    <a:pt x="2312507" y="2118072"/>
                  </a:lnTo>
                  <a:lnTo>
                    <a:pt x="1305342" y="2641533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5" name="TextBox 44">
              <a:hlinkClick r:id="rId9" action="ppaction://hlinksldjump"/>
              <a:extLst>
                <a:ext uri="{FF2B5EF4-FFF2-40B4-BE49-F238E27FC236}">
                  <a16:creationId xmlns:a16="http://schemas.microsoft.com/office/drawing/2014/main" id="{8E0CC786-9C3E-9350-4722-B11EC97C21E2}"/>
                </a:ext>
              </a:extLst>
            </p:cNvPr>
            <p:cNvSpPr txBox="1"/>
            <p:nvPr/>
          </p:nvSpPr>
          <p:spPr>
            <a:xfrm>
              <a:off x="1391063" y="1791447"/>
              <a:ext cx="35780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6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start sound">
            <a:hlinkClick r:id="" action="ppaction://media"/>
            <a:extLst>
              <a:ext uri="{FF2B5EF4-FFF2-40B4-BE49-F238E27FC236}">
                <a16:creationId xmlns:a16="http://schemas.microsoft.com/office/drawing/2014/main" id="{71AFE59E-B83B-619E-4DA3-31CBD6216A9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580653" y="254174"/>
            <a:ext cx="609600" cy="609600"/>
          </a:xfrm>
          <a:prstGeom prst="rect">
            <a:avLst/>
          </a:prstGeom>
        </p:spPr>
      </p:pic>
      <p:pic>
        <p:nvPicPr>
          <p:cNvPr id="4" name="start sound">
            <a:hlinkClick r:id="" action="ppaction://media"/>
            <a:extLst>
              <a:ext uri="{FF2B5EF4-FFF2-40B4-BE49-F238E27FC236}">
                <a16:creationId xmlns:a16="http://schemas.microsoft.com/office/drawing/2014/main" id="{F7429E93-2281-ABC5-6CD2-4FF413A842C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443528" y="328142"/>
            <a:ext cx="609600" cy="609600"/>
          </a:xfrm>
          <a:prstGeom prst="rect">
            <a:avLst/>
          </a:prstGeom>
        </p:spPr>
      </p:pic>
      <p:pic>
        <p:nvPicPr>
          <p:cNvPr id="5" name="start sound">
            <a:hlinkClick r:id="" action="ppaction://media"/>
            <a:extLst>
              <a:ext uri="{FF2B5EF4-FFF2-40B4-BE49-F238E27FC236}">
                <a16:creationId xmlns:a16="http://schemas.microsoft.com/office/drawing/2014/main" id="{E501EEE1-BD40-9F32-7865-E5D52BDAB5C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781863" y="254174"/>
            <a:ext cx="609600" cy="609600"/>
          </a:xfrm>
          <a:prstGeom prst="rect">
            <a:avLst/>
          </a:prstGeom>
        </p:spPr>
      </p:pic>
      <p:pic>
        <p:nvPicPr>
          <p:cNvPr id="6" name="start sound">
            <a:hlinkClick r:id="" action="ppaction://media"/>
            <a:extLst>
              <a:ext uri="{FF2B5EF4-FFF2-40B4-BE49-F238E27FC236}">
                <a16:creationId xmlns:a16="http://schemas.microsoft.com/office/drawing/2014/main" id="{F6981B83-569E-8EE4-70B6-CE66D68F6B2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295193" y="254174"/>
            <a:ext cx="609600" cy="609600"/>
          </a:xfrm>
          <a:prstGeom prst="rect">
            <a:avLst/>
          </a:prstGeom>
        </p:spPr>
      </p:pic>
      <p:pic>
        <p:nvPicPr>
          <p:cNvPr id="7" name="start sound">
            <a:hlinkClick r:id="" action="ppaction://media"/>
            <a:extLst>
              <a:ext uri="{FF2B5EF4-FFF2-40B4-BE49-F238E27FC236}">
                <a16:creationId xmlns:a16="http://schemas.microsoft.com/office/drawing/2014/main" id="{8952A4B4-4CC2-A49D-C650-D90AF3DD776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63694" y="177445"/>
            <a:ext cx="60960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604CC7-FFE1-CE4E-3258-ED0D17F30FC0}"/>
              </a:ext>
            </a:extLst>
          </p:cNvPr>
          <p:cNvSpPr txBox="1"/>
          <p:nvPr/>
        </p:nvSpPr>
        <p:spPr>
          <a:xfrm>
            <a:off x="344557" y="1404730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0E935-CF33-9E9C-6847-8E13E1E09094}"/>
              </a:ext>
            </a:extLst>
          </p:cNvPr>
          <p:cNvSpPr txBox="1"/>
          <p:nvPr/>
        </p:nvSpPr>
        <p:spPr>
          <a:xfrm>
            <a:off x="1668801" y="2720238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D2807-DE7E-655A-0CFE-914E945E4DD0}"/>
              </a:ext>
            </a:extLst>
          </p:cNvPr>
          <p:cNvSpPr txBox="1"/>
          <p:nvPr/>
        </p:nvSpPr>
        <p:spPr>
          <a:xfrm>
            <a:off x="2993045" y="4035746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9484F-3CFD-8430-0208-42FB0F465EBC}"/>
              </a:ext>
            </a:extLst>
          </p:cNvPr>
          <p:cNvSpPr txBox="1"/>
          <p:nvPr/>
        </p:nvSpPr>
        <p:spPr>
          <a:xfrm>
            <a:off x="4317289" y="5351254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45DCC2-28E5-1C0F-0F35-D24B1DEC480C}"/>
              </a:ext>
            </a:extLst>
          </p:cNvPr>
          <p:cNvSpPr txBox="1"/>
          <p:nvPr/>
        </p:nvSpPr>
        <p:spPr>
          <a:xfrm>
            <a:off x="5485415" y="1330041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3" name="Rectangle: Rounded Corners 12">
            <a:hlinkClick r:id="rId11" action="ppaction://hlinksldjump"/>
            <a:extLst>
              <a:ext uri="{FF2B5EF4-FFF2-40B4-BE49-F238E27FC236}">
                <a16:creationId xmlns:a16="http://schemas.microsoft.com/office/drawing/2014/main" id="{4ED3F5D4-D73F-964A-7E07-B6C2A66DA11F}"/>
              </a:ext>
            </a:extLst>
          </p:cNvPr>
          <p:cNvSpPr/>
          <p:nvPr/>
        </p:nvSpPr>
        <p:spPr>
          <a:xfrm rot="10800000" flipV="1">
            <a:off x="9847195" y="5950915"/>
            <a:ext cx="2120347" cy="5764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</a:rPr>
              <a:t>KALO NË GRUPIN TJETËR</a:t>
            </a:r>
            <a:endParaRPr lang="sq-XK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496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57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35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35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357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5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7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30" grpId="0" animBg="1"/>
      <p:bldP spid="8" grpId="0"/>
      <p:bldP spid="9" grpId="0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2054085" y="2688474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Shoqërorizimi i bletëve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Shoqërorizimi i shpendëve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6380920" y="278544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Shoqërorizimi i ujqëve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6380921" y="150909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Shoqërorizimi i hienave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6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827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EE5DC23F-B0A8-E742-136D-EA784FE66C65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D83D28-B2A7-BB48-911D-ECED03A0DC8A}"/>
              </a:ext>
            </a:extLst>
          </p:cNvPr>
          <p:cNvSpPr/>
          <p:nvPr/>
        </p:nvSpPr>
        <p:spPr>
          <a:xfrm>
            <a:off x="6274903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Ujqëve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5F861C93-E4F7-8F8A-B72A-5E33E580CCE8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Bletëve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318FCF-C3B9-D1CD-E22C-702BAFB9A1D6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Zebrave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CCB1D148-76F4-BBB9-C7CA-35337945A02D}"/>
              </a:ext>
            </a:extLst>
          </p:cNvPr>
          <p:cNvSpPr/>
          <p:nvPr/>
        </p:nvSpPr>
        <p:spPr>
          <a:xfrm>
            <a:off x="6274903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Thneglave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B1FDC85F-8A8A-D913-1185-749E2F9338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AB1AF9AD-85FD-4086-C470-C0166EE5B078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18BDD31B-9257-FE1B-F1F0-2DD44F4FDA2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5814BD9-EFBD-0753-72AB-4DFD5842816E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7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DBB2EF1-4F70-36C4-F763-F7EA36C73074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A92BEB67-4692-9E64-64A3-79421352344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60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7C6EEE14-6C92-DCAF-4380-7E90852BCAE4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95DA2F-95A8-5713-3EF9-9C7F60E0D44F}"/>
              </a:ext>
            </a:extLst>
          </p:cNvPr>
          <p:cNvSpPr/>
          <p:nvPr/>
        </p:nvSpPr>
        <p:spPr>
          <a:xfrm>
            <a:off x="2054087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Lepuri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93192BF-8AD1-AE5F-6F42-6C5C008F99C1}"/>
              </a:ext>
            </a:extLst>
          </p:cNvPr>
          <p:cNvSpPr/>
          <p:nvPr/>
        </p:nvSpPr>
        <p:spPr>
          <a:xfrm>
            <a:off x="6195391" y="153455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Ariu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4AFA874-95B8-D240-4A48-90E77B183DAC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Qeni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7337FC28-1F59-5B15-6800-2A9CFDE4637B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Dhelpra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6AF98A5A-89A6-2C74-1482-CB69A8E421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1A68F0B3-67C7-FEE0-5ABE-35DB15DD1690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AB32C840-9011-4A0A-9BD3-970F6FEEAEF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40B3F365-4659-C3FB-9014-34177E25A472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8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A74AE0A-A35F-380E-3344-38D96855CF2D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AA14D8CA-3924-9CAD-AB54-F224FCF9F02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839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6DEA9E31-A67C-5271-48D6-CCCA7215A60A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623BF2-3252-C7AD-9BCC-BCAB0E3D739C}"/>
              </a:ext>
            </a:extLst>
          </p:cNvPr>
          <p:cNvSpPr/>
          <p:nvPr/>
        </p:nvSpPr>
        <p:spPr>
          <a:xfrm>
            <a:off x="619539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Përmes klithjeve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E4FB1BFE-5059-59B9-3F93-AD16E7F5B053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Përmes këndimit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BDE4189-6923-06D5-7833-6B073C16908C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Përmes ulërimave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332AD698-EC4C-11FA-84B7-9D6B13D4CC5E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Përmes lehjes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849A2A6A-17CA-1B84-5DB5-B93166F85B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C7CA32C9-45CF-65BB-6E32-096E754C04A6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07F6C440-C0BA-27E2-EDD9-5F65BC2DDF4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E0384F5-8959-1918-14A8-36A3CDAC2D93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9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EF0258-DD52-AD44-64A9-A8CE265E0582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830334C7-9A9D-CEAE-7BF9-331F7EF529F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9077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78788667-4BFB-FD7F-E9FC-3D6AA3D9395A}"/>
              </a:ext>
            </a:extLst>
          </p:cNvPr>
          <p:cNvSpPr/>
          <p:nvPr/>
        </p:nvSpPr>
        <p:spPr>
          <a:xfrm rot="5400000">
            <a:off x="10396024" y="5613010"/>
            <a:ext cx="717453" cy="68931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7BCCC0-105F-A93E-5826-480B48F32FDB}"/>
              </a:ext>
            </a:extLst>
          </p:cNvPr>
          <p:cNvSpPr/>
          <p:nvPr/>
        </p:nvSpPr>
        <p:spPr>
          <a:xfrm>
            <a:off x="619539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Vardisje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0CBAF415-DA40-3BA0-0E60-1FFD4225520C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 Grabitje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F400B79-EBD6-079F-815C-94259C5F91DF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Konkurencë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3F0C0226-38C0-9EDF-7DEB-29BE4998B6C4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Shoqëri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A0C4F03D-5E78-38D2-F57B-9A9258F838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82E21885-B654-DF23-677A-405EBA9B4EE7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7485615F-716D-EACB-16BE-2C895F4C937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CED3809F-8939-212E-3B7F-A8CFDD798291}"/>
              </a:ext>
            </a:extLst>
          </p:cNvPr>
          <p:cNvSpPr/>
          <p:nvPr/>
        </p:nvSpPr>
        <p:spPr>
          <a:xfrm>
            <a:off x="291549" y="408236"/>
            <a:ext cx="2027582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bg1"/>
                </a:solidFill>
              </a:rPr>
              <a:t>PYETJA 10</a:t>
            </a:r>
          </a:p>
          <a:p>
            <a:pPr algn="ctr"/>
            <a:endParaRPr lang="sq-XK" sz="2000" dirty="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AA90A5F-C91A-434E-313D-9C0A816CF5C9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BF4D3863-F2A5-F250-C3A7-D9706745B77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736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B12A-BF35-1097-3644-DD801C946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563" y="325369"/>
            <a:ext cx="5414879" cy="1325563"/>
          </a:xfrm>
        </p:spPr>
        <p:txBody>
          <a:bodyPr>
            <a:normAutofit fontScale="90000"/>
          </a:bodyPr>
          <a:lstStyle/>
          <a:p>
            <a:r>
              <a:rPr lang="sq-AL" dirty="0"/>
              <a:t>  grup me 5 pyetje-3</a:t>
            </a:r>
            <a:endParaRPr lang="sq-XK" dirty="0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6E8FDA08-2E4A-5401-B7AE-74B5D600B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452" y="1158857"/>
            <a:ext cx="4625010" cy="4351338"/>
          </a:xfrm>
        </p:spPr>
        <p:txBody>
          <a:bodyPr>
            <a:normAutofit/>
          </a:bodyPr>
          <a:lstStyle/>
          <a:p>
            <a:r>
              <a:rPr lang="sq-AL" sz="1800" dirty="0"/>
              <a:t>cila nga shtazët në vijim e ka strukturën trupore të pajisur mirë për gjueti</a:t>
            </a:r>
          </a:p>
          <a:p>
            <a:r>
              <a:rPr lang="sq-AL" sz="1800" dirty="0"/>
              <a:t>Përshkrimi «Është vrapues i shpejtë në distanca të gjata» i përshtatet:</a:t>
            </a:r>
          </a:p>
          <a:p>
            <a:r>
              <a:rPr lang="sq-AL" sz="1800" dirty="0"/>
              <a:t>ndërrimi ditë-natë ndryshe quhet edhe:</a:t>
            </a:r>
          </a:p>
          <a:p>
            <a:r>
              <a:rPr lang="sq-AL" sz="1800" dirty="0"/>
              <a:t>Përshtatja e shtazëve ndaj kushteve të pavolitshme të mjedisit quhet:</a:t>
            </a:r>
          </a:p>
          <a:p>
            <a:r>
              <a:rPr lang="sq-AL" sz="1800" dirty="0"/>
              <a:t>sa zgjat rrugëtimi i ngjalës deri në detin sargas ku i lëshon vezët</a:t>
            </a:r>
            <a:endParaRPr lang="sq-XK" sz="1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E053A8-4B8A-A5F2-67C6-4B794A00A374}"/>
              </a:ext>
            </a:extLst>
          </p:cNvPr>
          <p:cNvGrpSpPr/>
          <p:nvPr/>
        </p:nvGrpSpPr>
        <p:grpSpPr>
          <a:xfrm>
            <a:off x="5045761" y="-646332"/>
            <a:ext cx="2272747" cy="6858000"/>
            <a:chOff x="5072263" y="-1"/>
            <a:chExt cx="2272747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3B5CA99-D5A2-D6EC-677D-1FFC3C70875D}"/>
                </a:ext>
              </a:extLst>
            </p:cNvPr>
            <p:cNvSpPr/>
            <p:nvPr/>
          </p:nvSpPr>
          <p:spPr>
            <a:xfrm>
              <a:off x="5072263" y="-1"/>
              <a:ext cx="2272747" cy="6858000"/>
            </a:xfrm>
            <a:custGeom>
              <a:avLst/>
              <a:gdLst>
                <a:gd name="connsiteX0" fmla="*/ 0 w 2272747"/>
                <a:gd name="connsiteY0" fmla="*/ 0 h 6858000"/>
                <a:gd name="connsiteX1" fmla="*/ 1285461 w 2272747"/>
                <a:gd name="connsiteY1" fmla="*/ 0 h 6858000"/>
                <a:gd name="connsiteX2" fmla="*/ 1285461 w 2272747"/>
                <a:gd name="connsiteY2" fmla="*/ 5357586 h 6858000"/>
                <a:gd name="connsiteX3" fmla="*/ 2272747 w 2272747"/>
                <a:gd name="connsiteY3" fmla="*/ 5870715 h 6858000"/>
                <a:gd name="connsiteX4" fmla="*/ 2272744 w 2272747"/>
                <a:gd name="connsiteY4" fmla="*/ 5870716 h 6858000"/>
                <a:gd name="connsiteX5" fmla="*/ 2272746 w 2272747"/>
                <a:gd name="connsiteY5" fmla="*/ 5870717 h 6858000"/>
                <a:gd name="connsiteX6" fmla="*/ 1285461 w 2272747"/>
                <a:gd name="connsiteY6" fmla="*/ 6383845 h 6858000"/>
                <a:gd name="connsiteX7" fmla="*/ 1285461 w 2272747"/>
                <a:gd name="connsiteY7" fmla="*/ 6858000 h 6858000"/>
                <a:gd name="connsiteX8" fmla="*/ 0 w 2272747"/>
                <a:gd name="connsiteY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2747" h="6858000">
                  <a:moveTo>
                    <a:pt x="0" y="0"/>
                  </a:moveTo>
                  <a:lnTo>
                    <a:pt x="1285461" y="0"/>
                  </a:lnTo>
                  <a:lnTo>
                    <a:pt x="1285461" y="5357586"/>
                  </a:lnTo>
                  <a:lnTo>
                    <a:pt x="2272747" y="5870715"/>
                  </a:lnTo>
                  <a:lnTo>
                    <a:pt x="2272744" y="5870716"/>
                  </a:lnTo>
                  <a:lnTo>
                    <a:pt x="2272746" y="5870717"/>
                  </a:lnTo>
                  <a:lnTo>
                    <a:pt x="1285461" y="6383845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29" name="TextBox 28">
              <a:hlinkClick r:id="rId4" action="ppaction://hlinksldjump"/>
              <a:extLst>
                <a:ext uri="{FF2B5EF4-FFF2-40B4-BE49-F238E27FC236}">
                  <a16:creationId xmlns:a16="http://schemas.microsoft.com/office/drawing/2014/main" id="{6501FC30-1362-E8BB-896C-F1B308D52BB7}"/>
                </a:ext>
              </a:extLst>
            </p:cNvPr>
            <p:cNvSpPr txBox="1"/>
            <p:nvPr/>
          </p:nvSpPr>
          <p:spPr>
            <a:xfrm>
              <a:off x="6444697" y="5547548"/>
              <a:ext cx="67171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 5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C97AA7C-CBF7-1C55-3CB3-B5428BE3A31B}"/>
              </a:ext>
            </a:extLst>
          </p:cNvPr>
          <p:cNvGrpSpPr/>
          <p:nvPr/>
        </p:nvGrpSpPr>
        <p:grpSpPr>
          <a:xfrm>
            <a:off x="3872944" y="-248478"/>
            <a:ext cx="2309190" cy="6858000"/>
            <a:chOff x="3856382" y="0"/>
            <a:chExt cx="2309190" cy="6858000"/>
          </a:xfr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5" name="Freeform: Shape 24">
              <a:hlinkClick r:id="rId5" action="ppaction://hlinksldjump"/>
              <a:extLst>
                <a:ext uri="{FF2B5EF4-FFF2-40B4-BE49-F238E27FC236}">
                  <a16:creationId xmlns:a16="http://schemas.microsoft.com/office/drawing/2014/main" id="{6E0A5709-0C2E-DFDF-0D4A-DA8901F82552}"/>
                </a:ext>
              </a:extLst>
            </p:cNvPr>
            <p:cNvSpPr/>
            <p:nvPr/>
          </p:nvSpPr>
          <p:spPr>
            <a:xfrm>
              <a:off x="3856382" y="0"/>
              <a:ext cx="2309190" cy="6858000"/>
            </a:xfrm>
            <a:custGeom>
              <a:avLst/>
              <a:gdLst>
                <a:gd name="connsiteX0" fmla="*/ 1302025 w 2309190"/>
                <a:gd name="connsiteY0" fmla="*/ 4409094 h 6858000"/>
                <a:gd name="connsiteX1" fmla="*/ 2309190 w 2309190"/>
                <a:gd name="connsiteY1" fmla="*/ 4932555 h 6858000"/>
                <a:gd name="connsiteX2" fmla="*/ 1302025 w 2309190"/>
                <a:gd name="connsiteY2" fmla="*/ 5456016 h 6858000"/>
                <a:gd name="connsiteX3" fmla="*/ 0 w 2309190"/>
                <a:gd name="connsiteY3" fmla="*/ 0 h 6858000"/>
                <a:gd name="connsiteX4" fmla="*/ 1285461 w 2309190"/>
                <a:gd name="connsiteY4" fmla="*/ 0 h 6858000"/>
                <a:gd name="connsiteX5" fmla="*/ 1285461 w 2309190"/>
                <a:gd name="connsiteY5" fmla="*/ 6858000 h 6858000"/>
                <a:gd name="connsiteX6" fmla="*/ 0 w 230919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190" h="6858000">
                  <a:moveTo>
                    <a:pt x="1302025" y="4409094"/>
                  </a:moveTo>
                  <a:lnTo>
                    <a:pt x="2309190" y="4932555"/>
                  </a:lnTo>
                  <a:lnTo>
                    <a:pt x="1302025" y="5456016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39" name="TextBox 38">
              <a:hlinkClick r:id="rId6" action="ppaction://hlinksldjump"/>
              <a:extLst>
                <a:ext uri="{FF2B5EF4-FFF2-40B4-BE49-F238E27FC236}">
                  <a16:creationId xmlns:a16="http://schemas.microsoft.com/office/drawing/2014/main" id="{86F9E2D2-39AC-30EF-B1D2-474CB1026FBE}"/>
                </a:ext>
              </a:extLst>
            </p:cNvPr>
            <p:cNvSpPr txBox="1"/>
            <p:nvPr/>
          </p:nvSpPr>
          <p:spPr>
            <a:xfrm>
              <a:off x="5125269" y="4583164"/>
              <a:ext cx="70568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 4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3FFCFF-D749-850C-64E3-7000538D6A7C}"/>
              </a:ext>
            </a:extLst>
          </p:cNvPr>
          <p:cNvGrpSpPr/>
          <p:nvPr/>
        </p:nvGrpSpPr>
        <p:grpSpPr>
          <a:xfrm>
            <a:off x="2586604" y="-263997"/>
            <a:ext cx="2325753" cy="6858000"/>
            <a:chOff x="2570922" y="1"/>
            <a:chExt cx="2325753" cy="6858000"/>
          </a:xfr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7877ED-38B7-A020-AC41-9486457AB82F}"/>
                </a:ext>
              </a:extLst>
            </p:cNvPr>
            <p:cNvSpPr/>
            <p:nvPr/>
          </p:nvSpPr>
          <p:spPr>
            <a:xfrm>
              <a:off x="2570922" y="1"/>
              <a:ext cx="2325753" cy="6858000"/>
            </a:xfrm>
            <a:custGeom>
              <a:avLst/>
              <a:gdLst>
                <a:gd name="connsiteX0" fmla="*/ 1318588 w 2325753"/>
                <a:gd name="connsiteY0" fmla="*/ 3470933 h 6858000"/>
                <a:gd name="connsiteX1" fmla="*/ 2325753 w 2325753"/>
                <a:gd name="connsiteY1" fmla="*/ 3994394 h 6858000"/>
                <a:gd name="connsiteX2" fmla="*/ 1318588 w 2325753"/>
                <a:gd name="connsiteY2" fmla="*/ 4517855 h 6858000"/>
                <a:gd name="connsiteX3" fmla="*/ 0 w 2325753"/>
                <a:gd name="connsiteY3" fmla="*/ 0 h 6858000"/>
                <a:gd name="connsiteX4" fmla="*/ 1285461 w 2325753"/>
                <a:gd name="connsiteY4" fmla="*/ 0 h 6858000"/>
                <a:gd name="connsiteX5" fmla="*/ 1285461 w 2325753"/>
                <a:gd name="connsiteY5" fmla="*/ 6858000 h 6858000"/>
                <a:gd name="connsiteX6" fmla="*/ 0 w 232575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5753" h="6858000">
                  <a:moveTo>
                    <a:pt x="1318588" y="3470933"/>
                  </a:moveTo>
                  <a:lnTo>
                    <a:pt x="2325753" y="3994394"/>
                  </a:lnTo>
                  <a:lnTo>
                    <a:pt x="1318588" y="4517855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41" name="TextBox 40">
              <a:hlinkClick r:id="rId7" action="ppaction://hlinksldjump"/>
              <a:extLst>
                <a:ext uri="{FF2B5EF4-FFF2-40B4-BE49-F238E27FC236}">
                  <a16:creationId xmlns:a16="http://schemas.microsoft.com/office/drawing/2014/main" id="{9E1A0900-198B-736F-D020-0EC25813C675}"/>
                </a:ext>
              </a:extLst>
            </p:cNvPr>
            <p:cNvSpPr txBox="1"/>
            <p:nvPr/>
          </p:nvSpPr>
          <p:spPr>
            <a:xfrm>
              <a:off x="4025346" y="3608134"/>
              <a:ext cx="64524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3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2A5A6-FBB7-4D9E-24EF-0CD19BEDDD1F}"/>
              </a:ext>
            </a:extLst>
          </p:cNvPr>
          <p:cNvGrpSpPr/>
          <p:nvPr/>
        </p:nvGrpSpPr>
        <p:grpSpPr>
          <a:xfrm>
            <a:off x="1295190" y="-254174"/>
            <a:ext cx="2292626" cy="6858000"/>
            <a:chOff x="1285460" y="0"/>
            <a:chExt cx="2292626" cy="6858000"/>
          </a:xfr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BEE775A-16F9-F3DA-C914-67813B277D92}"/>
                </a:ext>
              </a:extLst>
            </p:cNvPr>
            <p:cNvSpPr/>
            <p:nvPr/>
          </p:nvSpPr>
          <p:spPr>
            <a:xfrm>
              <a:off x="1285460" y="0"/>
              <a:ext cx="2292626" cy="6858000"/>
            </a:xfrm>
            <a:custGeom>
              <a:avLst/>
              <a:gdLst>
                <a:gd name="connsiteX0" fmla="*/ 0 w 2292626"/>
                <a:gd name="connsiteY0" fmla="*/ 0 h 6858000"/>
                <a:gd name="connsiteX1" fmla="*/ 1285461 w 2292626"/>
                <a:gd name="connsiteY1" fmla="*/ 0 h 6858000"/>
                <a:gd name="connsiteX2" fmla="*/ 1285461 w 2292626"/>
                <a:gd name="connsiteY2" fmla="*/ 2532772 h 6858000"/>
                <a:gd name="connsiteX3" fmla="*/ 2292626 w 2292626"/>
                <a:gd name="connsiteY3" fmla="*/ 3056233 h 6858000"/>
                <a:gd name="connsiteX4" fmla="*/ 1285461 w 2292626"/>
                <a:gd name="connsiteY4" fmla="*/ 3579693 h 6858000"/>
                <a:gd name="connsiteX5" fmla="*/ 1285461 w 2292626"/>
                <a:gd name="connsiteY5" fmla="*/ 6858000 h 6858000"/>
                <a:gd name="connsiteX6" fmla="*/ 0 w 2292626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2626" h="6858000">
                  <a:moveTo>
                    <a:pt x="0" y="0"/>
                  </a:moveTo>
                  <a:lnTo>
                    <a:pt x="1285461" y="0"/>
                  </a:lnTo>
                  <a:lnTo>
                    <a:pt x="1285461" y="2532772"/>
                  </a:lnTo>
                  <a:lnTo>
                    <a:pt x="2292626" y="3056233"/>
                  </a:lnTo>
                  <a:lnTo>
                    <a:pt x="1285461" y="3579693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3" name="TextBox 42">
              <a:hlinkClick r:id="rId8" action="ppaction://hlinksldjump"/>
              <a:extLst>
                <a:ext uri="{FF2B5EF4-FFF2-40B4-BE49-F238E27FC236}">
                  <a16:creationId xmlns:a16="http://schemas.microsoft.com/office/drawing/2014/main" id="{17279D94-BA40-7975-449A-C82082A0B444}"/>
                </a:ext>
              </a:extLst>
            </p:cNvPr>
            <p:cNvSpPr txBox="1"/>
            <p:nvPr/>
          </p:nvSpPr>
          <p:spPr>
            <a:xfrm>
              <a:off x="2677352" y="2782669"/>
              <a:ext cx="6333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 2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34A6A7-F5D7-9C69-31D7-7625D6C42F15}"/>
              </a:ext>
            </a:extLst>
          </p:cNvPr>
          <p:cNvGrpSpPr/>
          <p:nvPr/>
        </p:nvGrpSpPr>
        <p:grpSpPr>
          <a:xfrm>
            <a:off x="40230" y="-250632"/>
            <a:ext cx="2312507" cy="6858000"/>
            <a:chOff x="0" y="0"/>
            <a:chExt cx="2312507" cy="6858000"/>
          </a:xfr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8" name="Freeform: Shape 27">
              <a:hlinkClick r:id="rId9" action="ppaction://hlinksldjump"/>
              <a:extLst>
                <a:ext uri="{FF2B5EF4-FFF2-40B4-BE49-F238E27FC236}">
                  <a16:creationId xmlns:a16="http://schemas.microsoft.com/office/drawing/2014/main" id="{700F6693-7A13-CCC5-91D9-AF5352D8D906}"/>
                </a:ext>
              </a:extLst>
            </p:cNvPr>
            <p:cNvSpPr/>
            <p:nvPr/>
          </p:nvSpPr>
          <p:spPr>
            <a:xfrm>
              <a:off x="0" y="0"/>
              <a:ext cx="2312507" cy="6858000"/>
            </a:xfrm>
            <a:custGeom>
              <a:avLst/>
              <a:gdLst>
                <a:gd name="connsiteX0" fmla="*/ 1305342 w 2312507"/>
                <a:gd name="connsiteY0" fmla="*/ 1594611 h 6858000"/>
                <a:gd name="connsiteX1" fmla="*/ 2312507 w 2312507"/>
                <a:gd name="connsiteY1" fmla="*/ 2118072 h 6858000"/>
                <a:gd name="connsiteX2" fmla="*/ 1305342 w 2312507"/>
                <a:gd name="connsiteY2" fmla="*/ 2641533 h 6858000"/>
                <a:gd name="connsiteX3" fmla="*/ 0 w 2312507"/>
                <a:gd name="connsiteY3" fmla="*/ 0 h 6858000"/>
                <a:gd name="connsiteX4" fmla="*/ 1285461 w 2312507"/>
                <a:gd name="connsiteY4" fmla="*/ 0 h 6858000"/>
                <a:gd name="connsiteX5" fmla="*/ 1285461 w 2312507"/>
                <a:gd name="connsiteY5" fmla="*/ 6858000 h 6858000"/>
                <a:gd name="connsiteX6" fmla="*/ 0 w 2312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2507" h="6858000">
                  <a:moveTo>
                    <a:pt x="1305342" y="1594611"/>
                  </a:moveTo>
                  <a:lnTo>
                    <a:pt x="2312507" y="2118072"/>
                  </a:lnTo>
                  <a:lnTo>
                    <a:pt x="1305342" y="2641533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5" name="TextBox 44">
              <a:hlinkClick r:id="rId10" action="ppaction://hlinksldjump"/>
              <a:extLst>
                <a:ext uri="{FF2B5EF4-FFF2-40B4-BE49-F238E27FC236}">
                  <a16:creationId xmlns:a16="http://schemas.microsoft.com/office/drawing/2014/main" id="{8E0CC786-9C3E-9350-4722-B11EC97C21E2}"/>
                </a:ext>
              </a:extLst>
            </p:cNvPr>
            <p:cNvSpPr txBox="1"/>
            <p:nvPr/>
          </p:nvSpPr>
          <p:spPr>
            <a:xfrm>
              <a:off x="1391063" y="1791447"/>
              <a:ext cx="66206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 1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start sound">
            <a:hlinkClick r:id="" action="ppaction://media"/>
            <a:extLst>
              <a:ext uri="{FF2B5EF4-FFF2-40B4-BE49-F238E27FC236}">
                <a16:creationId xmlns:a16="http://schemas.microsoft.com/office/drawing/2014/main" id="{71AFE59E-B83B-619E-4DA3-31CBD6216A9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580653" y="254174"/>
            <a:ext cx="609600" cy="609600"/>
          </a:xfrm>
          <a:prstGeom prst="rect">
            <a:avLst/>
          </a:prstGeom>
        </p:spPr>
      </p:pic>
      <p:pic>
        <p:nvPicPr>
          <p:cNvPr id="4" name="start sound">
            <a:hlinkClick r:id="" action="ppaction://media"/>
            <a:extLst>
              <a:ext uri="{FF2B5EF4-FFF2-40B4-BE49-F238E27FC236}">
                <a16:creationId xmlns:a16="http://schemas.microsoft.com/office/drawing/2014/main" id="{F7429E93-2281-ABC5-6CD2-4FF413A842C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443528" y="328142"/>
            <a:ext cx="609600" cy="609600"/>
          </a:xfrm>
          <a:prstGeom prst="rect">
            <a:avLst/>
          </a:prstGeom>
        </p:spPr>
      </p:pic>
      <p:pic>
        <p:nvPicPr>
          <p:cNvPr id="5" name="start sound">
            <a:hlinkClick r:id="" action="ppaction://media"/>
            <a:extLst>
              <a:ext uri="{FF2B5EF4-FFF2-40B4-BE49-F238E27FC236}">
                <a16:creationId xmlns:a16="http://schemas.microsoft.com/office/drawing/2014/main" id="{E501EEE1-BD40-9F32-7865-E5D52BDAB5C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781863" y="254174"/>
            <a:ext cx="609600" cy="609600"/>
          </a:xfrm>
          <a:prstGeom prst="rect">
            <a:avLst/>
          </a:prstGeom>
        </p:spPr>
      </p:pic>
      <p:pic>
        <p:nvPicPr>
          <p:cNvPr id="6" name="start sound">
            <a:hlinkClick r:id="" action="ppaction://media"/>
            <a:extLst>
              <a:ext uri="{FF2B5EF4-FFF2-40B4-BE49-F238E27FC236}">
                <a16:creationId xmlns:a16="http://schemas.microsoft.com/office/drawing/2014/main" id="{F6981B83-569E-8EE4-70B6-CE66D68F6B2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295193" y="254174"/>
            <a:ext cx="609600" cy="609600"/>
          </a:xfrm>
          <a:prstGeom prst="rect">
            <a:avLst/>
          </a:prstGeom>
        </p:spPr>
      </p:pic>
      <p:pic>
        <p:nvPicPr>
          <p:cNvPr id="7" name="start sound">
            <a:hlinkClick r:id="" action="ppaction://media"/>
            <a:extLst>
              <a:ext uri="{FF2B5EF4-FFF2-40B4-BE49-F238E27FC236}">
                <a16:creationId xmlns:a16="http://schemas.microsoft.com/office/drawing/2014/main" id="{8952A4B4-4CC2-A49D-C650-D90AF3DD776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63694" y="177445"/>
            <a:ext cx="60960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604CC7-FFE1-CE4E-3258-ED0D17F30FC0}"/>
              </a:ext>
            </a:extLst>
          </p:cNvPr>
          <p:cNvSpPr txBox="1"/>
          <p:nvPr/>
        </p:nvSpPr>
        <p:spPr>
          <a:xfrm>
            <a:off x="344557" y="1404730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0E935-CF33-9E9C-6847-8E13E1E09094}"/>
              </a:ext>
            </a:extLst>
          </p:cNvPr>
          <p:cNvSpPr txBox="1"/>
          <p:nvPr/>
        </p:nvSpPr>
        <p:spPr>
          <a:xfrm>
            <a:off x="1668801" y="2720238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D2807-DE7E-655A-0CFE-914E945E4DD0}"/>
              </a:ext>
            </a:extLst>
          </p:cNvPr>
          <p:cNvSpPr txBox="1"/>
          <p:nvPr/>
        </p:nvSpPr>
        <p:spPr>
          <a:xfrm>
            <a:off x="2993045" y="4035746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9484F-3CFD-8430-0208-42FB0F465EBC}"/>
              </a:ext>
            </a:extLst>
          </p:cNvPr>
          <p:cNvSpPr txBox="1"/>
          <p:nvPr/>
        </p:nvSpPr>
        <p:spPr>
          <a:xfrm>
            <a:off x="4317289" y="5351254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45DCC2-28E5-1C0F-0F35-D24B1DEC480C}"/>
              </a:ext>
            </a:extLst>
          </p:cNvPr>
          <p:cNvSpPr txBox="1"/>
          <p:nvPr/>
        </p:nvSpPr>
        <p:spPr>
          <a:xfrm>
            <a:off x="5485415" y="1330041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hlinkClick r:id="rId12" action="ppaction://hlinksldjump"/>
            <a:extLst>
              <a:ext uri="{FF2B5EF4-FFF2-40B4-BE49-F238E27FC236}">
                <a16:creationId xmlns:a16="http://schemas.microsoft.com/office/drawing/2014/main" id="{DDEF7E90-1C38-1D44-1666-443CB32D00F9}"/>
              </a:ext>
            </a:extLst>
          </p:cNvPr>
          <p:cNvSpPr/>
          <p:nvPr/>
        </p:nvSpPr>
        <p:spPr>
          <a:xfrm rot="10800000" flipV="1">
            <a:off x="6418195" y="5645427"/>
            <a:ext cx="1413840" cy="5937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</a:rPr>
              <a:t>KTHEHU NË FILLIM</a:t>
            </a:r>
            <a:endParaRPr lang="sq-XK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478B6D0B-352A-6899-889C-5891FD5CFEF9}"/>
              </a:ext>
            </a:extLst>
          </p:cNvPr>
          <p:cNvSpPr/>
          <p:nvPr/>
        </p:nvSpPr>
        <p:spPr>
          <a:xfrm>
            <a:off x="9925877" y="5707005"/>
            <a:ext cx="1653209" cy="532145"/>
          </a:xfrm>
          <a:prstGeom prst="roundRect">
            <a:avLst>
              <a:gd name="adj" fmla="val 4655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PËRFUNDO</a:t>
            </a:r>
            <a:endParaRPr lang="sq-XK" dirty="0"/>
          </a:p>
        </p:txBody>
      </p:sp>
      <p:sp>
        <p:nvSpPr>
          <p:cNvPr id="17" name="Rectangle: Rounded Corners 16">
            <a:hlinkClick r:id="rId13" action="ppaction://hlinksldjump"/>
            <a:extLst>
              <a:ext uri="{FF2B5EF4-FFF2-40B4-BE49-F238E27FC236}">
                <a16:creationId xmlns:a16="http://schemas.microsoft.com/office/drawing/2014/main" id="{3746A0E0-8B3F-E9D3-270D-F861C701ACF0}"/>
              </a:ext>
            </a:extLst>
          </p:cNvPr>
          <p:cNvSpPr/>
          <p:nvPr/>
        </p:nvSpPr>
        <p:spPr>
          <a:xfrm>
            <a:off x="7950065" y="5645426"/>
            <a:ext cx="1857781" cy="59372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KALO NË GRUPIN TJETËR</a:t>
            </a:r>
            <a:endParaRPr lang="sq-XK" dirty="0"/>
          </a:p>
        </p:txBody>
      </p:sp>
    </p:spTree>
    <p:extLst>
      <p:ext uri="{BB962C8B-B14F-4D97-AF65-F5344CB8AC3E}">
        <p14:creationId xmlns:p14="http://schemas.microsoft.com/office/powerpoint/2010/main" val="5984266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57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35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35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357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5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7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2054085" y="2688474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macja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lepuri 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6380920" y="278544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antilopa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6380921" y="150909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delja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11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333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EE5DC23F-B0A8-E742-136D-EA784FE66C65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D83D28-B2A7-BB48-911D-ECED03A0DC8A}"/>
              </a:ext>
            </a:extLst>
          </p:cNvPr>
          <p:cNvSpPr/>
          <p:nvPr/>
        </p:nvSpPr>
        <p:spPr>
          <a:xfrm>
            <a:off x="6274903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lepuri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5F861C93-E4F7-8F8A-B72A-5E33E580CCE8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macja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0318FCF-C3B9-D1CD-E22C-702BAFB9A1D6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delja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CCB1D148-76F4-BBB9-C7CA-35337945A02D}"/>
              </a:ext>
            </a:extLst>
          </p:cNvPr>
          <p:cNvSpPr/>
          <p:nvPr/>
        </p:nvSpPr>
        <p:spPr>
          <a:xfrm>
            <a:off x="6274903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breshka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B1FDC85F-8A8A-D913-1185-749E2F9338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AB1AF9AD-85FD-4086-C470-C0166EE5B078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18BDD31B-9257-FE1B-F1F0-2DD44F4FDA2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5814BD9-EFBD-0753-72AB-4DFD5842816E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12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DBB2EF1-4F70-36C4-F763-F7EA36C73074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A92BEB67-4692-9E64-64A3-79421352344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432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7C6EEE14-6C92-DCAF-4380-7E90852BCAE4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95DA2F-95A8-5713-3EF9-9C7F60E0D44F}"/>
              </a:ext>
            </a:extLst>
          </p:cNvPr>
          <p:cNvSpPr/>
          <p:nvPr/>
        </p:nvSpPr>
        <p:spPr>
          <a:xfrm>
            <a:off x="2054087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fotoperiodizëm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93192BF-8AD1-AE5F-6F42-6C5C008F99C1}"/>
              </a:ext>
            </a:extLst>
          </p:cNvPr>
          <p:cNvSpPr/>
          <p:nvPr/>
        </p:nvSpPr>
        <p:spPr>
          <a:xfrm>
            <a:off x="6195391" y="153455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diapauzë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4AFA874-95B8-D240-4A48-90E77B183DAC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peripeci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7337FC28-1F59-5B15-6800-2A9CFDE4637B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migracion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6AF98A5A-89A6-2C74-1482-CB69A8E421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1A68F0B3-67C7-FEE0-5ABE-35DB15DD1690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AB32C840-9011-4A0A-9BD3-970F6FEEAEF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40B3F365-4659-C3FB-9014-34177E25A472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13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A74AE0A-A35F-380E-3344-38D96855CF2D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AA14D8CA-3924-9CAD-AB54-F224FCF9F02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859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6DEA9E31-A67C-5271-48D6-CCCA7215A60A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A623BF2-3252-C7AD-9BCC-BCAB0E3D739C}"/>
              </a:ext>
            </a:extLst>
          </p:cNvPr>
          <p:cNvSpPr/>
          <p:nvPr/>
        </p:nvSpPr>
        <p:spPr>
          <a:xfrm>
            <a:off x="619539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diapauzë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E4FB1BFE-5059-59B9-3F93-AD16E7F5B053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fotoperiodizëm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BDE4189-6923-06D5-7833-6B073C16908C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migracion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332AD698-EC4C-11FA-84B7-9D6B13D4CC5E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peripeci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849A2A6A-17CA-1B84-5DB5-B93166F85B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C7CA32C9-45CF-65BB-6E32-096E754C04A6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07F6C440-C0BA-27E2-EDD9-5F65BC2DDF4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E0384F5-8959-1918-14A8-36A3CDAC2D93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14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EF0258-DD52-AD44-64A9-A8CE265E0582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830334C7-9A9D-CEAE-7BF9-331F7EF529F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5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hlinkClick r:id="rId8" action="ppaction://hlinksldjump"/>
            <a:extLst>
              <a:ext uri="{FF2B5EF4-FFF2-40B4-BE49-F238E27FC236}">
                <a16:creationId xmlns:a16="http://schemas.microsoft.com/office/drawing/2014/main" id="{78788667-4BFB-FD7F-E9FC-3D6AA3D9395A}"/>
              </a:ext>
            </a:extLst>
          </p:cNvPr>
          <p:cNvSpPr/>
          <p:nvPr/>
        </p:nvSpPr>
        <p:spPr>
          <a:xfrm rot="5400000">
            <a:off x="10396024" y="5613010"/>
            <a:ext cx="717453" cy="68931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7BCCC0-105F-A93E-5826-480B48F32FDB}"/>
              </a:ext>
            </a:extLst>
          </p:cNvPr>
          <p:cNvSpPr/>
          <p:nvPr/>
        </p:nvSpPr>
        <p:spPr>
          <a:xfrm>
            <a:off x="619539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rreth 1 vit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0CBAF415-DA40-3BA0-0E60-1FFD4225520C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rreth 2 vite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F400B79-EBD6-079F-815C-94259C5F91DF}"/>
              </a:ext>
            </a:extLst>
          </p:cNvPr>
          <p:cNvSpPr/>
          <p:nvPr/>
        </p:nvSpPr>
        <p:spPr>
          <a:xfrm>
            <a:off x="2054087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Rreth 5 vite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3F0C0226-38C0-9EDF-7DEB-29BE4998B6C4}"/>
              </a:ext>
            </a:extLst>
          </p:cNvPr>
          <p:cNvSpPr/>
          <p:nvPr/>
        </p:nvSpPr>
        <p:spPr>
          <a:xfrm>
            <a:off x="6195391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Rreth 6 muaj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A0C4F03D-5E78-38D2-F57B-9A9258F838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82E21885-B654-DF23-677A-405EBA9B4EE7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7485615F-716D-EACB-16BE-2C895F4C937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CED3809F-8939-212E-3B7F-A8CFDD798291}"/>
              </a:ext>
            </a:extLst>
          </p:cNvPr>
          <p:cNvSpPr/>
          <p:nvPr/>
        </p:nvSpPr>
        <p:spPr>
          <a:xfrm>
            <a:off x="291549" y="408236"/>
            <a:ext cx="2027582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15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AA90A5F-C91A-434E-313D-9C0A816CF5C9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BF4D3863-F2A5-F250-C3A7-D9706745B77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106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8B12A-BF35-1097-3644-DD801C946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3017" y="325369"/>
            <a:ext cx="5133366" cy="1325563"/>
          </a:xfrm>
        </p:spPr>
        <p:txBody>
          <a:bodyPr>
            <a:normAutofit fontScale="90000"/>
          </a:bodyPr>
          <a:lstStyle/>
          <a:p>
            <a:r>
              <a:rPr lang="sq-AL" dirty="0"/>
              <a:t>Grup me 5 pyetje- 4</a:t>
            </a:r>
            <a:endParaRPr lang="sq-XK" dirty="0"/>
          </a:p>
        </p:txBody>
      </p:sp>
      <p:sp>
        <p:nvSpPr>
          <p:cNvPr id="47" name="Content Placeholder 46">
            <a:extLst>
              <a:ext uri="{FF2B5EF4-FFF2-40B4-BE49-F238E27FC236}">
                <a16:creationId xmlns:a16="http://schemas.microsoft.com/office/drawing/2014/main" id="{6E8FDA08-2E4A-5401-B7AE-74B5D600B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4452" y="1158857"/>
            <a:ext cx="4625010" cy="4351338"/>
          </a:xfrm>
        </p:spPr>
        <p:txBody>
          <a:bodyPr>
            <a:normAutofit/>
          </a:bodyPr>
          <a:lstStyle/>
          <a:p>
            <a:r>
              <a:rPr lang="sq-AL" sz="1800" dirty="0"/>
              <a:t>përshkrimi »Janë sisteme të organizuara në hapësirë dhe kohë» vlen për:</a:t>
            </a:r>
          </a:p>
          <a:p>
            <a:r>
              <a:rPr lang="sq-AL" sz="1800" dirty="0"/>
              <a:t>organizimi hapësinor shprehet përmes:</a:t>
            </a:r>
          </a:p>
          <a:p>
            <a:r>
              <a:rPr lang="sq-AL" sz="1800" dirty="0"/>
              <a:t>Sa kate dallohen në pyllin e dushkut?</a:t>
            </a:r>
          </a:p>
          <a:p>
            <a:r>
              <a:rPr lang="sq-AL" sz="1800" dirty="0"/>
              <a:t>ndryshimi që ndodh në banorët e biocenozës gjatë një ose më shumë vjetëve quhet: </a:t>
            </a:r>
          </a:p>
          <a:p>
            <a:r>
              <a:rPr lang="sq-AL" sz="1800" dirty="0"/>
              <a:t>në organizimin e biocenozës ndikim të madh kanë veqmas faktorët:</a:t>
            </a:r>
            <a:endParaRPr lang="sq-XK" sz="1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E053A8-4B8A-A5F2-67C6-4B794A00A374}"/>
              </a:ext>
            </a:extLst>
          </p:cNvPr>
          <p:cNvGrpSpPr/>
          <p:nvPr/>
        </p:nvGrpSpPr>
        <p:grpSpPr>
          <a:xfrm>
            <a:off x="5089478" y="-766002"/>
            <a:ext cx="2272747" cy="6858000"/>
            <a:chOff x="5072263" y="-1"/>
            <a:chExt cx="2272747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3B5CA99-D5A2-D6EC-677D-1FFC3C70875D}"/>
                </a:ext>
              </a:extLst>
            </p:cNvPr>
            <p:cNvSpPr/>
            <p:nvPr/>
          </p:nvSpPr>
          <p:spPr>
            <a:xfrm>
              <a:off x="5072263" y="-1"/>
              <a:ext cx="2272747" cy="6858000"/>
            </a:xfrm>
            <a:custGeom>
              <a:avLst/>
              <a:gdLst>
                <a:gd name="connsiteX0" fmla="*/ 0 w 2272747"/>
                <a:gd name="connsiteY0" fmla="*/ 0 h 6858000"/>
                <a:gd name="connsiteX1" fmla="*/ 1285461 w 2272747"/>
                <a:gd name="connsiteY1" fmla="*/ 0 h 6858000"/>
                <a:gd name="connsiteX2" fmla="*/ 1285461 w 2272747"/>
                <a:gd name="connsiteY2" fmla="*/ 5357586 h 6858000"/>
                <a:gd name="connsiteX3" fmla="*/ 2272747 w 2272747"/>
                <a:gd name="connsiteY3" fmla="*/ 5870715 h 6858000"/>
                <a:gd name="connsiteX4" fmla="*/ 2272744 w 2272747"/>
                <a:gd name="connsiteY4" fmla="*/ 5870716 h 6858000"/>
                <a:gd name="connsiteX5" fmla="*/ 2272746 w 2272747"/>
                <a:gd name="connsiteY5" fmla="*/ 5870717 h 6858000"/>
                <a:gd name="connsiteX6" fmla="*/ 1285461 w 2272747"/>
                <a:gd name="connsiteY6" fmla="*/ 6383845 h 6858000"/>
                <a:gd name="connsiteX7" fmla="*/ 1285461 w 2272747"/>
                <a:gd name="connsiteY7" fmla="*/ 6858000 h 6858000"/>
                <a:gd name="connsiteX8" fmla="*/ 0 w 2272747"/>
                <a:gd name="connsiteY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2747" h="6858000">
                  <a:moveTo>
                    <a:pt x="0" y="0"/>
                  </a:moveTo>
                  <a:lnTo>
                    <a:pt x="1285461" y="0"/>
                  </a:lnTo>
                  <a:lnTo>
                    <a:pt x="1285461" y="5357586"/>
                  </a:lnTo>
                  <a:lnTo>
                    <a:pt x="2272747" y="5870715"/>
                  </a:lnTo>
                  <a:lnTo>
                    <a:pt x="2272744" y="5870716"/>
                  </a:lnTo>
                  <a:lnTo>
                    <a:pt x="2272746" y="5870717"/>
                  </a:lnTo>
                  <a:lnTo>
                    <a:pt x="1285461" y="6383845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F0">
                    <a:shade val="30000"/>
                    <a:satMod val="115000"/>
                  </a:srgbClr>
                </a:gs>
                <a:gs pos="50000">
                  <a:srgbClr val="00B0F0">
                    <a:shade val="67500"/>
                    <a:satMod val="115000"/>
                  </a:srgbClr>
                </a:gs>
                <a:gs pos="100000">
                  <a:srgbClr val="00B0F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29" name="TextBox 28">
              <a:hlinkClick r:id="rId4" action="ppaction://hlinksldjump"/>
              <a:extLst>
                <a:ext uri="{FF2B5EF4-FFF2-40B4-BE49-F238E27FC236}">
                  <a16:creationId xmlns:a16="http://schemas.microsoft.com/office/drawing/2014/main" id="{6501FC30-1362-E8BB-896C-F1B308D52BB7}"/>
                </a:ext>
              </a:extLst>
            </p:cNvPr>
            <p:cNvSpPr txBox="1"/>
            <p:nvPr/>
          </p:nvSpPr>
          <p:spPr>
            <a:xfrm>
              <a:off x="6444697" y="5547548"/>
              <a:ext cx="671719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5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C97AA7C-CBF7-1C55-3CB3-B5428BE3A31B}"/>
              </a:ext>
            </a:extLst>
          </p:cNvPr>
          <p:cNvGrpSpPr/>
          <p:nvPr/>
        </p:nvGrpSpPr>
        <p:grpSpPr>
          <a:xfrm>
            <a:off x="3900314" y="-758917"/>
            <a:ext cx="2309190" cy="6858000"/>
            <a:chOff x="3856382" y="0"/>
            <a:chExt cx="2309190" cy="6858000"/>
          </a:xfr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5" name="Freeform: Shape 24">
              <a:hlinkClick r:id="rId5" action="ppaction://hlinksldjump"/>
              <a:extLst>
                <a:ext uri="{FF2B5EF4-FFF2-40B4-BE49-F238E27FC236}">
                  <a16:creationId xmlns:a16="http://schemas.microsoft.com/office/drawing/2014/main" id="{6E0A5709-0C2E-DFDF-0D4A-DA8901F82552}"/>
                </a:ext>
              </a:extLst>
            </p:cNvPr>
            <p:cNvSpPr/>
            <p:nvPr/>
          </p:nvSpPr>
          <p:spPr>
            <a:xfrm>
              <a:off x="3856382" y="0"/>
              <a:ext cx="2309190" cy="6858000"/>
            </a:xfrm>
            <a:custGeom>
              <a:avLst/>
              <a:gdLst>
                <a:gd name="connsiteX0" fmla="*/ 1302025 w 2309190"/>
                <a:gd name="connsiteY0" fmla="*/ 4409094 h 6858000"/>
                <a:gd name="connsiteX1" fmla="*/ 2309190 w 2309190"/>
                <a:gd name="connsiteY1" fmla="*/ 4932555 h 6858000"/>
                <a:gd name="connsiteX2" fmla="*/ 1302025 w 2309190"/>
                <a:gd name="connsiteY2" fmla="*/ 5456016 h 6858000"/>
                <a:gd name="connsiteX3" fmla="*/ 0 w 2309190"/>
                <a:gd name="connsiteY3" fmla="*/ 0 h 6858000"/>
                <a:gd name="connsiteX4" fmla="*/ 1285461 w 2309190"/>
                <a:gd name="connsiteY4" fmla="*/ 0 h 6858000"/>
                <a:gd name="connsiteX5" fmla="*/ 1285461 w 2309190"/>
                <a:gd name="connsiteY5" fmla="*/ 6858000 h 6858000"/>
                <a:gd name="connsiteX6" fmla="*/ 0 w 2309190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190" h="6858000">
                  <a:moveTo>
                    <a:pt x="1302025" y="4409094"/>
                  </a:moveTo>
                  <a:lnTo>
                    <a:pt x="2309190" y="4932555"/>
                  </a:lnTo>
                  <a:lnTo>
                    <a:pt x="1302025" y="5456016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39" name="TextBox 38">
              <a:hlinkClick r:id="rId6" action="ppaction://hlinksldjump"/>
              <a:extLst>
                <a:ext uri="{FF2B5EF4-FFF2-40B4-BE49-F238E27FC236}">
                  <a16:creationId xmlns:a16="http://schemas.microsoft.com/office/drawing/2014/main" id="{86F9E2D2-39AC-30EF-B1D2-474CB1026FBE}"/>
                </a:ext>
              </a:extLst>
            </p:cNvPr>
            <p:cNvSpPr txBox="1"/>
            <p:nvPr/>
          </p:nvSpPr>
          <p:spPr>
            <a:xfrm>
              <a:off x="5125269" y="4583164"/>
              <a:ext cx="70568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  4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3FFCFF-D749-850C-64E3-7000538D6A7C}"/>
              </a:ext>
            </a:extLst>
          </p:cNvPr>
          <p:cNvGrpSpPr/>
          <p:nvPr/>
        </p:nvGrpSpPr>
        <p:grpSpPr>
          <a:xfrm>
            <a:off x="2599343" y="-756292"/>
            <a:ext cx="2325753" cy="6858000"/>
            <a:chOff x="2570922" y="1"/>
            <a:chExt cx="2325753" cy="6858000"/>
          </a:xfrm>
          <a:gradFill flip="none" rotWithShape="1">
            <a:gsLst>
              <a:gs pos="0">
                <a:schemeClr val="accent4">
                  <a:shade val="30000"/>
                  <a:satMod val="115000"/>
                </a:schemeClr>
              </a:gs>
              <a:gs pos="50000">
                <a:schemeClr val="accent4">
                  <a:shade val="67500"/>
                  <a:satMod val="115000"/>
                </a:schemeClr>
              </a:gs>
              <a:gs pos="100000">
                <a:schemeClr val="accent4"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B7877ED-38B7-A020-AC41-9486457AB82F}"/>
                </a:ext>
              </a:extLst>
            </p:cNvPr>
            <p:cNvSpPr/>
            <p:nvPr/>
          </p:nvSpPr>
          <p:spPr>
            <a:xfrm>
              <a:off x="2570922" y="1"/>
              <a:ext cx="2325753" cy="6858000"/>
            </a:xfrm>
            <a:custGeom>
              <a:avLst/>
              <a:gdLst>
                <a:gd name="connsiteX0" fmla="*/ 1318588 w 2325753"/>
                <a:gd name="connsiteY0" fmla="*/ 3470933 h 6858000"/>
                <a:gd name="connsiteX1" fmla="*/ 2325753 w 2325753"/>
                <a:gd name="connsiteY1" fmla="*/ 3994394 h 6858000"/>
                <a:gd name="connsiteX2" fmla="*/ 1318588 w 2325753"/>
                <a:gd name="connsiteY2" fmla="*/ 4517855 h 6858000"/>
                <a:gd name="connsiteX3" fmla="*/ 0 w 2325753"/>
                <a:gd name="connsiteY3" fmla="*/ 0 h 6858000"/>
                <a:gd name="connsiteX4" fmla="*/ 1285461 w 2325753"/>
                <a:gd name="connsiteY4" fmla="*/ 0 h 6858000"/>
                <a:gd name="connsiteX5" fmla="*/ 1285461 w 2325753"/>
                <a:gd name="connsiteY5" fmla="*/ 6858000 h 6858000"/>
                <a:gd name="connsiteX6" fmla="*/ 0 w 2325753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5753" h="6858000">
                  <a:moveTo>
                    <a:pt x="1318588" y="3470933"/>
                  </a:moveTo>
                  <a:lnTo>
                    <a:pt x="2325753" y="3994394"/>
                  </a:lnTo>
                  <a:lnTo>
                    <a:pt x="1318588" y="4517855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 dirty="0"/>
            </a:p>
          </p:txBody>
        </p:sp>
        <p:sp>
          <p:nvSpPr>
            <p:cNvPr id="41" name="TextBox 40">
              <a:hlinkClick r:id="rId7" action="ppaction://hlinksldjump"/>
              <a:extLst>
                <a:ext uri="{FF2B5EF4-FFF2-40B4-BE49-F238E27FC236}">
                  <a16:creationId xmlns:a16="http://schemas.microsoft.com/office/drawing/2014/main" id="{9E1A0900-198B-736F-D020-0EC25813C675}"/>
                </a:ext>
              </a:extLst>
            </p:cNvPr>
            <p:cNvSpPr txBox="1"/>
            <p:nvPr/>
          </p:nvSpPr>
          <p:spPr>
            <a:xfrm>
              <a:off x="4025346" y="3608134"/>
              <a:ext cx="64524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3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532A5A6-FBB7-4D9E-24EF-0CD19BEDDD1F}"/>
              </a:ext>
            </a:extLst>
          </p:cNvPr>
          <p:cNvGrpSpPr/>
          <p:nvPr/>
        </p:nvGrpSpPr>
        <p:grpSpPr>
          <a:xfrm>
            <a:off x="1323114" y="-758917"/>
            <a:ext cx="2292626" cy="6858000"/>
            <a:chOff x="1285460" y="0"/>
            <a:chExt cx="2292626" cy="6858000"/>
          </a:xfr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BEE775A-16F9-F3DA-C914-67813B277D92}"/>
                </a:ext>
              </a:extLst>
            </p:cNvPr>
            <p:cNvSpPr/>
            <p:nvPr/>
          </p:nvSpPr>
          <p:spPr>
            <a:xfrm>
              <a:off x="1285460" y="0"/>
              <a:ext cx="2292626" cy="6858000"/>
            </a:xfrm>
            <a:custGeom>
              <a:avLst/>
              <a:gdLst>
                <a:gd name="connsiteX0" fmla="*/ 0 w 2292626"/>
                <a:gd name="connsiteY0" fmla="*/ 0 h 6858000"/>
                <a:gd name="connsiteX1" fmla="*/ 1285461 w 2292626"/>
                <a:gd name="connsiteY1" fmla="*/ 0 h 6858000"/>
                <a:gd name="connsiteX2" fmla="*/ 1285461 w 2292626"/>
                <a:gd name="connsiteY2" fmla="*/ 2532772 h 6858000"/>
                <a:gd name="connsiteX3" fmla="*/ 2292626 w 2292626"/>
                <a:gd name="connsiteY3" fmla="*/ 3056233 h 6858000"/>
                <a:gd name="connsiteX4" fmla="*/ 1285461 w 2292626"/>
                <a:gd name="connsiteY4" fmla="*/ 3579693 h 6858000"/>
                <a:gd name="connsiteX5" fmla="*/ 1285461 w 2292626"/>
                <a:gd name="connsiteY5" fmla="*/ 6858000 h 6858000"/>
                <a:gd name="connsiteX6" fmla="*/ 0 w 2292626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92626" h="6858000">
                  <a:moveTo>
                    <a:pt x="0" y="0"/>
                  </a:moveTo>
                  <a:lnTo>
                    <a:pt x="1285461" y="0"/>
                  </a:lnTo>
                  <a:lnTo>
                    <a:pt x="1285461" y="2532772"/>
                  </a:lnTo>
                  <a:lnTo>
                    <a:pt x="2292626" y="3056233"/>
                  </a:lnTo>
                  <a:lnTo>
                    <a:pt x="1285461" y="3579693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3" name="TextBox 42">
              <a:hlinkClick r:id="rId8" action="ppaction://hlinksldjump"/>
              <a:extLst>
                <a:ext uri="{FF2B5EF4-FFF2-40B4-BE49-F238E27FC236}">
                  <a16:creationId xmlns:a16="http://schemas.microsoft.com/office/drawing/2014/main" id="{17279D94-BA40-7975-449A-C82082A0B444}"/>
                </a:ext>
              </a:extLst>
            </p:cNvPr>
            <p:cNvSpPr txBox="1"/>
            <p:nvPr/>
          </p:nvSpPr>
          <p:spPr>
            <a:xfrm>
              <a:off x="2677352" y="2782669"/>
              <a:ext cx="6333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2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34A6A7-F5D7-9C69-31D7-7625D6C42F15}"/>
              </a:ext>
            </a:extLst>
          </p:cNvPr>
          <p:cNvGrpSpPr/>
          <p:nvPr/>
        </p:nvGrpSpPr>
        <p:grpSpPr>
          <a:xfrm>
            <a:off x="66724" y="-766002"/>
            <a:ext cx="2312507" cy="6858000"/>
            <a:chOff x="0" y="0"/>
            <a:chExt cx="2312507" cy="6858000"/>
          </a:xfrm>
          <a:gradFill flip="none" rotWithShape="1">
            <a:gsLst>
              <a:gs pos="0">
                <a:schemeClr val="bg2">
                  <a:lumMod val="50000"/>
                  <a:shade val="30000"/>
                  <a:satMod val="115000"/>
                </a:schemeClr>
              </a:gs>
              <a:gs pos="50000">
                <a:schemeClr val="bg2">
                  <a:lumMod val="50000"/>
                  <a:shade val="67500"/>
                  <a:satMod val="115000"/>
                </a:schemeClr>
              </a:gs>
              <a:gs pos="100000">
                <a:schemeClr val="bg2">
                  <a:lumMod val="50000"/>
                  <a:shade val="100000"/>
                  <a:satMod val="115000"/>
                </a:schemeClr>
              </a:gs>
            </a:gsLst>
            <a:lin ang="10800000" scaled="1"/>
            <a:tileRect/>
          </a:gradFill>
        </p:grpSpPr>
        <p:sp>
          <p:nvSpPr>
            <p:cNvPr id="28" name="Freeform: Shape 27">
              <a:hlinkClick r:id="rId9" action="ppaction://hlinksldjump"/>
              <a:extLst>
                <a:ext uri="{FF2B5EF4-FFF2-40B4-BE49-F238E27FC236}">
                  <a16:creationId xmlns:a16="http://schemas.microsoft.com/office/drawing/2014/main" id="{700F6693-7A13-CCC5-91D9-AF5352D8D906}"/>
                </a:ext>
              </a:extLst>
            </p:cNvPr>
            <p:cNvSpPr/>
            <p:nvPr/>
          </p:nvSpPr>
          <p:spPr>
            <a:xfrm>
              <a:off x="0" y="0"/>
              <a:ext cx="2312507" cy="6858000"/>
            </a:xfrm>
            <a:custGeom>
              <a:avLst/>
              <a:gdLst>
                <a:gd name="connsiteX0" fmla="*/ 1305342 w 2312507"/>
                <a:gd name="connsiteY0" fmla="*/ 1594611 h 6858000"/>
                <a:gd name="connsiteX1" fmla="*/ 2312507 w 2312507"/>
                <a:gd name="connsiteY1" fmla="*/ 2118072 h 6858000"/>
                <a:gd name="connsiteX2" fmla="*/ 1305342 w 2312507"/>
                <a:gd name="connsiteY2" fmla="*/ 2641533 h 6858000"/>
                <a:gd name="connsiteX3" fmla="*/ 0 w 2312507"/>
                <a:gd name="connsiteY3" fmla="*/ 0 h 6858000"/>
                <a:gd name="connsiteX4" fmla="*/ 1285461 w 2312507"/>
                <a:gd name="connsiteY4" fmla="*/ 0 h 6858000"/>
                <a:gd name="connsiteX5" fmla="*/ 1285461 w 2312507"/>
                <a:gd name="connsiteY5" fmla="*/ 6858000 h 6858000"/>
                <a:gd name="connsiteX6" fmla="*/ 0 w 2312507"/>
                <a:gd name="connsiteY6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2507" h="6858000">
                  <a:moveTo>
                    <a:pt x="1305342" y="1594611"/>
                  </a:moveTo>
                  <a:lnTo>
                    <a:pt x="2312507" y="2118072"/>
                  </a:lnTo>
                  <a:lnTo>
                    <a:pt x="1305342" y="2641533"/>
                  </a:lnTo>
                  <a:close/>
                  <a:moveTo>
                    <a:pt x="0" y="0"/>
                  </a:moveTo>
                  <a:lnTo>
                    <a:pt x="1285461" y="0"/>
                  </a:lnTo>
                  <a:lnTo>
                    <a:pt x="1285461" y="6858000"/>
                  </a:lnTo>
                  <a:lnTo>
                    <a:pt x="0" y="685800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sq-XK"/>
            </a:p>
          </p:txBody>
        </p:sp>
        <p:sp>
          <p:nvSpPr>
            <p:cNvPr id="45" name="TextBox 44">
              <a:hlinkClick r:id="rId10" action="ppaction://hlinksldjump"/>
              <a:extLst>
                <a:ext uri="{FF2B5EF4-FFF2-40B4-BE49-F238E27FC236}">
                  <a16:creationId xmlns:a16="http://schemas.microsoft.com/office/drawing/2014/main" id="{8E0CC786-9C3E-9350-4722-B11EC97C21E2}"/>
                </a:ext>
              </a:extLst>
            </p:cNvPr>
            <p:cNvSpPr txBox="1"/>
            <p:nvPr/>
          </p:nvSpPr>
          <p:spPr>
            <a:xfrm>
              <a:off x="1391063" y="1791447"/>
              <a:ext cx="662065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sq-AL" sz="3600" b="1" dirty="0">
                  <a:solidFill>
                    <a:schemeClr val="bg1"/>
                  </a:solidFill>
                </a:rPr>
                <a:t> 1</a:t>
              </a:r>
              <a:endParaRPr lang="sq-XK" sz="36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start sound">
            <a:hlinkClick r:id="" action="ppaction://media"/>
            <a:extLst>
              <a:ext uri="{FF2B5EF4-FFF2-40B4-BE49-F238E27FC236}">
                <a16:creationId xmlns:a16="http://schemas.microsoft.com/office/drawing/2014/main" id="{71AFE59E-B83B-619E-4DA3-31CBD6216A9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5580653" y="254174"/>
            <a:ext cx="609600" cy="609600"/>
          </a:xfrm>
          <a:prstGeom prst="rect">
            <a:avLst/>
          </a:prstGeom>
        </p:spPr>
      </p:pic>
      <p:pic>
        <p:nvPicPr>
          <p:cNvPr id="4" name="start sound">
            <a:hlinkClick r:id="" action="ppaction://media"/>
            <a:extLst>
              <a:ext uri="{FF2B5EF4-FFF2-40B4-BE49-F238E27FC236}">
                <a16:creationId xmlns:a16="http://schemas.microsoft.com/office/drawing/2014/main" id="{F7429E93-2281-ABC5-6CD2-4FF413A842C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443528" y="328142"/>
            <a:ext cx="609600" cy="609600"/>
          </a:xfrm>
          <a:prstGeom prst="rect">
            <a:avLst/>
          </a:prstGeom>
        </p:spPr>
      </p:pic>
      <p:pic>
        <p:nvPicPr>
          <p:cNvPr id="5" name="start sound">
            <a:hlinkClick r:id="" action="ppaction://media"/>
            <a:extLst>
              <a:ext uri="{FF2B5EF4-FFF2-40B4-BE49-F238E27FC236}">
                <a16:creationId xmlns:a16="http://schemas.microsoft.com/office/drawing/2014/main" id="{E501EEE1-BD40-9F32-7865-E5D52BDAB5CD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781863" y="254174"/>
            <a:ext cx="609600" cy="609600"/>
          </a:xfrm>
          <a:prstGeom prst="rect">
            <a:avLst/>
          </a:prstGeom>
        </p:spPr>
      </p:pic>
      <p:pic>
        <p:nvPicPr>
          <p:cNvPr id="6" name="start sound">
            <a:hlinkClick r:id="" action="ppaction://media"/>
            <a:extLst>
              <a:ext uri="{FF2B5EF4-FFF2-40B4-BE49-F238E27FC236}">
                <a16:creationId xmlns:a16="http://schemas.microsoft.com/office/drawing/2014/main" id="{F6981B83-569E-8EE4-70B6-CE66D68F6B2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295193" y="254174"/>
            <a:ext cx="609600" cy="609600"/>
          </a:xfrm>
          <a:prstGeom prst="rect">
            <a:avLst/>
          </a:prstGeom>
        </p:spPr>
      </p:pic>
      <p:pic>
        <p:nvPicPr>
          <p:cNvPr id="7" name="start sound">
            <a:hlinkClick r:id="" action="ppaction://media"/>
            <a:extLst>
              <a:ext uri="{FF2B5EF4-FFF2-40B4-BE49-F238E27FC236}">
                <a16:creationId xmlns:a16="http://schemas.microsoft.com/office/drawing/2014/main" id="{8952A4B4-4CC2-A49D-C650-D90AF3DD776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6694.1882"/>
                  <p14:fade out="750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63694" y="177445"/>
            <a:ext cx="60960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604CC7-FFE1-CE4E-3258-ED0D17F30FC0}"/>
              </a:ext>
            </a:extLst>
          </p:cNvPr>
          <p:cNvSpPr txBox="1"/>
          <p:nvPr/>
        </p:nvSpPr>
        <p:spPr>
          <a:xfrm>
            <a:off x="344557" y="1404730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0E935-CF33-9E9C-6847-8E13E1E09094}"/>
              </a:ext>
            </a:extLst>
          </p:cNvPr>
          <p:cNvSpPr txBox="1"/>
          <p:nvPr/>
        </p:nvSpPr>
        <p:spPr>
          <a:xfrm>
            <a:off x="1668801" y="2720238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D2807-DE7E-655A-0CFE-914E945E4DD0}"/>
              </a:ext>
            </a:extLst>
          </p:cNvPr>
          <p:cNvSpPr txBox="1"/>
          <p:nvPr/>
        </p:nvSpPr>
        <p:spPr>
          <a:xfrm>
            <a:off x="2993045" y="4035746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9484F-3CFD-8430-0208-42FB0F465EBC}"/>
              </a:ext>
            </a:extLst>
          </p:cNvPr>
          <p:cNvSpPr txBox="1"/>
          <p:nvPr/>
        </p:nvSpPr>
        <p:spPr>
          <a:xfrm>
            <a:off x="4291447" y="4496030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45DCC2-28E5-1C0F-0F35-D24B1DEC480C}"/>
              </a:ext>
            </a:extLst>
          </p:cNvPr>
          <p:cNvSpPr txBox="1"/>
          <p:nvPr/>
        </p:nvSpPr>
        <p:spPr>
          <a:xfrm>
            <a:off x="5485415" y="1330041"/>
            <a:ext cx="461665" cy="177579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BIOLOGJI</a:t>
            </a:r>
            <a:endParaRPr lang="sq-XK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hlinkClick r:id="rId12" action="ppaction://hlinksldjump"/>
            <a:extLst>
              <a:ext uri="{FF2B5EF4-FFF2-40B4-BE49-F238E27FC236}">
                <a16:creationId xmlns:a16="http://schemas.microsoft.com/office/drawing/2014/main" id="{DDEF7E90-1C38-1D44-1666-443CB32D00F9}"/>
              </a:ext>
            </a:extLst>
          </p:cNvPr>
          <p:cNvSpPr/>
          <p:nvPr/>
        </p:nvSpPr>
        <p:spPr>
          <a:xfrm rot="10800000" flipV="1">
            <a:off x="6479141" y="5695352"/>
            <a:ext cx="1300564" cy="5764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>
                <a:solidFill>
                  <a:schemeClr val="tx1"/>
                </a:solidFill>
              </a:rPr>
              <a:t>KTHEHU NË FILLIM</a:t>
            </a:r>
            <a:endParaRPr lang="sq-XK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478B6D0B-352A-6899-889C-5891FD5CFEF9}"/>
              </a:ext>
            </a:extLst>
          </p:cNvPr>
          <p:cNvSpPr/>
          <p:nvPr/>
        </p:nvSpPr>
        <p:spPr>
          <a:xfrm>
            <a:off x="9862479" y="5739677"/>
            <a:ext cx="1653209" cy="532145"/>
          </a:xfrm>
          <a:prstGeom prst="roundRect">
            <a:avLst>
              <a:gd name="adj" fmla="val 4655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dirty="0"/>
              <a:t>PËRFUNDO</a:t>
            </a:r>
            <a:endParaRPr lang="sq-XK" dirty="0"/>
          </a:p>
        </p:txBody>
      </p:sp>
      <p:sp>
        <p:nvSpPr>
          <p:cNvPr id="15" name="Rectangle: Rounded Corners 14">
            <a:hlinkClick r:id="rId13" action="ppaction://hlinksldjump"/>
            <a:extLst>
              <a:ext uri="{FF2B5EF4-FFF2-40B4-BE49-F238E27FC236}">
                <a16:creationId xmlns:a16="http://schemas.microsoft.com/office/drawing/2014/main" id="{B29F105A-1213-FF5C-26A9-72ED433F9BF3}"/>
              </a:ext>
            </a:extLst>
          </p:cNvPr>
          <p:cNvSpPr/>
          <p:nvPr/>
        </p:nvSpPr>
        <p:spPr>
          <a:xfrm>
            <a:off x="7935532" y="5678098"/>
            <a:ext cx="1867992" cy="59372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1600" dirty="0"/>
              <a:t>KTHEHU NË GRUPIN PARAPRAK</a:t>
            </a:r>
            <a:endParaRPr lang="sq-XK" sz="1600" dirty="0"/>
          </a:p>
        </p:txBody>
      </p:sp>
    </p:spTree>
    <p:extLst>
      <p:ext uri="{BB962C8B-B14F-4D97-AF65-F5344CB8AC3E}">
        <p14:creationId xmlns:p14="http://schemas.microsoft.com/office/powerpoint/2010/main" val="16552018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57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8" dur="357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357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6" dur="357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0" dur="35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7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2054086" y="154139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biocenoza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2054086" y="278538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biotopi 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6380920" y="278544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biodiversiteti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6380921" y="150909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biomi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16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296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6380920" y="2743200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Katëzimit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800" b="1" dirty="0"/>
              <a:t> </a:t>
            </a:r>
            <a:r>
              <a:rPr lang="sq-AL" sz="3200" b="1" dirty="0"/>
              <a:t>Viteve</a:t>
            </a:r>
            <a:endParaRPr lang="sq-XK" sz="3200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2054086" y="2749826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Klimës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6380921" y="150909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Kohës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17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107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2054085" y="2688474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4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2 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6380920" y="278544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5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6380921" y="150909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3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18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6534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6380920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Organizim kohor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1868558" y="1484243"/>
            <a:ext cx="3776868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Organizim hapësinor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6380920" y="278544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Ndryshim biotik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1868559" y="2796208"/>
            <a:ext cx="3776868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Ndryshim klimatik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19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573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hlinkClick r:id="rId8" action="ppaction://hlinksldjump"/>
            <a:extLst>
              <a:ext uri="{FF2B5EF4-FFF2-40B4-BE49-F238E27FC236}">
                <a16:creationId xmlns:a16="http://schemas.microsoft.com/office/drawing/2014/main" id="{F2EAF5A5-DF4E-E5BF-2507-A25B576910C9}"/>
              </a:ext>
            </a:extLst>
          </p:cNvPr>
          <p:cNvSpPr/>
          <p:nvPr/>
        </p:nvSpPr>
        <p:spPr>
          <a:xfrm rot="5400000">
            <a:off x="10367889" y="5584874"/>
            <a:ext cx="717453" cy="74558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0D9451-34A3-7B25-9EB3-5082650BE5E9}"/>
              </a:ext>
            </a:extLst>
          </p:cNvPr>
          <p:cNvSpPr/>
          <p:nvPr/>
        </p:nvSpPr>
        <p:spPr>
          <a:xfrm>
            <a:off x="6380920" y="2796208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klimatik</a:t>
            </a:r>
            <a:endParaRPr lang="sq-XK" b="1" dirty="0"/>
          </a:p>
        </p:txBody>
      </p:sp>
      <p:sp>
        <p:nvSpPr>
          <p:cNvPr id="15" name="Rectangle: Rounded Corners 14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1E403B3B-02E2-4CD4-C304-AB24258B049A}"/>
              </a:ext>
            </a:extLst>
          </p:cNvPr>
          <p:cNvSpPr/>
          <p:nvPr/>
        </p:nvSpPr>
        <p:spPr>
          <a:xfrm>
            <a:off x="2054086" y="1484243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  biotik  </a:t>
            </a:r>
            <a:endParaRPr lang="sq-XK" b="1" dirty="0"/>
          </a:p>
        </p:txBody>
      </p:sp>
      <p:sp>
        <p:nvSpPr>
          <p:cNvPr id="16" name="Rectangle: Rounded Corners 1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284D40E-A757-A6D1-8FE8-897ACD65966D}"/>
              </a:ext>
            </a:extLst>
          </p:cNvPr>
          <p:cNvSpPr/>
          <p:nvPr/>
        </p:nvSpPr>
        <p:spPr>
          <a:xfrm>
            <a:off x="2054086" y="2796208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qiellor</a:t>
            </a:r>
            <a:endParaRPr lang="sq-XK" sz="3200" b="1" dirty="0"/>
          </a:p>
        </p:txBody>
      </p:sp>
      <p:sp>
        <p:nvSpPr>
          <p:cNvPr id="17" name="Rectangle: Rounded Corners 16">
            <a:hlinkClick r:id="" action="ppaction://noaction" highlightClick="1">
              <a:snd r:embed="rId9" name="explode.wav"/>
            </a:hlinkClick>
            <a:extLst>
              <a:ext uri="{FF2B5EF4-FFF2-40B4-BE49-F238E27FC236}">
                <a16:creationId xmlns:a16="http://schemas.microsoft.com/office/drawing/2014/main" id="{86CE510D-619C-5AB5-F1F4-784BD92B9746}"/>
              </a:ext>
            </a:extLst>
          </p:cNvPr>
          <p:cNvSpPr/>
          <p:nvPr/>
        </p:nvSpPr>
        <p:spPr>
          <a:xfrm>
            <a:off x="6380921" y="1509091"/>
            <a:ext cx="3591339" cy="874644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3200" b="1" dirty="0"/>
              <a:t>tokësor</a:t>
            </a:r>
            <a:endParaRPr lang="sq-XK" sz="3200" b="1" dirty="0"/>
          </a:p>
        </p:txBody>
      </p:sp>
      <p:pic>
        <p:nvPicPr>
          <p:cNvPr id="18" name="correct answer">
            <a:hlinkClick r:id="" action="ppaction://media"/>
            <a:extLst>
              <a:ext uri="{FF2B5EF4-FFF2-40B4-BE49-F238E27FC236}">
                <a16:creationId xmlns:a16="http://schemas.microsoft.com/office/drawing/2014/main" id="{946399DA-7D4E-FD10-88F5-BBF9033FE5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404435" y="116688"/>
            <a:ext cx="609600" cy="609600"/>
          </a:xfrm>
          <a:prstGeom prst="rect">
            <a:avLst/>
          </a:prstGeom>
        </p:spPr>
      </p:pic>
      <p:sp>
        <p:nvSpPr>
          <p:cNvPr id="19" name="call30sec.">
            <a:extLst>
              <a:ext uri="{FF2B5EF4-FFF2-40B4-BE49-F238E27FC236}">
                <a16:creationId xmlns:a16="http://schemas.microsoft.com/office/drawing/2014/main" id="{BC4895B9-8E36-59FB-B8E6-CCE16A5347BE}"/>
              </a:ext>
            </a:extLst>
          </p:cNvPr>
          <p:cNvSpPr/>
          <p:nvPr/>
        </p:nvSpPr>
        <p:spPr>
          <a:xfrm flipV="1">
            <a:off x="1438575" y="4108174"/>
            <a:ext cx="8693426" cy="48370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q-XK" dirty="0"/>
          </a:p>
        </p:txBody>
      </p:sp>
      <p:pic>
        <p:nvPicPr>
          <p:cNvPr id="20" name="background music">
            <a:hlinkClick r:id="" action="ppaction://media"/>
            <a:extLst>
              <a:ext uri="{FF2B5EF4-FFF2-40B4-BE49-F238E27FC236}">
                <a16:creationId xmlns:a16="http://schemas.microsoft.com/office/drawing/2014/main" id="{6A41AC48-FB69-BEA2-A68C-75821B343FD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54087" y="4108174"/>
            <a:ext cx="609600" cy="60960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8389FA3-7317-4665-62BE-2CDBDEA681BA}"/>
              </a:ext>
            </a:extLst>
          </p:cNvPr>
          <p:cNvSpPr/>
          <p:nvPr/>
        </p:nvSpPr>
        <p:spPr>
          <a:xfrm>
            <a:off x="668739" y="408236"/>
            <a:ext cx="1650391" cy="685068"/>
          </a:xfrm>
          <a:prstGeom prst="ellipse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sz="2000" dirty="0">
                <a:solidFill>
                  <a:schemeClr val="tx1"/>
                </a:solidFill>
              </a:rPr>
              <a:t>PYETJA 20</a:t>
            </a:r>
          </a:p>
          <a:p>
            <a:pPr algn="ctr"/>
            <a:endParaRPr lang="sq-XK" sz="2000" dirty="0">
              <a:solidFill>
                <a:schemeClr val="tx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40CE0CB-48E2-7797-DE04-73B23C4B181E}"/>
              </a:ext>
            </a:extLst>
          </p:cNvPr>
          <p:cNvSpPr/>
          <p:nvPr/>
        </p:nvSpPr>
        <p:spPr>
          <a:xfrm>
            <a:off x="2564295" y="380940"/>
            <a:ext cx="1457739" cy="6096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q-AL" dirty="0"/>
              <a:t>50:50</a:t>
            </a:r>
            <a:endParaRPr lang="sq-XK" dirty="0"/>
          </a:p>
        </p:txBody>
      </p:sp>
      <p:pic>
        <p:nvPicPr>
          <p:cNvPr id="23" name="final answer">
            <a:hlinkClick r:id="" action="ppaction://media"/>
            <a:extLst>
              <a:ext uri="{FF2B5EF4-FFF2-40B4-BE49-F238E27FC236}">
                <a16:creationId xmlns:a16="http://schemas.microsoft.com/office/drawing/2014/main" id="{7775BE18-C5EF-1E8B-E2A1-B79308F56E3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1250811" y="1484243"/>
            <a:ext cx="694515" cy="69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902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3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6710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0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3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2" dur="888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7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16" grpId="0" animBg="1"/>
      <p:bldP spid="17" grpId="0" animBg="1"/>
      <p:bldP spid="19" grpId="0" animBg="1"/>
      <p:bldP spid="19" grpId="1" animBg="1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7000">
              <a:srgbClr val="FFFF00"/>
            </a:gs>
            <a:gs pos="40000">
              <a:schemeClr val="bg1"/>
            </a:gs>
            <a:gs pos="66000">
              <a:schemeClr val="accent3">
                <a:lumMod val="75000"/>
              </a:schemeClr>
            </a:gs>
            <a:gs pos="97000">
              <a:schemeClr val="accent3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in Theme">
            <a:hlinkClick r:id="" action="ppaction://media"/>
            <a:extLst>
              <a:ext uri="{FF2B5EF4-FFF2-40B4-BE49-F238E27FC236}">
                <a16:creationId xmlns:a16="http://schemas.microsoft.com/office/drawing/2014/main" id="{472657B3-5B19-FDCE-79BE-1E969F010FD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2479" end="7774.2857"/>
                  <p14:fade in="1750" out="5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045084" y="267360"/>
            <a:ext cx="609600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E144E5-7EFA-D370-8B71-65277EC36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207" y="2038583"/>
            <a:ext cx="2775586" cy="278083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: Rounded Corners 4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4F38901D-8963-FA7C-45BF-2919231D1198}"/>
              </a:ext>
            </a:extLst>
          </p:cNvPr>
          <p:cNvSpPr/>
          <p:nvPr/>
        </p:nvSpPr>
        <p:spPr>
          <a:xfrm>
            <a:off x="4428978" y="5664451"/>
            <a:ext cx="3334043" cy="84406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400" b="1" dirty="0"/>
              <a:t>FUND</a:t>
            </a:r>
            <a:endParaRPr lang="sq-XK" sz="44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8C52C59-D6E8-C457-AEC9-CFEFE73627AB}"/>
              </a:ext>
            </a:extLst>
          </p:cNvPr>
          <p:cNvSpPr/>
          <p:nvPr/>
        </p:nvSpPr>
        <p:spPr>
          <a:xfrm>
            <a:off x="3386138" y="3057526"/>
            <a:ext cx="5254279" cy="114341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q-AL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SUKSESE EDHE NË TË ARDHMEN</a:t>
            </a:r>
            <a:endParaRPr lang="sq-XK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1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4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1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1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0"/>
                            </p:stCondLst>
                            <p:childTnLst>
                              <p:par>
                                <p:cTn id="23" presetID="45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animBg="1"/>
      <p:bldP spid="4" grpId="2" animBg="1"/>
    </p:bldLst>
  </p:timing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1385</TotalTime>
  <Words>524</Words>
  <Application>Microsoft Office PowerPoint</Application>
  <PresentationFormat>Widescreen</PresentationFormat>
  <Paragraphs>196</Paragraphs>
  <Slides>26</Slides>
  <Notes>0</Notes>
  <HiddenSlides>0</HiddenSlides>
  <MMClips>82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Gill Sans MT</vt:lpstr>
      <vt:lpstr>Impact</vt:lpstr>
      <vt:lpstr>Times New Roman</vt:lpstr>
      <vt:lpstr>Office Theme</vt:lpstr>
      <vt:lpstr>Gallery</vt:lpstr>
      <vt:lpstr>Main Event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Grup me 5 pyetje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grup me 5 pyetje-3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Grup me 5 pyetje- 4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grupe pyetjesh</dc:title>
  <dc:creator>naser guri</dc:creator>
  <cp:lastModifiedBy>naser guri</cp:lastModifiedBy>
  <cp:revision>44</cp:revision>
  <dcterms:created xsi:type="dcterms:W3CDTF">2022-09-25T12:37:47Z</dcterms:created>
  <dcterms:modified xsi:type="dcterms:W3CDTF">2023-03-05T21:42:39Z</dcterms:modified>
</cp:coreProperties>
</file>