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1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4" r:id="rId3"/>
    <p:sldId id="262" r:id="rId4"/>
    <p:sldId id="261" r:id="rId5"/>
    <p:sldId id="298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</p:sldIdLst>
  <p:sldSz cx="12192000" cy="6858000"/>
  <p:notesSz cx="6858000" cy="9144000"/>
  <p:defaultTextStyle>
    <a:defPPr>
      <a:defRPr lang="sq-X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0A987B1-2725-4691-8028-F462692796C8}">
          <p14:sldIdLst>
            <p14:sldId id="264"/>
          </p14:sldIdLst>
        </p14:section>
        <p14:section name="D 1" id="{F8571A47-9442-44F4-9E50-47D7459FD759}">
          <p14:sldIdLst>
            <p14:sldId id="262"/>
            <p14:sldId id="261"/>
            <p14:sldId id="298"/>
          </p14:sldIdLst>
        </p14:section>
        <p14:section name="D 3" id="{F7AB245F-5DB8-410A-B52E-515C335ADC0F}">
          <p14:sldIdLst>
            <p14:sldId id="265"/>
            <p14:sldId id="266"/>
            <p14:sldId id="267"/>
          </p14:sldIdLst>
        </p14:section>
        <p14:section name="D 4" id="{4E5A54F6-B094-4147-8FF4-D74053541570}">
          <p14:sldIdLst>
            <p14:sldId id="268"/>
            <p14:sldId id="269"/>
            <p14:sldId id="270"/>
          </p14:sldIdLst>
        </p14:section>
        <p14:section name="D 5" id="{2A1F2F38-B55F-4525-B4BF-582330E8B54B}">
          <p14:sldIdLst>
            <p14:sldId id="271"/>
            <p14:sldId id="272"/>
            <p14:sldId id="273"/>
          </p14:sldIdLst>
        </p14:section>
        <p14:section name="D 6" id="{FCD24D29-C314-434C-861C-517DD4359684}">
          <p14:sldIdLst>
            <p14:sldId id="274"/>
            <p14:sldId id="275"/>
            <p14:sldId id="276"/>
          </p14:sldIdLst>
        </p14:section>
        <p14:section name="D 7" id="{6F72BE9C-824D-4801-9505-F4F5372AF389}">
          <p14:sldIdLst>
            <p14:sldId id="277"/>
            <p14:sldId id="278"/>
            <p14:sldId id="279"/>
          </p14:sldIdLst>
        </p14:section>
        <p14:section name="D 8" id="{71241E88-58D6-4B3A-9BE9-45A7D4797C8A}">
          <p14:sldIdLst>
            <p14:sldId id="280"/>
            <p14:sldId id="281"/>
            <p14:sldId id="282"/>
          </p14:sldIdLst>
        </p14:section>
        <p14:section name="D 9" id="{21980051-674F-42A8-980F-BD03C51C210F}">
          <p14:sldIdLst>
            <p14:sldId id="283"/>
            <p14:sldId id="284"/>
            <p14:sldId id="285"/>
          </p14:sldIdLst>
        </p14:section>
        <p14:section name="D 10" id="{B95FD4B2-B3EB-4CD6-92A1-1C2A983634B7}">
          <p14:sldIdLst>
            <p14:sldId id="286"/>
            <p14:sldId id="287"/>
            <p14:sldId id="288"/>
          </p14:sldIdLst>
        </p14:section>
        <p14:section name="D 11" id="{E84C156F-2845-4EB1-B5EB-B633199F893D}">
          <p14:sldIdLst>
            <p14:sldId id="289"/>
            <p14:sldId id="290"/>
            <p14:sldId id="291"/>
          </p14:sldIdLst>
        </p14:section>
        <p14:section name="D 12" id="{5F2BA869-5909-4E54-A8EC-3005D76E2464}">
          <p14:sldIdLst>
            <p14:sldId id="292"/>
            <p14:sldId id="293"/>
            <p14:sldId id="294"/>
          </p14:sldIdLst>
        </p14:section>
        <p14:section name="D 13" id="{872DC092-D06F-497F-AE46-6281F7DCE58E}">
          <p14:sldIdLst>
            <p14:sldId id="295"/>
            <p14:sldId id="296"/>
            <p14:sldId id="2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2E08"/>
    <a:srgbClr val="934A18"/>
    <a:srgbClr val="954A18"/>
    <a:srgbClr val="9D511F"/>
    <a:srgbClr val="D6825C"/>
    <a:srgbClr val="6830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F2D26-157E-D254-81CE-0C582CCFF8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6D7660-7CCA-CA6D-31CA-F405C742D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7BE20-826D-5936-6202-66DBB1FC9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17.3.2024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8C8FA-9683-D7DD-EBB6-0E63F49E4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34DA9-EC9E-266A-9A48-338BB3806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654707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58BA8-D161-AD17-BEBB-9F72D631C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EDCDF-7011-8EF2-F660-60978463A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D8CFD-C195-4003-3859-59A3B9AEC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17.3.2024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30C75-EBDF-1104-821B-85631011B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BA903-8F7E-0094-03DC-FB326BA4E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274030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F0945-9064-486A-B4AA-1613BD707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2E192A-E8DD-4729-5ED0-192C32643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26B71-6C0D-14BE-4B31-5C47FF38E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17.3.2024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F35FD-417A-AB48-CE75-006FDF25D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52160-C29A-56F0-A183-EF0379BCE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846637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D6A83-316D-DC35-A9D4-AC76205F0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5063E-6392-35B0-A282-14CE947E80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388561-0DB4-12E7-16EF-2455E578B2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B3E1DB-159B-6209-464A-C90150723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17.3.2024</a:t>
            </a:fld>
            <a:endParaRPr lang="sq-X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987D4-BF15-92BE-5A66-864C0C96C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E3FB5B-1692-93C5-5EAE-E33463D2C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009342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18059-F09B-B6E5-599E-9086AE108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55E19D-1D10-59CD-CCE7-A9EF7A2EC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4AEB36-C8E0-AD4B-A0E2-121E27D91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BB99C5-A2E9-F0C5-BF99-086628776D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EEDCB6-32CA-816D-FFD8-D10C2D4465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8A2464-3B76-50AE-650E-FD21FDD5B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17.3.2024</a:t>
            </a:fld>
            <a:endParaRPr lang="sq-X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AD0D39-916C-85A4-1ACB-8DD49E0F0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BC5E51-9437-AA6C-1B6F-EFEA86FB1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094566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D47F7-B88A-ACAD-2142-6BF823215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A29088-9591-1C3D-8804-0A8E0901B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17.3.2024</a:t>
            </a:fld>
            <a:endParaRPr lang="sq-X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8FF602-DCBD-E4FB-BBC0-8439B51CA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013E8-0552-8EC3-A3D5-13B943DD3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339942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C86BBA-596E-1E1F-5ADD-F4268A658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17.3.2024</a:t>
            </a:fld>
            <a:endParaRPr lang="sq-X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F5F4C2-B97A-FF85-B742-71419041A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EE1C0-C87C-F08E-CA0D-49DE198FD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477418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A0901-0374-FB9D-D233-82C5567D5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264BD-7540-9F22-5AE9-8F9E86474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062352-3BD8-C430-A65B-FF3483EE7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E5015A-651D-2B62-608D-43CAD4328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17.3.2024</a:t>
            </a:fld>
            <a:endParaRPr lang="sq-X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642AB-19D8-F6D1-6BA8-5B0E902DE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84EC83-7F6C-DD32-92F5-593873BBB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734334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C6D6E-9C1B-CE5C-1934-C0FC28443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B21675-78FB-4B81-290F-A31617B92D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q-X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6D472F-BE7F-19A2-5FD2-108C1A099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3DD739-959B-13FC-1910-E0F1CCB43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17.3.2024</a:t>
            </a:fld>
            <a:endParaRPr lang="sq-X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80D738-13F1-456F-BE60-F74CCDCC6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45F230-F380-9F7A-5296-A665410DD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157557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EC9E7-D95C-07B6-FECA-1D71087A3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E8B434-6AA1-630B-2F43-B5E44ECF26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50157-433A-4CBD-60DB-151B6B110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17.3.2024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203F9-7231-0556-599E-1CF2A7287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E9978-46A4-A8B2-EC7E-D56F5DFD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030551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54EDAE-80E2-FA47-81BD-4E2175710D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23F5C1-C951-6956-A9C2-9E2913304A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92CA3-D165-DB51-3B23-5EDCE4D00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17.3.2024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EAA30-50CE-6303-2197-D466B86F4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0C9C7-FE6E-F842-7E74-E343D09DD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3755109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17.3.2024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5229432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17.3.2024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722193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17.3.2024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1643554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17.3.2024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8246698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17.3.2024</a:t>
            </a:fld>
            <a:endParaRPr lang="sq-X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191953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17.3.2024</a:t>
            </a:fld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7502879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17.3.2024</a:t>
            </a:fld>
            <a:endParaRPr lang="sq-X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6683582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17.3.2024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1646534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17.3.2024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2889861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17.3.2024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8867540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DF7A-BB46-42BF-BF4D-8BBE4AE4CBE2}" type="datetimeFigureOut">
              <a:rPr lang="sq-XK" smtClean="0"/>
              <a:t>17.3.2024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288717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CE8A84-C978-7F5C-8821-96363D106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D5763-BBEC-E975-505E-DE0D1FBC2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A5D09-C824-B4BB-836F-AD4AE72E41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08DF7A-BB46-42BF-BF4D-8BBE4AE4CBE2}" type="datetimeFigureOut">
              <a:rPr lang="sq-XK" smtClean="0"/>
              <a:t>17.3.2024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98B06-74EE-4DA2-E54A-340F4B206C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8340A-2C1F-D288-A805-847C2CD6FF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118028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q-X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08DF7A-BB46-42BF-BF4D-8BBE4AE4CBE2}" type="datetimeFigureOut">
              <a:rPr lang="sq-XK" smtClean="0"/>
              <a:t>17.3.2024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8382A0-965F-440E-87AD-ABC163EE919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157674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.png"/><Relationship Id="rId18" Type="http://schemas.openxmlformats.org/officeDocument/2006/relationships/slide" Target="slide17.xml"/><Relationship Id="rId26" Type="http://schemas.openxmlformats.org/officeDocument/2006/relationships/image" Target="../media/image9.png"/><Relationship Id="rId3" Type="http://schemas.openxmlformats.org/officeDocument/2006/relationships/slide" Target="slide210.xml"/><Relationship Id="rId21" Type="http://schemas.openxmlformats.org/officeDocument/2006/relationships/image" Target="../media/image8.png"/><Relationship Id="rId34" Type="http://schemas.openxmlformats.org/officeDocument/2006/relationships/image" Target="../media/image11.png"/><Relationship Id="rId7" Type="http://schemas.openxmlformats.org/officeDocument/2006/relationships/image" Target="../media/image2.png"/><Relationship Id="rId12" Type="http://schemas.openxmlformats.org/officeDocument/2006/relationships/slide" Target="slide11.xml"/><Relationship Id="rId17" Type="http://schemas.openxmlformats.org/officeDocument/2006/relationships/image" Target="../media/image6.png"/><Relationship Id="rId25" Type="http://schemas.openxmlformats.org/officeDocument/2006/relationships/image" Target="../media/image8.png"/><Relationship Id="rId33" Type="http://schemas.openxmlformats.org/officeDocument/2006/relationships/slide" Target="slide32.xml"/><Relationship Id="rId38" Type="http://schemas.openxmlformats.org/officeDocument/2006/relationships/image" Target="../media/image15.png"/><Relationship Id="rId2" Type="http://schemas.openxmlformats.org/officeDocument/2006/relationships/image" Target="../media/image1.png"/><Relationship Id="rId16" Type="http://schemas.openxmlformats.org/officeDocument/2006/relationships/image" Target="../media/image5.png"/><Relationship Id="rId20" Type="http://schemas.openxmlformats.org/officeDocument/2006/relationships/slide" Target="slide20.xml"/><Relationship Id="rId29" Type="http://schemas.openxmlformats.org/officeDocument/2006/relationships/slide" Target="slide29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.xml"/><Relationship Id="rId11" Type="http://schemas.openxmlformats.org/officeDocument/2006/relationships/image" Target="../media/image4.png"/><Relationship Id="rId24" Type="http://schemas.openxmlformats.org/officeDocument/2006/relationships/slide" Target="slide23.xml"/><Relationship Id="rId37" Type="http://schemas.openxmlformats.org/officeDocument/2006/relationships/image" Target="../media/image14.png"/><Relationship Id="rId5" Type="http://schemas.openxmlformats.org/officeDocument/2006/relationships/image" Target="../media/image2.png"/><Relationship Id="rId15" Type="http://schemas.openxmlformats.org/officeDocument/2006/relationships/slide" Target="slide14.xml"/><Relationship Id="rId28" Type="http://schemas.openxmlformats.org/officeDocument/2006/relationships/image" Target="../media/image10.png"/><Relationship Id="rId36" Type="http://schemas.openxmlformats.org/officeDocument/2006/relationships/slide" Target="slide35.xml"/><Relationship Id="rId10" Type="http://schemas.openxmlformats.org/officeDocument/2006/relationships/image" Target="../media/image3.png"/><Relationship Id="rId19" Type="http://schemas.openxmlformats.org/officeDocument/2006/relationships/image" Target="../media/image7.png"/><Relationship Id="rId4" Type="http://schemas.openxmlformats.org/officeDocument/2006/relationships/image" Target="../media/image13.png"/><Relationship Id="rId9" Type="http://schemas.openxmlformats.org/officeDocument/2006/relationships/slide" Target="slide8.xml"/><Relationship Id="rId14" Type="http://schemas.openxmlformats.org/officeDocument/2006/relationships/image" Target="../media/image5.png"/><Relationship Id="rId27" Type="http://schemas.openxmlformats.org/officeDocument/2006/relationships/slide" Target="slide26.xml"/><Relationship Id="rId30" Type="http://schemas.openxmlformats.org/officeDocument/2006/relationships/image" Target="../media/image11.png"/><Relationship Id="rId35" Type="http://schemas.openxmlformats.org/officeDocument/2006/relationships/image" Target="../media/image12.png"/><Relationship Id="rId8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nicholas_t/270251158/" TargetMode="External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hotoeverywhere.co.uk/west/winterholiday/slides/snowy_trees2041.htm" TargetMode="External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271190&amp;picture=forest-animals-silhouette-set" TargetMode="External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domainpictures.net/view-image.php?image=17190&amp;picture=road-in-autumn-forest" TargetMode="External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175863&amp;picture=forest" TargetMode="External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tenz1225/5796742832/" TargetMode="External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ixnio.com/fauna-animals/monkeys/gorilla-in-the-tropical-rain-forest" TargetMode="External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120374925@N06/14988767536/" TargetMode="External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pari-library.com/wiki/Mountain_Goat" TargetMode="External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305" TargetMode="External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animal-eyes-wolf-view-39310/" TargetMode="External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2.xml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59307&amp;picture=forest-edge" TargetMode="External"/><Relationship Id="rId2" Type="http://schemas.openxmlformats.org/officeDocument/2006/relationships/image" Target="../media/image140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3500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ylinder 37">
            <a:extLst>
              <a:ext uri="{FF2B5EF4-FFF2-40B4-BE49-F238E27FC236}">
                <a16:creationId xmlns:a16="http://schemas.microsoft.com/office/drawing/2014/main" id="{4FA26F72-F962-DE2F-EDEE-70E59AD8AFE6}"/>
              </a:ext>
            </a:extLst>
          </p:cNvPr>
          <p:cNvSpPr/>
          <p:nvPr/>
        </p:nvSpPr>
        <p:spPr>
          <a:xfrm>
            <a:off x="4065563" y="6356600"/>
            <a:ext cx="4107765" cy="505968"/>
          </a:xfrm>
          <a:prstGeom prst="can">
            <a:avLst>
              <a:gd name="adj" fmla="val 48041"/>
            </a:avLst>
          </a:prstGeom>
          <a:solidFill>
            <a:schemeClr val="accent2">
              <a:lumMod val="50000"/>
            </a:schemeClr>
          </a:solidFill>
          <a:ln>
            <a:solidFill>
              <a:srgbClr val="D68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5" name="Section Zoom 4">
                <a:extLst>
                  <a:ext uri="{FF2B5EF4-FFF2-40B4-BE49-F238E27FC236}">
                    <a16:creationId xmlns:a16="http://schemas.microsoft.com/office/drawing/2014/main" id="{48CF502F-7CBB-E9F7-0B34-50A8AA42B2D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90224829"/>
                  </p:ext>
                </p:extLst>
              </p:nvPr>
            </p:nvGraphicFramePr>
            <p:xfrm>
              <a:off x="247600" y="1194894"/>
              <a:ext cx="2979201" cy="1592090"/>
            </p:xfrm>
            <a:graphic>
              <a:graphicData uri="http://schemas.microsoft.com/office/powerpoint/2016/sectionzoom">
                <psez:sectionZm>
                  <psez:sectionZmObj sectionId="{F8571A47-9442-44F4-9E50-47D7459FD759}">
                    <psez:zmPr id="{1CEDB3D2-50ED-4774-B534-A64D1B887383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979201" cy="159209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5" name="Section Zoom 4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48CF502F-7CBB-E9F7-0B34-50A8AA42B2D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7600" y="1194894"/>
                <a:ext cx="2979201" cy="159209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7" name="Section Zoom 6">
                <a:extLst>
                  <a:ext uri="{FF2B5EF4-FFF2-40B4-BE49-F238E27FC236}">
                    <a16:creationId xmlns:a16="http://schemas.microsoft.com/office/drawing/2014/main" id="{BB37C44A-1175-2871-EA20-A1A3D80DDE2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25122411"/>
                  </p:ext>
                </p:extLst>
              </p:nvPr>
            </p:nvGraphicFramePr>
            <p:xfrm>
              <a:off x="3225465" y="1226546"/>
              <a:ext cx="2979201" cy="1592090"/>
            </p:xfrm>
            <a:graphic>
              <a:graphicData uri="http://schemas.microsoft.com/office/powerpoint/2016/sectionzoom">
                <psez:sectionZm>
                  <psez:sectionZmObj sectionId="{F7AB245F-5DB8-410A-B52E-515C335ADC0F}">
                    <psez:zmPr id="{E29C1101-884D-47F8-B899-8CF1105A723E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979201" cy="159209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7" name="Section Zoom 6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BB37C44A-1175-2871-EA20-A1A3D80DDE2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25465" y="1226546"/>
                <a:ext cx="2979201" cy="159209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9" name="Section Zoom 8">
                <a:extLst>
                  <a:ext uri="{FF2B5EF4-FFF2-40B4-BE49-F238E27FC236}">
                    <a16:creationId xmlns:a16="http://schemas.microsoft.com/office/drawing/2014/main" id="{06A2B291-EE16-9EDF-F218-CB7856B207F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45012873"/>
                  </p:ext>
                </p:extLst>
              </p:nvPr>
            </p:nvGraphicFramePr>
            <p:xfrm>
              <a:off x="6133196" y="1226546"/>
              <a:ext cx="2979201" cy="1592090"/>
            </p:xfrm>
            <a:graphic>
              <a:graphicData uri="http://schemas.microsoft.com/office/powerpoint/2016/sectionzoom">
                <psez:sectionZm>
                  <psez:sectionZmObj sectionId="{4E5A54F6-B094-4147-8FF4-D74053541570}">
                    <psez:zmPr id="{9E74039A-DF34-4C21-B3FB-B295EEFD264C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979201" cy="159209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9" name="Section Zoom 8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06A2B291-EE16-9EDF-F218-CB7856B207F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133196" y="1226546"/>
                <a:ext cx="2979201" cy="159209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3" name="Section Zoom 12">
                <a:extLst>
                  <a:ext uri="{FF2B5EF4-FFF2-40B4-BE49-F238E27FC236}">
                    <a16:creationId xmlns:a16="http://schemas.microsoft.com/office/drawing/2014/main" id="{08495856-861B-F686-4C05-756C1FC283A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30494006"/>
                  </p:ext>
                </p:extLst>
              </p:nvPr>
            </p:nvGraphicFramePr>
            <p:xfrm>
              <a:off x="271630" y="2818636"/>
              <a:ext cx="2953835" cy="1653902"/>
            </p:xfrm>
            <a:graphic>
              <a:graphicData uri="http://schemas.microsoft.com/office/powerpoint/2016/sectionzoom">
                <psez:sectionZm>
                  <psez:sectionZmObj sectionId="{2A1F2F38-B55F-4525-B4BF-582330E8B54B}">
                    <psez:zmPr id="{AC406053-EACE-4E60-9476-2205B45D814C}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953835" cy="165390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3" name="Section Zoom 12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08495856-861B-F686-4C05-756C1FC283A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1630" y="2818636"/>
                <a:ext cx="2953835" cy="165390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5" name="Section Zoom 14">
                <a:extLst>
                  <a:ext uri="{FF2B5EF4-FFF2-40B4-BE49-F238E27FC236}">
                    <a16:creationId xmlns:a16="http://schemas.microsoft.com/office/drawing/2014/main" id="{298801A9-D090-28B2-B2D5-2EBA4BC49B5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74523832"/>
                  </p:ext>
                </p:extLst>
              </p:nvPr>
            </p:nvGraphicFramePr>
            <p:xfrm>
              <a:off x="9096615" y="1226546"/>
              <a:ext cx="2907933" cy="1635712"/>
            </p:xfrm>
            <a:graphic>
              <a:graphicData uri="http://schemas.microsoft.com/office/powerpoint/2016/sectionzoom">
                <psez:sectionZm>
                  <psez:sectionZmObj sectionId="{FCD24D29-C314-434C-861C-517DD4359684}">
                    <psez:zmPr id="{AE0E94BB-D8B0-4939-A9A7-05340EE5FDD0}" transitionDur="1000">
                      <p166:blipFill xmlns:p166="http://schemas.microsoft.com/office/powerpoint/2016/6/main">
                        <a:blip r:embed="rId1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907933" cy="163571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5" name="Section Zoom 14">
                <a:hlinkClick r:id="rId15" action="ppaction://hlinksldjump"/>
                <a:extLst>
                  <a:ext uri="{FF2B5EF4-FFF2-40B4-BE49-F238E27FC236}">
                    <a16:creationId xmlns:a16="http://schemas.microsoft.com/office/drawing/2014/main" id="{298801A9-D090-28B2-B2D5-2EBA4BC49B5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096615" y="1226546"/>
                <a:ext cx="2907933" cy="163571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17" name="Section Zoom 16">
                <a:extLst>
                  <a:ext uri="{FF2B5EF4-FFF2-40B4-BE49-F238E27FC236}">
                    <a16:creationId xmlns:a16="http://schemas.microsoft.com/office/drawing/2014/main" id="{05DE18DF-22A2-A0CE-0D40-511C3708F81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27957130"/>
                  </p:ext>
                </p:extLst>
              </p:nvPr>
            </p:nvGraphicFramePr>
            <p:xfrm>
              <a:off x="3225465" y="2841751"/>
              <a:ext cx="2134703" cy="1666758"/>
            </p:xfrm>
            <a:graphic>
              <a:graphicData uri="http://schemas.microsoft.com/office/powerpoint/2016/sectionzoom">
                <psez:sectionZm>
                  <psez:sectionZmObj sectionId="{6F72BE9C-824D-4801-9505-F4F5372AF389}">
                    <psez:zmPr id="{899B9A23-DE55-4E2F-9714-57BD0B623C9B}" transitionDur="1000">
                      <p166:blipFill xmlns:p166="http://schemas.microsoft.com/office/powerpoint/2016/6/main">
                        <a:blip r:embed="rId1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34703" cy="166675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17" name="Section Zoom 16">
                <a:hlinkClick r:id="rId18" action="ppaction://hlinksldjump"/>
                <a:extLst>
                  <a:ext uri="{FF2B5EF4-FFF2-40B4-BE49-F238E27FC236}">
                    <a16:creationId xmlns:a16="http://schemas.microsoft.com/office/drawing/2014/main" id="{05DE18DF-22A2-A0CE-0D40-511C3708F81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225465" y="2841751"/>
                <a:ext cx="2134703" cy="166675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19" name="Section Zoom 18">
                <a:extLst>
                  <a:ext uri="{FF2B5EF4-FFF2-40B4-BE49-F238E27FC236}">
                    <a16:creationId xmlns:a16="http://schemas.microsoft.com/office/drawing/2014/main" id="{5DEED301-B955-2F10-4E49-EA1F29DADE1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86378205"/>
                  </p:ext>
                </p:extLst>
              </p:nvPr>
            </p:nvGraphicFramePr>
            <p:xfrm>
              <a:off x="6927613" y="2818636"/>
              <a:ext cx="2230888" cy="1666758"/>
            </p:xfrm>
            <a:graphic>
              <a:graphicData uri="http://schemas.microsoft.com/office/powerpoint/2016/sectionzoom">
                <psez:sectionZm>
                  <psez:sectionZmObj sectionId="{71241E88-58D6-4B3A-9BE9-45A7D4797C8A}">
                    <psez:zmPr id="{7BDF0B23-9BEC-4EF5-8989-7227CD91C747}" transitionDur="1000">
                      <p166:blipFill xmlns:p166="http://schemas.microsoft.com/office/powerpoint/2016/6/main">
                        <a:blip r:embed="rId1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30888" cy="166675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19" name="Section Zoom 18">
                <a:hlinkClick r:id="rId20" action="ppaction://hlinksldjump"/>
                <a:extLst>
                  <a:ext uri="{FF2B5EF4-FFF2-40B4-BE49-F238E27FC236}">
                    <a16:creationId xmlns:a16="http://schemas.microsoft.com/office/drawing/2014/main" id="{5DEED301-B955-2F10-4E49-EA1F29DADE1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927613" y="2818636"/>
                <a:ext cx="2230888" cy="166675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1" name="Section Zoom 20">
                <a:extLst>
                  <a:ext uri="{FF2B5EF4-FFF2-40B4-BE49-F238E27FC236}">
                    <a16:creationId xmlns:a16="http://schemas.microsoft.com/office/drawing/2014/main" id="{32C81061-A74C-A704-B6B9-05D3685AC9A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24644287"/>
                  </p:ext>
                </p:extLst>
              </p:nvPr>
            </p:nvGraphicFramePr>
            <p:xfrm>
              <a:off x="9112397" y="2818636"/>
              <a:ext cx="2907933" cy="1666758"/>
            </p:xfrm>
            <a:graphic>
              <a:graphicData uri="http://schemas.microsoft.com/office/powerpoint/2016/sectionzoom">
                <psez:sectionZm>
                  <psez:sectionZmObj sectionId="{21980051-674F-42A8-980F-BD03C51C210F}">
                    <psez:zmPr id="{92CEF206-5885-4C77-B9E0-00F6F68B7068}" transitionDur="1000">
                      <p166:blipFill xmlns:p166="http://schemas.microsoft.com/office/powerpoint/2016/6/main">
                        <a:blip r:embed="rId2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907933" cy="166675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1" name="Section Zoom 20">
                <a:hlinkClick r:id="rId24" action="ppaction://hlinksldjump"/>
                <a:extLst>
                  <a:ext uri="{FF2B5EF4-FFF2-40B4-BE49-F238E27FC236}">
                    <a16:creationId xmlns:a16="http://schemas.microsoft.com/office/drawing/2014/main" id="{32C81061-A74C-A704-B6B9-05D3685AC9A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112397" y="2818636"/>
                <a:ext cx="2907933" cy="166675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23" name="Section Zoom 22">
                <a:extLst>
                  <a:ext uri="{FF2B5EF4-FFF2-40B4-BE49-F238E27FC236}">
                    <a16:creationId xmlns:a16="http://schemas.microsoft.com/office/drawing/2014/main" id="{890D6DF4-F932-5965-0DEA-70881C024CD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40893474"/>
                  </p:ext>
                </p:extLst>
              </p:nvPr>
            </p:nvGraphicFramePr>
            <p:xfrm>
              <a:off x="254039" y="4484423"/>
              <a:ext cx="2953835" cy="1635712"/>
            </p:xfrm>
            <a:graphic>
              <a:graphicData uri="http://schemas.microsoft.com/office/powerpoint/2016/sectionzoom">
                <psez:sectionZm>
                  <psez:sectionZmObj sectionId="{B95FD4B2-B3EB-4CD6-92A1-1C2A983634B7}">
                    <psez:zmPr id="{DD59B12D-9979-4A05-94CA-EDF06DAADA89}" transitionDur="1000">
                      <p166:blipFill xmlns:p166="http://schemas.microsoft.com/office/powerpoint/2016/6/main">
                        <a:blip r:embed="rId2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953835" cy="163571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23" name="Section Zoom 22">
                <a:hlinkClick r:id="rId27" action="ppaction://hlinksldjump"/>
                <a:extLst>
                  <a:ext uri="{FF2B5EF4-FFF2-40B4-BE49-F238E27FC236}">
                    <a16:creationId xmlns:a16="http://schemas.microsoft.com/office/drawing/2014/main" id="{890D6DF4-F932-5965-0DEA-70881C024CD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54039" y="4484423"/>
                <a:ext cx="2953835" cy="163571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24" name="Trapezoid 23">
            <a:extLst>
              <a:ext uri="{FF2B5EF4-FFF2-40B4-BE49-F238E27FC236}">
                <a16:creationId xmlns:a16="http://schemas.microsoft.com/office/drawing/2014/main" id="{91A54FCE-9552-D536-00BE-F83EE2A63F5A}"/>
              </a:ext>
            </a:extLst>
          </p:cNvPr>
          <p:cNvSpPr/>
          <p:nvPr/>
        </p:nvSpPr>
        <p:spPr>
          <a:xfrm>
            <a:off x="-61415" y="155180"/>
            <a:ext cx="12314830" cy="1297472"/>
          </a:xfrm>
          <a:prstGeom prst="trapezoid">
            <a:avLst>
              <a:gd name="adj" fmla="val 36875"/>
            </a:avLst>
          </a:prstGeom>
          <a:solidFill>
            <a:schemeClr val="accent2">
              <a:lumMod val="50000"/>
            </a:schemeClr>
          </a:solidFill>
          <a:ln w="117475"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26" name="Section Zoom 25">
                <a:extLst>
                  <a:ext uri="{FF2B5EF4-FFF2-40B4-BE49-F238E27FC236}">
                    <a16:creationId xmlns:a16="http://schemas.microsoft.com/office/drawing/2014/main" id="{208B4F30-485B-2727-426D-5AB6F0EDF7C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57782242"/>
                  </p:ext>
                </p:extLst>
              </p:nvPr>
            </p:nvGraphicFramePr>
            <p:xfrm>
              <a:off x="6919383" y="4485560"/>
              <a:ext cx="2264194" cy="1654508"/>
            </p:xfrm>
            <a:graphic>
              <a:graphicData uri="http://schemas.microsoft.com/office/powerpoint/2016/sectionzoom">
                <psez:sectionZm>
                  <psez:sectionZmObj sectionId="{E84C156F-2845-4EB1-B5EB-B633199F893D}">
                    <psez:zmPr id="{D90CCC99-3B93-45DC-AFAC-548B2E4F302E}" transitionDur="1000">
                      <p166:blipFill xmlns:p166="http://schemas.microsoft.com/office/powerpoint/2016/6/main">
                        <a:blip r:embed="rId2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64194" cy="165450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26" name="Section Zoom 25">
                <a:hlinkClick r:id="rId29" action="ppaction://hlinksldjump"/>
                <a:extLst>
                  <a:ext uri="{FF2B5EF4-FFF2-40B4-BE49-F238E27FC236}">
                    <a16:creationId xmlns:a16="http://schemas.microsoft.com/office/drawing/2014/main" id="{208B4F30-485B-2727-426D-5AB6F0EDF7C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919383" y="4485560"/>
                <a:ext cx="2264194" cy="165450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8" name="Section Zoom 27">
                <a:extLst>
                  <a:ext uri="{FF2B5EF4-FFF2-40B4-BE49-F238E27FC236}">
                    <a16:creationId xmlns:a16="http://schemas.microsoft.com/office/drawing/2014/main" id="{3DBA245F-6778-F32C-5D47-0CDC048DF24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35092684"/>
                  </p:ext>
                </p:extLst>
              </p:nvPr>
            </p:nvGraphicFramePr>
            <p:xfrm>
              <a:off x="9096614" y="4485394"/>
              <a:ext cx="2940211" cy="1666758"/>
            </p:xfrm>
            <a:graphic>
              <a:graphicData uri="http://schemas.microsoft.com/office/powerpoint/2016/sectionzoom">
                <psez:sectionZm>
                  <psez:sectionZmObj sectionId="{5F2BA869-5909-4E54-A8EC-3005D76E2464}">
                    <psez:zmPr id="{E9713CB4-D24D-48A8-989A-381AA082C57F}" transitionDur="1000">
                      <p166:blipFill xmlns:p166="http://schemas.microsoft.com/office/powerpoint/2016/6/main">
                        <a:blip r:embed="rId3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940211" cy="166675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8" name="Section Zoom 27">
                <a:hlinkClick r:id="rId33" action="ppaction://hlinksldjump"/>
                <a:extLst>
                  <a:ext uri="{FF2B5EF4-FFF2-40B4-BE49-F238E27FC236}">
                    <a16:creationId xmlns:a16="http://schemas.microsoft.com/office/drawing/2014/main" id="{3DBA245F-6778-F32C-5D47-0CDC048DF24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096614" y="4485394"/>
                <a:ext cx="2940211" cy="166675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30" name="Section Zoom 29">
                <a:extLst>
                  <a:ext uri="{FF2B5EF4-FFF2-40B4-BE49-F238E27FC236}">
                    <a16:creationId xmlns:a16="http://schemas.microsoft.com/office/drawing/2014/main" id="{EB535955-7FD4-31EC-1A03-BE076F9D6D5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25375457"/>
                  </p:ext>
                </p:extLst>
              </p:nvPr>
            </p:nvGraphicFramePr>
            <p:xfrm>
              <a:off x="3211989" y="4472538"/>
              <a:ext cx="2264194" cy="1635712"/>
            </p:xfrm>
            <a:graphic>
              <a:graphicData uri="http://schemas.microsoft.com/office/powerpoint/2016/sectionzoom">
                <psez:sectionZm>
                  <psez:sectionZmObj sectionId="{872DC092-D06F-497F-AE46-6281F7DCE58E}">
                    <psez:zmPr id="{D056626F-98DF-46A0-A773-8224EA934C29}" transitionDur="1000">
                      <p166:blipFill xmlns:p166="http://schemas.microsoft.com/office/powerpoint/2016/6/main">
                        <a:blip r:embed="rId3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64194" cy="163571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30" name="Section Zoom 29">
                <a:hlinkClick r:id="rId36" action="ppaction://hlinksldjump"/>
                <a:extLst>
                  <a:ext uri="{FF2B5EF4-FFF2-40B4-BE49-F238E27FC236}">
                    <a16:creationId xmlns:a16="http://schemas.microsoft.com/office/drawing/2014/main" id="{EB535955-7FD4-31EC-1A03-BE076F9D6D5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211989" y="4472538"/>
                <a:ext cx="2264194" cy="163571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31" name="Rectangle: Rounded Corners 30">
            <a:hlinkClick r:id="" action="ppaction://hlinkshowjump?jump=endshow"/>
            <a:extLst>
              <a:ext uri="{FF2B5EF4-FFF2-40B4-BE49-F238E27FC236}">
                <a16:creationId xmlns:a16="http://schemas.microsoft.com/office/drawing/2014/main" id="{7A9287BD-143A-B951-7D79-F50DC2A1E522}"/>
              </a:ext>
            </a:extLst>
          </p:cNvPr>
          <p:cNvSpPr/>
          <p:nvPr/>
        </p:nvSpPr>
        <p:spPr>
          <a:xfrm>
            <a:off x="10817193" y="6202173"/>
            <a:ext cx="1187355" cy="402609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Përfundo</a:t>
            </a:r>
            <a:endParaRPr lang="sq-X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ylinder 5">
            <a:extLst>
              <a:ext uri="{FF2B5EF4-FFF2-40B4-BE49-F238E27FC236}">
                <a16:creationId xmlns:a16="http://schemas.microsoft.com/office/drawing/2014/main" id="{3B930614-3408-11FF-E745-C1916B038D54}"/>
              </a:ext>
            </a:extLst>
          </p:cNvPr>
          <p:cNvSpPr/>
          <p:nvPr/>
        </p:nvSpPr>
        <p:spPr>
          <a:xfrm>
            <a:off x="4424134" y="5972382"/>
            <a:ext cx="3409173" cy="568533"/>
          </a:xfrm>
          <a:prstGeom prst="can">
            <a:avLst>
              <a:gd name="adj" fmla="val 48041"/>
            </a:avLst>
          </a:prstGeom>
          <a:solidFill>
            <a:schemeClr val="accent2">
              <a:lumMod val="50000"/>
            </a:schemeClr>
          </a:solidFill>
          <a:ln>
            <a:solidFill>
              <a:srgbClr val="D68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939758-20F8-AA59-6F02-5BA3BA717475}"/>
              </a:ext>
            </a:extLst>
          </p:cNvPr>
          <p:cNvSpPr/>
          <p:nvPr/>
        </p:nvSpPr>
        <p:spPr>
          <a:xfrm>
            <a:off x="5789726" y="4485394"/>
            <a:ext cx="618980" cy="1585370"/>
          </a:xfrm>
          <a:prstGeom prst="rect">
            <a:avLst/>
          </a:prstGeom>
          <a:noFill/>
          <a:ln w="127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                                                                                                                                        </a:t>
            </a:r>
            <a:r>
              <a:rPr kumimoji="0" lang="sq-AL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Biomet pyjore</a:t>
            </a:r>
            <a:endParaRPr kumimoji="0" lang="sq-XK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51DACF6-24BB-C1EF-246C-0911BEB8D1F6}"/>
              </a:ext>
            </a:extLst>
          </p:cNvPr>
          <p:cNvGrpSpPr/>
          <p:nvPr/>
        </p:nvGrpSpPr>
        <p:grpSpPr>
          <a:xfrm>
            <a:off x="4312138" y="3826762"/>
            <a:ext cx="3624659" cy="2258577"/>
            <a:chOff x="4950343" y="4253948"/>
            <a:chExt cx="2329364" cy="181410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202CFAE-4882-595A-D6F1-373754968B2F}"/>
                </a:ext>
              </a:extLst>
            </p:cNvPr>
            <p:cNvGrpSpPr/>
            <p:nvPr/>
          </p:nvGrpSpPr>
          <p:grpSpPr>
            <a:xfrm>
              <a:off x="4950343" y="4253948"/>
              <a:ext cx="1240359" cy="1805188"/>
              <a:chOff x="4041913" y="752060"/>
              <a:chExt cx="6851374" cy="5353879"/>
            </a:xfrm>
            <a:scene3d>
              <a:camera prst="perspectiveFront"/>
              <a:lightRig rig="threePt" dir="t"/>
            </a:scene3d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03C7BE2E-6D4C-C52D-A5E6-B75493ABCE21}"/>
                  </a:ext>
                </a:extLst>
              </p:cNvPr>
              <p:cNvGrpSpPr/>
              <p:nvPr/>
            </p:nvGrpSpPr>
            <p:grpSpPr>
              <a:xfrm>
                <a:off x="7474226" y="752060"/>
                <a:ext cx="3419061" cy="5353879"/>
                <a:chOff x="7474226" y="752060"/>
                <a:chExt cx="3419061" cy="5353879"/>
              </a:xfrm>
            </p:grpSpPr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D5198B56-2A0A-F45D-432E-689A4EE4DCC6}"/>
                    </a:ext>
                  </a:extLst>
                </p:cNvPr>
                <p:cNvSpPr/>
                <p:nvPr/>
              </p:nvSpPr>
              <p:spPr>
                <a:xfrm>
                  <a:off x="7871791" y="1139686"/>
                  <a:ext cx="2610679" cy="4545497"/>
                </a:xfrm>
                <a:prstGeom prst="rect">
                  <a:avLst/>
                </a:prstGeom>
                <a:solidFill>
                  <a:srgbClr val="ED7D31">
                    <a:lumMod val="40000"/>
                    <a:lumOff val="60000"/>
                    <a:alpha val="95000"/>
                  </a:srgbClr>
                </a:solidFill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  <a:sp3d extrusionH="190500"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sq-XK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9773CAA7-54E3-FAA8-1E7D-CF03BE6D2DBF}"/>
                    </a:ext>
                  </a:extLst>
                </p:cNvPr>
                <p:cNvSpPr/>
                <p:nvPr/>
              </p:nvSpPr>
              <p:spPr>
                <a:xfrm>
                  <a:off x="7474226" y="752060"/>
                  <a:ext cx="3419061" cy="5353879"/>
                </a:xfrm>
                <a:custGeom>
                  <a:avLst/>
                  <a:gdLst>
                    <a:gd name="connsiteX0" fmla="*/ 427383 w 3419061"/>
                    <a:gd name="connsiteY0" fmla="*/ 427383 h 5353879"/>
                    <a:gd name="connsiteX1" fmla="*/ 427383 w 3419061"/>
                    <a:gd name="connsiteY1" fmla="*/ 2512944 h 5353879"/>
                    <a:gd name="connsiteX2" fmla="*/ 2981739 w 3419061"/>
                    <a:gd name="connsiteY2" fmla="*/ 2512944 h 5353879"/>
                    <a:gd name="connsiteX3" fmla="*/ 2981739 w 3419061"/>
                    <a:gd name="connsiteY3" fmla="*/ 2840935 h 5353879"/>
                    <a:gd name="connsiteX4" fmla="*/ 427383 w 3419061"/>
                    <a:gd name="connsiteY4" fmla="*/ 2840935 h 5353879"/>
                    <a:gd name="connsiteX5" fmla="*/ 427383 w 3419061"/>
                    <a:gd name="connsiteY5" fmla="*/ 4926496 h 5353879"/>
                    <a:gd name="connsiteX6" fmla="*/ 2991678 w 3419061"/>
                    <a:gd name="connsiteY6" fmla="*/ 4926496 h 5353879"/>
                    <a:gd name="connsiteX7" fmla="*/ 2991678 w 3419061"/>
                    <a:gd name="connsiteY7" fmla="*/ 427383 h 5353879"/>
                    <a:gd name="connsiteX8" fmla="*/ 0 w 3419061"/>
                    <a:gd name="connsiteY8" fmla="*/ 0 h 5353879"/>
                    <a:gd name="connsiteX9" fmla="*/ 3419061 w 3419061"/>
                    <a:gd name="connsiteY9" fmla="*/ 0 h 5353879"/>
                    <a:gd name="connsiteX10" fmla="*/ 3419061 w 3419061"/>
                    <a:gd name="connsiteY10" fmla="*/ 5353879 h 5353879"/>
                    <a:gd name="connsiteX11" fmla="*/ 0 w 3419061"/>
                    <a:gd name="connsiteY11" fmla="*/ 5353879 h 53538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3419061" h="5353879">
                      <a:moveTo>
                        <a:pt x="427383" y="427383"/>
                      </a:moveTo>
                      <a:lnTo>
                        <a:pt x="427383" y="2512944"/>
                      </a:lnTo>
                      <a:lnTo>
                        <a:pt x="2981739" y="2512944"/>
                      </a:lnTo>
                      <a:lnTo>
                        <a:pt x="2981739" y="2840935"/>
                      </a:lnTo>
                      <a:lnTo>
                        <a:pt x="427383" y="2840935"/>
                      </a:lnTo>
                      <a:lnTo>
                        <a:pt x="427383" y="4926496"/>
                      </a:lnTo>
                      <a:lnTo>
                        <a:pt x="2991678" y="4926496"/>
                      </a:lnTo>
                      <a:lnTo>
                        <a:pt x="2991678" y="427383"/>
                      </a:lnTo>
                      <a:close/>
                      <a:moveTo>
                        <a:pt x="0" y="0"/>
                      </a:moveTo>
                      <a:lnTo>
                        <a:pt x="3419061" y="0"/>
                      </a:lnTo>
                      <a:lnTo>
                        <a:pt x="3419061" y="5353879"/>
                      </a:lnTo>
                      <a:lnTo>
                        <a:pt x="0" y="5353879"/>
                      </a:lnTo>
                      <a:close/>
                    </a:path>
                  </a:pathLst>
                </a:custGeom>
                <a:solidFill>
                  <a:srgbClr val="ED7D31">
                    <a:lumMod val="5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  <a:sp3d extrusionH="190500"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sq-XK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A0479780-C7F4-9A4C-6B1E-D8205B9738FC}"/>
                  </a:ext>
                </a:extLst>
              </p:cNvPr>
              <p:cNvGrpSpPr/>
              <p:nvPr/>
            </p:nvGrpSpPr>
            <p:grpSpPr>
              <a:xfrm>
                <a:off x="4041913" y="752060"/>
                <a:ext cx="3419061" cy="5353879"/>
                <a:chOff x="7474226" y="752060"/>
                <a:chExt cx="3419061" cy="5353879"/>
              </a:xfrm>
              <a:noFill/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97A927A9-94D1-4A0C-6AFA-BE4BBC2840CB}"/>
                    </a:ext>
                  </a:extLst>
                </p:cNvPr>
                <p:cNvSpPr/>
                <p:nvPr/>
              </p:nvSpPr>
              <p:spPr>
                <a:xfrm>
                  <a:off x="7871791" y="1139686"/>
                  <a:ext cx="2610679" cy="4545497"/>
                </a:xfrm>
                <a:prstGeom prst="rect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  <a:sp3d extrusionH="190500"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sq-XK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4BC75A84-8494-1F65-DFDA-5E2306B0BF52}"/>
                    </a:ext>
                  </a:extLst>
                </p:cNvPr>
                <p:cNvSpPr/>
                <p:nvPr/>
              </p:nvSpPr>
              <p:spPr>
                <a:xfrm>
                  <a:off x="7474226" y="752060"/>
                  <a:ext cx="3419061" cy="5353879"/>
                </a:xfrm>
                <a:custGeom>
                  <a:avLst/>
                  <a:gdLst>
                    <a:gd name="connsiteX0" fmla="*/ 427383 w 3419061"/>
                    <a:gd name="connsiteY0" fmla="*/ 427383 h 5353879"/>
                    <a:gd name="connsiteX1" fmla="*/ 427383 w 3419061"/>
                    <a:gd name="connsiteY1" fmla="*/ 2512944 h 5353879"/>
                    <a:gd name="connsiteX2" fmla="*/ 2981739 w 3419061"/>
                    <a:gd name="connsiteY2" fmla="*/ 2512944 h 5353879"/>
                    <a:gd name="connsiteX3" fmla="*/ 2981739 w 3419061"/>
                    <a:gd name="connsiteY3" fmla="*/ 2840935 h 5353879"/>
                    <a:gd name="connsiteX4" fmla="*/ 427383 w 3419061"/>
                    <a:gd name="connsiteY4" fmla="*/ 2840935 h 5353879"/>
                    <a:gd name="connsiteX5" fmla="*/ 427383 w 3419061"/>
                    <a:gd name="connsiteY5" fmla="*/ 4926496 h 5353879"/>
                    <a:gd name="connsiteX6" fmla="*/ 2991678 w 3419061"/>
                    <a:gd name="connsiteY6" fmla="*/ 4926496 h 5353879"/>
                    <a:gd name="connsiteX7" fmla="*/ 2991678 w 3419061"/>
                    <a:gd name="connsiteY7" fmla="*/ 427383 h 5353879"/>
                    <a:gd name="connsiteX8" fmla="*/ 0 w 3419061"/>
                    <a:gd name="connsiteY8" fmla="*/ 0 h 5353879"/>
                    <a:gd name="connsiteX9" fmla="*/ 3419061 w 3419061"/>
                    <a:gd name="connsiteY9" fmla="*/ 0 h 5353879"/>
                    <a:gd name="connsiteX10" fmla="*/ 3419061 w 3419061"/>
                    <a:gd name="connsiteY10" fmla="*/ 5353879 h 5353879"/>
                    <a:gd name="connsiteX11" fmla="*/ 0 w 3419061"/>
                    <a:gd name="connsiteY11" fmla="*/ 5353879 h 53538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3419061" h="5353879">
                      <a:moveTo>
                        <a:pt x="427383" y="427383"/>
                      </a:moveTo>
                      <a:lnTo>
                        <a:pt x="427383" y="2512944"/>
                      </a:lnTo>
                      <a:lnTo>
                        <a:pt x="2981739" y="2512944"/>
                      </a:lnTo>
                      <a:lnTo>
                        <a:pt x="2981739" y="2840935"/>
                      </a:lnTo>
                      <a:lnTo>
                        <a:pt x="427383" y="2840935"/>
                      </a:lnTo>
                      <a:lnTo>
                        <a:pt x="427383" y="4926496"/>
                      </a:lnTo>
                      <a:lnTo>
                        <a:pt x="2991678" y="4926496"/>
                      </a:lnTo>
                      <a:lnTo>
                        <a:pt x="2991678" y="427383"/>
                      </a:lnTo>
                      <a:close/>
                      <a:moveTo>
                        <a:pt x="0" y="0"/>
                      </a:moveTo>
                      <a:lnTo>
                        <a:pt x="3419061" y="0"/>
                      </a:lnTo>
                      <a:lnTo>
                        <a:pt x="3419061" y="5353879"/>
                      </a:lnTo>
                      <a:lnTo>
                        <a:pt x="0" y="5353879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  <a:sp3d extrusionH="190500"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sq-XK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8A3EE1B-2863-A597-6154-0E6CCF630695}"/>
                </a:ext>
              </a:extLst>
            </p:cNvPr>
            <p:cNvGrpSpPr/>
            <p:nvPr/>
          </p:nvGrpSpPr>
          <p:grpSpPr>
            <a:xfrm flipH="1">
              <a:off x="6133580" y="4262866"/>
              <a:ext cx="1146127" cy="1805188"/>
              <a:chOff x="4041913" y="752060"/>
              <a:chExt cx="6851374" cy="5353879"/>
            </a:xfrm>
            <a:scene3d>
              <a:camera prst="perspectiveFront"/>
              <a:lightRig rig="threePt" dir="t"/>
            </a:scene3d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FBEB0B3C-2089-4EDA-FCD0-C553FF1BD24C}"/>
                  </a:ext>
                </a:extLst>
              </p:cNvPr>
              <p:cNvGrpSpPr/>
              <p:nvPr/>
            </p:nvGrpSpPr>
            <p:grpSpPr>
              <a:xfrm>
                <a:off x="7474226" y="752060"/>
                <a:ext cx="3419061" cy="5353879"/>
                <a:chOff x="7474226" y="752060"/>
                <a:chExt cx="3419061" cy="5353879"/>
              </a:xfrm>
            </p:grpSpPr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4A011017-6A15-061A-2709-285C292B2AC7}"/>
                    </a:ext>
                  </a:extLst>
                </p:cNvPr>
                <p:cNvSpPr/>
                <p:nvPr/>
              </p:nvSpPr>
              <p:spPr>
                <a:xfrm>
                  <a:off x="7871791" y="1139686"/>
                  <a:ext cx="2610679" cy="4545497"/>
                </a:xfrm>
                <a:prstGeom prst="rect">
                  <a:avLst/>
                </a:prstGeom>
                <a:solidFill>
                  <a:srgbClr val="ED7D31">
                    <a:lumMod val="40000"/>
                    <a:lumOff val="60000"/>
                    <a:alpha val="95000"/>
                  </a:srgbClr>
                </a:solidFill>
                <a:ln w="12700" cap="flat" cmpd="sng" algn="ctr">
                  <a:solidFill>
                    <a:srgbClr val="4472C4">
                      <a:shade val="15000"/>
                    </a:srgbClr>
                  </a:solidFill>
                  <a:prstDash val="solid"/>
                  <a:miter lim="800000"/>
                </a:ln>
                <a:effectLst/>
                <a:sp3d extrusionH="190500"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sq-XK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3DB1F2ED-DCB3-59B7-17D1-22EE4BB87B25}"/>
                    </a:ext>
                  </a:extLst>
                </p:cNvPr>
                <p:cNvSpPr/>
                <p:nvPr/>
              </p:nvSpPr>
              <p:spPr>
                <a:xfrm>
                  <a:off x="7474226" y="752060"/>
                  <a:ext cx="3419061" cy="5353879"/>
                </a:xfrm>
                <a:custGeom>
                  <a:avLst/>
                  <a:gdLst>
                    <a:gd name="connsiteX0" fmla="*/ 427383 w 3419061"/>
                    <a:gd name="connsiteY0" fmla="*/ 427383 h 5353879"/>
                    <a:gd name="connsiteX1" fmla="*/ 427383 w 3419061"/>
                    <a:gd name="connsiteY1" fmla="*/ 2512944 h 5353879"/>
                    <a:gd name="connsiteX2" fmla="*/ 2981739 w 3419061"/>
                    <a:gd name="connsiteY2" fmla="*/ 2512944 h 5353879"/>
                    <a:gd name="connsiteX3" fmla="*/ 2981739 w 3419061"/>
                    <a:gd name="connsiteY3" fmla="*/ 2840935 h 5353879"/>
                    <a:gd name="connsiteX4" fmla="*/ 427383 w 3419061"/>
                    <a:gd name="connsiteY4" fmla="*/ 2840935 h 5353879"/>
                    <a:gd name="connsiteX5" fmla="*/ 427383 w 3419061"/>
                    <a:gd name="connsiteY5" fmla="*/ 4926496 h 5353879"/>
                    <a:gd name="connsiteX6" fmla="*/ 2991678 w 3419061"/>
                    <a:gd name="connsiteY6" fmla="*/ 4926496 h 5353879"/>
                    <a:gd name="connsiteX7" fmla="*/ 2991678 w 3419061"/>
                    <a:gd name="connsiteY7" fmla="*/ 427383 h 5353879"/>
                    <a:gd name="connsiteX8" fmla="*/ 0 w 3419061"/>
                    <a:gd name="connsiteY8" fmla="*/ 0 h 5353879"/>
                    <a:gd name="connsiteX9" fmla="*/ 3419061 w 3419061"/>
                    <a:gd name="connsiteY9" fmla="*/ 0 h 5353879"/>
                    <a:gd name="connsiteX10" fmla="*/ 3419061 w 3419061"/>
                    <a:gd name="connsiteY10" fmla="*/ 5353879 h 5353879"/>
                    <a:gd name="connsiteX11" fmla="*/ 0 w 3419061"/>
                    <a:gd name="connsiteY11" fmla="*/ 5353879 h 53538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3419061" h="5353879">
                      <a:moveTo>
                        <a:pt x="427383" y="427383"/>
                      </a:moveTo>
                      <a:lnTo>
                        <a:pt x="427383" y="2512944"/>
                      </a:lnTo>
                      <a:lnTo>
                        <a:pt x="2981739" y="2512944"/>
                      </a:lnTo>
                      <a:lnTo>
                        <a:pt x="2981739" y="2840935"/>
                      </a:lnTo>
                      <a:lnTo>
                        <a:pt x="427383" y="2840935"/>
                      </a:lnTo>
                      <a:lnTo>
                        <a:pt x="427383" y="4926496"/>
                      </a:lnTo>
                      <a:lnTo>
                        <a:pt x="2991678" y="4926496"/>
                      </a:lnTo>
                      <a:lnTo>
                        <a:pt x="2991678" y="427383"/>
                      </a:lnTo>
                      <a:close/>
                      <a:moveTo>
                        <a:pt x="0" y="0"/>
                      </a:moveTo>
                      <a:lnTo>
                        <a:pt x="3419061" y="0"/>
                      </a:lnTo>
                      <a:lnTo>
                        <a:pt x="3419061" y="5353879"/>
                      </a:lnTo>
                      <a:lnTo>
                        <a:pt x="0" y="5353879"/>
                      </a:lnTo>
                      <a:close/>
                    </a:path>
                  </a:pathLst>
                </a:custGeom>
                <a:solidFill>
                  <a:srgbClr val="ED7D31">
                    <a:lumMod val="5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  <a:sp3d extrusionH="190500"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sq-XK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BAF1E371-9B28-AAC5-89F2-413BD06411A5}"/>
                  </a:ext>
                </a:extLst>
              </p:cNvPr>
              <p:cNvGrpSpPr/>
              <p:nvPr/>
            </p:nvGrpSpPr>
            <p:grpSpPr>
              <a:xfrm>
                <a:off x="4041913" y="752060"/>
                <a:ext cx="3419061" cy="5353879"/>
                <a:chOff x="7474226" y="752060"/>
                <a:chExt cx="3419061" cy="5353879"/>
              </a:xfrm>
              <a:noFill/>
            </p:grpSpPr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22620343-4D01-422A-0223-C3886EFEDC74}"/>
                    </a:ext>
                  </a:extLst>
                </p:cNvPr>
                <p:cNvSpPr/>
                <p:nvPr/>
              </p:nvSpPr>
              <p:spPr>
                <a:xfrm>
                  <a:off x="7871791" y="1139686"/>
                  <a:ext cx="2610679" cy="4545497"/>
                </a:xfrm>
                <a:prstGeom prst="rect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  <a:sp3d extrusionH="190500"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sq-XK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BB34E3A7-7D0D-28C3-9D65-F3F4E600F5A5}"/>
                    </a:ext>
                  </a:extLst>
                </p:cNvPr>
                <p:cNvSpPr/>
                <p:nvPr/>
              </p:nvSpPr>
              <p:spPr>
                <a:xfrm>
                  <a:off x="7474226" y="752060"/>
                  <a:ext cx="3419061" cy="5353879"/>
                </a:xfrm>
                <a:custGeom>
                  <a:avLst/>
                  <a:gdLst>
                    <a:gd name="connsiteX0" fmla="*/ 427383 w 3419061"/>
                    <a:gd name="connsiteY0" fmla="*/ 427383 h 5353879"/>
                    <a:gd name="connsiteX1" fmla="*/ 427383 w 3419061"/>
                    <a:gd name="connsiteY1" fmla="*/ 2512944 h 5353879"/>
                    <a:gd name="connsiteX2" fmla="*/ 2981739 w 3419061"/>
                    <a:gd name="connsiteY2" fmla="*/ 2512944 h 5353879"/>
                    <a:gd name="connsiteX3" fmla="*/ 2981739 w 3419061"/>
                    <a:gd name="connsiteY3" fmla="*/ 2840935 h 5353879"/>
                    <a:gd name="connsiteX4" fmla="*/ 427383 w 3419061"/>
                    <a:gd name="connsiteY4" fmla="*/ 2840935 h 5353879"/>
                    <a:gd name="connsiteX5" fmla="*/ 427383 w 3419061"/>
                    <a:gd name="connsiteY5" fmla="*/ 4926496 h 5353879"/>
                    <a:gd name="connsiteX6" fmla="*/ 2991678 w 3419061"/>
                    <a:gd name="connsiteY6" fmla="*/ 4926496 h 5353879"/>
                    <a:gd name="connsiteX7" fmla="*/ 2991678 w 3419061"/>
                    <a:gd name="connsiteY7" fmla="*/ 427383 h 5353879"/>
                    <a:gd name="connsiteX8" fmla="*/ 0 w 3419061"/>
                    <a:gd name="connsiteY8" fmla="*/ 0 h 5353879"/>
                    <a:gd name="connsiteX9" fmla="*/ 3419061 w 3419061"/>
                    <a:gd name="connsiteY9" fmla="*/ 0 h 5353879"/>
                    <a:gd name="connsiteX10" fmla="*/ 3419061 w 3419061"/>
                    <a:gd name="connsiteY10" fmla="*/ 5353879 h 5353879"/>
                    <a:gd name="connsiteX11" fmla="*/ 0 w 3419061"/>
                    <a:gd name="connsiteY11" fmla="*/ 5353879 h 53538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3419061" h="5353879">
                      <a:moveTo>
                        <a:pt x="427383" y="427383"/>
                      </a:moveTo>
                      <a:lnTo>
                        <a:pt x="427383" y="2512944"/>
                      </a:lnTo>
                      <a:lnTo>
                        <a:pt x="2981739" y="2512944"/>
                      </a:lnTo>
                      <a:lnTo>
                        <a:pt x="2981739" y="2840935"/>
                      </a:lnTo>
                      <a:lnTo>
                        <a:pt x="427383" y="2840935"/>
                      </a:lnTo>
                      <a:lnTo>
                        <a:pt x="427383" y="4926496"/>
                      </a:lnTo>
                      <a:lnTo>
                        <a:pt x="2991678" y="4926496"/>
                      </a:lnTo>
                      <a:lnTo>
                        <a:pt x="2991678" y="427383"/>
                      </a:lnTo>
                      <a:close/>
                      <a:moveTo>
                        <a:pt x="0" y="0"/>
                      </a:moveTo>
                      <a:lnTo>
                        <a:pt x="3419061" y="0"/>
                      </a:lnTo>
                      <a:lnTo>
                        <a:pt x="3419061" y="5353879"/>
                      </a:lnTo>
                      <a:lnTo>
                        <a:pt x="0" y="5353879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  <a:sp3d extrusionH="190500"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sq-XK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433AE2B7-7858-1623-E8B0-D8FB82CF389A}"/>
              </a:ext>
            </a:extLst>
          </p:cNvPr>
          <p:cNvSpPr/>
          <p:nvPr/>
        </p:nvSpPr>
        <p:spPr>
          <a:xfrm>
            <a:off x="3357349" y="370052"/>
            <a:ext cx="5090615" cy="1016710"/>
          </a:xfrm>
          <a:prstGeom prst="rect">
            <a:avLst/>
          </a:prstGeom>
          <a:noFill/>
          <a:ln>
            <a:noFill/>
          </a:ln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Biomet pyjore</a:t>
            </a:r>
            <a:endParaRPr lang="sq-XK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4C118D-A2B0-BB07-C126-010A6D865A27}"/>
              </a:ext>
            </a:extLst>
          </p:cNvPr>
          <p:cNvSpPr/>
          <p:nvPr/>
        </p:nvSpPr>
        <p:spPr>
          <a:xfrm>
            <a:off x="4966688" y="2786984"/>
            <a:ext cx="2377680" cy="103977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SHFMU                             «EMIN DURAKU» KAÇANIK</a:t>
            </a:r>
            <a:endParaRPr lang="sq-XK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Picture 34" descr="Logo&#10;&#10;Description automatically generated">
            <a:extLst>
              <a:ext uri="{FF2B5EF4-FFF2-40B4-BE49-F238E27FC236}">
                <a16:creationId xmlns:a16="http://schemas.microsoft.com/office/drawing/2014/main" id="{23968543-09A5-67F3-53B3-EDEC02B7F1BF}"/>
              </a:ext>
            </a:extLst>
          </p:cNvPr>
          <p:cNvPicPr>
            <a:picLocks noChangeAspect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9398" y="2810863"/>
            <a:ext cx="368799" cy="36879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8924262-F319-4085-9B4F-BA6E3383B012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198670" y="2807725"/>
            <a:ext cx="347255" cy="419100"/>
          </a:xfrm>
          <a:prstGeom prst="rect">
            <a:avLst/>
          </a:prstGeom>
        </p:spPr>
      </p:pic>
      <p:sp>
        <p:nvSpPr>
          <p:cNvPr id="37" name="Parallelogram 36">
            <a:extLst>
              <a:ext uri="{FF2B5EF4-FFF2-40B4-BE49-F238E27FC236}">
                <a16:creationId xmlns:a16="http://schemas.microsoft.com/office/drawing/2014/main" id="{6C0A1C0A-96B5-E861-D2D6-8BDF9601A21F}"/>
              </a:ext>
            </a:extLst>
          </p:cNvPr>
          <p:cNvSpPr/>
          <p:nvPr/>
        </p:nvSpPr>
        <p:spPr>
          <a:xfrm flipH="1">
            <a:off x="4965740" y="3828127"/>
            <a:ext cx="2508414" cy="555728"/>
          </a:xfrm>
          <a:prstGeom prst="parallelogram">
            <a:avLst>
              <a:gd name="adj" fmla="val 23847"/>
            </a:avLst>
          </a:prstGeom>
          <a:solidFill>
            <a:schemeClr val="accent2">
              <a:lumMod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40" name="Cylinder 39">
            <a:extLst>
              <a:ext uri="{FF2B5EF4-FFF2-40B4-BE49-F238E27FC236}">
                <a16:creationId xmlns:a16="http://schemas.microsoft.com/office/drawing/2014/main" id="{BD275A51-F3D4-F761-7771-57FE82E82E7D}"/>
              </a:ext>
            </a:extLst>
          </p:cNvPr>
          <p:cNvSpPr/>
          <p:nvPr/>
        </p:nvSpPr>
        <p:spPr>
          <a:xfrm>
            <a:off x="11819822" y="1386762"/>
            <a:ext cx="230628" cy="4765389"/>
          </a:xfrm>
          <a:prstGeom prst="can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41" name="Cylinder 40">
            <a:extLst>
              <a:ext uri="{FF2B5EF4-FFF2-40B4-BE49-F238E27FC236}">
                <a16:creationId xmlns:a16="http://schemas.microsoft.com/office/drawing/2014/main" id="{54CEDD7B-5D29-DD90-A714-AD11444BE07B}"/>
              </a:ext>
            </a:extLst>
          </p:cNvPr>
          <p:cNvSpPr/>
          <p:nvPr/>
        </p:nvSpPr>
        <p:spPr>
          <a:xfrm>
            <a:off x="148426" y="1386762"/>
            <a:ext cx="184888" cy="4765390"/>
          </a:xfrm>
          <a:prstGeom prst="can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8246688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34" grpId="0"/>
      <p:bldP spid="3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0"/>
                <a:lumOff val="100000"/>
              </a:schemeClr>
            </a:gs>
            <a:gs pos="35000">
              <a:schemeClr val="accent4">
                <a:lumMod val="0"/>
                <a:lumOff val="100000"/>
              </a:schemeClr>
            </a:gs>
            <a:gs pos="100000">
              <a:schemeClr val="accent4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A323B0-3EE8-68DC-3674-C2F962CBC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30670397-4CF2-9A08-A17D-0255399ACA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75468" y="1077912"/>
            <a:ext cx="6441064" cy="429135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B170A8B-7682-2C51-EA1D-47B56B5FAA1E}"/>
              </a:ext>
            </a:extLst>
          </p:cNvPr>
          <p:cNvGrpSpPr/>
          <p:nvPr/>
        </p:nvGrpSpPr>
        <p:grpSpPr>
          <a:xfrm>
            <a:off x="-712918" y="563216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F0D7E28-C5C4-C8C8-7D0F-72B2A747A47B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73CA39E-7D53-DEDB-0415-A09516F44887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F2A6F0B7-6FDD-A00E-1504-54596E3BC3CD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DDD09B4-2360-9D52-40CD-52B1BDAB22B8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67DC21F-6CBF-B950-F4A7-ED1B5E83E777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FDFC671B-2EE5-D63D-340C-85D7245C3820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22711D1-D904-AA86-7A5C-0F11ACC90B1B}"/>
              </a:ext>
            </a:extLst>
          </p:cNvPr>
          <p:cNvGrpSpPr/>
          <p:nvPr/>
        </p:nvGrpSpPr>
        <p:grpSpPr>
          <a:xfrm flipH="1">
            <a:off x="6125204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4100E80-7E48-6D07-645A-E4B4301D00E5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29BC75A-E4ED-E03B-0F25-5FC687286E6D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26AFEA79-864D-FB73-4387-A4BBAC782FAB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EC004A6-75FC-FE0F-3FC2-C40BFA931818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0EFDFF9-CF7D-C3E5-0911-58971D7136DA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6BFE2B16-FEAD-A6DA-3136-728B33708EB5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11753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0"/>
                <a:lumOff val="100000"/>
              </a:schemeClr>
            </a:gs>
            <a:gs pos="35000">
              <a:schemeClr val="accent4">
                <a:lumMod val="0"/>
                <a:lumOff val="100000"/>
              </a:schemeClr>
            </a:gs>
            <a:gs pos="100000">
              <a:schemeClr val="accent4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A72B4C-A792-843B-C6D8-429C7AF03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51D2474F-1B23-54E5-CCEC-902E63B731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2904672" y="858652"/>
            <a:ext cx="6441064" cy="483079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2BF7113-29BF-8849-CBC1-B3AB446C846B}"/>
              </a:ext>
            </a:extLst>
          </p:cNvPr>
          <p:cNvGrpSpPr/>
          <p:nvPr/>
        </p:nvGrpSpPr>
        <p:grpSpPr>
          <a:xfrm>
            <a:off x="-739422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660000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F65EC7F-F15F-162E-E902-465E15C95CB8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4CC8573-3D09-5457-83A7-07CCA5281B41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15D221FA-CB1D-CDBA-D1C9-5D77A7E2C5D6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30B2F79-C024-9FB0-8BEF-C3434B13C062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0919DF2-9885-E315-1234-806A79EDDAB9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B35C4A3E-BBC0-29E4-FCFB-E82312C2ADB3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EB2965C-406B-34A6-2673-314F8CB43FC2}"/>
              </a:ext>
            </a:extLst>
          </p:cNvPr>
          <p:cNvGrpSpPr/>
          <p:nvPr/>
        </p:nvGrpSpPr>
        <p:grpSpPr>
          <a:xfrm flipH="1">
            <a:off x="6125204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1500000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54CD1A9-D372-2FE1-455B-AC86D1F253BC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AE039B3-C639-9382-1B85-F0EA953C4F4E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57EF2AE8-98AB-D9E8-127B-869A49BECC53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98A8696-4DCD-D1A5-31E6-E74E5B365AFA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0320E37-9D56-7707-E6A2-E5E6344D8099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6A310E6-E641-A3D0-6D90-5E8C0A7A4ABB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p1">
            <a:extLst>
              <a:ext uri="{FF2B5EF4-FFF2-40B4-BE49-F238E27FC236}">
                <a16:creationId xmlns:a16="http://schemas.microsoft.com/office/drawing/2014/main" id="{82C91CEC-A11E-1E86-B783-4218AB481CC0}"/>
              </a:ext>
            </a:extLst>
          </p:cNvPr>
          <p:cNvSpPr/>
          <p:nvPr/>
        </p:nvSpPr>
        <p:spPr>
          <a:xfrm>
            <a:off x="2846264" y="4374746"/>
            <a:ext cx="6441064" cy="1111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Cili biom pyjor është paraqitur në foto?</a:t>
            </a:r>
            <a:r>
              <a:rPr lang="sq-AL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sq-XK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444DF0-1BD3-050D-532C-F03D6F31592B}"/>
              </a:ext>
            </a:extLst>
          </p:cNvPr>
          <p:cNvSpPr/>
          <p:nvPr/>
        </p:nvSpPr>
        <p:spPr>
          <a:xfrm>
            <a:off x="2846264" y="493644"/>
            <a:ext cx="6544623" cy="473764"/>
          </a:xfrm>
          <a:prstGeom prst="rect">
            <a:avLst/>
          </a:prstGeom>
          <a:solidFill>
            <a:srgbClr val="662E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E09925-47EF-CB23-B83C-94780652CA4E}"/>
              </a:ext>
            </a:extLst>
          </p:cNvPr>
          <p:cNvSpPr/>
          <p:nvPr/>
        </p:nvSpPr>
        <p:spPr>
          <a:xfrm>
            <a:off x="2868844" y="5469835"/>
            <a:ext cx="6486215" cy="463826"/>
          </a:xfrm>
          <a:prstGeom prst="rect">
            <a:avLst/>
          </a:prstGeom>
          <a:solidFill>
            <a:srgbClr val="662E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5CE209-528A-014A-1DD2-E0F67BEC9D07}"/>
              </a:ext>
            </a:extLst>
          </p:cNvPr>
          <p:cNvSpPr/>
          <p:nvPr/>
        </p:nvSpPr>
        <p:spPr>
          <a:xfrm>
            <a:off x="4504765" y="5486401"/>
            <a:ext cx="3419061" cy="4041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Një pyll gjethërënës</a:t>
            </a:r>
            <a:endParaRPr lang="sq-X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817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0"/>
                <a:lumOff val="100000"/>
              </a:schemeClr>
            </a:gs>
            <a:gs pos="35000">
              <a:schemeClr val="accent4">
                <a:lumMod val="0"/>
                <a:lumOff val="100000"/>
              </a:schemeClr>
            </a:gs>
            <a:gs pos="100000">
              <a:schemeClr val="accent4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D2448C-C6A3-338A-454E-1114F3346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4D03014-C219-43E5-92D2-F96A427AE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75468" y="1077912"/>
            <a:ext cx="6441064" cy="429135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F4D89918-AD97-958D-F6F5-E2619D55CE62}"/>
              </a:ext>
            </a:extLst>
          </p:cNvPr>
          <p:cNvGrpSpPr/>
          <p:nvPr/>
        </p:nvGrpSpPr>
        <p:grpSpPr>
          <a:xfrm>
            <a:off x="-712918" y="563216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9DE1F01-F18B-5697-A541-955125C2A2B8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C3B9115-1E3B-9868-3B44-51997FC567F3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8A7CF261-2259-675F-EDA6-42602A827D1C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F178761-5F8A-38B5-6EF8-00F45D04C331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22C7D1D-C38F-05B3-8CDD-AFB0F4F0369D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5417AC11-7C44-0EBB-1CC0-FF9410688ECA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2EA790B-C5AA-ECC8-39BC-9C1F6F7F3D37}"/>
              </a:ext>
            </a:extLst>
          </p:cNvPr>
          <p:cNvGrpSpPr/>
          <p:nvPr/>
        </p:nvGrpSpPr>
        <p:grpSpPr>
          <a:xfrm flipH="1">
            <a:off x="6125204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6CE57DF-1E21-4B29-EA88-3FCD7EC2D202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B57BCAD-EEE2-DA50-31BD-2B8E1B971722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5FB697F6-DE0A-A229-AB0A-AB2FC8535FFA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57AF05C-49D2-086F-71C2-D7AD3C535B18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0551435-A0FA-CDBF-6DE8-24C4FC8A0A67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113BD60-F6E9-7DFC-BA47-3C311B4A144A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69916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3500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4D8026-A6A8-29FB-EA47-F610DCF02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727CDE37-9679-526B-CBE4-A78E283A92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3103255" y="1086677"/>
            <a:ext cx="5985489" cy="448911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B03384C6-0E09-AF5C-5D57-A88500D47975}"/>
              </a:ext>
            </a:extLst>
          </p:cNvPr>
          <p:cNvGrpSpPr/>
          <p:nvPr/>
        </p:nvGrpSpPr>
        <p:grpSpPr>
          <a:xfrm>
            <a:off x="-719997" y="629477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EE92AA9-77DF-9580-5810-0CE2EADDE689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2CE39CE-7559-FE1D-EFDD-1EAFA5728D26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6379F77D-5152-B8B7-089F-E9AD36582AAC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4A7DAB9-F266-83CD-D55B-84407C98467E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8C395AA-5FBE-04C3-F59A-5C8008EF6BD1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2890F772-8067-8183-F63B-BEFFF9BC0278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A706CD1-0C54-92A2-A97D-7A1C9FBDE1C8}"/>
              </a:ext>
            </a:extLst>
          </p:cNvPr>
          <p:cNvGrpSpPr/>
          <p:nvPr/>
        </p:nvGrpSpPr>
        <p:grpSpPr>
          <a:xfrm flipH="1">
            <a:off x="6118832" y="629478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9CE0D8C-FC41-B494-332F-9F5994AF3DB8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2583E96-8954-EB9C-B802-D2F75DCEAF6B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406CAA32-E2C8-BD28-F611-446461A6BBC8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211FEA3-ECFC-8004-2E09-D83252C14488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6C0A406-8333-DE94-CF4A-946A687D35D2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479C7B3-24F3-3B55-3ACB-B7F4B1F36A73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42269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3500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C4CDF5-D480-91A4-DF2C-38EA9BC15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 2">
            <a:extLst>
              <a:ext uri="{FF2B5EF4-FFF2-40B4-BE49-F238E27FC236}">
                <a16:creationId xmlns:a16="http://schemas.microsoft.com/office/drawing/2014/main" id="{81B1306F-8A43-D6F7-FF02-97DA0B5AED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91420" y="536713"/>
            <a:ext cx="6441064" cy="48267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B79BEE1C-1383-97C9-A787-6215BD4FE7C6}"/>
              </a:ext>
            </a:extLst>
          </p:cNvPr>
          <p:cNvGrpSpPr/>
          <p:nvPr/>
        </p:nvGrpSpPr>
        <p:grpSpPr>
          <a:xfrm>
            <a:off x="-739422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660000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4166435-305C-7FE7-AF01-ABF127724511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6CA2728-7597-F7BE-3DBD-226305F861AD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FD08D78A-6CD8-E921-E23C-4BC2A71C3A74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2CB41F9-3FFF-E285-9C69-BE9FFAF095C3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EDEBEDC-89D2-6E16-F184-DAE08920DC7C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27EA6DA1-B3CB-DAF0-16E6-453774B27761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770B1F9-D188-D642-231E-DCF8ABE2ED69}"/>
              </a:ext>
            </a:extLst>
          </p:cNvPr>
          <p:cNvGrpSpPr/>
          <p:nvPr/>
        </p:nvGrpSpPr>
        <p:grpSpPr>
          <a:xfrm flipH="1">
            <a:off x="6125204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1500000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461174E-8A1F-8627-A188-7DB7A1A2CEC6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9492D07-17F6-0FC0-C8B2-6EECB6FFCDF9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C25FE18A-76BF-269A-1BD5-B38D2CD7F3AB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8360FE8-B396-98BA-6CB8-9B6BBAE0F0AE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DA457E6-50B9-22F1-17C6-4422B9DA9F5A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4F323C6-2B5D-C921-55B0-8CE1DF610C9A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FB335B3A-920A-3460-2BF8-89EB09F6B065}"/>
              </a:ext>
            </a:extLst>
          </p:cNvPr>
          <p:cNvSpPr/>
          <p:nvPr/>
        </p:nvSpPr>
        <p:spPr>
          <a:xfrm>
            <a:off x="2911045" y="4746867"/>
            <a:ext cx="6441063" cy="6033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Përmendi së paku 3 përfaqësues bimor të këtijë biomi!</a:t>
            </a:r>
            <a:endParaRPr lang="sq-XK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152519-5FA2-2207-74BB-9B62B9FB7B05}"/>
              </a:ext>
            </a:extLst>
          </p:cNvPr>
          <p:cNvSpPr/>
          <p:nvPr/>
        </p:nvSpPr>
        <p:spPr>
          <a:xfrm>
            <a:off x="2846264" y="493644"/>
            <a:ext cx="6544623" cy="473764"/>
          </a:xfrm>
          <a:prstGeom prst="rect">
            <a:avLst/>
          </a:prstGeom>
          <a:solidFill>
            <a:srgbClr val="662E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278718-8881-AB86-D972-3745A7787342}"/>
              </a:ext>
            </a:extLst>
          </p:cNvPr>
          <p:cNvSpPr/>
          <p:nvPr/>
        </p:nvSpPr>
        <p:spPr>
          <a:xfrm>
            <a:off x="2927252" y="5469835"/>
            <a:ext cx="6486215" cy="463826"/>
          </a:xfrm>
          <a:prstGeom prst="rect">
            <a:avLst/>
          </a:prstGeom>
          <a:solidFill>
            <a:srgbClr val="662E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AA5983-C587-A6E3-6771-A0DBD3314FC7}"/>
              </a:ext>
            </a:extLst>
          </p:cNvPr>
          <p:cNvSpPr/>
          <p:nvPr/>
        </p:nvSpPr>
        <p:spPr>
          <a:xfrm>
            <a:off x="2911046" y="5486401"/>
            <a:ext cx="6235654" cy="4041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Bredhi, arneni, rrobulli, hormoqi etj.</a:t>
            </a:r>
            <a:endParaRPr lang="sq-X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493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3500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BE3443-7157-91E8-5E24-BD5755CD8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5EC1AFFC-1169-15F3-A3FD-29AD7DA490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75468" y="810241"/>
            <a:ext cx="6441064" cy="48267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A89F7BE0-87A8-6C24-CFFF-933BE63D8AC4}"/>
              </a:ext>
            </a:extLst>
          </p:cNvPr>
          <p:cNvGrpSpPr/>
          <p:nvPr/>
        </p:nvGrpSpPr>
        <p:grpSpPr>
          <a:xfrm>
            <a:off x="-712918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A1566B8-0F04-451A-592C-15EE3618F793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1000D53-F1C4-C35C-0EC4-3E608A315A15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7102FC0F-9D68-BED0-1EF2-5C28473716ED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65495FB-ABCB-242B-943C-692B19EBD165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7530C2F-F3A8-C589-5129-77227F78A9EE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6D1CDC5A-3662-B74F-F596-9F86A6ECB304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5C857D9-53B6-E2C3-FD87-9CDB8DF6CACF}"/>
              </a:ext>
            </a:extLst>
          </p:cNvPr>
          <p:cNvGrpSpPr/>
          <p:nvPr/>
        </p:nvGrpSpPr>
        <p:grpSpPr>
          <a:xfrm flipH="1">
            <a:off x="6125204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7D528C7-AFB9-C4AA-5472-C19D4CFBD357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01BD6F1-27A8-3EB9-3AE6-D8317EA23D37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FACA332-C5DD-0A76-67EB-213CCBDB5EA3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3ABA0F2-1227-92D3-D11E-E3D066A51D50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36C8479-8FE7-FEE1-7D2D-F6406C555418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27BC441-1B67-722B-426A-1E879264885F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95551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0"/>
                <a:lumOff val="100000"/>
              </a:schemeClr>
            </a:gs>
            <a:gs pos="35000">
              <a:schemeClr val="accent6">
                <a:lumMod val="0"/>
                <a:lumOff val="100000"/>
              </a:schemeClr>
            </a:gs>
            <a:gs pos="100000">
              <a:schemeClr val="accent6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667D98-5441-E340-729E-0B808FC1D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AA05A66F-F774-F97C-631E-C312849299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03255" y="1091983"/>
            <a:ext cx="5985489" cy="447850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2F52F79B-9376-CDD2-7B8F-D77114CB476F}"/>
              </a:ext>
            </a:extLst>
          </p:cNvPr>
          <p:cNvGrpSpPr/>
          <p:nvPr/>
        </p:nvGrpSpPr>
        <p:grpSpPr>
          <a:xfrm>
            <a:off x="-719290" y="629477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3016753-FE1E-D439-3F19-918E1650A799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DF1B275-DCEA-2057-EE4E-A3DE9950984B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5146EBE0-7E7D-3D60-2C17-5208ADF631B0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09E9F87-1CF7-6CA4-1E04-7E7B92F9C3E4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5DA90BB-D257-451D-46A6-A39C79CF0B52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07922505-289F-6DE6-D669-B6589987C0E3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1B66B3D-ABB7-695A-C945-D6EEF58ECD59}"/>
              </a:ext>
            </a:extLst>
          </p:cNvPr>
          <p:cNvGrpSpPr/>
          <p:nvPr/>
        </p:nvGrpSpPr>
        <p:grpSpPr>
          <a:xfrm flipH="1">
            <a:off x="6118832" y="629478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0994FC0-5A0B-348A-29F1-8E8C4E52F540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2C47991-6A52-323E-43A4-4130BA600B27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435ADB9A-B685-0DD6-1C87-1885B07A71B6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F08EAF3-C9E8-D934-FBD7-30A89DCE4824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9B6B324-299D-0E1E-74B1-6186A06FE5B8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A556ACE-4524-8E30-671C-EA319D63869D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84552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0"/>
                <a:lumOff val="100000"/>
              </a:schemeClr>
            </a:gs>
            <a:gs pos="35000">
              <a:schemeClr val="accent6">
                <a:lumMod val="0"/>
                <a:lumOff val="100000"/>
              </a:schemeClr>
            </a:gs>
            <a:gs pos="100000">
              <a:schemeClr val="accent6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CB1236-C7FE-DDA6-0B93-40A249C41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 3">
            <a:extLst>
              <a:ext uri="{FF2B5EF4-FFF2-40B4-BE49-F238E27FC236}">
                <a16:creationId xmlns:a16="http://schemas.microsoft.com/office/drawing/2014/main" id="{7A1F537A-4CF4-3CC4-0673-827EBA82ED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11433" y="536713"/>
            <a:ext cx="6440675" cy="48267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088B0AA-A686-9BF9-5901-DFE844F63B90}"/>
              </a:ext>
            </a:extLst>
          </p:cNvPr>
          <p:cNvGrpSpPr/>
          <p:nvPr/>
        </p:nvGrpSpPr>
        <p:grpSpPr>
          <a:xfrm>
            <a:off x="-739422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660000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35AB507-5949-DB28-419B-B8C791368C2B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610D35F-877E-FE43-DCBF-17F88AF4B726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4FBEAB66-389F-6D95-C6AA-CA8A9B8E9AD6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1EB0C86-A1B1-66AE-5C85-1A56229D2810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D743E22-BDE7-FB27-4695-5922D35D1DA4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A70CC42A-9464-79A2-00BD-68F950F873BD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C4BA490-6C66-A65E-FF71-69C2C23B6C78}"/>
              </a:ext>
            </a:extLst>
          </p:cNvPr>
          <p:cNvGrpSpPr/>
          <p:nvPr/>
        </p:nvGrpSpPr>
        <p:grpSpPr>
          <a:xfrm flipH="1">
            <a:off x="6125204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1500000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A68CEFE-6CE0-AB0A-A684-3B0BC9F9C4AF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439BBF0-768B-66D0-0837-FC519301641C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4A44D5D1-B703-6A47-F3AE-5246EFF970F2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1B2F3E-9D47-8B75-A137-74EE064E0E68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94D2C1F-2251-912C-9C64-C7CF6900610F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16F49F22-D769-2165-02CD-A5498CE24393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C2544B33-0FFE-2465-73B7-91B046B90994}"/>
              </a:ext>
            </a:extLst>
          </p:cNvPr>
          <p:cNvSpPr/>
          <p:nvPr/>
        </p:nvSpPr>
        <p:spPr>
          <a:xfrm>
            <a:off x="2891420" y="4430795"/>
            <a:ext cx="6441063" cy="797472"/>
          </a:xfrm>
          <a:prstGeom prst="rect">
            <a:avLst/>
          </a:prstGeom>
          <a:solidFill>
            <a:srgbClr val="6830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Për cilin biom pyjor vlen përshkrimi: «Shtrihen në të dy anët e ekuatorit»</a:t>
            </a:r>
            <a:endParaRPr lang="sq-X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E0CF33-3165-33CE-1B7E-908979FC8B02}"/>
              </a:ext>
            </a:extLst>
          </p:cNvPr>
          <p:cNvSpPr/>
          <p:nvPr/>
        </p:nvSpPr>
        <p:spPr>
          <a:xfrm>
            <a:off x="2868844" y="5469835"/>
            <a:ext cx="6486215" cy="463826"/>
          </a:xfrm>
          <a:prstGeom prst="rect">
            <a:avLst/>
          </a:prstGeom>
          <a:solidFill>
            <a:srgbClr val="662E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482670-F018-D410-86F3-3BF0C8D77339}"/>
              </a:ext>
            </a:extLst>
          </p:cNvPr>
          <p:cNvSpPr/>
          <p:nvPr/>
        </p:nvSpPr>
        <p:spPr>
          <a:xfrm>
            <a:off x="4504765" y="5486401"/>
            <a:ext cx="3419061" cy="4041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Pyjet tropikale</a:t>
            </a:r>
            <a:endParaRPr lang="sq-X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1198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0"/>
                <a:lumOff val="100000"/>
              </a:schemeClr>
            </a:gs>
            <a:gs pos="35000">
              <a:schemeClr val="accent6">
                <a:lumMod val="0"/>
                <a:lumOff val="100000"/>
              </a:schemeClr>
            </a:gs>
            <a:gs pos="100000">
              <a:schemeClr val="accent6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36BEA3-256D-BECE-BBA4-3A97514BC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82048FDE-9639-E983-D07F-BA330B0B70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75662" y="810241"/>
            <a:ext cx="6440675" cy="48267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2224F9C8-355B-BB86-4998-8C42DF0CBD4E}"/>
              </a:ext>
            </a:extLst>
          </p:cNvPr>
          <p:cNvGrpSpPr/>
          <p:nvPr/>
        </p:nvGrpSpPr>
        <p:grpSpPr>
          <a:xfrm>
            <a:off x="-712918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173968B-094D-CE72-4ACE-9291BBA0946F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8FB39B2-65AC-895E-343F-9BE4FEF94FE9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2A9F4543-B6ED-E84E-911D-D13D722CD437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A85F1B3-2562-C9D7-6ADA-5860FCEA1380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331F6BE-3002-799D-7719-001163F11D1D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B8D88C4B-9BE1-7355-35B9-3E277F061209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5DB63F2-8A2C-B293-35D8-34FFA1D37F4C}"/>
              </a:ext>
            </a:extLst>
          </p:cNvPr>
          <p:cNvGrpSpPr/>
          <p:nvPr/>
        </p:nvGrpSpPr>
        <p:grpSpPr>
          <a:xfrm flipH="1">
            <a:off x="6125204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79BC496-34D7-0D55-6B6E-23C534E99EDF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AB6C61D-7C54-7AAC-37D3-B52C3B69DE8B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756085F-55B5-26B9-0A77-844D9E5631F6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EF0E5EC-BCF6-C72D-B3EF-5D97B9972456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8A36F65-56CF-66ED-DB0F-F919C1A8462F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28DA2737-0989-A137-67AA-8B7C672A07D7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96976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5B6CA7-893D-369A-3490-256006177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3BD94534-DFEB-2FCF-45C0-CF10D34674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24480" y="1088446"/>
            <a:ext cx="5943038" cy="448557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77FA5EF-2BBC-0189-0EE5-821B3E3032F2}"/>
              </a:ext>
            </a:extLst>
          </p:cNvPr>
          <p:cNvGrpSpPr/>
          <p:nvPr/>
        </p:nvGrpSpPr>
        <p:grpSpPr>
          <a:xfrm>
            <a:off x="-698772" y="612912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C1354C1-A7E1-5E93-BD38-255BDDD0A7FD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0986D93-F9DF-406D-4A8F-8478F44DC070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4F9A3D16-DBA3-362E-F81C-2BB9BA560346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E27F5A1-EB7C-D5E8-B9CF-16BC91161E8E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47F0F82-E8C8-967F-B590-D92FFB686B8B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5EBD01D7-5097-06E4-DC38-7CE985879B30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82F4DEF-CCE5-EEE2-A870-35A0CC8B55FA}"/>
              </a:ext>
            </a:extLst>
          </p:cNvPr>
          <p:cNvGrpSpPr/>
          <p:nvPr/>
        </p:nvGrpSpPr>
        <p:grpSpPr>
          <a:xfrm flipH="1">
            <a:off x="6118832" y="629478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76B448D-FFB5-2250-A3B4-A9E3A10BB038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4104891-8E59-1E10-2CF1-25D521D20F23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A56664F3-DE14-1DD3-4AE7-A198426639A7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B4B2A5B-776E-2785-E075-BD7BFC0AB08F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C71CB77-BBB6-0693-E2CC-917ECF6CD4D4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00AD0C71-74F9-6087-134F-CCBABA90319D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78982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9C3716-3755-3E7A-197F-D236D12C0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 4">
            <a:extLst>
              <a:ext uri="{FF2B5EF4-FFF2-40B4-BE49-F238E27FC236}">
                <a16:creationId xmlns:a16="http://schemas.microsoft.com/office/drawing/2014/main" id="{4C77EA48-0151-8567-33AD-B747E7C0C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2891420" y="675860"/>
            <a:ext cx="6486214" cy="477740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0B80828B-9645-8303-C449-903A21762350}"/>
              </a:ext>
            </a:extLst>
          </p:cNvPr>
          <p:cNvGrpSpPr/>
          <p:nvPr/>
        </p:nvGrpSpPr>
        <p:grpSpPr>
          <a:xfrm>
            <a:off x="-739422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660000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4FDE1F3-9CA6-99C3-8EA4-5A6C60B5A377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4BFA1DC-D0E6-AD54-6E33-DA6BB5B326BE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FC155DD8-6050-73D7-09E1-B3C9E9440A8A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46F0ADA-93BC-12A4-1617-E584003BFC6E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F56D533-2085-D7B3-4087-30F9EC558335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CD218A6B-3B8B-48CE-51CC-5367B629F76E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752D320-CA50-8BE5-18FB-305F06231C2C}"/>
              </a:ext>
            </a:extLst>
          </p:cNvPr>
          <p:cNvGrpSpPr/>
          <p:nvPr/>
        </p:nvGrpSpPr>
        <p:grpSpPr>
          <a:xfrm flipH="1">
            <a:off x="6125204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1500000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C7B5692-7671-64F0-7D83-23FBF46F994A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743338A-A686-CA1D-5477-F2F918273D46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0EE3D88-0C22-012F-816D-AA474BC864A5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F92EBFB-67E0-6604-A3EF-A4F9066FA052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20DEAAB-1955-2FE7-FCB3-6FDA58CE43D9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5B82B39-A482-2EC7-EF8A-5BFEBB8FD452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420A0990-A59F-F3F7-CB96-60D78185C71D}"/>
              </a:ext>
            </a:extLst>
          </p:cNvPr>
          <p:cNvSpPr/>
          <p:nvPr/>
        </p:nvSpPr>
        <p:spPr>
          <a:xfrm>
            <a:off x="2868844" y="5469835"/>
            <a:ext cx="6486215" cy="463826"/>
          </a:xfrm>
          <a:prstGeom prst="rect">
            <a:avLst/>
          </a:prstGeom>
          <a:solidFill>
            <a:srgbClr val="662E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72425F-2AAA-A7EE-81E4-7D7DF3500CC6}"/>
              </a:ext>
            </a:extLst>
          </p:cNvPr>
          <p:cNvSpPr/>
          <p:nvPr/>
        </p:nvSpPr>
        <p:spPr>
          <a:xfrm>
            <a:off x="2836941" y="5486401"/>
            <a:ext cx="6518118" cy="4041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Ariu, ujku, dhelpëra, lepuri, ketri, iriqi etj. </a:t>
            </a:r>
            <a:endParaRPr lang="sq-X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40A5C0-4A7D-C367-07A2-49B3FA38FF87}"/>
              </a:ext>
            </a:extLst>
          </p:cNvPr>
          <p:cNvSpPr/>
          <p:nvPr/>
        </p:nvSpPr>
        <p:spPr>
          <a:xfrm>
            <a:off x="2891420" y="493644"/>
            <a:ext cx="6518118" cy="89452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Emërto së paku 5 lloje shtazore që jetojnë në pyjet halore dhe gjethërënëse?</a:t>
            </a:r>
            <a:endParaRPr lang="sq-X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523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" grpId="0"/>
      <p:bldP spid="2" grpId="0" animBg="1"/>
      <p:bldP spid="2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14B235-D69C-FD34-6C1B-50391B982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8221A52-C2DF-4BEB-AB6A-5F5FC1B7AA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98501" y="810241"/>
            <a:ext cx="6394996" cy="48267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B4A975B-D90F-2C2C-5ACF-F8776C519419}"/>
              </a:ext>
            </a:extLst>
          </p:cNvPr>
          <p:cNvGrpSpPr/>
          <p:nvPr/>
        </p:nvGrpSpPr>
        <p:grpSpPr>
          <a:xfrm>
            <a:off x="-732594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BCB51DD-ED4C-3AEC-411E-3E586A199A97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3816556-A719-B853-1AAC-653191F26443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8DC5E447-3E82-B7E3-AD19-9CFC0531D2F5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242CA18-1299-56FC-A480-BF17C4458AE1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1A782CC-5DF8-955A-BF3A-7ABF0FE932DB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88A75C23-93D7-0EE0-8FF2-6C84C0F7C5C4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AE40417-53FF-E77D-D0C7-8E19BA7ADB0D}"/>
              </a:ext>
            </a:extLst>
          </p:cNvPr>
          <p:cNvGrpSpPr/>
          <p:nvPr/>
        </p:nvGrpSpPr>
        <p:grpSpPr>
          <a:xfrm flipH="1">
            <a:off x="6125204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08F97FB-4C75-0211-DC22-C87D7B79C125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C5CA7F7-6C92-8F5B-E056-ADA8864A09AD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521BEADC-94E6-F6A9-D848-8EF6D1E4218A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5340622-8151-9F51-EF6C-8C0DFA543C05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3C18A82-2281-C074-AA6B-81AB9DA85CB6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3CB9697D-8DA9-F49C-32EB-515895B67A8B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61232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219F0E-1C65-186A-4901-DEB5F6529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569F21D0-9529-5EA9-120E-0A4EA9A1DC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03255" y="1120284"/>
            <a:ext cx="5985489" cy="4421903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AE1A4BBC-ABDA-E0AA-E025-27E1F22F9700}"/>
              </a:ext>
            </a:extLst>
          </p:cNvPr>
          <p:cNvGrpSpPr/>
          <p:nvPr/>
        </p:nvGrpSpPr>
        <p:grpSpPr>
          <a:xfrm>
            <a:off x="-745794" y="629478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B6F5D48-7DFC-C3AA-870C-6C9CE2780949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31D5135-BAE7-A732-9AD3-C4736774B544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2F62E3E4-70B6-0C72-C1C3-20147FAF39A4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A975B8D-B7C5-BBEC-5AAF-E136434CB13C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C64A6AE-8549-3B0F-85E8-1C0503580DE5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566B487F-E62E-9799-3CDA-7C4DDF302FAF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E604051-CB7E-55FB-7C75-5FDCA21BDBA8}"/>
              </a:ext>
            </a:extLst>
          </p:cNvPr>
          <p:cNvGrpSpPr/>
          <p:nvPr/>
        </p:nvGrpSpPr>
        <p:grpSpPr>
          <a:xfrm flipH="1">
            <a:off x="6118832" y="629478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DA473B0-DDC2-CDE9-F43F-1BB9B262BDA4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3122C39-DAC5-A3ED-A888-F71C32F3BEA0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57059A2-E1CF-1554-0D70-995137F917F8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EBE66D7-593A-86F6-CDE4-78EE3208D239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79C53EB-ADD3-7C64-BFAD-EEF020C91B00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1D2187C3-F203-B897-9EC9-8CA04235D1B4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335677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8FF414-332E-6F4C-18E9-D6E024A21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 5">
            <a:extLst>
              <a:ext uri="{FF2B5EF4-FFF2-40B4-BE49-F238E27FC236}">
                <a16:creationId xmlns:a16="http://schemas.microsoft.com/office/drawing/2014/main" id="{B8B24FC0-06AD-06BE-C307-EE3745FE92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2891614" y="536713"/>
            <a:ext cx="6440675" cy="4765093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D580EF24-E86E-E655-937A-A0F06CFC1B71}"/>
              </a:ext>
            </a:extLst>
          </p:cNvPr>
          <p:cNvGrpSpPr/>
          <p:nvPr/>
        </p:nvGrpSpPr>
        <p:grpSpPr>
          <a:xfrm>
            <a:off x="-739422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660000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AB463E7-3081-42CD-1A89-AC9DCCBBE237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B8ABD16-6254-E547-D946-8B95EE710F6C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3E29D71E-AD91-C9F0-012A-DD1361838C35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8941E58-62ED-05A7-1D59-76F79C54661B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E776E37-5630-F653-D3D7-44559E10B387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A2001D76-96E8-A538-732E-D6CE7E9C5907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8281217-3CEA-A3D1-E9DA-D803A0A5BF33}"/>
              </a:ext>
            </a:extLst>
          </p:cNvPr>
          <p:cNvGrpSpPr/>
          <p:nvPr/>
        </p:nvGrpSpPr>
        <p:grpSpPr>
          <a:xfrm flipH="1">
            <a:off x="6125204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1500000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B0B43B4-A707-F92D-41E7-D539330D24FD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0CB6064-4D3E-836E-F772-544A4213D0BA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2B0173-E97A-2E91-4367-6AD1EA980506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CE3F8E7-456A-FB84-6822-FCCAF6FD0409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8AD0B19-B283-B91C-C950-52C2A25BF18D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264A06F4-6AC4-F545-273E-C05D8F30C344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A076258-97D4-D9D7-2024-2AEA1C4C624C}"/>
              </a:ext>
            </a:extLst>
          </p:cNvPr>
          <p:cNvSpPr/>
          <p:nvPr/>
        </p:nvSpPr>
        <p:spPr>
          <a:xfrm>
            <a:off x="2875468" y="4588349"/>
            <a:ext cx="6441063" cy="797472"/>
          </a:xfrm>
          <a:prstGeom prst="rect">
            <a:avLst/>
          </a:prstGeom>
          <a:solidFill>
            <a:srgbClr val="662E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Në foto vërehen shumë gjethe të rëna. Vlerëso rëndësinë që kanë ato për pyllin?</a:t>
            </a:r>
            <a:endParaRPr lang="sq-X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CCF563-74E4-248F-921A-16C33D911A59}"/>
              </a:ext>
            </a:extLst>
          </p:cNvPr>
          <p:cNvSpPr/>
          <p:nvPr/>
        </p:nvSpPr>
        <p:spPr>
          <a:xfrm>
            <a:off x="2868844" y="5469835"/>
            <a:ext cx="6486215" cy="463826"/>
          </a:xfrm>
          <a:prstGeom prst="rect">
            <a:avLst/>
          </a:prstGeom>
          <a:solidFill>
            <a:srgbClr val="662E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4B251B-5447-B8C9-2832-3EF54C25F870}"/>
              </a:ext>
            </a:extLst>
          </p:cNvPr>
          <p:cNvSpPr/>
          <p:nvPr/>
        </p:nvSpPr>
        <p:spPr>
          <a:xfrm>
            <a:off x="2891615" y="5486401"/>
            <a:ext cx="6255086" cy="4041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 formojnë stelën e pasur me materie.</a:t>
            </a:r>
            <a:endParaRPr lang="sq-X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916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0761B9-E5CF-038A-C721-6FFFAC077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BE3A459F-8770-5E2E-A0AA-BAFE81DCC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75662" y="844500"/>
            <a:ext cx="6440675" cy="4758181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DBAE8483-7023-E80F-BD11-E199984760E1}"/>
              </a:ext>
            </a:extLst>
          </p:cNvPr>
          <p:cNvGrpSpPr/>
          <p:nvPr/>
        </p:nvGrpSpPr>
        <p:grpSpPr>
          <a:xfrm>
            <a:off x="-739422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BFF4D8B-438D-AA9C-77B1-361B61FBC41A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4D1F173-335C-0487-AF7B-034A4F0707CC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A3BE8A57-A611-E99D-99AA-F3EBA7E0754C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F88FB64-F12E-12AA-5EEC-C5A05FF4B2B5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5949EEB-A8F9-7B87-2466-C421CA96F836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4AD1A264-FC37-F121-DFF1-5911D32EAFD8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1CF59F9-4C04-5792-A78E-2ED22D54BE8E}"/>
              </a:ext>
            </a:extLst>
          </p:cNvPr>
          <p:cNvGrpSpPr/>
          <p:nvPr/>
        </p:nvGrpSpPr>
        <p:grpSpPr>
          <a:xfrm flipH="1">
            <a:off x="6125204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3E82B84-C62B-9899-7D2C-1C0A9F699D6A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22C4A67-EC64-0696-FDED-10B18161A5A1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948DBD20-292D-52BC-0397-781F3BD7AB40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F5AA18-D397-AF56-516E-B6CDC7165920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24ABC23-4976-97A9-25E2-FF4FDA96DBD7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3842AA4-B8EC-5833-FFA7-3B38044FF928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22620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40000"/>
                <a:lumOff val="60000"/>
              </a:schemeClr>
            </a:gs>
            <a:gs pos="46000">
              <a:schemeClr val="accent4">
                <a:lumMod val="95000"/>
                <a:lumOff val="5000"/>
              </a:schemeClr>
            </a:gs>
            <a:gs pos="100000">
              <a:schemeClr val="accent4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52CAB2-7466-9664-B7CC-D3C0BC7CB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53DEA32-3FB3-C65F-9A95-45B132898A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96995" y="1088446"/>
            <a:ext cx="5398008" cy="448557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18ED32C-96F6-4428-8683-FE49EA2E16C9}"/>
              </a:ext>
            </a:extLst>
          </p:cNvPr>
          <p:cNvGrpSpPr/>
          <p:nvPr/>
        </p:nvGrpSpPr>
        <p:grpSpPr>
          <a:xfrm>
            <a:off x="-719290" y="654295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7BF4F03-AF68-51CA-03EC-EC5EE27475A4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A7BD2E5-D385-C35E-087D-D3B3F22C6455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F9566968-441E-8308-5B73-D75FC6F7EE58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432A02B-5913-74DF-BD5B-BEB383F1FEEE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DD967E6-4F41-B83A-2E3C-1A03C3EF998E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9A40A47B-E1EE-E284-E273-02778A9B3AA8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320B206-66F9-535D-7604-103E2FED519F}"/>
              </a:ext>
            </a:extLst>
          </p:cNvPr>
          <p:cNvGrpSpPr/>
          <p:nvPr/>
        </p:nvGrpSpPr>
        <p:grpSpPr>
          <a:xfrm flipH="1">
            <a:off x="6118832" y="629478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4C42877-1187-6A3A-642B-CF480FAEA65D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5FBB9DA-582B-3E03-C3D5-3D8884B3E4A9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5B4BF1F4-3139-7C2F-F3A2-70FF13D4341E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B674476-33DE-B796-E939-10C8DBD6D615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A48C411-9A65-DB3C-E015-03CA674CAB23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056B24B7-8154-56F8-C0B7-32E3D1349AAE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361395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40000"/>
                <a:lumOff val="60000"/>
              </a:schemeClr>
            </a:gs>
            <a:gs pos="46000">
              <a:schemeClr val="accent4">
                <a:lumMod val="95000"/>
                <a:lumOff val="5000"/>
              </a:schemeClr>
            </a:gs>
            <a:gs pos="100000">
              <a:schemeClr val="accent4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82D5C0-E299-1AD9-76B2-D8EB667A2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 5">
            <a:extLst>
              <a:ext uri="{FF2B5EF4-FFF2-40B4-BE49-F238E27FC236}">
                <a16:creationId xmlns:a16="http://schemas.microsoft.com/office/drawing/2014/main" id="{91BBC7C1-C236-5EA9-3CF2-3B3ABB6BD2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2875662" y="536713"/>
            <a:ext cx="6440675" cy="535387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821670C-ECBE-D389-5D3B-7643053FB65F}"/>
              </a:ext>
            </a:extLst>
          </p:cNvPr>
          <p:cNvGrpSpPr/>
          <p:nvPr/>
        </p:nvGrpSpPr>
        <p:grpSpPr>
          <a:xfrm>
            <a:off x="-739422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660000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8B5D486-DB2D-7BDE-8743-EA9501A596E5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0916B83-8AB9-5D17-1F82-E5013A62DA38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18778334-5D12-FBB8-35C0-6E8B867C91CB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E790938-6C69-5106-79F4-6BE8F3B326DB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397A708-9265-1EE4-4AB8-9387046585C3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C32305C3-19DC-A7E6-065A-69E072F9C9F5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42E5854-D77D-C248-B2D0-1BD22E88BE78}"/>
              </a:ext>
            </a:extLst>
          </p:cNvPr>
          <p:cNvGrpSpPr/>
          <p:nvPr/>
        </p:nvGrpSpPr>
        <p:grpSpPr>
          <a:xfrm flipH="1">
            <a:off x="6125204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1500000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10AAE21-A6C6-F4DA-3029-7C387C522CED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6DB76D1-210C-39A1-F2ED-943946179AA4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68FB410-4703-BD5C-EA23-999A86E139D4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4CE885E-8FFC-2CEF-3C9F-7FDECA6CB380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A80B8E9-A132-E4E2-12BF-AFB15A638ABE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E79FD192-E311-AB35-2C27-A9505CD4204B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3D8711F9-2377-E3D4-D772-01411100C0D2}"/>
              </a:ext>
            </a:extLst>
          </p:cNvPr>
          <p:cNvSpPr/>
          <p:nvPr/>
        </p:nvSpPr>
        <p:spPr>
          <a:xfrm>
            <a:off x="2875662" y="503583"/>
            <a:ext cx="6486215" cy="79747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Duke e shikuar foton, trego se cilat lloje bimore e mbizotërojnë pamjen?</a:t>
            </a:r>
            <a:endParaRPr lang="sq-X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15E8D4-5717-A49C-47B0-1012469EEE87}"/>
              </a:ext>
            </a:extLst>
          </p:cNvPr>
          <p:cNvSpPr/>
          <p:nvPr/>
        </p:nvSpPr>
        <p:spPr>
          <a:xfrm>
            <a:off x="2868844" y="5469835"/>
            <a:ext cx="6486215" cy="463826"/>
          </a:xfrm>
          <a:prstGeom prst="rect">
            <a:avLst/>
          </a:prstGeom>
          <a:solidFill>
            <a:srgbClr val="662E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8A33CF-571B-0E0B-725B-EB1CF98773FE}"/>
              </a:ext>
            </a:extLst>
          </p:cNvPr>
          <p:cNvSpPr/>
          <p:nvPr/>
        </p:nvSpPr>
        <p:spPr>
          <a:xfrm>
            <a:off x="4504765" y="5486401"/>
            <a:ext cx="3419061" cy="4041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Llojet e pyjeve halore</a:t>
            </a:r>
            <a:endParaRPr lang="sq-X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133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40000"/>
                <a:lumOff val="60000"/>
              </a:schemeClr>
            </a:gs>
            <a:gs pos="46000">
              <a:schemeClr val="accent4">
                <a:lumMod val="95000"/>
                <a:lumOff val="5000"/>
              </a:schemeClr>
            </a:gs>
            <a:gs pos="100000">
              <a:schemeClr val="accent4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E0F34E-BA54-A731-5FC9-3F969AF7A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8A9ADFE4-EEB1-436E-0D61-787A96374E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91740" y="810241"/>
            <a:ext cx="5808518" cy="48267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E7CD26F-329E-E93F-99B3-66615F713CCC}"/>
              </a:ext>
            </a:extLst>
          </p:cNvPr>
          <p:cNvGrpSpPr/>
          <p:nvPr/>
        </p:nvGrpSpPr>
        <p:grpSpPr>
          <a:xfrm>
            <a:off x="-739422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157F334-B1F2-1884-0221-4C281A99258D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E8A7B69-0C81-E7BC-0430-976F832AD754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2B4BC22C-3E76-8660-F884-CB0FD520B361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F65347-5015-2662-B641-331DA0CA6224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DCE0388-34D6-DC0A-3C1A-9FCAA1E9104B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3EE4C7A0-5A82-6101-4CF8-2A2EEC14B630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508BDB-08D8-D7BE-EB01-0AEA22A80C0B}"/>
              </a:ext>
            </a:extLst>
          </p:cNvPr>
          <p:cNvGrpSpPr/>
          <p:nvPr/>
        </p:nvGrpSpPr>
        <p:grpSpPr>
          <a:xfrm flipH="1">
            <a:off x="6125204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D27B4C5-3736-D47C-35A7-45F0A46F004D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C64935C-155B-7AB9-4D48-ECB31C44F46A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AD69BF3F-6615-5E7F-F01D-F49B3D4882F2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9EB5D02-CFBE-D82D-2D53-6DA4D326FD21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3D98B2E-BC61-5820-0425-48C59DFA37F3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C4E3EB8-91D6-3C52-3C06-206783708711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16594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40000"/>
                <a:lumOff val="60000"/>
              </a:schemeClr>
            </a:gs>
            <a:gs pos="46000">
              <a:schemeClr val="accent5">
                <a:lumMod val="95000"/>
                <a:lumOff val="5000"/>
              </a:schemeClr>
            </a:gs>
            <a:gs pos="100000">
              <a:schemeClr val="accent5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7E7C87-22A8-5B53-311C-9C1203F09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B22E4C38-3A5D-BBD4-E3D6-2B1DDC2F2D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03255" y="1308553"/>
            <a:ext cx="5985489" cy="404536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BECF646-061D-C99A-632D-66ADC7095563}"/>
              </a:ext>
            </a:extLst>
          </p:cNvPr>
          <p:cNvGrpSpPr/>
          <p:nvPr/>
        </p:nvGrpSpPr>
        <p:grpSpPr>
          <a:xfrm>
            <a:off x="-719290" y="654295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3F28B95-F146-D457-332D-4FA7C69794D7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5118C6D-B481-778A-12AA-A5A9468A7A57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2DF2AF6C-0B07-34BB-D29B-17ECBE7C3345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F8CF6E9-AE6D-5B24-D787-35094540EA27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113BBE9-EBE1-FCEB-A9CE-8AF5AC278B14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6176E881-C672-DBE1-4717-06AC0D8F88AB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4919FCF-3D04-0547-C945-F8076543FF47}"/>
              </a:ext>
            </a:extLst>
          </p:cNvPr>
          <p:cNvGrpSpPr/>
          <p:nvPr/>
        </p:nvGrpSpPr>
        <p:grpSpPr>
          <a:xfrm flipH="1">
            <a:off x="6118832" y="629478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1A3DC1C-C6A9-8033-6F3D-29E7C048E372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0E6A5F8-4CF8-DD37-A36F-5F2DB8ECE32A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BDFD3C6-B520-CBAE-241E-A8D389677494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3FC8955-E5DD-6DAB-2A96-57ED28110DAF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3326F9B-F872-6EE4-6621-237755013905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89EA2C70-7C8C-00A6-823B-A5A69AC8A767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775818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40000"/>
                <a:lumOff val="60000"/>
              </a:schemeClr>
            </a:gs>
            <a:gs pos="46000">
              <a:schemeClr val="accent5">
                <a:lumMod val="95000"/>
                <a:lumOff val="5000"/>
              </a:schemeClr>
            </a:gs>
            <a:gs pos="100000">
              <a:schemeClr val="accent5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AC9B0B-E4FA-8C88-D547-F7BFE0A5E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 6">
            <a:extLst>
              <a:ext uri="{FF2B5EF4-FFF2-40B4-BE49-F238E27FC236}">
                <a16:creationId xmlns:a16="http://schemas.microsoft.com/office/drawing/2014/main" id="{CE6631CF-A2BE-9BE4-56BA-24BEB15956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2875662" y="1382502"/>
            <a:ext cx="6623447" cy="447496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C468EEB4-22EE-FB7C-AB7E-A39A11A92878}"/>
              </a:ext>
            </a:extLst>
          </p:cNvPr>
          <p:cNvGrpSpPr/>
          <p:nvPr/>
        </p:nvGrpSpPr>
        <p:grpSpPr>
          <a:xfrm>
            <a:off x="-739422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660000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4BCEFEB-2259-DBDA-641A-BC449AEB9742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69AB0BB-E505-D7A2-A386-74765A5ADB5C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7FE41B59-7694-85F4-9B0C-59FBEA3F52C8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C300D9B-1681-6A97-82BF-F893E98089EF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19AFFE2-04AE-2E3A-1255-1E9C73FD1C15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D289C215-EC99-4B23-5878-FB7D94E01910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466FD80-1EA8-6379-A019-71BD6DE45F09}"/>
              </a:ext>
            </a:extLst>
          </p:cNvPr>
          <p:cNvGrpSpPr/>
          <p:nvPr/>
        </p:nvGrpSpPr>
        <p:grpSpPr>
          <a:xfrm flipH="1">
            <a:off x="6125204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1500000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61C7601-9CBD-E92B-90DF-7786BBCCF488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745FF29-3090-7680-6D20-779D5B35B5DF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8697E261-3D70-BDB7-8EA6-E5B6CB01F689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EE8E4E7-080C-9169-D9C0-E70E75902F22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73102B6-CEE6-B2E4-2E71-9A02178F8514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6379747-BD84-F834-987D-7E8944C7F824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D6CE2636-0466-BE9C-1756-AE8744798126}"/>
              </a:ext>
            </a:extLst>
          </p:cNvPr>
          <p:cNvSpPr/>
          <p:nvPr/>
        </p:nvSpPr>
        <p:spPr>
          <a:xfrm>
            <a:off x="2856453" y="601802"/>
            <a:ext cx="6510997" cy="79747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Emërto sa më shumë produkte me rëndësi për ushqimin tonë që gjenden në pyjet tropikale 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420350-9D43-F23B-FF8B-5DEE1884F23C}"/>
              </a:ext>
            </a:extLst>
          </p:cNvPr>
          <p:cNvSpPr/>
          <p:nvPr/>
        </p:nvSpPr>
        <p:spPr>
          <a:xfrm>
            <a:off x="2841111" y="5431736"/>
            <a:ext cx="6486215" cy="463826"/>
          </a:xfrm>
          <a:prstGeom prst="rect">
            <a:avLst/>
          </a:prstGeom>
          <a:solidFill>
            <a:srgbClr val="662E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9ABAAA-FD3D-6951-7297-982CD09B87D6}"/>
              </a:ext>
            </a:extLst>
          </p:cNvPr>
          <p:cNvSpPr/>
          <p:nvPr/>
        </p:nvSpPr>
        <p:spPr>
          <a:xfrm>
            <a:off x="3207027" y="5486401"/>
            <a:ext cx="6143862" cy="4041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Bananja, vanilja, kafja, kakao, kanella etj.</a:t>
            </a:r>
            <a:endParaRPr lang="sq-X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90754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40000"/>
                <a:lumOff val="60000"/>
              </a:schemeClr>
            </a:gs>
            <a:gs pos="46000">
              <a:schemeClr val="accent5">
                <a:lumMod val="95000"/>
                <a:lumOff val="5000"/>
              </a:schemeClr>
            </a:gs>
            <a:gs pos="100000">
              <a:schemeClr val="accent5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08A96F-D312-394A-0C76-B3C07110E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352006CA-5090-B3A0-88B8-09A0349815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75662" y="1047087"/>
            <a:ext cx="6440675" cy="435300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FE72481-E333-50A5-8CED-34B25B24D364}"/>
              </a:ext>
            </a:extLst>
          </p:cNvPr>
          <p:cNvGrpSpPr/>
          <p:nvPr/>
        </p:nvGrpSpPr>
        <p:grpSpPr>
          <a:xfrm>
            <a:off x="-699817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42182FE-5B2D-F1EF-29F5-FEEC26D383D9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DBD1BA2-5339-5D74-4A6E-54FDE32283ED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8FF2D8BF-87D8-2B85-C554-F46F661417D3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F7E9917-625F-8AA4-470A-5520BFFEA2E0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A9BD937-256E-4840-1811-F45EE754AF1E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2CFE9F19-513C-F6B7-9A94-BCF15AABE308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3487D7-81D3-16A6-B79F-5D4B6F77A1B1}"/>
              </a:ext>
            </a:extLst>
          </p:cNvPr>
          <p:cNvGrpSpPr/>
          <p:nvPr/>
        </p:nvGrpSpPr>
        <p:grpSpPr>
          <a:xfrm flipH="1">
            <a:off x="6125204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183EBA7-8E81-FF1B-D440-04E1614C60B4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1920128-3BBE-8058-978B-5C1583957BEC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95D7F43-B61D-7093-B4AD-3916304A3519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99C425C-49A5-6361-B6C0-53A61890D3FC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199C72B-E230-05A5-57DB-21F76ACB5ED3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B748591-6AD9-7D76-23EF-C2CC90A6215C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8371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40000"/>
                <a:lumOff val="60000"/>
              </a:schemeClr>
            </a:gs>
            <a:gs pos="46000">
              <a:schemeClr val="accent6">
                <a:lumMod val="95000"/>
                <a:lumOff val="5000"/>
              </a:schemeClr>
            </a:gs>
            <a:gs pos="100000">
              <a:schemeClr val="accent6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42664A-5655-25AF-5F1E-253B9669B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0E4A96D-4126-4D64-8950-E4176BBC9D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05613" y="1088446"/>
            <a:ext cx="5980772" cy="448557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77634EE0-039F-D20B-D0E4-3A810B801402}"/>
              </a:ext>
            </a:extLst>
          </p:cNvPr>
          <p:cNvGrpSpPr/>
          <p:nvPr/>
        </p:nvGrpSpPr>
        <p:grpSpPr>
          <a:xfrm>
            <a:off x="-732542" y="629477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D23253B-1852-1593-852A-10DE518353DD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8279A4A-57A1-2994-0C7F-4B559B3BCBB0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3D7241DA-4CEA-9C21-1F3C-1116D78D783B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C495B2C-4870-C5F9-8C0E-962D5E00D074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AC3BF80-8EB2-005C-FF5F-49B60DD05267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AC53009C-973A-634C-82DB-26A3DE545F7B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89D6B9E-3A98-8628-6F71-74B39A6F1D87}"/>
              </a:ext>
            </a:extLst>
          </p:cNvPr>
          <p:cNvGrpSpPr/>
          <p:nvPr/>
        </p:nvGrpSpPr>
        <p:grpSpPr>
          <a:xfrm flipH="1">
            <a:off x="6118832" y="629478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6EB5231-AC37-FE57-8B2F-E185D73CAB94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BE0495B-8DC1-624B-4B16-1271888DC6AF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94E3C82-1A69-6C26-5E36-718B0F7B0752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68C3E56-73ED-C8FA-78CB-D4FAD5C03ECD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5F1C9DD-AC73-64EE-F5A3-CCD55DEEF769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A74851E-6BA5-83AF-0A02-30D4DB3EAE8A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875205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40000"/>
                <a:lumOff val="60000"/>
              </a:schemeClr>
            </a:gs>
            <a:gs pos="46000">
              <a:schemeClr val="accent6">
                <a:lumMod val="95000"/>
                <a:lumOff val="5000"/>
              </a:schemeClr>
            </a:gs>
            <a:gs pos="100000">
              <a:schemeClr val="accent6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F68AEE-1E5E-2D7A-7FAD-45525C963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 7">
            <a:extLst>
              <a:ext uri="{FF2B5EF4-FFF2-40B4-BE49-F238E27FC236}">
                <a16:creationId xmlns:a16="http://schemas.microsoft.com/office/drawing/2014/main" id="{2B069497-D559-490B-44FC-ED71EE8973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2878199" y="783737"/>
            <a:ext cx="6435600" cy="48267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2B9430C-8EE3-B4A0-9CC5-8728D7E4B1B4}"/>
              </a:ext>
            </a:extLst>
          </p:cNvPr>
          <p:cNvGrpSpPr/>
          <p:nvPr/>
        </p:nvGrpSpPr>
        <p:grpSpPr>
          <a:xfrm>
            <a:off x="-739422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660000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423A992-1437-C33A-7FA3-56268DCABC8E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4902461-51BB-6B73-2ECF-428199F39F5E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D6A9E548-4ECC-D16A-A07A-092727891C4F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8200577-1F5D-B1A1-C2AA-731766EEA819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2B91391-B06D-986B-7977-7A0382BAC16B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99C95A02-F1EC-1D70-E821-CBB25D034838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079E4B-56BA-A43E-BA18-194B19A8D477}"/>
              </a:ext>
            </a:extLst>
          </p:cNvPr>
          <p:cNvGrpSpPr/>
          <p:nvPr/>
        </p:nvGrpSpPr>
        <p:grpSpPr>
          <a:xfrm flipH="1">
            <a:off x="6125204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1500000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E74CC5C-3F04-0C89-06D8-8BCFFAE16007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F70CC9F-66D2-ADE1-2C4F-A76D9D116C11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EF51A54A-1720-A04E-3575-7E43EBEF06B4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9CA8844-338D-A501-D3F5-71E24E10A13D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D146AA4-51EA-1D0D-95CE-7F425D039D97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815D6437-0B69-1B5C-9649-F233FE25C5BD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012BDA6D-F526-AA78-1E63-A213FE9F9933}"/>
              </a:ext>
            </a:extLst>
          </p:cNvPr>
          <p:cNvSpPr/>
          <p:nvPr/>
        </p:nvSpPr>
        <p:spPr>
          <a:xfrm>
            <a:off x="2866144" y="536713"/>
            <a:ext cx="6518120" cy="79747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AL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 quhet dhe banor i cilit biom pyjor është kjo shtazë? </a:t>
            </a:r>
            <a:endParaRPr lang="sq-XK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F6A17A-3E86-7477-CC6A-D7ECAE7B9286}"/>
              </a:ext>
            </a:extLst>
          </p:cNvPr>
          <p:cNvSpPr/>
          <p:nvPr/>
        </p:nvSpPr>
        <p:spPr>
          <a:xfrm>
            <a:off x="2868844" y="5469835"/>
            <a:ext cx="6486215" cy="463826"/>
          </a:xfrm>
          <a:prstGeom prst="rect">
            <a:avLst/>
          </a:prstGeom>
          <a:solidFill>
            <a:srgbClr val="662E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692F28-4F27-A0C6-0CC0-214248D0851B}"/>
              </a:ext>
            </a:extLst>
          </p:cNvPr>
          <p:cNvSpPr/>
          <p:nvPr/>
        </p:nvSpPr>
        <p:spPr>
          <a:xfrm>
            <a:off x="3090456" y="5486401"/>
            <a:ext cx="6056243" cy="4041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Gorilla është banor i pyjeve tropikale</a:t>
            </a:r>
            <a:endParaRPr lang="sq-X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16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40000"/>
                <a:lumOff val="60000"/>
              </a:schemeClr>
            </a:gs>
            <a:gs pos="46000">
              <a:schemeClr val="accent6">
                <a:lumMod val="95000"/>
                <a:lumOff val="5000"/>
              </a:schemeClr>
            </a:gs>
            <a:gs pos="100000">
              <a:schemeClr val="accent6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F5FF1D-022D-F39B-76E0-D34027FBE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AF091F-23D4-BBCC-71CF-C7C01F4175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78199" y="810241"/>
            <a:ext cx="6435600" cy="48267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7B27A72-5780-859B-9DCE-CA0DF6B02CE7}"/>
              </a:ext>
            </a:extLst>
          </p:cNvPr>
          <p:cNvGrpSpPr/>
          <p:nvPr/>
        </p:nvGrpSpPr>
        <p:grpSpPr>
          <a:xfrm>
            <a:off x="-751248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D811246-E27D-0C17-0DF4-D05CADE019F3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33ED125-49B8-4B76-5566-9AACA8CCA6C7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6F0BFAAE-8251-69C0-F0E8-100F16FBE7E9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BC1C493-3829-7E5A-FDE0-FF67B5D8E141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7AA4A4B-FDE9-8320-89C8-5851BCE7BBC9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0941F4D4-A804-FBE1-C09B-26202D17F978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EC25BE3-087C-BE69-7109-26D547DD3C62}"/>
              </a:ext>
            </a:extLst>
          </p:cNvPr>
          <p:cNvGrpSpPr/>
          <p:nvPr/>
        </p:nvGrpSpPr>
        <p:grpSpPr>
          <a:xfrm flipH="1">
            <a:off x="6125204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D78AE2F-E88A-A0C6-D789-9F54E7A16140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83D5090-69AA-5DD2-64A4-E1842096890E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C284AC92-3434-156F-93E4-4DA55009A89C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6207072-F6A7-FE9B-E451-95CB145C9AE7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78FBDFA-1692-4A16-BB0B-D1A41C443A1B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CFA998CD-7545-9247-24C2-F46344DDB52C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713381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89000"/>
              </a:schemeClr>
            </a:gs>
            <a:gs pos="23000">
              <a:schemeClr val="accent2">
                <a:lumMod val="89000"/>
              </a:schemeClr>
            </a:gs>
            <a:gs pos="69000">
              <a:schemeClr val="accent2">
                <a:lumMod val="75000"/>
              </a:schemeClr>
            </a:gs>
            <a:gs pos="97000">
              <a:schemeClr val="accent2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47D6E8-95D1-A929-0CFC-8969F6EA4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73B2AD70-C75B-AF9A-FDD1-909D02CD9F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36140" y="1088446"/>
            <a:ext cx="5519718" cy="448557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83DD64C-242B-F551-35DF-8224650C6242}"/>
              </a:ext>
            </a:extLst>
          </p:cNvPr>
          <p:cNvGrpSpPr/>
          <p:nvPr/>
        </p:nvGrpSpPr>
        <p:grpSpPr>
          <a:xfrm>
            <a:off x="-732542" y="629478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CF8EBBF-B7A1-8154-5F6A-BFA39136426A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57B7830-AE80-F075-CFDF-84835BB7D71E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4B33B20E-E910-8101-9D87-D65C42CFD5C2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4D203BB-4B87-9931-488B-375CA9780D26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8D42575-55C0-C9B4-79C9-140E38C969A2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1DE818ED-713A-64CF-C5EE-A45C3E0387D8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DB17FCE-239F-7739-FE46-F8C722DCF745}"/>
              </a:ext>
            </a:extLst>
          </p:cNvPr>
          <p:cNvGrpSpPr/>
          <p:nvPr/>
        </p:nvGrpSpPr>
        <p:grpSpPr>
          <a:xfrm flipH="1">
            <a:off x="6066540" y="629478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9509771-7489-728C-6645-B319CB7B6F33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D581945-2518-5E00-33A6-9AB96B9F0927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B390349-D7DA-ED1D-5DB8-37160930A701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57C995A-A785-BF69-E895-3627817AAF22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01F571B-8A6A-FEB5-C0AA-51028AC53658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3588D226-2ADA-778A-F286-E87817C61E0E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004638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89000"/>
              </a:schemeClr>
            </a:gs>
            <a:gs pos="23000">
              <a:schemeClr val="accent2">
                <a:lumMod val="89000"/>
              </a:schemeClr>
            </a:gs>
            <a:gs pos="69000">
              <a:schemeClr val="accent2">
                <a:lumMod val="75000"/>
              </a:schemeClr>
            </a:gs>
            <a:gs pos="97000">
              <a:schemeClr val="accent2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1B8B49-6BB6-A000-E6B5-42BC41FC5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 8">
            <a:extLst>
              <a:ext uri="{FF2B5EF4-FFF2-40B4-BE49-F238E27FC236}">
                <a16:creationId xmlns:a16="http://schemas.microsoft.com/office/drawing/2014/main" id="{6E239E17-5689-217D-D2D8-8919305829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2873184" y="536713"/>
            <a:ext cx="6504039" cy="528231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0FAC7E3F-53A6-7C04-EB11-DA46471D81AC}"/>
              </a:ext>
            </a:extLst>
          </p:cNvPr>
          <p:cNvGrpSpPr/>
          <p:nvPr/>
        </p:nvGrpSpPr>
        <p:grpSpPr>
          <a:xfrm>
            <a:off x="-739422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660000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7B7B8EE-4CA2-76CA-0BC1-29018387DF76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B47C6F3-3037-8CEB-2D73-5904E9FE1586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CA1A8E27-B0EA-8D25-C8A4-A83866C0A7FB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B16B330-ACE9-2AA1-E420-5B053B7648FF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4C41F49-628F-916B-8A05-3442F38C716F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70169331-CC26-C336-36C7-840E084A02C3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3DC6B9-4DCD-927D-D5CE-A67A753BE3F2}"/>
              </a:ext>
            </a:extLst>
          </p:cNvPr>
          <p:cNvGrpSpPr/>
          <p:nvPr/>
        </p:nvGrpSpPr>
        <p:grpSpPr>
          <a:xfrm flipH="1">
            <a:off x="6125204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1500000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869F300-F341-0D59-756C-D3329E1B8F91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B3C11B8-0152-66A9-05EB-610578545E05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BDF5F91-585E-3042-51A7-F1A62112BC8C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21E4B4B-6BD0-2DF8-4331-D1C0426E5DE0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55C4FF9-2B7F-70B1-D408-3AF7AC8F9C42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17B41E05-F0CD-9240-0BB7-1DFCE0F839F9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6260B3E5-D7D0-D46C-EF90-6177E6BDBDA7}"/>
              </a:ext>
            </a:extLst>
          </p:cNvPr>
          <p:cNvSpPr/>
          <p:nvPr/>
        </p:nvSpPr>
        <p:spPr>
          <a:xfrm>
            <a:off x="2891421" y="493644"/>
            <a:ext cx="6499054" cy="61331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quhet kjo shtazë? </a:t>
            </a:r>
            <a:endParaRPr lang="sq-XK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277346-1129-88D2-FA7E-9E5152AF2271}"/>
              </a:ext>
            </a:extLst>
          </p:cNvPr>
          <p:cNvSpPr/>
          <p:nvPr/>
        </p:nvSpPr>
        <p:spPr>
          <a:xfrm>
            <a:off x="2868844" y="5469835"/>
            <a:ext cx="6486215" cy="463826"/>
          </a:xfrm>
          <a:prstGeom prst="rect">
            <a:avLst/>
          </a:prstGeom>
          <a:solidFill>
            <a:srgbClr val="662E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5E2B07-B62C-7F8D-271F-75D0A55E4967}"/>
              </a:ext>
            </a:extLst>
          </p:cNvPr>
          <p:cNvSpPr/>
          <p:nvPr/>
        </p:nvSpPr>
        <p:spPr>
          <a:xfrm>
            <a:off x="4504765" y="5486401"/>
            <a:ext cx="3419061" cy="4041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Rrëqebulli</a:t>
            </a:r>
            <a:endParaRPr lang="sq-X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108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89000"/>
              </a:schemeClr>
            </a:gs>
            <a:gs pos="23000">
              <a:schemeClr val="accent2">
                <a:lumMod val="89000"/>
              </a:schemeClr>
            </a:gs>
            <a:gs pos="69000">
              <a:schemeClr val="accent2">
                <a:lumMod val="75000"/>
              </a:schemeClr>
            </a:gs>
            <a:gs pos="97000">
              <a:schemeClr val="accent2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B70C6A-7B68-B1E1-AD0D-773ED3B80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9FE56CA0-6858-E107-1A74-5A651CCC7F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26258" y="810241"/>
            <a:ext cx="5939483" cy="48267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BE458E43-A55C-078B-4163-00C2DD26C0F2}"/>
              </a:ext>
            </a:extLst>
          </p:cNvPr>
          <p:cNvGrpSpPr/>
          <p:nvPr/>
        </p:nvGrpSpPr>
        <p:grpSpPr>
          <a:xfrm>
            <a:off x="-726170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2A6792D-871E-B863-040C-718DF577504E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45CE584-B9D0-AFA5-6B84-A03C5A0C00BE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966BAD63-4E31-F86E-41CF-90DE89325DD6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321BBD0-815F-B5A0-DB68-AA1FC57D9D55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2A0DC40-5148-ADA7-7BF9-C30DF54694B8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6B6E55A8-83A9-7942-1DAB-EE345BF5C725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AA77F5A-2205-9430-DFFB-47255F62D53F}"/>
              </a:ext>
            </a:extLst>
          </p:cNvPr>
          <p:cNvGrpSpPr/>
          <p:nvPr/>
        </p:nvGrpSpPr>
        <p:grpSpPr>
          <a:xfrm flipH="1">
            <a:off x="6125204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D2B7026-4680-BC8A-E30D-17370E8B89B7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BAA3F5-6B97-974B-31C7-87D949B9A516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2E74660C-D236-EE26-4542-29C327000C2D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2B8F55E-8064-5F26-FBF4-BCB319EA33FA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74A94F3-1874-0C6B-FE82-03BB3C11687F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F5428F8-9414-B20B-CD1C-E49689EC4C04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375278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73C536-823E-91E0-779B-B60D0B589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66B35260-1426-EF59-018A-AD69CF78AC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36140" y="1111068"/>
            <a:ext cx="5519718" cy="444033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239277BC-D60C-50FC-A58E-DC2989FCC40F}"/>
              </a:ext>
            </a:extLst>
          </p:cNvPr>
          <p:cNvGrpSpPr/>
          <p:nvPr/>
        </p:nvGrpSpPr>
        <p:grpSpPr>
          <a:xfrm>
            <a:off x="-798086" y="629477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63B76E8-0319-3FD8-8D84-936528311E54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6D55F0D-23E7-DFFF-C833-010AE116EECE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7DC61407-A7DA-65AE-B0E7-B9F9A313E552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73D487B-10FD-90BC-38F7-DE7785AE164B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09D6E61-C2AB-F8D6-4068-E0ECC886F60B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194C05E7-4991-C7D0-E36E-BAA5C7BFAAF0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725D625-758A-B87D-66FB-54FF8A445643}"/>
              </a:ext>
            </a:extLst>
          </p:cNvPr>
          <p:cNvGrpSpPr/>
          <p:nvPr/>
        </p:nvGrpSpPr>
        <p:grpSpPr>
          <a:xfrm flipH="1">
            <a:off x="6066540" y="629478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BA2DCC4-3CC0-90AC-CBC1-305A2E54F420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85F117F-9C05-0E8B-AAA8-7A9854736E43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2FBB930-633E-65B0-A586-5B98E6F5A301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90362C2-9556-EA8A-63B5-CACC005A3D2C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728ABC7-7625-9457-95BF-713444EDB79C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EBADE247-B55F-7CC3-F461-A78C27668727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944946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437AD6-FB12-382F-4336-B64624ACE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 9">
            <a:extLst>
              <a:ext uri="{FF2B5EF4-FFF2-40B4-BE49-F238E27FC236}">
                <a16:creationId xmlns:a16="http://schemas.microsoft.com/office/drawing/2014/main" id="{E0F6E5B0-2C9A-67F9-19EC-F618A50B6E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2873184" y="536713"/>
            <a:ext cx="6504039" cy="522866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0C1C4433-EE95-CC01-BEDB-CF6D76694193}"/>
              </a:ext>
            </a:extLst>
          </p:cNvPr>
          <p:cNvGrpSpPr/>
          <p:nvPr/>
        </p:nvGrpSpPr>
        <p:grpSpPr>
          <a:xfrm>
            <a:off x="-739422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660000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DE2606D-CD45-B229-4E12-01D5FBABE8A7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E0F1ABD-D956-B3A7-9E66-733BAA999837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D1AED847-D115-B0EF-A780-AECE104C59BC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1BB6EAD-DE83-81EA-6080-7BCDD7D123D7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41854C7-4775-D794-9C95-BC7BB208A23E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0B506F96-BC88-25B2-9B2E-CAEF400160EC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BD9A015-BA44-D7E2-85CC-5603B892917F}"/>
              </a:ext>
            </a:extLst>
          </p:cNvPr>
          <p:cNvGrpSpPr/>
          <p:nvPr/>
        </p:nvGrpSpPr>
        <p:grpSpPr>
          <a:xfrm flipH="1">
            <a:off x="6125204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1500000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D383A86-BE52-C3AB-833A-EC0AE48B0BB1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EF7BE6B-ABA4-F028-C28E-BDFAA38ABD96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41FC2FB-ED9F-4683-5B33-4B3DDD778FA6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F98FBAA-D5AA-A685-5E1C-9635ECADC6C0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0D516E0-BDB7-D1BA-F3D5-B4FF7249B638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C3129B44-1422-E549-D399-523DDB4115E0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43587506-2D5D-C3DA-F23C-D1F467F18B28}"/>
              </a:ext>
            </a:extLst>
          </p:cNvPr>
          <p:cNvSpPr/>
          <p:nvPr/>
        </p:nvSpPr>
        <p:spPr>
          <a:xfrm>
            <a:off x="2891420" y="309490"/>
            <a:ext cx="6607689" cy="7974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Banor i cilit biom pyjor është kjo dhi e egër? </a:t>
            </a:r>
            <a:endParaRPr lang="sq-X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AFCFDB-1EDB-DAB5-C4E9-BB2E2E31C4FB}"/>
              </a:ext>
            </a:extLst>
          </p:cNvPr>
          <p:cNvSpPr/>
          <p:nvPr/>
        </p:nvSpPr>
        <p:spPr>
          <a:xfrm>
            <a:off x="2868844" y="5469835"/>
            <a:ext cx="6486215" cy="463826"/>
          </a:xfrm>
          <a:prstGeom prst="rect">
            <a:avLst/>
          </a:prstGeom>
          <a:solidFill>
            <a:srgbClr val="662E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F9224B-A761-0EF4-7A85-995563FD79B7}"/>
              </a:ext>
            </a:extLst>
          </p:cNvPr>
          <p:cNvSpPr/>
          <p:nvPr/>
        </p:nvSpPr>
        <p:spPr>
          <a:xfrm>
            <a:off x="4504765" y="5486401"/>
            <a:ext cx="3419061" cy="4041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Tajgave </a:t>
            </a:r>
            <a:endParaRPr lang="sq-X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08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2D1826-C2D2-6F7B-ECF7-E93FE5D94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349D1721-E216-4390-5871-1B288A792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26258" y="834583"/>
            <a:ext cx="5939483" cy="477801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6E59550-B686-6C7C-0E8E-38F94F46DCF3}"/>
              </a:ext>
            </a:extLst>
          </p:cNvPr>
          <p:cNvGrpSpPr/>
          <p:nvPr/>
        </p:nvGrpSpPr>
        <p:grpSpPr>
          <a:xfrm>
            <a:off x="-710218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947E55-5F38-D2D2-E213-C85635432B40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0077FDF-DB9E-95FF-81AA-A91F6A42C922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0D7B2AE1-B11A-1455-65F2-CC1AE29CB409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277D9A4-D78C-4376-2BF9-1094E3B2090E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107691C-9B11-1B6F-5D64-14360316C788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AA15B989-15BA-36A8-7FE2-142218268284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A905703-EBA7-0C72-2CF2-8ECF0C9792E9}"/>
              </a:ext>
            </a:extLst>
          </p:cNvPr>
          <p:cNvGrpSpPr/>
          <p:nvPr/>
        </p:nvGrpSpPr>
        <p:grpSpPr>
          <a:xfrm flipH="1">
            <a:off x="6125204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879A01E-2C40-9700-74E8-198697945A65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2B116E0-50D0-8CA3-6A1B-A6100179FE80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DDF22B-7371-A0D4-AA94-C68AE6265ED9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0EDAA94-8B32-373B-4643-630DD3F69042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E47658C-B311-FE61-B9E7-512A99964328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8A9CA63-5090-113A-BB50-6E796BF42F36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26944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89000"/>
              </a:schemeClr>
            </a:gs>
            <a:gs pos="23000">
              <a:schemeClr val="accent1">
                <a:lumMod val="89000"/>
              </a:schemeClr>
            </a:gs>
            <a:gs pos="69000">
              <a:schemeClr val="accent1">
                <a:lumMod val="75000"/>
              </a:schemeClr>
            </a:gs>
            <a:gs pos="97000">
              <a:schemeClr val="accent1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7C5062-8853-6C4E-3E80-4A733DF9C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DAD26D3C-0968-EA28-403D-F4AC1977B6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36140" y="1262957"/>
            <a:ext cx="5519718" cy="4136556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C96A7164-72C9-43D5-1B4B-4982E430C1D4}"/>
              </a:ext>
            </a:extLst>
          </p:cNvPr>
          <p:cNvGrpSpPr/>
          <p:nvPr/>
        </p:nvGrpSpPr>
        <p:grpSpPr>
          <a:xfrm>
            <a:off x="-755375" y="654295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9A9622-98D8-616D-0907-386A41A1A816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7B41568-D13C-42AA-49DA-175D19026F65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2EA2CB1C-9D3A-F97A-1543-78888D1D6E60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54EE73C-70FE-5D4A-EF29-08F557A53860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B3B3485-C8FD-9BAF-6F93-86E718C55C93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D2529C21-F731-E67C-2753-7C3E2EB469B0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B4E6D1C-7D93-4DA6-F8C1-AE330C46FAF3}"/>
              </a:ext>
            </a:extLst>
          </p:cNvPr>
          <p:cNvGrpSpPr/>
          <p:nvPr/>
        </p:nvGrpSpPr>
        <p:grpSpPr>
          <a:xfrm flipH="1">
            <a:off x="6066540" y="629478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97D7311-5E66-EE6B-98F6-13FA52654066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182F58C-890D-7C77-AABA-464489BAA871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A9677EAB-E2B3-0015-27E2-CED8C7200B11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CA1B06A-0843-301A-C152-A206C8371B3F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F305545-8C23-2F28-82AF-FCBB14B93E46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74BB61A-5BBA-EF9F-5DBE-41FA5793719E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004996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89000"/>
              </a:schemeClr>
            </a:gs>
            <a:gs pos="23000">
              <a:schemeClr val="accent1">
                <a:lumMod val="89000"/>
              </a:schemeClr>
            </a:gs>
            <a:gs pos="69000">
              <a:schemeClr val="accent1">
                <a:lumMod val="75000"/>
              </a:schemeClr>
            </a:gs>
            <a:gs pos="97000">
              <a:schemeClr val="accent1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530AB1-E180-F706-DFFA-3B5D5D44E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 10">
            <a:extLst>
              <a:ext uri="{FF2B5EF4-FFF2-40B4-BE49-F238E27FC236}">
                <a16:creationId xmlns:a16="http://schemas.microsoft.com/office/drawing/2014/main" id="{AA8B1D09-C8E8-A93B-E089-C421527F44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2873184" y="738858"/>
            <a:ext cx="6504039" cy="487802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8531664-4ADF-9A52-C46C-193367297796}"/>
              </a:ext>
            </a:extLst>
          </p:cNvPr>
          <p:cNvGrpSpPr/>
          <p:nvPr/>
        </p:nvGrpSpPr>
        <p:grpSpPr>
          <a:xfrm>
            <a:off x="-739422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660000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5E7E4B6-1C6B-719F-A2B8-82C26A2794E4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636E414-F158-E007-EBCD-7499E713F8DE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BD21C11C-2DE4-38CA-7309-6FBBCEC30CE8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9BBACDF-A489-5992-8BD2-EAF1E9765B25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3AD7B60-8626-ECA7-525D-4DF756570A2A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547370F5-C043-B197-463B-9D4F0CA85FBD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8DC3B47-E5B7-7D05-1E7D-DCC78E061F32}"/>
              </a:ext>
            </a:extLst>
          </p:cNvPr>
          <p:cNvGrpSpPr/>
          <p:nvPr/>
        </p:nvGrpSpPr>
        <p:grpSpPr>
          <a:xfrm flipH="1">
            <a:off x="6125204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1500000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230CC44-39D5-9C5F-D244-983033F41EEE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D2EB9E5-B26D-6F8A-CF6A-260F1E95856B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A9273AF1-4998-8249-4BE4-460CF4B8D9E6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A1E79B0-344A-1651-51FE-EE1ABD4F9F72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D658020-CEC4-F248-05FE-0CC22B39FE01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132827A1-769B-A511-81C6-20D3BABF2920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21D0DB1-E3A6-8ACE-224C-E328D0514FB8}"/>
              </a:ext>
            </a:extLst>
          </p:cNvPr>
          <p:cNvSpPr/>
          <p:nvPr/>
        </p:nvSpPr>
        <p:spPr>
          <a:xfrm>
            <a:off x="2891420" y="309490"/>
            <a:ext cx="6441063" cy="7974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AL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Në cilat pyje jeton ariu i murëm? </a:t>
            </a:r>
            <a:endParaRPr lang="sq-XK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6AFDD1-7DBD-185D-DCB0-A5F573EF8865}"/>
              </a:ext>
            </a:extLst>
          </p:cNvPr>
          <p:cNvSpPr/>
          <p:nvPr/>
        </p:nvSpPr>
        <p:spPr>
          <a:xfrm>
            <a:off x="2868844" y="5469835"/>
            <a:ext cx="6486215" cy="463826"/>
          </a:xfrm>
          <a:prstGeom prst="rect">
            <a:avLst/>
          </a:prstGeom>
          <a:solidFill>
            <a:srgbClr val="662E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9B0263-56E2-CC43-251C-F0CA6EBD8438}"/>
              </a:ext>
            </a:extLst>
          </p:cNvPr>
          <p:cNvSpPr/>
          <p:nvPr/>
        </p:nvSpPr>
        <p:spPr>
          <a:xfrm>
            <a:off x="3090457" y="5486401"/>
            <a:ext cx="6056244" cy="4041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Në pyjet gjethërënëse dhe halore</a:t>
            </a:r>
            <a:endParaRPr lang="sq-X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158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89000"/>
              </a:schemeClr>
            </a:gs>
            <a:gs pos="23000">
              <a:schemeClr val="accent1">
                <a:lumMod val="89000"/>
              </a:schemeClr>
            </a:gs>
            <a:gs pos="69000">
              <a:schemeClr val="accent1">
                <a:lumMod val="75000"/>
              </a:schemeClr>
            </a:gs>
            <a:gs pos="97000">
              <a:schemeClr val="accent1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16008B-5066-F1B0-9A94-3C2B0A002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5DADAE28-916C-A776-730A-EABA80ECE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26258" y="998024"/>
            <a:ext cx="5939483" cy="445113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003F6CE2-1FE6-2892-FB2F-4BBD3CFC9907}"/>
              </a:ext>
            </a:extLst>
          </p:cNvPr>
          <p:cNvGrpSpPr/>
          <p:nvPr/>
        </p:nvGrpSpPr>
        <p:grpSpPr>
          <a:xfrm>
            <a:off x="-696994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9B743A9-BD7D-3F81-7779-CD214A370FA4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42852FD-5B09-EAAE-21BA-FFFD3C07D914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7A68E5D8-C2A9-0279-04DF-A3C2860B12F1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5E3CE62-7D3E-D50F-B575-3391B1271EC8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AADDC2A-0413-CEB2-9CDD-5E248EB90886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EACA8F95-720C-94CF-2C19-76F0D7E6C36C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ABF1EB4-36D8-8460-CC0E-24C80133733A}"/>
              </a:ext>
            </a:extLst>
          </p:cNvPr>
          <p:cNvGrpSpPr/>
          <p:nvPr/>
        </p:nvGrpSpPr>
        <p:grpSpPr>
          <a:xfrm flipH="1">
            <a:off x="6125204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950B7F9-0A87-FDB7-E5F0-2BF03C7E8446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F92BC51-5F1C-C8AE-AEA1-B592A0C0CC00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FAE35126-666F-22A4-D66B-F181C1369E5D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85ED5B8-3DD7-6529-22EE-3053335208AA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A5A3321-7119-9350-83D0-A4476F7E4B98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C0143AE2-9E2F-2A8F-8929-A18965204BE2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107569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996EFA-74B5-D9EC-3C6E-0C9F4F853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601BEC6-05F3-BDB0-5ABB-24D282D2A6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44071" y="1088446"/>
            <a:ext cx="5503856" cy="448557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CA3234E7-7870-5166-915D-30BAE56ED756}"/>
              </a:ext>
            </a:extLst>
          </p:cNvPr>
          <p:cNvGrpSpPr/>
          <p:nvPr/>
        </p:nvGrpSpPr>
        <p:grpSpPr>
          <a:xfrm>
            <a:off x="-771582" y="629477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611B180-CB17-69D7-526E-A3F3D786258A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71A1CB0-5F68-BB4C-70C3-BE22B3DD1C4B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353DBE1F-F8A4-7594-04B1-36477B16FFC4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4CB345-73DB-A62F-13BC-9E08CD3928E1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1682A27-C954-209C-28A6-D9215B095C4E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A1215842-BF36-5BFB-1934-4EAC0BA254C5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F008A93-0CB9-49EE-3195-2529DE2E81F2}"/>
              </a:ext>
            </a:extLst>
          </p:cNvPr>
          <p:cNvGrpSpPr/>
          <p:nvPr/>
        </p:nvGrpSpPr>
        <p:grpSpPr>
          <a:xfrm flipH="1">
            <a:off x="6066540" y="629478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BB0C9E5-11D3-F11C-8A9F-AECE7F8E4B27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A1E5716-21FC-1EDF-D43E-8699A89A977A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C99065B2-B17F-709D-CB57-4066D93BD92F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A77CD86-F046-095A-2353-02B327DA9718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9B279EC-EC1C-644C-4CA1-D8F829068523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FF8CA9E-F6D9-9648-F54F-169B666E51FD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030284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C047C6-95BC-B608-C5D8-C37D5425E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 11">
            <a:extLst>
              <a:ext uri="{FF2B5EF4-FFF2-40B4-BE49-F238E27FC236}">
                <a16:creationId xmlns:a16="http://schemas.microsoft.com/office/drawing/2014/main" id="{B8B27911-6AE6-720D-51A1-6283B93C74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2920984" y="588332"/>
            <a:ext cx="6504039" cy="530226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C93048B3-31AE-3D86-463E-01871B2F77D6}"/>
              </a:ext>
            </a:extLst>
          </p:cNvPr>
          <p:cNvGrpSpPr/>
          <p:nvPr/>
        </p:nvGrpSpPr>
        <p:grpSpPr>
          <a:xfrm>
            <a:off x="-739422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660000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7715A65-B6AE-96CE-8470-ED453FD34989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4AF26BB-F8F7-B713-666B-3469CB491A6E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1F7DA217-05EB-EBDA-E6D3-DA84D119E9C7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A05FD42-8900-11FF-21B6-937FEB681A07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08B5335-BD81-B330-DA36-5CB23F1F4DFB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31FE5213-D081-471E-86C6-CC7D74E3E1F1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B2D8E4A-E54D-1153-0508-06658B320847}"/>
              </a:ext>
            </a:extLst>
          </p:cNvPr>
          <p:cNvGrpSpPr/>
          <p:nvPr/>
        </p:nvGrpSpPr>
        <p:grpSpPr>
          <a:xfrm flipH="1">
            <a:off x="6125204" y="536713"/>
            <a:ext cx="6851374" cy="5353879"/>
            <a:chOff x="4041913" y="752060"/>
            <a:chExt cx="6851374" cy="5353879"/>
          </a:xfrm>
          <a:scene3d>
            <a:camera prst="perspectiveFront">
              <a:rot lat="0" lon="1500000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7335DFF-00CF-8E70-43E7-F0334CFF5E33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29408FB-3A28-D2D0-9F3F-A494442AA779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F5B1448-223B-3796-06BD-45F43051CB41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107D34C-F351-88FC-17BD-5579471A047B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AEBAF3E-363E-289B-1D8E-7511220DE424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2FAA3B18-0053-E474-F2BB-8B47A3ABD461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4FA58DE5-7E39-24CF-2C52-1D494A738959}"/>
              </a:ext>
            </a:extLst>
          </p:cNvPr>
          <p:cNvSpPr/>
          <p:nvPr/>
        </p:nvSpPr>
        <p:spPr>
          <a:xfrm>
            <a:off x="2891420" y="503583"/>
            <a:ext cx="6486215" cy="60337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Emërto dhe trego ku jeton kjo shtazë? </a:t>
            </a:r>
            <a:endParaRPr lang="sq-X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40C4A0-33C5-B9F3-8285-095B913359EF}"/>
              </a:ext>
            </a:extLst>
          </p:cNvPr>
          <p:cNvSpPr/>
          <p:nvPr/>
        </p:nvSpPr>
        <p:spPr>
          <a:xfrm>
            <a:off x="2868844" y="5176911"/>
            <a:ext cx="6486215" cy="756750"/>
          </a:xfrm>
          <a:prstGeom prst="rect">
            <a:avLst/>
          </a:prstGeom>
          <a:solidFill>
            <a:srgbClr val="662E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7F8342-CA07-5896-0E16-AC4B8253A04E}"/>
              </a:ext>
            </a:extLst>
          </p:cNvPr>
          <p:cNvSpPr/>
          <p:nvPr/>
        </p:nvSpPr>
        <p:spPr>
          <a:xfrm>
            <a:off x="3020492" y="5469836"/>
            <a:ext cx="6302663" cy="4207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Ujku jeton në pyje gjethërënëse dhe halore</a:t>
            </a:r>
            <a:endParaRPr lang="sq-X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1406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CACFE9-737C-FC08-224A-E6F631EC6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0B7BA02C-9B11-60AE-1B90-B7C31A875D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34791" y="810241"/>
            <a:ext cx="5922416" cy="48267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F002E4D-E54D-012A-2A30-BDDDCD47E522}"/>
              </a:ext>
            </a:extLst>
          </p:cNvPr>
          <p:cNvGrpSpPr/>
          <p:nvPr/>
        </p:nvGrpSpPr>
        <p:grpSpPr>
          <a:xfrm>
            <a:off x="-701303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1A82239-2DD7-6F14-A188-A94D08A1307D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ABA5746-37AB-FF3E-03E1-DDD2D57A145C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14B9EC7C-94F1-F456-1D30-B87BF3FD82E5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9407BB9-1ED1-4B7B-ED3F-8BC5275FBA30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A880E4F-3EA5-EF4E-167F-8F698C04D6A3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AD1AD63A-8241-5BB8-E9B2-4E5941B227D6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058689D-9286-1B32-3E41-05411123F085}"/>
              </a:ext>
            </a:extLst>
          </p:cNvPr>
          <p:cNvGrpSpPr/>
          <p:nvPr/>
        </p:nvGrpSpPr>
        <p:grpSpPr>
          <a:xfrm flipH="1">
            <a:off x="6125204" y="563217"/>
            <a:ext cx="6851374" cy="5353879"/>
            <a:chOff x="4041913" y="752060"/>
            <a:chExt cx="6851374" cy="5353879"/>
          </a:xfrm>
          <a:scene3d>
            <a:camera prst="perspectiveFront">
              <a:rot lat="0" lon="0" rev="0"/>
            </a:camera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7C40790-9D9F-FED1-8502-F6A70774643E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7393EEF-C522-CE29-4561-A7A9A9B52CD8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4E7C7AA3-21D6-ACE8-FCEA-308F9512185B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422C9EB-6400-62A5-59B6-908B144E5F96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FB2B67C-2A4A-4E0A-5404-7B90F669D270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86D58CB1-2F1B-3D8C-8D2F-C7E58FD064B2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59448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0"/>
                <a:lumOff val="100000"/>
              </a:schemeClr>
            </a:gs>
            <a:gs pos="35000">
              <a:schemeClr val="accent4">
                <a:lumMod val="0"/>
                <a:lumOff val="100000"/>
              </a:schemeClr>
            </a:gs>
            <a:gs pos="100000">
              <a:schemeClr val="accent4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732167-1679-DF12-DD76-39B48E221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D75EF5EC-233A-137B-23EF-1BBD7592C6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3051672" y="1301684"/>
            <a:ext cx="6088655" cy="4059103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ABA1880B-59E6-E6D4-ED0F-D58127049BC8}"/>
              </a:ext>
            </a:extLst>
          </p:cNvPr>
          <p:cNvGrpSpPr/>
          <p:nvPr/>
        </p:nvGrpSpPr>
        <p:grpSpPr>
          <a:xfrm>
            <a:off x="-732542" y="654295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A8B4C0E-0BEF-F141-90B1-7A419CD00AC8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C4BB731-0E52-745A-14EC-4B404392C23C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E0AC96A9-2C77-1393-5117-DE684DEF222E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5422D57-F507-90F3-DA86-0C71509F73AE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3F8C81B-6824-D20A-660A-3EDFE692E110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948039E8-2FBF-F3CB-847A-BE788DB3CC7B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D076CFC-8F0A-3EF0-C97F-E56D5B5B231C}"/>
              </a:ext>
            </a:extLst>
          </p:cNvPr>
          <p:cNvGrpSpPr/>
          <p:nvPr/>
        </p:nvGrpSpPr>
        <p:grpSpPr>
          <a:xfrm flipH="1">
            <a:off x="6118832" y="629478"/>
            <a:ext cx="6851374" cy="5353879"/>
            <a:chOff x="4041913" y="752060"/>
            <a:chExt cx="6851374" cy="5353879"/>
          </a:xfrm>
          <a:scene3d>
            <a:camera prst="perspectiveFront"/>
            <a:lightRig rig="threePt" dir="t"/>
          </a:scene3d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D3C4311-A2B2-53FF-32AF-A8751E15E06C}"/>
                </a:ext>
              </a:extLst>
            </p:cNvPr>
            <p:cNvGrpSpPr/>
            <p:nvPr/>
          </p:nvGrpSpPr>
          <p:grpSpPr>
            <a:xfrm>
              <a:off x="7474226" y="752060"/>
              <a:ext cx="3419061" cy="5353879"/>
              <a:chOff x="7474226" y="752060"/>
              <a:chExt cx="3419061" cy="535387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94F039F-71E4-0359-11E7-75131D882D2F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95000"/>
                </a:schemeClr>
              </a:solidFill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28AF6996-B73E-E559-7208-626E5206B2DD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1ADF59F-1B58-317A-6D3B-D3CC65B2575D}"/>
                </a:ext>
              </a:extLst>
            </p:cNvPr>
            <p:cNvGrpSpPr/>
            <p:nvPr/>
          </p:nvGrpSpPr>
          <p:grpSpPr>
            <a:xfrm>
              <a:off x="4041913" y="752060"/>
              <a:ext cx="3419061" cy="5353879"/>
              <a:chOff x="7474226" y="752060"/>
              <a:chExt cx="3419061" cy="5353879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4C13441-09EB-5968-A5AA-6DA2E5F2F07E}"/>
                  </a:ext>
                </a:extLst>
              </p:cNvPr>
              <p:cNvSpPr/>
              <p:nvPr/>
            </p:nvSpPr>
            <p:spPr>
              <a:xfrm>
                <a:off x="7871791" y="1139686"/>
                <a:ext cx="2610679" cy="4545497"/>
              </a:xfrm>
              <a:prstGeom prst="rect">
                <a:avLst/>
              </a:pr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8127BD15-2E47-A9E8-69D2-D090470312E7}"/>
                  </a:ext>
                </a:extLst>
              </p:cNvPr>
              <p:cNvSpPr/>
              <p:nvPr/>
            </p:nvSpPr>
            <p:spPr>
              <a:xfrm>
                <a:off x="7474226" y="752060"/>
                <a:ext cx="3419061" cy="5353879"/>
              </a:xfrm>
              <a:custGeom>
                <a:avLst/>
                <a:gdLst>
                  <a:gd name="connsiteX0" fmla="*/ 427383 w 3419061"/>
                  <a:gd name="connsiteY0" fmla="*/ 427383 h 5353879"/>
                  <a:gd name="connsiteX1" fmla="*/ 427383 w 3419061"/>
                  <a:gd name="connsiteY1" fmla="*/ 2512944 h 5353879"/>
                  <a:gd name="connsiteX2" fmla="*/ 2981739 w 3419061"/>
                  <a:gd name="connsiteY2" fmla="*/ 2512944 h 5353879"/>
                  <a:gd name="connsiteX3" fmla="*/ 2981739 w 3419061"/>
                  <a:gd name="connsiteY3" fmla="*/ 2840935 h 5353879"/>
                  <a:gd name="connsiteX4" fmla="*/ 427383 w 3419061"/>
                  <a:gd name="connsiteY4" fmla="*/ 2840935 h 5353879"/>
                  <a:gd name="connsiteX5" fmla="*/ 427383 w 3419061"/>
                  <a:gd name="connsiteY5" fmla="*/ 4926496 h 5353879"/>
                  <a:gd name="connsiteX6" fmla="*/ 2991678 w 3419061"/>
                  <a:gd name="connsiteY6" fmla="*/ 4926496 h 5353879"/>
                  <a:gd name="connsiteX7" fmla="*/ 2991678 w 3419061"/>
                  <a:gd name="connsiteY7" fmla="*/ 427383 h 5353879"/>
                  <a:gd name="connsiteX8" fmla="*/ 0 w 3419061"/>
                  <a:gd name="connsiteY8" fmla="*/ 0 h 5353879"/>
                  <a:gd name="connsiteX9" fmla="*/ 3419061 w 3419061"/>
                  <a:gd name="connsiteY9" fmla="*/ 0 h 5353879"/>
                  <a:gd name="connsiteX10" fmla="*/ 3419061 w 3419061"/>
                  <a:gd name="connsiteY10" fmla="*/ 5353879 h 5353879"/>
                  <a:gd name="connsiteX11" fmla="*/ 0 w 3419061"/>
                  <a:gd name="connsiteY11" fmla="*/ 5353879 h 5353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19061" h="5353879">
                    <a:moveTo>
                      <a:pt x="427383" y="427383"/>
                    </a:moveTo>
                    <a:lnTo>
                      <a:pt x="427383" y="2512944"/>
                    </a:lnTo>
                    <a:lnTo>
                      <a:pt x="2981739" y="2512944"/>
                    </a:lnTo>
                    <a:lnTo>
                      <a:pt x="2981739" y="2840935"/>
                    </a:lnTo>
                    <a:lnTo>
                      <a:pt x="427383" y="2840935"/>
                    </a:lnTo>
                    <a:lnTo>
                      <a:pt x="427383" y="4926496"/>
                    </a:lnTo>
                    <a:lnTo>
                      <a:pt x="2991678" y="4926496"/>
                    </a:lnTo>
                    <a:lnTo>
                      <a:pt x="2991678" y="427383"/>
                    </a:lnTo>
                    <a:close/>
                    <a:moveTo>
                      <a:pt x="0" y="0"/>
                    </a:moveTo>
                    <a:lnTo>
                      <a:pt x="3419061" y="0"/>
                    </a:lnTo>
                    <a:lnTo>
                      <a:pt x="3419061" y="5353879"/>
                    </a:lnTo>
                    <a:lnTo>
                      <a:pt x="0" y="5353879"/>
                    </a:lnTo>
                    <a:close/>
                  </a:path>
                </a:pathLst>
              </a:custGeom>
              <a:grpFill/>
              <a:ln>
                <a:noFill/>
              </a:ln>
              <a:sp3d extrusionH="1905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q-X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96593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</TotalTime>
  <Words>220</Words>
  <Application>Microsoft Office PowerPoint</Application>
  <PresentationFormat>Widescreen</PresentationFormat>
  <Paragraphs>28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ADLaM Display</vt:lpstr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Naser Guri</dc:creator>
  <cp:lastModifiedBy>Naser Guri</cp:lastModifiedBy>
  <cp:revision>37</cp:revision>
  <dcterms:created xsi:type="dcterms:W3CDTF">2024-03-16T17:17:32Z</dcterms:created>
  <dcterms:modified xsi:type="dcterms:W3CDTF">2024-03-17T10:45:14Z</dcterms:modified>
</cp:coreProperties>
</file>