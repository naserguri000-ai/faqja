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CE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C1B0-51FB-56F1-EA3A-0D446184D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18067-7A78-4031-8248-DBDBFACF0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FCF1D-01E2-E1A7-F7F0-BF0B4DF1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34CD-8AAF-7D7A-E4BB-CB95917D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CAB3-936E-E6A7-49B0-32DA5B43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D458-B64E-A0A7-F0D9-B9A4728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B086E-FCB7-89FB-FB8E-5B79F73C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E3C8C-9473-615C-7AE8-7BFB0AF9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39EC-B51C-5BC8-4944-418E10D1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818EC-D45C-32D3-325E-D9DADAA4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6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26CD-FDFD-E174-0714-B6143264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50852-7973-95A5-21C7-5983FA056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3AB6-4A25-CEFC-5551-96B3DFE2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543DF-6AF7-9C82-1592-AFAF512F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7CF0-ABA5-11FB-C306-5C6BC3AE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5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837B-EEBA-CAE3-FADA-F626E01A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5351-EA20-B7E8-3C1A-9B4942AF7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05E53-D87C-4013-3EC9-46A847701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09039-3477-8529-8D10-50C085E9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1614E-2464-9C30-7887-C5BD2153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3FD9-2A9C-1049-335A-1AB8F3A2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6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45DB-BDAE-BB82-FF61-3EA7AD19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6F64D-5459-C62A-8B31-33F06A8A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7C729-A620-47F2-D499-334E93528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9C824-757B-6D35-AA5B-1E020FBD4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81824-5FE3-5F0B-94D0-A2809E386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B2455-9360-903B-97F0-E0537DB8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E292C-5FC8-A7B7-2856-24208331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FB4C4-2501-81AE-0ABF-C32D5369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2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6067-9931-B280-B7E9-188D511E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1B3A1-07AC-380E-04E2-15A78743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F4C90-EEDB-8192-02CF-7DBE5AFB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36B3D-64CD-DA2C-DC7F-D4949252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4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12CA7-6336-8078-2DB5-5366A23E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F9161-E3DC-DFCD-E20D-A938EC1F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87C1C-33CF-FD80-2AEC-53FACAF8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0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5605-86A8-E8A3-4F1F-4E55E4F4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394C7-9C56-FC5A-29F2-08638AD6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24A3E-18F6-C450-BDDD-069A8420C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9E241-2A95-E992-69B7-06CCE54C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E2BDF-7F3F-3B1B-C20E-F99975CD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C6BC5-92A8-F410-69B6-412EFF6D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8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D51D-9E0B-C4F3-D023-75647E10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9F7A4-6A16-7FF7-BAC4-79282D0D0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5100F-5074-9F0E-DFD8-C166B482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06870-2775-F0EE-0C24-73ED5FF2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BBDC8-AAD1-1560-6653-E42F5F39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BAE41-0EB5-508D-E856-DB985397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C150-D5AE-4193-754F-31F2F47B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61F77-2C96-F281-5BAC-ADD17B4D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1F666-634F-4C59-F806-D77E1800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E1258-5FCF-DB2C-A8A3-ABA30DB1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EF778-5C65-5494-0226-1956EF1D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56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52181-EFBD-DA89-C42E-58245B9CA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77CB0-FEDA-510F-EA4B-876E8DB4A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482D7-4306-0143-C7D6-506053FE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48A2-7803-ACAC-69A9-DF31F00E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04972-1A04-A3AB-165E-59367058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7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1C42B-FA16-4ED9-A4FF-D82DFFE0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E8F77-CCC2-4515-7C4D-D2599650C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8F708-5D0B-4687-45DD-C61576050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93CFE-48D0-2C56-581F-6C935C60A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B3DCF-4961-23E9-3BDB-585DEA1F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1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0.png"/><Relationship Id="rId1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12" Type="http://schemas.openxmlformats.org/officeDocument/2006/relationships/slide" Target="slide5.xml"/><Relationship Id="rId1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11" Type="http://schemas.openxmlformats.org/officeDocument/2006/relationships/image" Target="../media/image4.png"/><Relationship Id="rId5" Type="http://schemas.openxmlformats.org/officeDocument/2006/relationships/image" Target="../media/image2.png"/><Relationship Id="rId15" Type="http://schemas.openxmlformats.org/officeDocument/2006/relationships/slide" Target="slide6.xml"/><Relationship Id="rId10" Type="http://schemas.openxmlformats.org/officeDocument/2006/relationships/image" Target="../media/image3.png"/><Relationship Id="rId19" Type="http://schemas.openxmlformats.org/officeDocument/2006/relationships/image" Target="../media/image60.png"/><Relationship Id="rId4" Type="http://schemas.openxmlformats.org/officeDocument/2006/relationships/image" Target="../media/image10.png"/><Relationship Id="rId9" Type="http://schemas.openxmlformats.org/officeDocument/2006/relationships/slide" Target="slide4.xml"/><Relationship Id="rId1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id/photo/844907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slovenglish.blogspot.com/2020/01/animals-on-move.html" TargetMode="Externa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o.libretexts.org/Bookshelves/Introductory_and_General_Biology/Book:_General_Biology_(Boundless)/44:_Ecology_and_the_Biosphere/44.3:_Terrestrial_Biomes/44.3C:_Subtropical_Deserts_and_Chaparral" TargetMode="External"/><Relationship Id="rId2" Type="http://schemas.openxmlformats.org/officeDocument/2006/relationships/image" Target="../media/image10.jpe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fotografia-de-enfoque-selectivo-de-colibri-marron-1133957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ayne_g_world/32343264934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xnio.com/fr/nature-paysages/deserts-fr/aride-desert-sec-geologie-paysage-nature-sable-gres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7D932A2-0F62-AD32-16A9-5711944655CB}"/>
              </a:ext>
            </a:extLst>
          </p:cNvPr>
          <p:cNvSpPr/>
          <p:nvPr/>
        </p:nvSpPr>
        <p:spPr>
          <a:xfrm>
            <a:off x="463827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GEPARDI</a:t>
            </a:r>
          </a:p>
          <a:p>
            <a:pPr algn="ctr"/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1">
                <a:extLst>
                  <a:ext uri="{FF2B5EF4-FFF2-40B4-BE49-F238E27FC236}">
                    <a16:creationId xmlns:a16="http://schemas.microsoft.com/office/drawing/2014/main" id="{F4D2CD7F-A71F-E37B-D4BE-E8D2B6620CF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3632418"/>
                  </p:ext>
                </p:extLst>
              </p:nvPr>
            </p:nvGraphicFramePr>
            <p:xfrm>
              <a:off x="630776" y="401190"/>
              <a:ext cx="1282864" cy="721612"/>
            </p:xfrm>
            <a:graphic>
              <a:graphicData uri="http://schemas.microsoft.com/office/powerpoint/2016/slidezoom">
                <pslz:sldZm>
                  <pslz:sldZmObj sldId="257" cId="3575467014">
                    <pslz:zmPr id="{6F874EBC-D092-44EB-A021-680B52E3000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82864" cy="7216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4D2CD7F-A71F-E37B-D4BE-E8D2B6620C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776" y="401190"/>
                <a:ext cx="1282864" cy="7216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6F030835-8F3E-70E0-3764-6CB18369B956}"/>
              </a:ext>
            </a:extLst>
          </p:cNvPr>
          <p:cNvSpPr/>
          <p:nvPr/>
        </p:nvSpPr>
        <p:spPr>
          <a:xfrm>
            <a:off x="2247538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Bizoni</a:t>
            </a:r>
            <a:r>
              <a:rPr lang="en-US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795F6-A936-2B99-A6A3-4B38D1493575}"/>
              </a:ext>
            </a:extLst>
          </p:cNvPr>
          <p:cNvSpPr/>
          <p:nvPr/>
        </p:nvSpPr>
        <p:spPr>
          <a:xfrm>
            <a:off x="4044649" y="301342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Dhelpra</a:t>
            </a:r>
            <a:r>
              <a:rPr lang="en-US" dirty="0"/>
              <a:t> e </a:t>
            </a:r>
            <a:r>
              <a:rPr lang="en-US" dirty="0" err="1"/>
              <a:t>shkret</a:t>
            </a:r>
            <a:r>
              <a:rPr lang="sq-AL" dirty="0"/>
              <a:t>ëtirës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DE73036-D8A4-EEFE-CEC7-E3DF0139F90B}"/>
              </a:ext>
            </a:extLst>
          </p:cNvPr>
          <p:cNvSpPr/>
          <p:nvPr/>
        </p:nvSpPr>
        <p:spPr>
          <a:xfrm>
            <a:off x="5841760" y="334722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Kolibri 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E4FDC78-5278-191A-C126-099142315FD0}"/>
              </a:ext>
            </a:extLst>
          </p:cNvPr>
          <p:cNvSpPr/>
          <p:nvPr/>
        </p:nvSpPr>
        <p:spPr>
          <a:xfrm>
            <a:off x="7598671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Adansonia digitata 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99B05BE-BC55-C63E-51BD-28A698A62B23}"/>
              </a:ext>
            </a:extLst>
          </p:cNvPr>
          <p:cNvSpPr/>
          <p:nvPr/>
        </p:nvSpPr>
        <p:spPr>
          <a:xfrm>
            <a:off x="9382382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Shkretëtirat shkëmbore</a:t>
            </a:r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Zoom 2">
                <a:extLst>
                  <a:ext uri="{FF2B5EF4-FFF2-40B4-BE49-F238E27FC236}">
                    <a16:creationId xmlns:a16="http://schemas.microsoft.com/office/drawing/2014/main" id="{44EA217C-4B0A-2213-8937-96D8DEB799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1046428"/>
                  </p:ext>
                </p:extLst>
              </p:nvPr>
            </p:nvGraphicFramePr>
            <p:xfrm>
              <a:off x="2403929" y="389313"/>
              <a:ext cx="1303980" cy="733489"/>
            </p:xfrm>
            <a:graphic>
              <a:graphicData uri="http://schemas.microsoft.com/office/powerpoint/2016/slidezoom">
                <pslz:sldZm>
                  <pslz:sldZmObj sldId="259" cId="3098931306">
                    <pslz:zmPr id="{90F59295-118C-4A81-A01B-A0BD7C196F14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03980" cy="7334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Zoom 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4EA217C-4B0A-2213-8937-96D8DEB799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03929" y="389313"/>
                <a:ext cx="1303980" cy="7334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A51E6E68-8BE9-7363-9D86-C8073C553E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2360170"/>
                  </p:ext>
                </p:extLst>
              </p:nvPr>
            </p:nvGraphicFramePr>
            <p:xfrm>
              <a:off x="4206240" y="401190"/>
              <a:ext cx="1301622" cy="732163"/>
            </p:xfrm>
            <a:graphic>
              <a:graphicData uri="http://schemas.microsoft.com/office/powerpoint/2016/slidezoom">
                <pslz:sldZm>
                  <pslz:sldZmObj sldId="258" cId="1629048598">
                    <pslz:zmPr id="{C361843A-0FD8-4DDE-87B5-08A31FC921F0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01622" cy="7321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51E6E68-8BE9-7363-9D86-C8073C553E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6240" y="401190"/>
                <a:ext cx="1301622" cy="7321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D115BAD4-FA58-FBAA-1329-0167D98C3A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9303184"/>
                  </p:ext>
                </p:extLst>
              </p:nvPr>
            </p:nvGraphicFramePr>
            <p:xfrm>
              <a:off x="5990318" y="428631"/>
              <a:ext cx="1319645" cy="721612"/>
            </p:xfrm>
            <a:graphic>
              <a:graphicData uri="http://schemas.microsoft.com/office/powerpoint/2016/slidezoom">
                <pslz:sldZm>
                  <pslz:sldZmObj sldId="260" cId="409712278">
                    <pslz:zmPr id="{348DB959-A804-44EF-8878-4CAE9A88BB45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19645" cy="7216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115BAD4-FA58-FBAA-1329-0167D98C3A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90318" y="428631"/>
                <a:ext cx="1319645" cy="7216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02813EE8-3858-8224-4640-9E4031649B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9846251"/>
                  </p:ext>
                </p:extLst>
              </p:nvPr>
            </p:nvGraphicFramePr>
            <p:xfrm>
              <a:off x="7786469" y="401190"/>
              <a:ext cx="1267965" cy="713230"/>
            </p:xfrm>
            <a:graphic>
              <a:graphicData uri="http://schemas.microsoft.com/office/powerpoint/2016/slidezoom">
                <pslz:sldZm>
                  <pslz:sldZmObj sldId="261" cId="1624507039">
                    <pslz:zmPr id="{676FFA91-C936-4F91-B137-7AC2803DC19E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7965" cy="7132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02813EE8-3858-8224-4640-9E4031649B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86469" y="401190"/>
                <a:ext cx="1267965" cy="7132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EA1E739B-DC78-7D38-70DF-3A7969BF1A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5083736"/>
                  </p:ext>
                </p:extLst>
              </p:nvPr>
            </p:nvGraphicFramePr>
            <p:xfrm>
              <a:off x="9570007" y="409280"/>
              <a:ext cx="1241511" cy="670446"/>
            </p:xfrm>
            <a:graphic>
              <a:graphicData uri="http://schemas.microsoft.com/office/powerpoint/2016/slidezoom">
                <pslz:sldZm>
                  <pslz:sldZmObj sldId="262" cId="4277858253">
                    <pslz:zmPr id="{146F60B3-5BC4-4491-8C96-0EDDE190D789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41511" cy="67044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EA1E739B-DC78-7D38-70DF-3A7969BF1A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70007" y="409280"/>
                <a:ext cx="1241511" cy="67044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156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zebra in a field&#10;&#10;Description automatically generated with low confidence">
            <a:extLst>
              <a:ext uri="{FF2B5EF4-FFF2-40B4-BE49-F238E27FC236}">
                <a16:creationId xmlns:a16="http://schemas.microsoft.com/office/drawing/2014/main" id="{5035BF05-FB81-6CF6-EB10-F8EF9A0E2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6060" y="214312"/>
            <a:ext cx="11781864" cy="6429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heetah running through grass&#10;&#10;Description automatically generated with medium confidence">
            <a:extLst>
              <a:ext uri="{FF2B5EF4-FFF2-40B4-BE49-F238E27FC236}">
                <a16:creationId xmlns:a16="http://schemas.microsoft.com/office/drawing/2014/main" id="{1F526C85-BD4D-EE9C-A553-98A88184DC8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b="19"/>
          <a:stretch/>
        </p:blipFill>
        <p:spPr>
          <a:xfrm>
            <a:off x="380999" y="3643532"/>
            <a:ext cx="5027787" cy="28276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A135B78-38DA-AC7A-2390-AD94A31D3BDE}"/>
              </a:ext>
            </a:extLst>
          </p:cNvPr>
          <p:cNvGrpSpPr/>
          <p:nvPr/>
        </p:nvGrpSpPr>
        <p:grpSpPr>
          <a:xfrm>
            <a:off x="215315" y="3297672"/>
            <a:ext cx="1738840" cy="1580358"/>
            <a:chOff x="0" y="251677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606F5E-F52D-1EEF-0AB8-7510BD0D959D}"/>
                </a:ext>
              </a:extLst>
            </p:cNvPr>
            <p:cNvSpPr/>
            <p:nvPr/>
          </p:nvSpPr>
          <p:spPr>
            <a:xfrm>
              <a:off x="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A6C78C-1BEA-F10A-807D-066EC0057058}"/>
                </a:ext>
              </a:extLst>
            </p:cNvPr>
            <p:cNvSpPr/>
            <p:nvPr/>
          </p:nvSpPr>
          <p:spPr>
            <a:xfrm>
              <a:off x="715617" y="8083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05CE9D-3125-44D6-095E-A047ED504917}"/>
              </a:ext>
            </a:extLst>
          </p:cNvPr>
          <p:cNvGrpSpPr/>
          <p:nvPr/>
        </p:nvGrpSpPr>
        <p:grpSpPr>
          <a:xfrm>
            <a:off x="226060" y="4430862"/>
            <a:ext cx="1738840" cy="1872064"/>
            <a:chOff x="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852DFA-BDB7-8F4F-32FB-537374A8780E}"/>
                </a:ext>
              </a:extLst>
            </p:cNvPr>
            <p:cNvSpPr/>
            <p:nvPr/>
          </p:nvSpPr>
          <p:spPr>
            <a:xfrm>
              <a:off x="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34C889-A958-F5D8-5BD6-1FB948EEDD83}"/>
                </a:ext>
              </a:extLst>
            </p:cNvPr>
            <p:cNvSpPr/>
            <p:nvPr/>
          </p:nvSpPr>
          <p:spPr>
            <a:xfrm>
              <a:off x="762000" y="28554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6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811C79-F51D-7D98-C8CB-149E02A54A33}"/>
              </a:ext>
            </a:extLst>
          </p:cNvPr>
          <p:cNvGrpSpPr/>
          <p:nvPr/>
        </p:nvGrpSpPr>
        <p:grpSpPr>
          <a:xfrm>
            <a:off x="1397471" y="4303121"/>
            <a:ext cx="1738840" cy="2001390"/>
            <a:chOff x="24384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759281-5E7D-7350-A9C7-F936BA9CF440}"/>
                </a:ext>
              </a:extLst>
            </p:cNvPr>
            <p:cNvSpPr/>
            <p:nvPr/>
          </p:nvSpPr>
          <p:spPr>
            <a:xfrm>
              <a:off x="24384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82F200-4313-A400-9F8C-3A091A0F808C}"/>
                </a:ext>
              </a:extLst>
            </p:cNvPr>
            <p:cNvSpPr/>
            <p:nvPr/>
          </p:nvSpPr>
          <p:spPr>
            <a:xfrm>
              <a:off x="3200400" y="28753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300" dirty="0"/>
                <a:t>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F57BB9-2F3D-F521-5495-C0E553765269}"/>
              </a:ext>
            </a:extLst>
          </p:cNvPr>
          <p:cNvGrpSpPr/>
          <p:nvPr/>
        </p:nvGrpSpPr>
        <p:grpSpPr>
          <a:xfrm>
            <a:off x="2574149" y="4283243"/>
            <a:ext cx="1738840" cy="2001390"/>
            <a:chOff x="48768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6F2B18-9562-2664-49B4-244A34D0136E}"/>
                </a:ext>
              </a:extLst>
            </p:cNvPr>
            <p:cNvSpPr/>
            <p:nvPr/>
          </p:nvSpPr>
          <p:spPr>
            <a:xfrm>
              <a:off x="48768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B50CDB-F5DB-DF39-F3BD-A995C366D586}"/>
                </a:ext>
              </a:extLst>
            </p:cNvPr>
            <p:cNvSpPr/>
            <p:nvPr/>
          </p:nvSpPr>
          <p:spPr>
            <a:xfrm>
              <a:off x="5638800" y="28952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38671E-E39A-C756-F7F6-0D580C2034BE}"/>
              </a:ext>
            </a:extLst>
          </p:cNvPr>
          <p:cNvGrpSpPr/>
          <p:nvPr/>
        </p:nvGrpSpPr>
        <p:grpSpPr>
          <a:xfrm>
            <a:off x="3750827" y="4288449"/>
            <a:ext cx="1738840" cy="1992382"/>
            <a:chOff x="7315200" y="2025375"/>
            <a:chExt cx="2438400" cy="2800978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D215E70-48F2-3C8C-0AE2-60C3A3C5C362}"/>
                </a:ext>
              </a:extLst>
            </p:cNvPr>
            <p:cNvSpPr/>
            <p:nvPr/>
          </p:nvSpPr>
          <p:spPr>
            <a:xfrm>
              <a:off x="7315200" y="2025375"/>
              <a:ext cx="2438400" cy="2800978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4B248DF-EA56-19DA-EAF9-35A4DFD6F93D}"/>
                </a:ext>
              </a:extLst>
            </p:cNvPr>
            <p:cNvSpPr/>
            <p:nvPr/>
          </p:nvSpPr>
          <p:spPr>
            <a:xfrm>
              <a:off x="8077200" y="29151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9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3B5EEA-1AE0-B59E-D665-52B79B781F48}"/>
              </a:ext>
            </a:extLst>
          </p:cNvPr>
          <p:cNvGrpSpPr/>
          <p:nvPr/>
        </p:nvGrpSpPr>
        <p:grpSpPr>
          <a:xfrm>
            <a:off x="4896839" y="4256422"/>
            <a:ext cx="1738840" cy="2078118"/>
            <a:chOff x="97536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9D6E16-3FAD-EA3C-1EC1-796485E1BDFC}"/>
                </a:ext>
              </a:extLst>
            </p:cNvPr>
            <p:cNvSpPr/>
            <p:nvPr/>
          </p:nvSpPr>
          <p:spPr>
            <a:xfrm>
              <a:off x="97536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398D137-8DA3-BABC-6B2F-80BF38063C0C}"/>
                </a:ext>
              </a:extLst>
            </p:cNvPr>
            <p:cNvSpPr/>
            <p:nvPr/>
          </p:nvSpPr>
          <p:spPr>
            <a:xfrm>
              <a:off x="10147473" y="2934995"/>
              <a:ext cx="1282528" cy="122366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10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B3B8D0-EAAD-CD98-5507-27082E93DB56}"/>
              </a:ext>
            </a:extLst>
          </p:cNvPr>
          <p:cNvGrpSpPr/>
          <p:nvPr/>
        </p:nvGrpSpPr>
        <p:grpSpPr>
          <a:xfrm>
            <a:off x="1380620" y="3309669"/>
            <a:ext cx="1738840" cy="1382704"/>
            <a:chOff x="2438400" y="251677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D22503-BFCD-2373-790B-D349DD48D04F}"/>
                </a:ext>
              </a:extLst>
            </p:cNvPr>
            <p:cNvSpPr/>
            <p:nvPr/>
          </p:nvSpPr>
          <p:spPr>
            <a:xfrm>
              <a:off x="243840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D9B51F-EF94-EE93-3D2B-5DE1229013E5}"/>
                </a:ext>
              </a:extLst>
            </p:cNvPr>
            <p:cNvSpPr/>
            <p:nvPr/>
          </p:nvSpPr>
          <p:spPr>
            <a:xfrm>
              <a:off x="3154017" y="8282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2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FF6787-C7D0-947D-0B2C-FFF9AD6C9EE7}"/>
              </a:ext>
            </a:extLst>
          </p:cNvPr>
          <p:cNvGrpSpPr/>
          <p:nvPr/>
        </p:nvGrpSpPr>
        <p:grpSpPr>
          <a:xfrm>
            <a:off x="2557298" y="3305792"/>
            <a:ext cx="1738840" cy="1382704"/>
            <a:chOff x="4876800" y="273012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692782F-4212-1EC1-1D12-1CFD341331D0}"/>
                </a:ext>
              </a:extLst>
            </p:cNvPr>
            <p:cNvSpPr/>
            <p:nvPr/>
          </p:nvSpPr>
          <p:spPr>
            <a:xfrm>
              <a:off x="4876800" y="273012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EFA4DA7-138B-67D1-514F-2D8153E7D25B}"/>
                </a:ext>
              </a:extLst>
            </p:cNvPr>
            <p:cNvSpPr/>
            <p:nvPr/>
          </p:nvSpPr>
          <p:spPr>
            <a:xfrm>
              <a:off x="5592417" y="8481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3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0D0434-D2CD-2696-0F5A-2EB28337E5C1}"/>
              </a:ext>
            </a:extLst>
          </p:cNvPr>
          <p:cNvGrpSpPr/>
          <p:nvPr/>
        </p:nvGrpSpPr>
        <p:grpSpPr>
          <a:xfrm>
            <a:off x="3778003" y="3298898"/>
            <a:ext cx="1738842" cy="1417870"/>
            <a:chOff x="7134542" y="262344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C0FF76C-4A70-2421-BB4C-BB5378309C56}"/>
                </a:ext>
              </a:extLst>
            </p:cNvPr>
            <p:cNvSpPr/>
            <p:nvPr/>
          </p:nvSpPr>
          <p:spPr>
            <a:xfrm>
              <a:off x="7134542" y="26234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EE018A-5542-49D4-156F-8CB7AD91330B}"/>
                </a:ext>
              </a:extLst>
            </p:cNvPr>
            <p:cNvSpPr/>
            <p:nvPr/>
          </p:nvSpPr>
          <p:spPr>
            <a:xfrm>
              <a:off x="8030817" y="8680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4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AAA0FF-1577-2B0B-B2D6-D41F26BE6CB4}"/>
              </a:ext>
            </a:extLst>
          </p:cNvPr>
          <p:cNvGrpSpPr/>
          <p:nvPr/>
        </p:nvGrpSpPr>
        <p:grpSpPr>
          <a:xfrm>
            <a:off x="4931081" y="3285696"/>
            <a:ext cx="1738842" cy="1417870"/>
            <a:chOff x="9753600" y="289014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DAFB2D3-2602-6C57-6036-BCC1EF983928}"/>
                </a:ext>
              </a:extLst>
            </p:cNvPr>
            <p:cNvSpPr/>
            <p:nvPr/>
          </p:nvSpPr>
          <p:spPr>
            <a:xfrm>
              <a:off x="9753600" y="28901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7C25BD5-98B5-0BDD-B0E9-50E0198D2DBC}"/>
                </a:ext>
              </a:extLst>
            </p:cNvPr>
            <p:cNvSpPr/>
            <p:nvPr/>
          </p:nvSpPr>
          <p:spPr>
            <a:xfrm>
              <a:off x="10469217" y="887895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5</a:t>
              </a:r>
            </a:p>
          </p:txBody>
        </p:sp>
      </p:grpSp>
      <p:sp>
        <p:nvSpPr>
          <p:cNvPr id="81" name="O1">
            <a:extLst>
              <a:ext uri="{FF2B5EF4-FFF2-40B4-BE49-F238E27FC236}">
                <a16:creationId xmlns:a16="http://schemas.microsoft.com/office/drawing/2014/main" id="{D77B2511-2BF5-49F4-FCFF-457BC0A307A0}"/>
              </a:ext>
            </a:extLst>
          </p:cNvPr>
          <p:cNvSpPr/>
          <p:nvPr/>
        </p:nvSpPr>
        <p:spPr>
          <a:xfrm>
            <a:off x="5714997" y="214312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2" name="O2">
            <a:extLst>
              <a:ext uri="{FF2B5EF4-FFF2-40B4-BE49-F238E27FC236}">
                <a16:creationId xmlns:a16="http://schemas.microsoft.com/office/drawing/2014/main" id="{2F032400-F49D-C677-407A-8B110BD9B8EF}"/>
              </a:ext>
            </a:extLst>
          </p:cNvPr>
          <p:cNvSpPr/>
          <p:nvPr/>
        </p:nvSpPr>
        <p:spPr>
          <a:xfrm>
            <a:off x="8928813" y="242216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3" name="O3">
            <a:extLst>
              <a:ext uri="{FF2B5EF4-FFF2-40B4-BE49-F238E27FC236}">
                <a16:creationId xmlns:a16="http://schemas.microsoft.com/office/drawing/2014/main" id="{093E1351-FF0A-0A09-9C88-C0B2DFC99ACE}"/>
              </a:ext>
            </a:extLst>
          </p:cNvPr>
          <p:cNvSpPr/>
          <p:nvPr/>
        </p:nvSpPr>
        <p:spPr>
          <a:xfrm>
            <a:off x="5714997" y="1386289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4" name="O4">
            <a:extLst>
              <a:ext uri="{FF2B5EF4-FFF2-40B4-BE49-F238E27FC236}">
                <a16:creationId xmlns:a16="http://schemas.microsoft.com/office/drawing/2014/main" id="{95089C11-68F3-153A-69E6-12A4EF5DE665}"/>
              </a:ext>
            </a:extLst>
          </p:cNvPr>
          <p:cNvSpPr/>
          <p:nvPr/>
        </p:nvSpPr>
        <p:spPr>
          <a:xfrm>
            <a:off x="8966376" y="1386289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85" name="T1">
            <a:extLst>
              <a:ext uri="{FF2B5EF4-FFF2-40B4-BE49-F238E27FC236}">
                <a16:creationId xmlns:a16="http://schemas.microsoft.com/office/drawing/2014/main" id="{865E0414-A68E-31B6-8720-865A14B12210}"/>
              </a:ext>
            </a:extLst>
          </p:cNvPr>
          <p:cNvSpPr txBox="1"/>
          <p:nvPr/>
        </p:nvSpPr>
        <p:spPr>
          <a:xfrm>
            <a:off x="6075605" y="383884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2800" dirty="0"/>
              <a:t>a) Luani</a:t>
            </a:r>
            <a:endParaRPr lang="sq-XK" sz="2800" dirty="0"/>
          </a:p>
        </p:txBody>
      </p:sp>
      <p:sp>
        <p:nvSpPr>
          <p:cNvPr id="86" name="T2">
            <a:extLst>
              <a:ext uri="{FF2B5EF4-FFF2-40B4-BE49-F238E27FC236}">
                <a16:creationId xmlns:a16="http://schemas.microsoft.com/office/drawing/2014/main" id="{CFAA4C39-5D51-D1C1-0D96-C22A487B84C7}"/>
              </a:ext>
            </a:extLst>
          </p:cNvPr>
          <p:cNvSpPr txBox="1"/>
          <p:nvPr/>
        </p:nvSpPr>
        <p:spPr>
          <a:xfrm>
            <a:off x="9289421" y="383884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2800" dirty="0"/>
              <a:t>b) Gepardi</a:t>
            </a:r>
            <a:endParaRPr lang="sq-XK" sz="2800" dirty="0"/>
          </a:p>
        </p:txBody>
      </p:sp>
      <p:sp>
        <p:nvSpPr>
          <p:cNvPr id="87" name="T3">
            <a:extLst>
              <a:ext uri="{FF2B5EF4-FFF2-40B4-BE49-F238E27FC236}">
                <a16:creationId xmlns:a16="http://schemas.microsoft.com/office/drawing/2014/main" id="{4F81D01D-FAB4-B12C-FD19-BEBFD625878F}"/>
              </a:ext>
            </a:extLst>
          </p:cNvPr>
          <p:cNvSpPr txBox="1"/>
          <p:nvPr/>
        </p:nvSpPr>
        <p:spPr>
          <a:xfrm>
            <a:off x="6075605" y="1527957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2800" dirty="0"/>
              <a:t>c) Kojota</a:t>
            </a:r>
            <a:endParaRPr lang="sq-XK" sz="2800" dirty="0"/>
          </a:p>
        </p:txBody>
      </p:sp>
      <p:sp>
        <p:nvSpPr>
          <p:cNvPr id="88" name="T4">
            <a:extLst>
              <a:ext uri="{FF2B5EF4-FFF2-40B4-BE49-F238E27FC236}">
                <a16:creationId xmlns:a16="http://schemas.microsoft.com/office/drawing/2014/main" id="{8FA0B46C-4565-EF73-BCD6-773652ED47C1}"/>
              </a:ext>
            </a:extLst>
          </p:cNvPr>
          <p:cNvSpPr txBox="1"/>
          <p:nvPr/>
        </p:nvSpPr>
        <p:spPr>
          <a:xfrm>
            <a:off x="9289421" y="1527957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2800" dirty="0"/>
              <a:t>d) Hiena</a:t>
            </a:r>
            <a:endParaRPr lang="sq-XK" sz="2800" dirty="0"/>
          </a:p>
        </p:txBody>
      </p:sp>
      <p:sp>
        <p:nvSpPr>
          <p:cNvPr id="89" name="S2">
            <a:extLst>
              <a:ext uri="{FF2B5EF4-FFF2-40B4-BE49-F238E27FC236}">
                <a16:creationId xmlns:a16="http://schemas.microsoft.com/office/drawing/2014/main" id="{89D5AB96-4A7A-3010-94BC-83986705F98C}"/>
              </a:ext>
            </a:extLst>
          </p:cNvPr>
          <p:cNvSpPr txBox="1"/>
          <p:nvPr/>
        </p:nvSpPr>
        <p:spPr>
          <a:xfrm>
            <a:off x="9389232" y="383884"/>
            <a:ext cx="2492063" cy="646331"/>
          </a:xfrm>
          <a:prstGeom prst="rect">
            <a:avLst/>
          </a:prstGeom>
          <a:solidFill>
            <a:srgbClr val="92D05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3600" dirty="0"/>
              <a:t>SAKTË</a:t>
            </a:r>
            <a:endParaRPr lang="sq-XK" sz="3600" dirty="0"/>
          </a:p>
        </p:txBody>
      </p:sp>
      <p:sp>
        <p:nvSpPr>
          <p:cNvPr id="90" name="G1">
            <a:extLst>
              <a:ext uri="{FF2B5EF4-FFF2-40B4-BE49-F238E27FC236}">
                <a16:creationId xmlns:a16="http://schemas.microsoft.com/office/drawing/2014/main" id="{94E59AB7-2CE6-9C0E-6F58-7553D565885D}"/>
              </a:ext>
            </a:extLst>
          </p:cNvPr>
          <p:cNvSpPr txBox="1"/>
          <p:nvPr/>
        </p:nvSpPr>
        <p:spPr>
          <a:xfrm>
            <a:off x="6175416" y="322328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3600" dirty="0"/>
              <a:t>GABIM</a:t>
            </a:r>
            <a:endParaRPr lang="sq-XK" sz="3600" dirty="0"/>
          </a:p>
        </p:txBody>
      </p:sp>
      <p:sp>
        <p:nvSpPr>
          <p:cNvPr id="91" name="G3">
            <a:extLst>
              <a:ext uri="{FF2B5EF4-FFF2-40B4-BE49-F238E27FC236}">
                <a16:creationId xmlns:a16="http://schemas.microsoft.com/office/drawing/2014/main" id="{7EE6278D-31A3-D54A-A0ED-A42C4B7A7014}"/>
              </a:ext>
            </a:extLst>
          </p:cNvPr>
          <p:cNvSpPr txBox="1"/>
          <p:nvPr/>
        </p:nvSpPr>
        <p:spPr>
          <a:xfrm>
            <a:off x="6093777" y="1514256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3600" dirty="0"/>
              <a:t>GABIM</a:t>
            </a:r>
            <a:endParaRPr lang="sq-XK" sz="3600" dirty="0"/>
          </a:p>
        </p:txBody>
      </p:sp>
      <p:sp>
        <p:nvSpPr>
          <p:cNvPr id="92" name="G4">
            <a:extLst>
              <a:ext uri="{FF2B5EF4-FFF2-40B4-BE49-F238E27FC236}">
                <a16:creationId xmlns:a16="http://schemas.microsoft.com/office/drawing/2014/main" id="{5ECEEABB-86FA-1700-F529-43B2A51C5FF9}"/>
              </a:ext>
            </a:extLst>
          </p:cNvPr>
          <p:cNvSpPr txBox="1"/>
          <p:nvPr/>
        </p:nvSpPr>
        <p:spPr>
          <a:xfrm>
            <a:off x="9408013" y="1484746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q-AL" sz="3600" dirty="0"/>
              <a:t>GABIM</a:t>
            </a:r>
            <a:endParaRPr lang="sq-XK" sz="36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20D72A2A-474A-3C32-0492-D2C2ABE4D841}"/>
              </a:ext>
            </a:extLst>
          </p:cNvPr>
          <p:cNvSpPr/>
          <p:nvPr/>
        </p:nvSpPr>
        <p:spPr>
          <a:xfrm>
            <a:off x="381000" y="503583"/>
            <a:ext cx="5234186" cy="515460"/>
          </a:xfrm>
          <a:prstGeom prst="roundRect">
            <a:avLst/>
          </a:prstGeom>
          <a:solidFill>
            <a:srgbClr val="E4C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Cila nga këto shtazë është fshehur prapa kutive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46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  <p:bldP spid="84" grpId="0" animBg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90" grpId="0"/>
      <p:bldP spid="91" grpId="0"/>
      <p:bldP spid="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uple of fennec foxes on gravel&#10;&#10;Description automatically generated with low confidence">
            <a:extLst>
              <a:ext uri="{FF2B5EF4-FFF2-40B4-BE49-F238E27FC236}">
                <a16:creationId xmlns:a16="http://schemas.microsoft.com/office/drawing/2014/main" id="{4A1ED00F-98B0-C0D8-AF41-853D76ED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9146" y="643466"/>
            <a:ext cx="891370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4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hummingbird flying next to a red flower&#10;&#10;Description automatically generated with medium confidence">
            <a:extLst>
              <a:ext uri="{FF2B5EF4-FFF2-40B4-BE49-F238E27FC236}">
                <a16:creationId xmlns:a16="http://schemas.microsoft.com/office/drawing/2014/main" id="{F5892D22-9B07-B5F3-8666-42F6D6A42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699" b="10544"/>
          <a:stretch/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picture containing outdoor, grass, plant, cloud&#10;&#10;Description automatically generated">
            <a:extLst>
              <a:ext uri="{FF2B5EF4-FFF2-40B4-BE49-F238E27FC236}">
                <a16:creationId xmlns:a16="http://schemas.microsoft.com/office/drawing/2014/main" id="{FFD3C591-5F1D-8104-8D21-C1F78ADD1F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067" r="1" b="2236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picture containing sky, outdoor, badlands, butte&#10;&#10;Description automatically generated">
            <a:extLst>
              <a:ext uri="{FF2B5EF4-FFF2-40B4-BE49-F238E27FC236}">
                <a16:creationId xmlns:a16="http://schemas.microsoft.com/office/drawing/2014/main" id="{B5FFB2E8-A8FA-C9EF-B0A1-DEEB73241E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302" r="1" b="1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5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45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7</cp:revision>
  <dcterms:created xsi:type="dcterms:W3CDTF">2023-05-13T06:18:04Z</dcterms:created>
  <dcterms:modified xsi:type="dcterms:W3CDTF">2023-05-13T20:38:56Z</dcterms:modified>
</cp:coreProperties>
</file>