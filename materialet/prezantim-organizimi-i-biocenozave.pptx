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65" r:id="rId3"/>
    <p:sldId id="257" r:id="rId4"/>
    <p:sldId id="258" r:id="rId5"/>
    <p:sldId id="259" r:id="rId6"/>
    <p:sldId id="260" r:id="rId7"/>
    <p:sldId id="261" r:id="rId8"/>
    <p:sldId id="262" r:id="rId9"/>
    <p:sldId id="264" r:id="rId10"/>
    <p:sldId id="266"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490692-3713-42B9-ACCA-983259FCFBB8}"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3CA2F650-87A5-43E9-98DA-A6D0232D98FB}">
      <dgm:prSet/>
      <dgm:spPr/>
      <dgm:t>
        <a:bodyPr/>
        <a:lstStyle/>
        <a:p>
          <a:r>
            <a:rPr lang="en-US" dirty="0"/>
            <a:t>S</a:t>
          </a:r>
          <a:r>
            <a:rPr lang="sq-AL" dirty="0"/>
            <a:t>t</a:t>
          </a:r>
          <a:r>
            <a:rPr lang="en-US" dirty="0" err="1"/>
            <a:t>ruktura</a:t>
          </a:r>
          <a:r>
            <a:rPr lang="en-US" dirty="0"/>
            <a:t> </a:t>
          </a:r>
          <a:r>
            <a:rPr lang="en-US" dirty="0" err="1"/>
            <a:t>dhe</a:t>
          </a:r>
          <a:r>
            <a:rPr lang="en-US" dirty="0"/>
            <a:t> </a:t>
          </a:r>
          <a:r>
            <a:rPr lang="en-US" dirty="0" err="1"/>
            <a:t>dinamika</a:t>
          </a:r>
          <a:r>
            <a:rPr lang="en-US" dirty="0"/>
            <a:t> e </a:t>
          </a:r>
          <a:r>
            <a:rPr lang="en-US" dirty="0" err="1"/>
            <a:t>biocenozave</a:t>
          </a:r>
          <a:endParaRPr lang="en-US" dirty="0"/>
        </a:p>
      </dgm:t>
    </dgm:pt>
    <dgm:pt modelId="{222D140C-4E91-4E54-922E-E858A9496BBE}" type="parTrans" cxnId="{4303AF92-DEE9-4516-BFF8-AD6CF1F48DA3}">
      <dgm:prSet/>
      <dgm:spPr/>
      <dgm:t>
        <a:bodyPr/>
        <a:lstStyle/>
        <a:p>
          <a:endParaRPr lang="en-US"/>
        </a:p>
      </dgm:t>
    </dgm:pt>
    <dgm:pt modelId="{98D50169-3F8E-4D3C-8262-9BFC17E71982}" type="sibTrans" cxnId="{4303AF92-DEE9-4516-BFF8-AD6CF1F48DA3}">
      <dgm:prSet/>
      <dgm:spPr/>
      <dgm:t>
        <a:bodyPr/>
        <a:lstStyle/>
        <a:p>
          <a:endParaRPr lang="en-US"/>
        </a:p>
      </dgm:t>
    </dgm:pt>
    <dgm:pt modelId="{D009497B-AE64-4EBE-93EC-B889A31287F8}">
      <dgm:prSet/>
      <dgm:spPr/>
      <dgm:t>
        <a:bodyPr/>
        <a:lstStyle/>
        <a:p>
          <a:r>
            <a:rPr lang="en-US" dirty="0" err="1"/>
            <a:t>Organizimi</a:t>
          </a:r>
          <a:r>
            <a:rPr lang="en-US" dirty="0"/>
            <a:t> </a:t>
          </a:r>
          <a:r>
            <a:rPr lang="en-US" dirty="0" err="1"/>
            <a:t>hapësinor</a:t>
          </a:r>
          <a:r>
            <a:rPr lang="en-US" dirty="0"/>
            <a:t> – </a:t>
          </a:r>
          <a:r>
            <a:rPr lang="en-US" dirty="0" err="1"/>
            <a:t>struktura</a:t>
          </a:r>
          <a:r>
            <a:rPr lang="en-US" dirty="0"/>
            <a:t> e </a:t>
          </a:r>
          <a:r>
            <a:rPr lang="en-US" dirty="0" err="1"/>
            <a:t>biocenozës</a:t>
          </a:r>
          <a:endParaRPr lang="en-US" dirty="0"/>
        </a:p>
      </dgm:t>
    </dgm:pt>
    <dgm:pt modelId="{145684B1-A0EF-4D79-8BB5-2789FDB147FF}" type="parTrans" cxnId="{74D793B4-93CB-4551-8C63-7EBF0FD7CD2A}">
      <dgm:prSet/>
      <dgm:spPr/>
      <dgm:t>
        <a:bodyPr/>
        <a:lstStyle/>
        <a:p>
          <a:endParaRPr lang="en-US"/>
        </a:p>
      </dgm:t>
    </dgm:pt>
    <dgm:pt modelId="{9EB25D95-9376-4FFE-BF5F-694563511D52}" type="sibTrans" cxnId="{74D793B4-93CB-4551-8C63-7EBF0FD7CD2A}">
      <dgm:prSet/>
      <dgm:spPr/>
      <dgm:t>
        <a:bodyPr/>
        <a:lstStyle/>
        <a:p>
          <a:endParaRPr lang="en-US"/>
        </a:p>
      </dgm:t>
    </dgm:pt>
    <dgm:pt modelId="{C9B630E9-D808-4E87-9E9A-DA488F35B50B}">
      <dgm:prSet/>
      <dgm:spPr/>
      <dgm:t>
        <a:bodyPr/>
        <a:lstStyle/>
        <a:p>
          <a:r>
            <a:rPr lang="en-US" dirty="0" err="1"/>
            <a:t>Organizimi</a:t>
          </a:r>
          <a:r>
            <a:rPr lang="en-US" dirty="0"/>
            <a:t> </a:t>
          </a:r>
          <a:r>
            <a:rPr lang="en-US" dirty="0" err="1"/>
            <a:t>kohor</a:t>
          </a:r>
          <a:r>
            <a:rPr lang="en-US" dirty="0"/>
            <a:t> </a:t>
          </a:r>
          <a:r>
            <a:rPr lang="en-US" dirty="0" err="1"/>
            <a:t>i</a:t>
          </a:r>
          <a:r>
            <a:rPr lang="en-US" dirty="0"/>
            <a:t> </a:t>
          </a:r>
          <a:r>
            <a:rPr lang="en-US" dirty="0" err="1"/>
            <a:t>biocenozës</a:t>
          </a:r>
          <a:endParaRPr lang="en-US" dirty="0"/>
        </a:p>
      </dgm:t>
    </dgm:pt>
    <dgm:pt modelId="{F9D8D69A-95BF-48C7-A41A-B6FA61329A98}" type="parTrans" cxnId="{4D2578AF-C13C-4A8B-9493-6A397174B298}">
      <dgm:prSet/>
      <dgm:spPr/>
      <dgm:t>
        <a:bodyPr/>
        <a:lstStyle/>
        <a:p>
          <a:endParaRPr lang="en-US"/>
        </a:p>
      </dgm:t>
    </dgm:pt>
    <dgm:pt modelId="{346138BD-9384-4B0E-9D9E-729275ED2047}" type="sibTrans" cxnId="{4D2578AF-C13C-4A8B-9493-6A397174B298}">
      <dgm:prSet/>
      <dgm:spPr/>
      <dgm:t>
        <a:bodyPr/>
        <a:lstStyle/>
        <a:p>
          <a:endParaRPr lang="en-US"/>
        </a:p>
      </dgm:t>
    </dgm:pt>
    <dgm:pt modelId="{0DB4088A-3190-4318-8294-ECA2A0560F97}" type="pres">
      <dgm:prSet presAssocID="{AE490692-3713-42B9-ACCA-983259FCFBB8}" presName="vert0" presStyleCnt="0">
        <dgm:presLayoutVars>
          <dgm:dir/>
          <dgm:animOne val="branch"/>
          <dgm:animLvl val="lvl"/>
        </dgm:presLayoutVars>
      </dgm:prSet>
      <dgm:spPr/>
    </dgm:pt>
    <dgm:pt modelId="{BD70D2FD-23B9-4D3F-8690-F08B2D2F2DCA}" type="pres">
      <dgm:prSet presAssocID="{3CA2F650-87A5-43E9-98DA-A6D0232D98FB}" presName="thickLine" presStyleLbl="alignNode1" presStyleIdx="0" presStyleCnt="3"/>
      <dgm:spPr/>
    </dgm:pt>
    <dgm:pt modelId="{DBA374CF-99A3-4736-B63A-AE9474D4E6A4}" type="pres">
      <dgm:prSet presAssocID="{3CA2F650-87A5-43E9-98DA-A6D0232D98FB}" presName="horz1" presStyleCnt="0"/>
      <dgm:spPr/>
    </dgm:pt>
    <dgm:pt modelId="{259855D9-CB23-4342-B62B-5536724433C8}" type="pres">
      <dgm:prSet presAssocID="{3CA2F650-87A5-43E9-98DA-A6D0232D98FB}" presName="tx1" presStyleLbl="revTx" presStyleIdx="0" presStyleCnt="3"/>
      <dgm:spPr/>
    </dgm:pt>
    <dgm:pt modelId="{8C1BC125-EA90-4B67-9395-451B90ED43F6}" type="pres">
      <dgm:prSet presAssocID="{3CA2F650-87A5-43E9-98DA-A6D0232D98FB}" presName="vert1" presStyleCnt="0"/>
      <dgm:spPr/>
    </dgm:pt>
    <dgm:pt modelId="{538B655C-960A-4B84-89F7-919B477B2DA2}" type="pres">
      <dgm:prSet presAssocID="{D009497B-AE64-4EBE-93EC-B889A31287F8}" presName="thickLine" presStyleLbl="alignNode1" presStyleIdx="1" presStyleCnt="3"/>
      <dgm:spPr/>
    </dgm:pt>
    <dgm:pt modelId="{C3482703-5031-4D8E-8D69-AB4F0DB046A0}" type="pres">
      <dgm:prSet presAssocID="{D009497B-AE64-4EBE-93EC-B889A31287F8}" presName="horz1" presStyleCnt="0"/>
      <dgm:spPr/>
    </dgm:pt>
    <dgm:pt modelId="{4305BB88-0AD8-46AF-96F0-806FE684D325}" type="pres">
      <dgm:prSet presAssocID="{D009497B-AE64-4EBE-93EC-B889A31287F8}" presName="tx1" presStyleLbl="revTx" presStyleIdx="1" presStyleCnt="3"/>
      <dgm:spPr/>
    </dgm:pt>
    <dgm:pt modelId="{251EB4C6-26E0-4852-A8F9-73107B432531}" type="pres">
      <dgm:prSet presAssocID="{D009497B-AE64-4EBE-93EC-B889A31287F8}" presName="vert1" presStyleCnt="0"/>
      <dgm:spPr/>
    </dgm:pt>
    <dgm:pt modelId="{C92BDD9C-8535-40BC-9FFF-6576DA3DBE88}" type="pres">
      <dgm:prSet presAssocID="{C9B630E9-D808-4E87-9E9A-DA488F35B50B}" presName="thickLine" presStyleLbl="alignNode1" presStyleIdx="2" presStyleCnt="3"/>
      <dgm:spPr/>
    </dgm:pt>
    <dgm:pt modelId="{D3576A84-BA11-4C78-9D03-0AFB24C25F35}" type="pres">
      <dgm:prSet presAssocID="{C9B630E9-D808-4E87-9E9A-DA488F35B50B}" presName="horz1" presStyleCnt="0"/>
      <dgm:spPr/>
    </dgm:pt>
    <dgm:pt modelId="{06CC3A9B-00AC-4A01-830C-4E888C00D9E5}" type="pres">
      <dgm:prSet presAssocID="{C9B630E9-D808-4E87-9E9A-DA488F35B50B}" presName="tx1" presStyleLbl="revTx" presStyleIdx="2" presStyleCnt="3"/>
      <dgm:spPr/>
    </dgm:pt>
    <dgm:pt modelId="{2D719359-FB6E-43CF-B78F-5DEFC27AC219}" type="pres">
      <dgm:prSet presAssocID="{C9B630E9-D808-4E87-9E9A-DA488F35B50B}" presName="vert1" presStyleCnt="0"/>
      <dgm:spPr/>
    </dgm:pt>
  </dgm:ptLst>
  <dgm:cxnLst>
    <dgm:cxn modelId="{E5B9F16D-B599-4070-88AC-5AEC96EAEDC7}" type="presOf" srcId="{C9B630E9-D808-4E87-9E9A-DA488F35B50B}" destId="{06CC3A9B-00AC-4A01-830C-4E888C00D9E5}" srcOrd="0" destOrd="0" presId="urn:microsoft.com/office/officeart/2008/layout/LinedList"/>
    <dgm:cxn modelId="{4303AF92-DEE9-4516-BFF8-AD6CF1F48DA3}" srcId="{AE490692-3713-42B9-ACCA-983259FCFBB8}" destId="{3CA2F650-87A5-43E9-98DA-A6D0232D98FB}" srcOrd="0" destOrd="0" parTransId="{222D140C-4E91-4E54-922E-E858A9496BBE}" sibTransId="{98D50169-3F8E-4D3C-8262-9BFC17E71982}"/>
    <dgm:cxn modelId="{4D2578AF-C13C-4A8B-9493-6A397174B298}" srcId="{AE490692-3713-42B9-ACCA-983259FCFBB8}" destId="{C9B630E9-D808-4E87-9E9A-DA488F35B50B}" srcOrd="2" destOrd="0" parTransId="{F9D8D69A-95BF-48C7-A41A-B6FA61329A98}" sibTransId="{346138BD-9384-4B0E-9D9E-729275ED2047}"/>
    <dgm:cxn modelId="{74D793B4-93CB-4551-8C63-7EBF0FD7CD2A}" srcId="{AE490692-3713-42B9-ACCA-983259FCFBB8}" destId="{D009497B-AE64-4EBE-93EC-B889A31287F8}" srcOrd="1" destOrd="0" parTransId="{145684B1-A0EF-4D79-8BB5-2789FDB147FF}" sibTransId="{9EB25D95-9376-4FFE-BF5F-694563511D52}"/>
    <dgm:cxn modelId="{4A263AC9-4255-4A41-A959-655DDDFE036C}" type="presOf" srcId="{D009497B-AE64-4EBE-93EC-B889A31287F8}" destId="{4305BB88-0AD8-46AF-96F0-806FE684D325}" srcOrd="0" destOrd="0" presId="urn:microsoft.com/office/officeart/2008/layout/LinedList"/>
    <dgm:cxn modelId="{4BA41CD2-C7B5-4F3D-9E1F-2CB21EA322AD}" type="presOf" srcId="{AE490692-3713-42B9-ACCA-983259FCFBB8}" destId="{0DB4088A-3190-4318-8294-ECA2A0560F97}" srcOrd="0" destOrd="0" presId="urn:microsoft.com/office/officeart/2008/layout/LinedList"/>
    <dgm:cxn modelId="{62E82DD4-C5E3-47B9-A587-A7F860BC7AD2}" type="presOf" srcId="{3CA2F650-87A5-43E9-98DA-A6D0232D98FB}" destId="{259855D9-CB23-4342-B62B-5536724433C8}" srcOrd="0" destOrd="0" presId="urn:microsoft.com/office/officeart/2008/layout/LinedList"/>
    <dgm:cxn modelId="{B6C9E9C2-D644-4B64-895F-816A0C93ED3C}" type="presParOf" srcId="{0DB4088A-3190-4318-8294-ECA2A0560F97}" destId="{BD70D2FD-23B9-4D3F-8690-F08B2D2F2DCA}" srcOrd="0" destOrd="0" presId="urn:microsoft.com/office/officeart/2008/layout/LinedList"/>
    <dgm:cxn modelId="{D81CC9F2-913A-49A1-96D1-906E823EAA27}" type="presParOf" srcId="{0DB4088A-3190-4318-8294-ECA2A0560F97}" destId="{DBA374CF-99A3-4736-B63A-AE9474D4E6A4}" srcOrd="1" destOrd="0" presId="urn:microsoft.com/office/officeart/2008/layout/LinedList"/>
    <dgm:cxn modelId="{E1FCA44F-D07D-4F2A-95E5-67FE1158CBE1}" type="presParOf" srcId="{DBA374CF-99A3-4736-B63A-AE9474D4E6A4}" destId="{259855D9-CB23-4342-B62B-5536724433C8}" srcOrd="0" destOrd="0" presId="urn:microsoft.com/office/officeart/2008/layout/LinedList"/>
    <dgm:cxn modelId="{E9554833-F0C6-4D34-A52B-8CFEA08DACB9}" type="presParOf" srcId="{DBA374CF-99A3-4736-B63A-AE9474D4E6A4}" destId="{8C1BC125-EA90-4B67-9395-451B90ED43F6}" srcOrd="1" destOrd="0" presId="urn:microsoft.com/office/officeart/2008/layout/LinedList"/>
    <dgm:cxn modelId="{2FAB79AF-B3A7-4D6E-BA95-FF6F8FC1D625}" type="presParOf" srcId="{0DB4088A-3190-4318-8294-ECA2A0560F97}" destId="{538B655C-960A-4B84-89F7-919B477B2DA2}" srcOrd="2" destOrd="0" presId="urn:microsoft.com/office/officeart/2008/layout/LinedList"/>
    <dgm:cxn modelId="{C393054E-AD22-40C1-8E07-24721FDC4D3A}" type="presParOf" srcId="{0DB4088A-3190-4318-8294-ECA2A0560F97}" destId="{C3482703-5031-4D8E-8D69-AB4F0DB046A0}" srcOrd="3" destOrd="0" presId="urn:microsoft.com/office/officeart/2008/layout/LinedList"/>
    <dgm:cxn modelId="{C8982DDC-5267-4EE3-90A6-E64D47F2EF66}" type="presParOf" srcId="{C3482703-5031-4D8E-8D69-AB4F0DB046A0}" destId="{4305BB88-0AD8-46AF-96F0-806FE684D325}" srcOrd="0" destOrd="0" presId="urn:microsoft.com/office/officeart/2008/layout/LinedList"/>
    <dgm:cxn modelId="{B077C6C3-732D-415B-AC0B-4357F9E985BD}" type="presParOf" srcId="{C3482703-5031-4D8E-8D69-AB4F0DB046A0}" destId="{251EB4C6-26E0-4852-A8F9-73107B432531}" srcOrd="1" destOrd="0" presId="urn:microsoft.com/office/officeart/2008/layout/LinedList"/>
    <dgm:cxn modelId="{C80E0D02-A500-4868-9D1B-D413BC17B287}" type="presParOf" srcId="{0DB4088A-3190-4318-8294-ECA2A0560F97}" destId="{C92BDD9C-8535-40BC-9FFF-6576DA3DBE88}" srcOrd="4" destOrd="0" presId="urn:microsoft.com/office/officeart/2008/layout/LinedList"/>
    <dgm:cxn modelId="{3EDCADFE-EADA-41AB-907D-00F1AC090ADB}" type="presParOf" srcId="{0DB4088A-3190-4318-8294-ECA2A0560F97}" destId="{D3576A84-BA11-4C78-9D03-0AFB24C25F35}" srcOrd="5" destOrd="0" presId="urn:microsoft.com/office/officeart/2008/layout/LinedList"/>
    <dgm:cxn modelId="{E0A145BC-E38B-497B-89AD-57F6E33D2ADB}" type="presParOf" srcId="{D3576A84-BA11-4C78-9D03-0AFB24C25F35}" destId="{06CC3A9B-00AC-4A01-830C-4E888C00D9E5}" srcOrd="0" destOrd="0" presId="urn:microsoft.com/office/officeart/2008/layout/LinedList"/>
    <dgm:cxn modelId="{B7A67754-F404-483B-AC0C-F35CD062393B}" type="presParOf" srcId="{D3576A84-BA11-4C78-9D03-0AFB24C25F35}" destId="{2D719359-FB6E-43CF-B78F-5DEFC27AC21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344F04-6E68-406C-BC7F-67C32BC12950}" type="doc">
      <dgm:prSet loTypeId="urn:microsoft.com/office/officeart/2005/8/layout/hierarchy1" loCatId="hierarchy" qsTypeId="urn:microsoft.com/office/officeart/2005/8/quickstyle/simple1" qsCatId="simple" csTypeId="urn:microsoft.com/office/officeart/2005/8/colors/accent3_2" csCatId="accent3" phldr="1"/>
      <dgm:spPr/>
      <dgm:t>
        <a:bodyPr/>
        <a:lstStyle/>
        <a:p>
          <a:endParaRPr lang="en-US"/>
        </a:p>
      </dgm:t>
    </dgm:pt>
    <dgm:pt modelId="{7EF8161F-20CB-41F6-92D9-423514EA43B9}">
      <dgm:prSet/>
      <dgm:spPr/>
      <dgm:t>
        <a:bodyPr/>
        <a:lstStyle/>
        <a:p>
          <a:r>
            <a:rPr lang="en-US" dirty="0" err="1"/>
            <a:t>Organizimi</a:t>
          </a:r>
          <a:r>
            <a:rPr lang="en-US" dirty="0"/>
            <a:t> </a:t>
          </a:r>
          <a:r>
            <a:rPr lang="en-US" dirty="0" err="1"/>
            <a:t>hapësinor</a:t>
          </a:r>
          <a:r>
            <a:rPr lang="en-US" dirty="0"/>
            <a:t> </a:t>
          </a:r>
          <a:r>
            <a:rPr lang="en-US" dirty="0" err="1"/>
            <a:t>i</a:t>
          </a:r>
          <a:r>
            <a:rPr lang="en-US" dirty="0"/>
            <a:t> </a:t>
          </a:r>
          <a:r>
            <a:rPr lang="en-US" dirty="0" err="1"/>
            <a:t>biocenozës</a:t>
          </a:r>
          <a:r>
            <a:rPr lang="en-US" dirty="0"/>
            <a:t> </a:t>
          </a:r>
          <a:r>
            <a:rPr lang="en-US" dirty="0" err="1"/>
            <a:t>nënkupton</a:t>
          </a:r>
          <a:r>
            <a:rPr lang="en-US" dirty="0"/>
            <a:t> </a:t>
          </a:r>
          <a:r>
            <a:rPr lang="en-US" dirty="0" err="1"/>
            <a:t>përbërjen</a:t>
          </a:r>
          <a:r>
            <a:rPr lang="en-US" dirty="0"/>
            <a:t>, </a:t>
          </a:r>
          <a:r>
            <a:rPr lang="en-US" dirty="0" err="1"/>
            <a:t>numrin</a:t>
          </a:r>
          <a:r>
            <a:rPr lang="en-US" dirty="0"/>
            <a:t> </a:t>
          </a:r>
          <a:r>
            <a:rPr lang="en-US" dirty="0" err="1"/>
            <a:t>dhe</a:t>
          </a:r>
          <a:r>
            <a:rPr lang="en-US" dirty="0"/>
            <a:t> </a:t>
          </a:r>
          <a:r>
            <a:rPr lang="en-US" dirty="0" err="1"/>
            <a:t>renditjen</a:t>
          </a:r>
          <a:r>
            <a:rPr lang="en-US" dirty="0"/>
            <a:t> e </a:t>
          </a:r>
          <a:r>
            <a:rPr lang="en-US" dirty="0" err="1"/>
            <a:t>llojeve</a:t>
          </a:r>
          <a:r>
            <a:rPr lang="en-US" dirty="0"/>
            <a:t> </a:t>
          </a:r>
          <a:r>
            <a:rPr lang="en-US" dirty="0" err="1"/>
            <a:t>bimore</a:t>
          </a:r>
          <a:r>
            <a:rPr lang="en-US" dirty="0"/>
            <a:t> e </a:t>
          </a:r>
          <a:r>
            <a:rPr lang="en-US" dirty="0" err="1"/>
            <a:t>shtazore</a:t>
          </a:r>
          <a:r>
            <a:rPr lang="en-US" dirty="0"/>
            <a:t> </a:t>
          </a:r>
          <a:r>
            <a:rPr lang="en-US" dirty="0" err="1"/>
            <a:t>dhe</a:t>
          </a:r>
          <a:r>
            <a:rPr lang="en-US" dirty="0"/>
            <a:t> </a:t>
          </a:r>
          <a:r>
            <a:rPr lang="en-US" dirty="0" err="1"/>
            <a:t>shprehet</a:t>
          </a:r>
          <a:r>
            <a:rPr lang="en-US" dirty="0"/>
            <a:t> </a:t>
          </a:r>
          <a:r>
            <a:rPr lang="en-US" dirty="0" err="1"/>
            <a:t>përmes</a:t>
          </a:r>
          <a:r>
            <a:rPr lang="en-US" dirty="0"/>
            <a:t> </a:t>
          </a:r>
          <a:r>
            <a:rPr lang="en-US" dirty="0" err="1"/>
            <a:t>katëzimit</a:t>
          </a:r>
          <a:r>
            <a:rPr lang="en-US" dirty="0"/>
            <a:t>. </a:t>
          </a:r>
          <a:r>
            <a:rPr lang="en-US" dirty="0" err="1"/>
            <a:t>Rënditja</a:t>
          </a:r>
          <a:r>
            <a:rPr lang="en-US" dirty="0"/>
            <a:t> </a:t>
          </a:r>
          <a:r>
            <a:rPr lang="en-US" dirty="0" err="1"/>
            <a:t>në</a:t>
          </a:r>
          <a:r>
            <a:rPr lang="en-US" dirty="0"/>
            <a:t> </a:t>
          </a:r>
          <a:r>
            <a:rPr lang="en-US" dirty="0" err="1"/>
            <a:t>kate</a:t>
          </a:r>
          <a:r>
            <a:rPr lang="en-US" dirty="0"/>
            <a:t> </a:t>
          </a:r>
          <a:r>
            <a:rPr lang="en-US" dirty="0" err="1"/>
            <a:t>mundëson</a:t>
          </a:r>
          <a:r>
            <a:rPr lang="en-US" dirty="0"/>
            <a:t> </a:t>
          </a:r>
          <a:r>
            <a:rPr lang="en-US" dirty="0" err="1"/>
            <a:t>që</a:t>
          </a:r>
          <a:r>
            <a:rPr lang="en-US" dirty="0"/>
            <a:t> </a:t>
          </a:r>
          <a:r>
            <a:rPr lang="en-US" dirty="0" err="1"/>
            <a:t>në</a:t>
          </a:r>
          <a:r>
            <a:rPr lang="en-US" dirty="0"/>
            <a:t> </a:t>
          </a:r>
          <a:r>
            <a:rPr lang="en-US" dirty="0" err="1"/>
            <a:t>një</a:t>
          </a:r>
          <a:r>
            <a:rPr lang="en-US" dirty="0"/>
            <a:t> </a:t>
          </a:r>
          <a:r>
            <a:rPr lang="en-US" dirty="0" err="1"/>
            <a:t>hapësirë</a:t>
          </a:r>
          <a:r>
            <a:rPr lang="en-US" dirty="0"/>
            <a:t> </a:t>
          </a:r>
          <a:r>
            <a:rPr lang="en-US" dirty="0" err="1"/>
            <a:t>të</a:t>
          </a:r>
          <a:r>
            <a:rPr lang="en-US" dirty="0"/>
            <a:t> </a:t>
          </a:r>
          <a:r>
            <a:rPr lang="en-US" dirty="0" err="1"/>
            <a:t>caktuar</a:t>
          </a:r>
          <a:r>
            <a:rPr lang="en-US" dirty="0"/>
            <a:t> </a:t>
          </a:r>
          <a:r>
            <a:rPr lang="en-US" dirty="0" err="1"/>
            <a:t>të</a:t>
          </a:r>
          <a:r>
            <a:rPr lang="en-US" dirty="0"/>
            <a:t> </a:t>
          </a:r>
          <a:r>
            <a:rPr lang="en-US" dirty="0" err="1"/>
            <a:t>jetojnë</a:t>
          </a:r>
          <a:r>
            <a:rPr lang="en-US" dirty="0"/>
            <a:t> </a:t>
          </a:r>
          <a:r>
            <a:rPr lang="en-US" dirty="0" err="1"/>
            <a:t>lloje</a:t>
          </a:r>
          <a:r>
            <a:rPr lang="en-US" dirty="0"/>
            <a:t> </a:t>
          </a:r>
          <a:r>
            <a:rPr lang="en-US" dirty="0" err="1"/>
            <a:t>të</a:t>
          </a:r>
          <a:r>
            <a:rPr lang="en-US" dirty="0"/>
            <a:t> </a:t>
          </a:r>
          <a:r>
            <a:rPr lang="en-US" dirty="0" err="1"/>
            <a:t>ndryshme</a:t>
          </a:r>
          <a:r>
            <a:rPr lang="en-US" dirty="0"/>
            <a:t> </a:t>
          </a:r>
          <a:r>
            <a:rPr lang="en-US" dirty="0" err="1"/>
            <a:t>dhe</a:t>
          </a:r>
          <a:r>
            <a:rPr lang="en-US" dirty="0"/>
            <a:t> </a:t>
          </a:r>
          <a:r>
            <a:rPr lang="en-US" dirty="0" err="1"/>
            <a:t>kjo</a:t>
          </a:r>
          <a:r>
            <a:rPr lang="en-US" dirty="0"/>
            <a:t> </a:t>
          </a:r>
          <a:r>
            <a:rPr lang="en-US" dirty="0" err="1"/>
            <a:t>varet</a:t>
          </a:r>
          <a:r>
            <a:rPr lang="en-US" dirty="0"/>
            <a:t> </a:t>
          </a:r>
          <a:r>
            <a:rPr lang="en-US" dirty="0" err="1"/>
            <a:t>nga</a:t>
          </a:r>
          <a:r>
            <a:rPr lang="en-US" dirty="0"/>
            <a:t> </a:t>
          </a:r>
          <a:r>
            <a:rPr lang="en-US" dirty="0" err="1"/>
            <a:t>faktorët</a:t>
          </a:r>
          <a:r>
            <a:rPr lang="en-US" dirty="0"/>
            <a:t> </a:t>
          </a:r>
          <a:r>
            <a:rPr lang="en-US" dirty="0" err="1"/>
            <a:t>biotik</a:t>
          </a:r>
          <a:r>
            <a:rPr lang="en-US" dirty="0"/>
            <a:t> </a:t>
          </a:r>
          <a:r>
            <a:rPr lang="en-US" dirty="0" err="1"/>
            <a:t>dhe</a:t>
          </a:r>
          <a:r>
            <a:rPr lang="en-US" dirty="0"/>
            <a:t> </a:t>
          </a:r>
          <a:r>
            <a:rPr lang="en-US" dirty="0" err="1"/>
            <a:t>abiotik</a:t>
          </a:r>
          <a:r>
            <a:rPr lang="en-US" dirty="0"/>
            <a:t>. </a:t>
          </a:r>
        </a:p>
      </dgm:t>
    </dgm:pt>
    <dgm:pt modelId="{7872E521-62AD-4FC3-8414-5B51FCD91001}" type="parTrans" cxnId="{44DB366E-569B-4D82-A962-CE6B63103E27}">
      <dgm:prSet/>
      <dgm:spPr/>
      <dgm:t>
        <a:bodyPr/>
        <a:lstStyle/>
        <a:p>
          <a:endParaRPr lang="en-US"/>
        </a:p>
      </dgm:t>
    </dgm:pt>
    <dgm:pt modelId="{9A1D1508-F765-49B7-8C74-7F98B6800A4C}" type="sibTrans" cxnId="{44DB366E-569B-4D82-A962-CE6B63103E27}">
      <dgm:prSet/>
      <dgm:spPr/>
      <dgm:t>
        <a:bodyPr/>
        <a:lstStyle/>
        <a:p>
          <a:endParaRPr lang="en-US"/>
        </a:p>
      </dgm:t>
    </dgm:pt>
    <dgm:pt modelId="{49D48CD9-BC85-4A14-855D-0E8651F576E3}">
      <dgm:prSet/>
      <dgm:spPr/>
      <dgm:t>
        <a:bodyPr/>
        <a:lstStyle/>
        <a:p>
          <a:r>
            <a:rPr lang="en-US" dirty="0"/>
            <a:t>Kemi </a:t>
          </a:r>
          <a:r>
            <a:rPr lang="en-US" dirty="0" err="1"/>
            <a:t>shembuj</a:t>
          </a:r>
          <a:r>
            <a:rPr lang="en-US" dirty="0"/>
            <a:t> </a:t>
          </a:r>
          <a:r>
            <a:rPr lang="en-US" dirty="0" err="1"/>
            <a:t>të</a:t>
          </a:r>
          <a:r>
            <a:rPr lang="en-US" dirty="0"/>
            <a:t> </a:t>
          </a:r>
          <a:r>
            <a:rPr lang="en-US" dirty="0" err="1"/>
            <a:t>ndryshime</a:t>
          </a:r>
          <a:r>
            <a:rPr lang="en-US" dirty="0"/>
            <a:t> </a:t>
          </a:r>
          <a:r>
            <a:rPr lang="en-US" dirty="0" err="1"/>
            <a:t>siç</a:t>
          </a:r>
          <a:r>
            <a:rPr lang="en-US" dirty="0"/>
            <a:t> </a:t>
          </a:r>
          <a:r>
            <a:rPr lang="en-US" dirty="0" err="1"/>
            <a:t>është</a:t>
          </a:r>
          <a:r>
            <a:rPr lang="en-US" dirty="0"/>
            <a:t> </a:t>
          </a:r>
          <a:r>
            <a:rPr lang="en-US" dirty="0" err="1"/>
            <a:t>tek</a:t>
          </a:r>
          <a:r>
            <a:rPr lang="en-US" dirty="0"/>
            <a:t> </a:t>
          </a:r>
          <a:r>
            <a:rPr lang="en-US" dirty="0" err="1"/>
            <a:t>pylli</a:t>
          </a:r>
          <a:r>
            <a:rPr lang="en-US" dirty="0"/>
            <a:t> </a:t>
          </a:r>
          <a:r>
            <a:rPr lang="en-US" dirty="0" err="1"/>
            <a:t>i</a:t>
          </a:r>
          <a:r>
            <a:rPr lang="en-US" dirty="0"/>
            <a:t> </a:t>
          </a:r>
          <a:r>
            <a:rPr lang="en-US" dirty="0" err="1"/>
            <a:t>dushkut</a:t>
          </a:r>
          <a:r>
            <a:rPr lang="en-US" dirty="0"/>
            <a:t> </a:t>
          </a:r>
          <a:r>
            <a:rPr lang="en-US" dirty="0" err="1"/>
            <a:t>ku</a:t>
          </a:r>
          <a:r>
            <a:rPr lang="en-US" dirty="0"/>
            <a:t> </a:t>
          </a:r>
          <a:r>
            <a:rPr lang="en-US" dirty="0" err="1"/>
            <a:t>dallohen</a:t>
          </a:r>
          <a:r>
            <a:rPr lang="en-US" dirty="0"/>
            <a:t> 4 </a:t>
          </a:r>
          <a:r>
            <a:rPr lang="en-US" dirty="0" err="1"/>
            <a:t>kate</a:t>
          </a:r>
          <a:r>
            <a:rPr lang="en-US" dirty="0"/>
            <a:t> </a:t>
          </a:r>
          <a:r>
            <a:rPr lang="en-US" dirty="0" err="1"/>
            <a:t>ndërsa</a:t>
          </a:r>
          <a:r>
            <a:rPr lang="en-US" dirty="0"/>
            <a:t> </a:t>
          </a:r>
          <a:r>
            <a:rPr lang="en-US" dirty="0" err="1"/>
            <a:t>tek</a:t>
          </a:r>
          <a:r>
            <a:rPr lang="en-US" dirty="0"/>
            <a:t> </a:t>
          </a:r>
          <a:r>
            <a:rPr lang="en-US" dirty="0" err="1"/>
            <a:t>pylli</a:t>
          </a:r>
          <a:r>
            <a:rPr lang="en-US" dirty="0"/>
            <a:t> </a:t>
          </a:r>
          <a:r>
            <a:rPr lang="en-US" dirty="0" err="1"/>
            <a:t>i</a:t>
          </a:r>
          <a:r>
            <a:rPr lang="en-US" dirty="0"/>
            <a:t> </a:t>
          </a:r>
          <a:r>
            <a:rPr lang="en-US" dirty="0" err="1"/>
            <a:t>ahut</a:t>
          </a:r>
          <a:r>
            <a:rPr lang="en-US" dirty="0"/>
            <a:t> </a:t>
          </a:r>
          <a:r>
            <a:rPr lang="en-US" dirty="0" err="1"/>
            <a:t>vetem</a:t>
          </a:r>
          <a:r>
            <a:rPr lang="en-US" dirty="0"/>
            <a:t> 2 </a:t>
          </a:r>
          <a:r>
            <a:rPr lang="en-US" dirty="0" err="1"/>
            <a:t>kate</a:t>
          </a:r>
          <a:r>
            <a:rPr lang="en-US" dirty="0"/>
            <a:t> </a:t>
          </a:r>
          <a:r>
            <a:rPr lang="en-US" dirty="0" err="1"/>
            <a:t>kjo</a:t>
          </a:r>
          <a:r>
            <a:rPr lang="en-US" dirty="0"/>
            <a:t> </a:t>
          </a:r>
          <a:r>
            <a:rPr lang="en-US" dirty="0" err="1"/>
            <a:t>ndodh</a:t>
          </a:r>
          <a:r>
            <a:rPr lang="en-US" dirty="0"/>
            <a:t> </a:t>
          </a:r>
          <a:r>
            <a:rPr lang="en-US" dirty="0" err="1"/>
            <a:t>sepse</a:t>
          </a:r>
          <a:r>
            <a:rPr lang="en-US" dirty="0"/>
            <a:t> </a:t>
          </a:r>
          <a:r>
            <a:rPr lang="en-US" dirty="0" err="1"/>
            <a:t>tek</a:t>
          </a:r>
          <a:r>
            <a:rPr lang="en-US" dirty="0"/>
            <a:t> </a:t>
          </a:r>
          <a:r>
            <a:rPr lang="en-US" dirty="0" err="1"/>
            <a:t>pylli</a:t>
          </a:r>
          <a:r>
            <a:rPr lang="en-US" dirty="0"/>
            <a:t> </a:t>
          </a:r>
          <a:r>
            <a:rPr lang="en-US" dirty="0" err="1"/>
            <a:t>i</a:t>
          </a:r>
          <a:r>
            <a:rPr lang="en-US" dirty="0"/>
            <a:t> </a:t>
          </a:r>
          <a:r>
            <a:rPr lang="en-US" dirty="0" err="1"/>
            <a:t>dushkut</a:t>
          </a:r>
          <a:r>
            <a:rPr lang="en-US" dirty="0"/>
            <a:t> </a:t>
          </a:r>
          <a:r>
            <a:rPr lang="en-US" dirty="0" err="1"/>
            <a:t>kurorat</a:t>
          </a:r>
          <a:r>
            <a:rPr lang="en-US" dirty="0"/>
            <a:t> e </a:t>
          </a:r>
          <a:r>
            <a:rPr lang="en-US" dirty="0" err="1"/>
            <a:t>drurëve</a:t>
          </a:r>
          <a:r>
            <a:rPr lang="en-US" dirty="0"/>
            <a:t> </a:t>
          </a:r>
          <a:r>
            <a:rPr lang="en-US" dirty="0" err="1"/>
            <a:t>janë</a:t>
          </a:r>
          <a:r>
            <a:rPr lang="en-US" dirty="0"/>
            <a:t> </a:t>
          </a:r>
          <a:r>
            <a:rPr lang="en-US" dirty="0" err="1"/>
            <a:t>të</a:t>
          </a:r>
          <a:r>
            <a:rPr lang="en-US" dirty="0"/>
            <a:t> </a:t>
          </a:r>
          <a:r>
            <a:rPr lang="en-US" dirty="0" err="1"/>
            <a:t>rralla</a:t>
          </a:r>
          <a:r>
            <a:rPr lang="en-US" dirty="0"/>
            <a:t> </a:t>
          </a:r>
          <a:r>
            <a:rPr lang="en-US" dirty="0" err="1"/>
            <a:t>dhe</a:t>
          </a:r>
          <a:r>
            <a:rPr lang="en-US" dirty="0"/>
            <a:t> </a:t>
          </a:r>
          <a:r>
            <a:rPr lang="en-US" dirty="0" err="1"/>
            <a:t>drita</a:t>
          </a:r>
          <a:r>
            <a:rPr lang="en-US" dirty="0"/>
            <a:t> </a:t>
          </a:r>
          <a:r>
            <a:rPr lang="en-US" dirty="0" err="1"/>
            <a:t>depërton</a:t>
          </a:r>
          <a:r>
            <a:rPr lang="en-US" dirty="0"/>
            <a:t> </a:t>
          </a:r>
          <a:r>
            <a:rPr lang="en-US" dirty="0" err="1"/>
            <a:t>më</a:t>
          </a:r>
          <a:r>
            <a:rPr lang="en-US" dirty="0"/>
            <a:t> </a:t>
          </a:r>
          <a:r>
            <a:rPr lang="en-US" dirty="0" err="1"/>
            <a:t>lehtë</a:t>
          </a:r>
          <a:r>
            <a:rPr lang="en-US" dirty="0"/>
            <a:t> </a:t>
          </a:r>
          <a:r>
            <a:rPr lang="en-US" dirty="0" err="1"/>
            <a:t>që</a:t>
          </a:r>
          <a:r>
            <a:rPr lang="en-US" dirty="0"/>
            <a:t> </a:t>
          </a:r>
          <a:r>
            <a:rPr lang="en-US" dirty="0" err="1"/>
            <a:t>mundëson</a:t>
          </a:r>
          <a:r>
            <a:rPr lang="en-US" dirty="0"/>
            <a:t> </a:t>
          </a:r>
          <a:r>
            <a:rPr lang="en-US" dirty="0" err="1"/>
            <a:t>zhvillimin</a:t>
          </a:r>
          <a:r>
            <a:rPr lang="en-US" dirty="0"/>
            <a:t> e </a:t>
          </a:r>
          <a:r>
            <a:rPr lang="en-US" dirty="0" err="1"/>
            <a:t>më</a:t>
          </a:r>
          <a:r>
            <a:rPr lang="en-US" dirty="0"/>
            <a:t> </a:t>
          </a:r>
          <a:r>
            <a:rPr lang="en-US" dirty="0" err="1"/>
            <a:t>shumë</a:t>
          </a:r>
          <a:r>
            <a:rPr lang="en-US" dirty="0"/>
            <a:t> </a:t>
          </a:r>
          <a:r>
            <a:rPr lang="en-US" dirty="0" err="1"/>
            <a:t>llojeve</a:t>
          </a:r>
          <a:r>
            <a:rPr lang="en-US" dirty="0"/>
            <a:t> </a:t>
          </a:r>
          <a:r>
            <a:rPr lang="en-US" dirty="0" err="1"/>
            <a:t>bimore</a:t>
          </a:r>
          <a:r>
            <a:rPr lang="en-US" dirty="0"/>
            <a:t>.</a:t>
          </a:r>
        </a:p>
      </dgm:t>
    </dgm:pt>
    <dgm:pt modelId="{4D98C8D6-5D8C-41D2-9962-8BA342ED046F}" type="parTrans" cxnId="{F757A8EF-54FB-4FFF-9435-24B879A7EF46}">
      <dgm:prSet/>
      <dgm:spPr/>
      <dgm:t>
        <a:bodyPr/>
        <a:lstStyle/>
        <a:p>
          <a:endParaRPr lang="en-US"/>
        </a:p>
      </dgm:t>
    </dgm:pt>
    <dgm:pt modelId="{1F76502D-9D67-43FA-A2A8-A3E85CEEE895}" type="sibTrans" cxnId="{F757A8EF-54FB-4FFF-9435-24B879A7EF46}">
      <dgm:prSet/>
      <dgm:spPr/>
      <dgm:t>
        <a:bodyPr/>
        <a:lstStyle/>
        <a:p>
          <a:endParaRPr lang="en-US"/>
        </a:p>
      </dgm:t>
    </dgm:pt>
    <dgm:pt modelId="{78A0908F-84F9-4F5E-A1E9-950C655B9EC5}" type="pres">
      <dgm:prSet presAssocID="{3C344F04-6E68-406C-BC7F-67C32BC12950}" presName="hierChild1" presStyleCnt="0">
        <dgm:presLayoutVars>
          <dgm:chPref val="1"/>
          <dgm:dir/>
          <dgm:animOne val="branch"/>
          <dgm:animLvl val="lvl"/>
          <dgm:resizeHandles/>
        </dgm:presLayoutVars>
      </dgm:prSet>
      <dgm:spPr/>
    </dgm:pt>
    <dgm:pt modelId="{E1419BF7-E56C-443C-94D4-1B5B68D1426A}" type="pres">
      <dgm:prSet presAssocID="{7EF8161F-20CB-41F6-92D9-423514EA43B9}" presName="hierRoot1" presStyleCnt="0"/>
      <dgm:spPr/>
    </dgm:pt>
    <dgm:pt modelId="{CAAA5A14-81B6-423A-90BF-5E73153B7801}" type="pres">
      <dgm:prSet presAssocID="{7EF8161F-20CB-41F6-92D9-423514EA43B9}" presName="composite" presStyleCnt="0"/>
      <dgm:spPr/>
    </dgm:pt>
    <dgm:pt modelId="{6372E65C-525B-41FF-8418-99BABD877C0E}" type="pres">
      <dgm:prSet presAssocID="{7EF8161F-20CB-41F6-92D9-423514EA43B9}" presName="background" presStyleLbl="node0" presStyleIdx="0" presStyleCnt="2"/>
      <dgm:spPr/>
    </dgm:pt>
    <dgm:pt modelId="{D155A226-D3FC-4ED8-8CB3-B6405BCEA99C}" type="pres">
      <dgm:prSet presAssocID="{7EF8161F-20CB-41F6-92D9-423514EA43B9}" presName="text" presStyleLbl="fgAcc0" presStyleIdx="0" presStyleCnt="2">
        <dgm:presLayoutVars>
          <dgm:chPref val="3"/>
        </dgm:presLayoutVars>
      </dgm:prSet>
      <dgm:spPr/>
    </dgm:pt>
    <dgm:pt modelId="{9929F850-F914-4463-98F7-206ED8D58213}" type="pres">
      <dgm:prSet presAssocID="{7EF8161F-20CB-41F6-92D9-423514EA43B9}" presName="hierChild2" presStyleCnt="0"/>
      <dgm:spPr/>
    </dgm:pt>
    <dgm:pt modelId="{E5F1DA62-FF32-466F-A4A7-ECF96EB40952}" type="pres">
      <dgm:prSet presAssocID="{49D48CD9-BC85-4A14-855D-0E8651F576E3}" presName="hierRoot1" presStyleCnt="0"/>
      <dgm:spPr/>
    </dgm:pt>
    <dgm:pt modelId="{B8636373-7F28-4240-AE62-E643B93A8AE4}" type="pres">
      <dgm:prSet presAssocID="{49D48CD9-BC85-4A14-855D-0E8651F576E3}" presName="composite" presStyleCnt="0"/>
      <dgm:spPr/>
    </dgm:pt>
    <dgm:pt modelId="{535C5727-9F2A-4441-94AF-6E7F6D383998}" type="pres">
      <dgm:prSet presAssocID="{49D48CD9-BC85-4A14-855D-0E8651F576E3}" presName="background" presStyleLbl="node0" presStyleIdx="1" presStyleCnt="2"/>
      <dgm:spPr/>
    </dgm:pt>
    <dgm:pt modelId="{44622357-A984-47D5-A55C-2614FDE46F4D}" type="pres">
      <dgm:prSet presAssocID="{49D48CD9-BC85-4A14-855D-0E8651F576E3}" presName="text" presStyleLbl="fgAcc0" presStyleIdx="1" presStyleCnt="2">
        <dgm:presLayoutVars>
          <dgm:chPref val="3"/>
        </dgm:presLayoutVars>
      </dgm:prSet>
      <dgm:spPr/>
    </dgm:pt>
    <dgm:pt modelId="{4955275B-ED1A-42C0-BEAC-381BB87DA444}" type="pres">
      <dgm:prSet presAssocID="{49D48CD9-BC85-4A14-855D-0E8651F576E3}" presName="hierChild2" presStyleCnt="0"/>
      <dgm:spPr/>
    </dgm:pt>
  </dgm:ptLst>
  <dgm:cxnLst>
    <dgm:cxn modelId="{DE17BD00-D48D-401E-91BC-96E0A8FF72B3}" type="presOf" srcId="{7EF8161F-20CB-41F6-92D9-423514EA43B9}" destId="{D155A226-D3FC-4ED8-8CB3-B6405BCEA99C}" srcOrd="0" destOrd="0" presId="urn:microsoft.com/office/officeart/2005/8/layout/hierarchy1"/>
    <dgm:cxn modelId="{A2F30846-D6FA-4F90-B33F-783D2E9F49A8}" type="presOf" srcId="{49D48CD9-BC85-4A14-855D-0E8651F576E3}" destId="{44622357-A984-47D5-A55C-2614FDE46F4D}" srcOrd="0" destOrd="0" presId="urn:microsoft.com/office/officeart/2005/8/layout/hierarchy1"/>
    <dgm:cxn modelId="{44DB366E-569B-4D82-A962-CE6B63103E27}" srcId="{3C344F04-6E68-406C-BC7F-67C32BC12950}" destId="{7EF8161F-20CB-41F6-92D9-423514EA43B9}" srcOrd="0" destOrd="0" parTransId="{7872E521-62AD-4FC3-8414-5B51FCD91001}" sibTransId="{9A1D1508-F765-49B7-8C74-7F98B6800A4C}"/>
    <dgm:cxn modelId="{DA1968A7-0E9F-4368-96D6-33287C9E9DBF}" type="presOf" srcId="{3C344F04-6E68-406C-BC7F-67C32BC12950}" destId="{78A0908F-84F9-4F5E-A1E9-950C655B9EC5}" srcOrd="0" destOrd="0" presId="urn:microsoft.com/office/officeart/2005/8/layout/hierarchy1"/>
    <dgm:cxn modelId="{F757A8EF-54FB-4FFF-9435-24B879A7EF46}" srcId="{3C344F04-6E68-406C-BC7F-67C32BC12950}" destId="{49D48CD9-BC85-4A14-855D-0E8651F576E3}" srcOrd="1" destOrd="0" parTransId="{4D98C8D6-5D8C-41D2-9962-8BA342ED046F}" sibTransId="{1F76502D-9D67-43FA-A2A8-A3E85CEEE895}"/>
    <dgm:cxn modelId="{D1BDAFEB-5080-435A-84D0-AB2441A8E0D3}" type="presParOf" srcId="{78A0908F-84F9-4F5E-A1E9-950C655B9EC5}" destId="{E1419BF7-E56C-443C-94D4-1B5B68D1426A}" srcOrd="0" destOrd="0" presId="urn:microsoft.com/office/officeart/2005/8/layout/hierarchy1"/>
    <dgm:cxn modelId="{89BDD974-7237-4C36-AB2D-16452049E2A2}" type="presParOf" srcId="{E1419BF7-E56C-443C-94D4-1B5B68D1426A}" destId="{CAAA5A14-81B6-423A-90BF-5E73153B7801}" srcOrd="0" destOrd="0" presId="urn:microsoft.com/office/officeart/2005/8/layout/hierarchy1"/>
    <dgm:cxn modelId="{2FA00064-0CB6-442E-B6D6-618A0D2CFF4E}" type="presParOf" srcId="{CAAA5A14-81B6-423A-90BF-5E73153B7801}" destId="{6372E65C-525B-41FF-8418-99BABD877C0E}" srcOrd="0" destOrd="0" presId="urn:microsoft.com/office/officeart/2005/8/layout/hierarchy1"/>
    <dgm:cxn modelId="{1824A0B5-0964-4D0B-84BD-D59DDC58E62E}" type="presParOf" srcId="{CAAA5A14-81B6-423A-90BF-5E73153B7801}" destId="{D155A226-D3FC-4ED8-8CB3-B6405BCEA99C}" srcOrd="1" destOrd="0" presId="urn:microsoft.com/office/officeart/2005/8/layout/hierarchy1"/>
    <dgm:cxn modelId="{3D3CA34C-81B7-4849-BE0A-2CA5E4C10836}" type="presParOf" srcId="{E1419BF7-E56C-443C-94D4-1B5B68D1426A}" destId="{9929F850-F914-4463-98F7-206ED8D58213}" srcOrd="1" destOrd="0" presId="urn:microsoft.com/office/officeart/2005/8/layout/hierarchy1"/>
    <dgm:cxn modelId="{CF362B9A-3F5F-440B-8933-6316EFC5AAFF}" type="presParOf" srcId="{78A0908F-84F9-4F5E-A1E9-950C655B9EC5}" destId="{E5F1DA62-FF32-466F-A4A7-ECF96EB40952}" srcOrd="1" destOrd="0" presId="urn:microsoft.com/office/officeart/2005/8/layout/hierarchy1"/>
    <dgm:cxn modelId="{C8F05EE7-7FD8-4537-B608-6629C8990A47}" type="presParOf" srcId="{E5F1DA62-FF32-466F-A4A7-ECF96EB40952}" destId="{B8636373-7F28-4240-AE62-E643B93A8AE4}" srcOrd="0" destOrd="0" presId="urn:microsoft.com/office/officeart/2005/8/layout/hierarchy1"/>
    <dgm:cxn modelId="{EA79ED42-ED2E-40F5-B202-E43B99C8E0A0}" type="presParOf" srcId="{B8636373-7F28-4240-AE62-E643B93A8AE4}" destId="{535C5727-9F2A-4441-94AF-6E7F6D383998}" srcOrd="0" destOrd="0" presId="urn:microsoft.com/office/officeart/2005/8/layout/hierarchy1"/>
    <dgm:cxn modelId="{EC2FE4AA-B72E-49E6-80D0-2F7B366BCE09}" type="presParOf" srcId="{B8636373-7F28-4240-AE62-E643B93A8AE4}" destId="{44622357-A984-47D5-A55C-2614FDE46F4D}" srcOrd="1" destOrd="0" presId="urn:microsoft.com/office/officeart/2005/8/layout/hierarchy1"/>
    <dgm:cxn modelId="{73DD265C-3AE7-4419-8980-3CCB158DD24E}" type="presParOf" srcId="{E5F1DA62-FF32-466F-A4A7-ECF96EB40952}" destId="{4955275B-ED1A-42C0-BEAC-381BB87DA44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0D2FD-23B9-4D3F-8690-F08B2D2F2DCA}">
      <dsp:nvSpPr>
        <dsp:cNvPr id="0" name=""/>
        <dsp:cNvSpPr/>
      </dsp:nvSpPr>
      <dsp:spPr>
        <a:xfrm>
          <a:off x="0" y="1717"/>
          <a:ext cx="1115568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9855D9-CB23-4342-B62B-5536724433C8}">
      <dsp:nvSpPr>
        <dsp:cNvPr id="0" name=""/>
        <dsp:cNvSpPr/>
      </dsp:nvSpPr>
      <dsp:spPr>
        <a:xfrm>
          <a:off x="0" y="1717"/>
          <a:ext cx="11155680" cy="1171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dirty="0"/>
            <a:t>S</a:t>
          </a:r>
          <a:r>
            <a:rPr lang="sq-AL" sz="4200" kern="1200" dirty="0"/>
            <a:t>t</a:t>
          </a:r>
          <a:r>
            <a:rPr lang="en-US" sz="4200" kern="1200" dirty="0" err="1"/>
            <a:t>ruktura</a:t>
          </a:r>
          <a:r>
            <a:rPr lang="en-US" sz="4200" kern="1200" dirty="0"/>
            <a:t> </a:t>
          </a:r>
          <a:r>
            <a:rPr lang="en-US" sz="4200" kern="1200" dirty="0" err="1"/>
            <a:t>dhe</a:t>
          </a:r>
          <a:r>
            <a:rPr lang="en-US" sz="4200" kern="1200" dirty="0"/>
            <a:t> </a:t>
          </a:r>
          <a:r>
            <a:rPr lang="en-US" sz="4200" kern="1200" dirty="0" err="1"/>
            <a:t>dinamika</a:t>
          </a:r>
          <a:r>
            <a:rPr lang="en-US" sz="4200" kern="1200" dirty="0"/>
            <a:t> e </a:t>
          </a:r>
          <a:r>
            <a:rPr lang="en-US" sz="4200" kern="1200" dirty="0" err="1"/>
            <a:t>biocenozave</a:t>
          </a:r>
          <a:endParaRPr lang="en-US" sz="4200" kern="1200" dirty="0"/>
        </a:p>
      </dsp:txBody>
      <dsp:txXfrm>
        <a:off x="0" y="1717"/>
        <a:ext cx="11155680" cy="1171402"/>
      </dsp:txXfrm>
    </dsp:sp>
    <dsp:sp modelId="{538B655C-960A-4B84-89F7-919B477B2DA2}">
      <dsp:nvSpPr>
        <dsp:cNvPr id="0" name=""/>
        <dsp:cNvSpPr/>
      </dsp:nvSpPr>
      <dsp:spPr>
        <a:xfrm>
          <a:off x="0" y="1173119"/>
          <a:ext cx="11155680" cy="0"/>
        </a:xfrm>
        <a:prstGeom prst="line">
          <a:avLst/>
        </a:prstGeom>
        <a:solidFill>
          <a:schemeClr val="accent2">
            <a:hueOff val="-10046861"/>
            <a:satOff val="137"/>
            <a:lumOff val="1667"/>
            <a:alphaOff val="0"/>
          </a:schemeClr>
        </a:solidFill>
        <a:ln w="12700" cap="flat" cmpd="sng" algn="ctr">
          <a:solidFill>
            <a:schemeClr val="accent2">
              <a:hueOff val="-10046861"/>
              <a:satOff val="137"/>
              <a:lumOff val="166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05BB88-0AD8-46AF-96F0-806FE684D325}">
      <dsp:nvSpPr>
        <dsp:cNvPr id="0" name=""/>
        <dsp:cNvSpPr/>
      </dsp:nvSpPr>
      <dsp:spPr>
        <a:xfrm>
          <a:off x="0" y="1173119"/>
          <a:ext cx="11155680" cy="1171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dirty="0" err="1"/>
            <a:t>Organizimi</a:t>
          </a:r>
          <a:r>
            <a:rPr lang="en-US" sz="4200" kern="1200" dirty="0"/>
            <a:t> </a:t>
          </a:r>
          <a:r>
            <a:rPr lang="en-US" sz="4200" kern="1200" dirty="0" err="1"/>
            <a:t>hapësinor</a:t>
          </a:r>
          <a:r>
            <a:rPr lang="en-US" sz="4200" kern="1200" dirty="0"/>
            <a:t> – </a:t>
          </a:r>
          <a:r>
            <a:rPr lang="en-US" sz="4200" kern="1200" dirty="0" err="1"/>
            <a:t>struktura</a:t>
          </a:r>
          <a:r>
            <a:rPr lang="en-US" sz="4200" kern="1200" dirty="0"/>
            <a:t> e </a:t>
          </a:r>
          <a:r>
            <a:rPr lang="en-US" sz="4200" kern="1200" dirty="0" err="1"/>
            <a:t>biocenozës</a:t>
          </a:r>
          <a:endParaRPr lang="en-US" sz="4200" kern="1200" dirty="0"/>
        </a:p>
      </dsp:txBody>
      <dsp:txXfrm>
        <a:off x="0" y="1173119"/>
        <a:ext cx="11155680" cy="1171402"/>
      </dsp:txXfrm>
    </dsp:sp>
    <dsp:sp modelId="{C92BDD9C-8535-40BC-9FFF-6576DA3DBE88}">
      <dsp:nvSpPr>
        <dsp:cNvPr id="0" name=""/>
        <dsp:cNvSpPr/>
      </dsp:nvSpPr>
      <dsp:spPr>
        <a:xfrm>
          <a:off x="0" y="2344522"/>
          <a:ext cx="11155680" cy="0"/>
        </a:xfrm>
        <a:prstGeom prst="line">
          <a:avLst/>
        </a:prstGeom>
        <a:solidFill>
          <a:schemeClr val="accent2">
            <a:hueOff val="-20093721"/>
            <a:satOff val="274"/>
            <a:lumOff val="3333"/>
            <a:alphaOff val="0"/>
          </a:schemeClr>
        </a:solidFill>
        <a:ln w="12700" cap="flat" cmpd="sng" algn="ctr">
          <a:solidFill>
            <a:schemeClr val="accent2">
              <a:hueOff val="-20093721"/>
              <a:satOff val="274"/>
              <a:lumOff val="333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CC3A9B-00AC-4A01-830C-4E888C00D9E5}">
      <dsp:nvSpPr>
        <dsp:cNvPr id="0" name=""/>
        <dsp:cNvSpPr/>
      </dsp:nvSpPr>
      <dsp:spPr>
        <a:xfrm>
          <a:off x="0" y="2344522"/>
          <a:ext cx="11155680" cy="1171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dirty="0" err="1"/>
            <a:t>Organizimi</a:t>
          </a:r>
          <a:r>
            <a:rPr lang="en-US" sz="4200" kern="1200" dirty="0"/>
            <a:t> </a:t>
          </a:r>
          <a:r>
            <a:rPr lang="en-US" sz="4200" kern="1200" dirty="0" err="1"/>
            <a:t>kohor</a:t>
          </a:r>
          <a:r>
            <a:rPr lang="en-US" sz="4200" kern="1200" dirty="0"/>
            <a:t> </a:t>
          </a:r>
          <a:r>
            <a:rPr lang="en-US" sz="4200" kern="1200" dirty="0" err="1"/>
            <a:t>i</a:t>
          </a:r>
          <a:r>
            <a:rPr lang="en-US" sz="4200" kern="1200" dirty="0"/>
            <a:t> </a:t>
          </a:r>
          <a:r>
            <a:rPr lang="en-US" sz="4200" kern="1200" dirty="0" err="1"/>
            <a:t>biocenozës</a:t>
          </a:r>
          <a:endParaRPr lang="en-US" sz="4200" kern="1200" dirty="0"/>
        </a:p>
      </dsp:txBody>
      <dsp:txXfrm>
        <a:off x="0" y="2344522"/>
        <a:ext cx="11155680" cy="1171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72E65C-525B-41FF-8418-99BABD877C0E}">
      <dsp:nvSpPr>
        <dsp:cNvPr id="0" name=""/>
        <dsp:cNvSpPr/>
      </dsp:nvSpPr>
      <dsp:spPr>
        <a:xfrm>
          <a:off x="41398" y="1659"/>
          <a:ext cx="4745521" cy="301340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55A226-D3FC-4ED8-8CB3-B6405BCEA99C}">
      <dsp:nvSpPr>
        <dsp:cNvPr id="0" name=""/>
        <dsp:cNvSpPr/>
      </dsp:nvSpPr>
      <dsp:spPr>
        <a:xfrm>
          <a:off x="568678" y="502575"/>
          <a:ext cx="4745521" cy="3013406"/>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t>Organizimi</a:t>
          </a:r>
          <a:r>
            <a:rPr lang="en-US" sz="2200" kern="1200" dirty="0"/>
            <a:t> </a:t>
          </a:r>
          <a:r>
            <a:rPr lang="en-US" sz="2200" kern="1200" dirty="0" err="1"/>
            <a:t>hapësinor</a:t>
          </a:r>
          <a:r>
            <a:rPr lang="en-US" sz="2200" kern="1200" dirty="0"/>
            <a:t> </a:t>
          </a:r>
          <a:r>
            <a:rPr lang="en-US" sz="2200" kern="1200" dirty="0" err="1"/>
            <a:t>i</a:t>
          </a:r>
          <a:r>
            <a:rPr lang="en-US" sz="2200" kern="1200" dirty="0"/>
            <a:t> </a:t>
          </a:r>
          <a:r>
            <a:rPr lang="en-US" sz="2200" kern="1200" dirty="0" err="1"/>
            <a:t>biocenozës</a:t>
          </a:r>
          <a:r>
            <a:rPr lang="en-US" sz="2200" kern="1200" dirty="0"/>
            <a:t> </a:t>
          </a:r>
          <a:r>
            <a:rPr lang="en-US" sz="2200" kern="1200" dirty="0" err="1"/>
            <a:t>nënkupton</a:t>
          </a:r>
          <a:r>
            <a:rPr lang="en-US" sz="2200" kern="1200" dirty="0"/>
            <a:t> </a:t>
          </a:r>
          <a:r>
            <a:rPr lang="en-US" sz="2200" kern="1200" dirty="0" err="1"/>
            <a:t>përbërjen</a:t>
          </a:r>
          <a:r>
            <a:rPr lang="en-US" sz="2200" kern="1200" dirty="0"/>
            <a:t>, </a:t>
          </a:r>
          <a:r>
            <a:rPr lang="en-US" sz="2200" kern="1200" dirty="0" err="1"/>
            <a:t>numrin</a:t>
          </a:r>
          <a:r>
            <a:rPr lang="en-US" sz="2200" kern="1200" dirty="0"/>
            <a:t> </a:t>
          </a:r>
          <a:r>
            <a:rPr lang="en-US" sz="2200" kern="1200" dirty="0" err="1"/>
            <a:t>dhe</a:t>
          </a:r>
          <a:r>
            <a:rPr lang="en-US" sz="2200" kern="1200" dirty="0"/>
            <a:t> </a:t>
          </a:r>
          <a:r>
            <a:rPr lang="en-US" sz="2200" kern="1200" dirty="0" err="1"/>
            <a:t>renditjen</a:t>
          </a:r>
          <a:r>
            <a:rPr lang="en-US" sz="2200" kern="1200" dirty="0"/>
            <a:t> e </a:t>
          </a:r>
          <a:r>
            <a:rPr lang="en-US" sz="2200" kern="1200" dirty="0" err="1"/>
            <a:t>llojeve</a:t>
          </a:r>
          <a:r>
            <a:rPr lang="en-US" sz="2200" kern="1200" dirty="0"/>
            <a:t> </a:t>
          </a:r>
          <a:r>
            <a:rPr lang="en-US" sz="2200" kern="1200" dirty="0" err="1"/>
            <a:t>bimore</a:t>
          </a:r>
          <a:r>
            <a:rPr lang="en-US" sz="2200" kern="1200" dirty="0"/>
            <a:t> e </a:t>
          </a:r>
          <a:r>
            <a:rPr lang="en-US" sz="2200" kern="1200" dirty="0" err="1"/>
            <a:t>shtazore</a:t>
          </a:r>
          <a:r>
            <a:rPr lang="en-US" sz="2200" kern="1200" dirty="0"/>
            <a:t> </a:t>
          </a:r>
          <a:r>
            <a:rPr lang="en-US" sz="2200" kern="1200" dirty="0" err="1"/>
            <a:t>dhe</a:t>
          </a:r>
          <a:r>
            <a:rPr lang="en-US" sz="2200" kern="1200" dirty="0"/>
            <a:t> </a:t>
          </a:r>
          <a:r>
            <a:rPr lang="en-US" sz="2200" kern="1200" dirty="0" err="1"/>
            <a:t>shprehet</a:t>
          </a:r>
          <a:r>
            <a:rPr lang="en-US" sz="2200" kern="1200" dirty="0"/>
            <a:t> </a:t>
          </a:r>
          <a:r>
            <a:rPr lang="en-US" sz="2200" kern="1200" dirty="0" err="1"/>
            <a:t>përmes</a:t>
          </a:r>
          <a:r>
            <a:rPr lang="en-US" sz="2200" kern="1200" dirty="0"/>
            <a:t> </a:t>
          </a:r>
          <a:r>
            <a:rPr lang="en-US" sz="2200" kern="1200" dirty="0" err="1"/>
            <a:t>katëzimit</a:t>
          </a:r>
          <a:r>
            <a:rPr lang="en-US" sz="2200" kern="1200" dirty="0"/>
            <a:t>. </a:t>
          </a:r>
          <a:r>
            <a:rPr lang="en-US" sz="2200" kern="1200" dirty="0" err="1"/>
            <a:t>Rënditja</a:t>
          </a:r>
          <a:r>
            <a:rPr lang="en-US" sz="2200" kern="1200" dirty="0"/>
            <a:t> </a:t>
          </a:r>
          <a:r>
            <a:rPr lang="en-US" sz="2200" kern="1200" dirty="0" err="1"/>
            <a:t>në</a:t>
          </a:r>
          <a:r>
            <a:rPr lang="en-US" sz="2200" kern="1200" dirty="0"/>
            <a:t> </a:t>
          </a:r>
          <a:r>
            <a:rPr lang="en-US" sz="2200" kern="1200" dirty="0" err="1"/>
            <a:t>kate</a:t>
          </a:r>
          <a:r>
            <a:rPr lang="en-US" sz="2200" kern="1200" dirty="0"/>
            <a:t> </a:t>
          </a:r>
          <a:r>
            <a:rPr lang="en-US" sz="2200" kern="1200" dirty="0" err="1"/>
            <a:t>mundëson</a:t>
          </a:r>
          <a:r>
            <a:rPr lang="en-US" sz="2200" kern="1200" dirty="0"/>
            <a:t> </a:t>
          </a:r>
          <a:r>
            <a:rPr lang="en-US" sz="2200" kern="1200" dirty="0" err="1"/>
            <a:t>që</a:t>
          </a:r>
          <a:r>
            <a:rPr lang="en-US" sz="2200" kern="1200" dirty="0"/>
            <a:t> </a:t>
          </a:r>
          <a:r>
            <a:rPr lang="en-US" sz="2200" kern="1200" dirty="0" err="1"/>
            <a:t>në</a:t>
          </a:r>
          <a:r>
            <a:rPr lang="en-US" sz="2200" kern="1200" dirty="0"/>
            <a:t> </a:t>
          </a:r>
          <a:r>
            <a:rPr lang="en-US" sz="2200" kern="1200" dirty="0" err="1"/>
            <a:t>një</a:t>
          </a:r>
          <a:r>
            <a:rPr lang="en-US" sz="2200" kern="1200" dirty="0"/>
            <a:t> </a:t>
          </a:r>
          <a:r>
            <a:rPr lang="en-US" sz="2200" kern="1200" dirty="0" err="1"/>
            <a:t>hapësirë</a:t>
          </a:r>
          <a:r>
            <a:rPr lang="en-US" sz="2200" kern="1200" dirty="0"/>
            <a:t> </a:t>
          </a:r>
          <a:r>
            <a:rPr lang="en-US" sz="2200" kern="1200" dirty="0" err="1"/>
            <a:t>të</a:t>
          </a:r>
          <a:r>
            <a:rPr lang="en-US" sz="2200" kern="1200" dirty="0"/>
            <a:t> </a:t>
          </a:r>
          <a:r>
            <a:rPr lang="en-US" sz="2200" kern="1200" dirty="0" err="1"/>
            <a:t>caktuar</a:t>
          </a:r>
          <a:r>
            <a:rPr lang="en-US" sz="2200" kern="1200" dirty="0"/>
            <a:t> </a:t>
          </a:r>
          <a:r>
            <a:rPr lang="en-US" sz="2200" kern="1200" dirty="0" err="1"/>
            <a:t>të</a:t>
          </a:r>
          <a:r>
            <a:rPr lang="en-US" sz="2200" kern="1200" dirty="0"/>
            <a:t> </a:t>
          </a:r>
          <a:r>
            <a:rPr lang="en-US" sz="2200" kern="1200" dirty="0" err="1"/>
            <a:t>jetojnë</a:t>
          </a:r>
          <a:r>
            <a:rPr lang="en-US" sz="2200" kern="1200" dirty="0"/>
            <a:t> </a:t>
          </a:r>
          <a:r>
            <a:rPr lang="en-US" sz="2200" kern="1200" dirty="0" err="1"/>
            <a:t>lloje</a:t>
          </a:r>
          <a:r>
            <a:rPr lang="en-US" sz="2200" kern="1200" dirty="0"/>
            <a:t> </a:t>
          </a:r>
          <a:r>
            <a:rPr lang="en-US" sz="2200" kern="1200" dirty="0" err="1"/>
            <a:t>të</a:t>
          </a:r>
          <a:r>
            <a:rPr lang="en-US" sz="2200" kern="1200" dirty="0"/>
            <a:t> </a:t>
          </a:r>
          <a:r>
            <a:rPr lang="en-US" sz="2200" kern="1200" dirty="0" err="1"/>
            <a:t>ndryshme</a:t>
          </a:r>
          <a:r>
            <a:rPr lang="en-US" sz="2200" kern="1200" dirty="0"/>
            <a:t> </a:t>
          </a:r>
          <a:r>
            <a:rPr lang="en-US" sz="2200" kern="1200" dirty="0" err="1"/>
            <a:t>dhe</a:t>
          </a:r>
          <a:r>
            <a:rPr lang="en-US" sz="2200" kern="1200" dirty="0"/>
            <a:t> </a:t>
          </a:r>
          <a:r>
            <a:rPr lang="en-US" sz="2200" kern="1200" dirty="0" err="1"/>
            <a:t>kjo</a:t>
          </a:r>
          <a:r>
            <a:rPr lang="en-US" sz="2200" kern="1200" dirty="0"/>
            <a:t> </a:t>
          </a:r>
          <a:r>
            <a:rPr lang="en-US" sz="2200" kern="1200" dirty="0" err="1"/>
            <a:t>varet</a:t>
          </a:r>
          <a:r>
            <a:rPr lang="en-US" sz="2200" kern="1200" dirty="0"/>
            <a:t> </a:t>
          </a:r>
          <a:r>
            <a:rPr lang="en-US" sz="2200" kern="1200" dirty="0" err="1"/>
            <a:t>nga</a:t>
          </a:r>
          <a:r>
            <a:rPr lang="en-US" sz="2200" kern="1200" dirty="0"/>
            <a:t> </a:t>
          </a:r>
          <a:r>
            <a:rPr lang="en-US" sz="2200" kern="1200" dirty="0" err="1"/>
            <a:t>faktorët</a:t>
          </a:r>
          <a:r>
            <a:rPr lang="en-US" sz="2200" kern="1200" dirty="0"/>
            <a:t> </a:t>
          </a:r>
          <a:r>
            <a:rPr lang="en-US" sz="2200" kern="1200" dirty="0" err="1"/>
            <a:t>biotik</a:t>
          </a:r>
          <a:r>
            <a:rPr lang="en-US" sz="2200" kern="1200" dirty="0"/>
            <a:t> </a:t>
          </a:r>
          <a:r>
            <a:rPr lang="en-US" sz="2200" kern="1200" dirty="0" err="1"/>
            <a:t>dhe</a:t>
          </a:r>
          <a:r>
            <a:rPr lang="en-US" sz="2200" kern="1200" dirty="0"/>
            <a:t> </a:t>
          </a:r>
          <a:r>
            <a:rPr lang="en-US" sz="2200" kern="1200" dirty="0" err="1"/>
            <a:t>abiotik</a:t>
          </a:r>
          <a:r>
            <a:rPr lang="en-US" sz="2200" kern="1200" dirty="0"/>
            <a:t>. </a:t>
          </a:r>
        </a:p>
      </dsp:txBody>
      <dsp:txXfrm>
        <a:off x="656938" y="590835"/>
        <a:ext cx="4569001" cy="2836886"/>
      </dsp:txXfrm>
    </dsp:sp>
    <dsp:sp modelId="{535C5727-9F2A-4441-94AF-6E7F6D383998}">
      <dsp:nvSpPr>
        <dsp:cNvPr id="0" name=""/>
        <dsp:cNvSpPr/>
      </dsp:nvSpPr>
      <dsp:spPr>
        <a:xfrm>
          <a:off x="5841480" y="1659"/>
          <a:ext cx="4745521" cy="301340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622357-A984-47D5-A55C-2614FDE46F4D}">
      <dsp:nvSpPr>
        <dsp:cNvPr id="0" name=""/>
        <dsp:cNvSpPr/>
      </dsp:nvSpPr>
      <dsp:spPr>
        <a:xfrm>
          <a:off x="6368760" y="502575"/>
          <a:ext cx="4745521" cy="3013406"/>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Kemi </a:t>
          </a:r>
          <a:r>
            <a:rPr lang="en-US" sz="2200" kern="1200" dirty="0" err="1"/>
            <a:t>shembuj</a:t>
          </a:r>
          <a:r>
            <a:rPr lang="en-US" sz="2200" kern="1200" dirty="0"/>
            <a:t> </a:t>
          </a:r>
          <a:r>
            <a:rPr lang="en-US" sz="2200" kern="1200" dirty="0" err="1"/>
            <a:t>të</a:t>
          </a:r>
          <a:r>
            <a:rPr lang="en-US" sz="2200" kern="1200" dirty="0"/>
            <a:t> </a:t>
          </a:r>
          <a:r>
            <a:rPr lang="en-US" sz="2200" kern="1200" dirty="0" err="1"/>
            <a:t>ndryshime</a:t>
          </a:r>
          <a:r>
            <a:rPr lang="en-US" sz="2200" kern="1200" dirty="0"/>
            <a:t> </a:t>
          </a:r>
          <a:r>
            <a:rPr lang="en-US" sz="2200" kern="1200" dirty="0" err="1"/>
            <a:t>siç</a:t>
          </a:r>
          <a:r>
            <a:rPr lang="en-US" sz="2200" kern="1200" dirty="0"/>
            <a:t> </a:t>
          </a:r>
          <a:r>
            <a:rPr lang="en-US" sz="2200" kern="1200" dirty="0" err="1"/>
            <a:t>është</a:t>
          </a:r>
          <a:r>
            <a:rPr lang="en-US" sz="2200" kern="1200" dirty="0"/>
            <a:t> </a:t>
          </a:r>
          <a:r>
            <a:rPr lang="en-US" sz="2200" kern="1200" dirty="0" err="1"/>
            <a:t>tek</a:t>
          </a:r>
          <a:r>
            <a:rPr lang="en-US" sz="2200" kern="1200" dirty="0"/>
            <a:t> </a:t>
          </a:r>
          <a:r>
            <a:rPr lang="en-US" sz="2200" kern="1200" dirty="0" err="1"/>
            <a:t>pylli</a:t>
          </a:r>
          <a:r>
            <a:rPr lang="en-US" sz="2200" kern="1200" dirty="0"/>
            <a:t> </a:t>
          </a:r>
          <a:r>
            <a:rPr lang="en-US" sz="2200" kern="1200" dirty="0" err="1"/>
            <a:t>i</a:t>
          </a:r>
          <a:r>
            <a:rPr lang="en-US" sz="2200" kern="1200" dirty="0"/>
            <a:t> </a:t>
          </a:r>
          <a:r>
            <a:rPr lang="en-US" sz="2200" kern="1200" dirty="0" err="1"/>
            <a:t>dushkut</a:t>
          </a:r>
          <a:r>
            <a:rPr lang="en-US" sz="2200" kern="1200" dirty="0"/>
            <a:t> </a:t>
          </a:r>
          <a:r>
            <a:rPr lang="en-US" sz="2200" kern="1200" dirty="0" err="1"/>
            <a:t>ku</a:t>
          </a:r>
          <a:r>
            <a:rPr lang="en-US" sz="2200" kern="1200" dirty="0"/>
            <a:t> </a:t>
          </a:r>
          <a:r>
            <a:rPr lang="en-US" sz="2200" kern="1200" dirty="0" err="1"/>
            <a:t>dallohen</a:t>
          </a:r>
          <a:r>
            <a:rPr lang="en-US" sz="2200" kern="1200" dirty="0"/>
            <a:t> 4 </a:t>
          </a:r>
          <a:r>
            <a:rPr lang="en-US" sz="2200" kern="1200" dirty="0" err="1"/>
            <a:t>kate</a:t>
          </a:r>
          <a:r>
            <a:rPr lang="en-US" sz="2200" kern="1200" dirty="0"/>
            <a:t> </a:t>
          </a:r>
          <a:r>
            <a:rPr lang="en-US" sz="2200" kern="1200" dirty="0" err="1"/>
            <a:t>ndërsa</a:t>
          </a:r>
          <a:r>
            <a:rPr lang="en-US" sz="2200" kern="1200" dirty="0"/>
            <a:t> </a:t>
          </a:r>
          <a:r>
            <a:rPr lang="en-US" sz="2200" kern="1200" dirty="0" err="1"/>
            <a:t>tek</a:t>
          </a:r>
          <a:r>
            <a:rPr lang="en-US" sz="2200" kern="1200" dirty="0"/>
            <a:t> </a:t>
          </a:r>
          <a:r>
            <a:rPr lang="en-US" sz="2200" kern="1200" dirty="0" err="1"/>
            <a:t>pylli</a:t>
          </a:r>
          <a:r>
            <a:rPr lang="en-US" sz="2200" kern="1200" dirty="0"/>
            <a:t> </a:t>
          </a:r>
          <a:r>
            <a:rPr lang="en-US" sz="2200" kern="1200" dirty="0" err="1"/>
            <a:t>i</a:t>
          </a:r>
          <a:r>
            <a:rPr lang="en-US" sz="2200" kern="1200" dirty="0"/>
            <a:t> </a:t>
          </a:r>
          <a:r>
            <a:rPr lang="en-US" sz="2200" kern="1200" dirty="0" err="1"/>
            <a:t>ahut</a:t>
          </a:r>
          <a:r>
            <a:rPr lang="en-US" sz="2200" kern="1200" dirty="0"/>
            <a:t> </a:t>
          </a:r>
          <a:r>
            <a:rPr lang="en-US" sz="2200" kern="1200" dirty="0" err="1"/>
            <a:t>vetem</a:t>
          </a:r>
          <a:r>
            <a:rPr lang="en-US" sz="2200" kern="1200" dirty="0"/>
            <a:t> 2 </a:t>
          </a:r>
          <a:r>
            <a:rPr lang="en-US" sz="2200" kern="1200" dirty="0" err="1"/>
            <a:t>kate</a:t>
          </a:r>
          <a:r>
            <a:rPr lang="en-US" sz="2200" kern="1200" dirty="0"/>
            <a:t> </a:t>
          </a:r>
          <a:r>
            <a:rPr lang="en-US" sz="2200" kern="1200" dirty="0" err="1"/>
            <a:t>kjo</a:t>
          </a:r>
          <a:r>
            <a:rPr lang="en-US" sz="2200" kern="1200" dirty="0"/>
            <a:t> </a:t>
          </a:r>
          <a:r>
            <a:rPr lang="en-US" sz="2200" kern="1200" dirty="0" err="1"/>
            <a:t>ndodh</a:t>
          </a:r>
          <a:r>
            <a:rPr lang="en-US" sz="2200" kern="1200" dirty="0"/>
            <a:t> </a:t>
          </a:r>
          <a:r>
            <a:rPr lang="en-US" sz="2200" kern="1200" dirty="0" err="1"/>
            <a:t>sepse</a:t>
          </a:r>
          <a:r>
            <a:rPr lang="en-US" sz="2200" kern="1200" dirty="0"/>
            <a:t> </a:t>
          </a:r>
          <a:r>
            <a:rPr lang="en-US" sz="2200" kern="1200" dirty="0" err="1"/>
            <a:t>tek</a:t>
          </a:r>
          <a:r>
            <a:rPr lang="en-US" sz="2200" kern="1200" dirty="0"/>
            <a:t> </a:t>
          </a:r>
          <a:r>
            <a:rPr lang="en-US" sz="2200" kern="1200" dirty="0" err="1"/>
            <a:t>pylli</a:t>
          </a:r>
          <a:r>
            <a:rPr lang="en-US" sz="2200" kern="1200" dirty="0"/>
            <a:t> </a:t>
          </a:r>
          <a:r>
            <a:rPr lang="en-US" sz="2200" kern="1200" dirty="0" err="1"/>
            <a:t>i</a:t>
          </a:r>
          <a:r>
            <a:rPr lang="en-US" sz="2200" kern="1200" dirty="0"/>
            <a:t> </a:t>
          </a:r>
          <a:r>
            <a:rPr lang="en-US" sz="2200" kern="1200" dirty="0" err="1"/>
            <a:t>dushkut</a:t>
          </a:r>
          <a:r>
            <a:rPr lang="en-US" sz="2200" kern="1200" dirty="0"/>
            <a:t> </a:t>
          </a:r>
          <a:r>
            <a:rPr lang="en-US" sz="2200" kern="1200" dirty="0" err="1"/>
            <a:t>kurorat</a:t>
          </a:r>
          <a:r>
            <a:rPr lang="en-US" sz="2200" kern="1200" dirty="0"/>
            <a:t> e </a:t>
          </a:r>
          <a:r>
            <a:rPr lang="en-US" sz="2200" kern="1200" dirty="0" err="1"/>
            <a:t>drurëve</a:t>
          </a:r>
          <a:r>
            <a:rPr lang="en-US" sz="2200" kern="1200" dirty="0"/>
            <a:t> </a:t>
          </a:r>
          <a:r>
            <a:rPr lang="en-US" sz="2200" kern="1200" dirty="0" err="1"/>
            <a:t>janë</a:t>
          </a:r>
          <a:r>
            <a:rPr lang="en-US" sz="2200" kern="1200" dirty="0"/>
            <a:t> </a:t>
          </a:r>
          <a:r>
            <a:rPr lang="en-US" sz="2200" kern="1200" dirty="0" err="1"/>
            <a:t>të</a:t>
          </a:r>
          <a:r>
            <a:rPr lang="en-US" sz="2200" kern="1200" dirty="0"/>
            <a:t> </a:t>
          </a:r>
          <a:r>
            <a:rPr lang="en-US" sz="2200" kern="1200" dirty="0" err="1"/>
            <a:t>rralla</a:t>
          </a:r>
          <a:r>
            <a:rPr lang="en-US" sz="2200" kern="1200" dirty="0"/>
            <a:t> </a:t>
          </a:r>
          <a:r>
            <a:rPr lang="en-US" sz="2200" kern="1200" dirty="0" err="1"/>
            <a:t>dhe</a:t>
          </a:r>
          <a:r>
            <a:rPr lang="en-US" sz="2200" kern="1200" dirty="0"/>
            <a:t> </a:t>
          </a:r>
          <a:r>
            <a:rPr lang="en-US" sz="2200" kern="1200" dirty="0" err="1"/>
            <a:t>drita</a:t>
          </a:r>
          <a:r>
            <a:rPr lang="en-US" sz="2200" kern="1200" dirty="0"/>
            <a:t> </a:t>
          </a:r>
          <a:r>
            <a:rPr lang="en-US" sz="2200" kern="1200" dirty="0" err="1"/>
            <a:t>depërton</a:t>
          </a:r>
          <a:r>
            <a:rPr lang="en-US" sz="2200" kern="1200" dirty="0"/>
            <a:t> </a:t>
          </a:r>
          <a:r>
            <a:rPr lang="en-US" sz="2200" kern="1200" dirty="0" err="1"/>
            <a:t>më</a:t>
          </a:r>
          <a:r>
            <a:rPr lang="en-US" sz="2200" kern="1200" dirty="0"/>
            <a:t> </a:t>
          </a:r>
          <a:r>
            <a:rPr lang="en-US" sz="2200" kern="1200" dirty="0" err="1"/>
            <a:t>lehtë</a:t>
          </a:r>
          <a:r>
            <a:rPr lang="en-US" sz="2200" kern="1200" dirty="0"/>
            <a:t> </a:t>
          </a:r>
          <a:r>
            <a:rPr lang="en-US" sz="2200" kern="1200" dirty="0" err="1"/>
            <a:t>që</a:t>
          </a:r>
          <a:r>
            <a:rPr lang="en-US" sz="2200" kern="1200" dirty="0"/>
            <a:t> </a:t>
          </a:r>
          <a:r>
            <a:rPr lang="en-US" sz="2200" kern="1200" dirty="0" err="1"/>
            <a:t>mundëson</a:t>
          </a:r>
          <a:r>
            <a:rPr lang="en-US" sz="2200" kern="1200" dirty="0"/>
            <a:t> </a:t>
          </a:r>
          <a:r>
            <a:rPr lang="en-US" sz="2200" kern="1200" dirty="0" err="1"/>
            <a:t>zhvillimin</a:t>
          </a:r>
          <a:r>
            <a:rPr lang="en-US" sz="2200" kern="1200" dirty="0"/>
            <a:t> e </a:t>
          </a:r>
          <a:r>
            <a:rPr lang="en-US" sz="2200" kern="1200" dirty="0" err="1"/>
            <a:t>më</a:t>
          </a:r>
          <a:r>
            <a:rPr lang="en-US" sz="2200" kern="1200" dirty="0"/>
            <a:t> </a:t>
          </a:r>
          <a:r>
            <a:rPr lang="en-US" sz="2200" kern="1200" dirty="0" err="1"/>
            <a:t>shumë</a:t>
          </a:r>
          <a:r>
            <a:rPr lang="en-US" sz="2200" kern="1200" dirty="0"/>
            <a:t> </a:t>
          </a:r>
          <a:r>
            <a:rPr lang="en-US" sz="2200" kern="1200" dirty="0" err="1"/>
            <a:t>llojeve</a:t>
          </a:r>
          <a:r>
            <a:rPr lang="en-US" sz="2200" kern="1200" dirty="0"/>
            <a:t> </a:t>
          </a:r>
          <a:r>
            <a:rPr lang="en-US" sz="2200" kern="1200" dirty="0" err="1"/>
            <a:t>bimore</a:t>
          </a:r>
          <a:r>
            <a:rPr lang="en-US" sz="2200" kern="1200" dirty="0"/>
            <a:t>.</a:t>
          </a:r>
        </a:p>
      </dsp:txBody>
      <dsp:txXfrm>
        <a:off x="6457020" y="590835"/>
        <a:ext cx="4569001" cy="283688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5E7AA473-D82F-4EFF-9DF7-AE6D83C51288}" type="datetime1">
              <a:rPr lang="en-US" smtClean="0"/>
              <a:t>2/22/2024</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576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14878474-CC00-4A95-9D50-A41C12D1EEC4}" type="datetime1">
              <a:rPr lang="en-US" smtClean="0"/>
              <a:t>2/22/2024</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4054381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7F38C8B4-7FBB-408F-BDB9-F0496874AFB2}" type="datetime1">
              <a:rPr lang="en-US" smtClean="0"/>
              <a:t>2/22/2024</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90669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2BB8EE20-A5E2-47D3-8F6D-A2BA7AB2E093}" type="datetime1">
              <a:rPr lang="en-US" smtClean="0"/>
              <a:t>2/22/2024</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36182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4AA536-072F-4374-926E-17E038EC7E98}"/>
              </a:ext>
              <a:ext uri="{C183D7F6-B498-43B3-948B-1728B52AA6E4}">
                <adec:decorative xmlns:adec="http://schemas.microsoft.com/office/drawing/2017/decorative" val="1"/>
              </a:ext>
            </a:extLst>
          </p:cNvPr>
          <p:cNvSpPr/>
          <p:nvPr/>
        </p:nvSpPr>
        <p:spPr>
          <a:xfrm>
            <a:off x="0" y="0"/>
            <a:ext cx="12188952" cy="6857995"/>
          </a:xfrm>
          <a:prstGeom prst="rect">
            <a:avLst/>
          </a:prstGeom>
          <a:solidFill>
            <a:schemeClr val="bg2">
              <a:lumMod val="9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3382CF99-132F-413F-B7EF-71A5C33F2ED6}" type="datetime1">
              <a:rPr lang="en-US" smtClean="0"/>
              <a:t>2/22/2024</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513975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1F17AE06-98E0-4D9F-A059-92C3548821BB}" type="datetime1">
              <a:rPr lang="en-US" smtClean="0"/>
              <a:t>2/22/2024</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21111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FFBA00CA-3DDC-4705-B840-978EF5EA0707}" type="datetime1">
              <a:rPr lang="en-US" smtClean="0"/>
              <a:t>2/22/2024</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17496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FC366D49-0BBA-4C5A-AD96-6448CA63451A}" type="datetime1">
              <a:rPr lang="en-US" smtClean="0"/>
              <a:t>2/22/2024</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99631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4F4EB293-A316-472D-A8B4-6947CF1A12B7}" type="datetime1">
              <a:rPr lang="en-US" smtClean="0"/>
              <a:t>2/22/2024</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cxnSp>
        <p:nvCxnSpPr>
          <p:cNvPr id="9" name="Straight Connector 8">
            <a:extLst>
              <a:ext uri="{FF2B5EF4-FFF2-40B4-BE49-F238E27FC236}">
                <a16:creationId xmlns:a16="http://schemas.microsoft.com/office/drawing/2014/main" id="{E51E4AC6-B446-4768-97EF-CA4B8261433B}"/>
              </a:ext>
            </a:extLst>
          </p:cNvPr>
          <p:cNvCxnSpPr>
            <a:cxnSpLocks/>
          </p:cNvCxnSpPr>
          <p:nvPr/>
        </p:nvCxnSpPr>
        <p:spPr>
          <a:xfrm>
            <a:off x="11689174" y="2172428"/>
            <a:ext cx="0" cy="335474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723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1E12F1F0-FE2D-4C1C-B320-8CB9BE735F0F}" type="datetime1">
              <a:rPr lang="en-US" smtClean="0"/>
              <a:t>2/22/2024</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83598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7BD47B-C187-494C-812F-46BE0040B915}"/>
              </a:ext>
              <a:ext uri="{C183D7F6-B498-43B3-948B-1728B52AA6E4}">
                <adec:decorative xmlns:adec="http://schemas.microsoft.com/office/drawing/2017/decorative" val="1"/>
              </a:ext>
            </a:extLst>
          </p:cNvPr>
          <p:cNvSpPr/>
          <p:nvPr/>
        </p:nvSpPr>
        <p:spPr>
          <a:xfrm>
            <a:off x="0" y="0"/>
            <a:ext cx="12188952" cy="6857995"/>
          </a:xfrm>
          <a:prstGeom prst="rect">
            <a:avLst/>
          </a:prstGeom>
          <a:solidFill>
            <a:schemeClr val="bg2">
              <a:lumMod val="9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2CF1B96C-10FD-4EBC-9029-9652B7535D02}" type="datetime1">
              <a:rPr lang="en-US" smtClean="0"/>
              <a:t>2/22/2024</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4305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734BCCD4-CEB1-405B-A443-DD9CBCBEA552}" type="datetime1">
              <a:rPr lang="en-US" smtClean="0"/>
              <a:t>2/22/2024</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73264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herry blossoms">
            <a:extLst>
              <a:ext uri="{FF2B5EF4-FFF2-40B4-BE49-F238E27FC236}">
                <a16:creationId xmlns:a16="http://schemas.microsoft.com/office/drawing/2014/main" id="{A3964700-FE0F-9248-6DEC-4F8C0B04BC75}"/>
              </a:ext>
            </a:extLst>
          </p:cNvPr>
          <p:cNvPicPr>
            <a:picLocks noChangeAspect="1"/>
          </p:cNvPicPr>
          <p:nvPr/>
        </p:nvPicPr>
        <p:blipFill rotWithShape="1">
          <a:blip r:embed="rId2">
            <a:alphaModFix amt="40000"/>
          </a:blip>
          <a:srcRect t="6755" b="8975"/>
          <a:stretch/>
        </p:blipFill>
        <p:spPr>
          <a:xfrm>
            <a:off x="106016" y="-18601"/>
            <a:ext cx="12192001" cy="6858001"/>
          </a:xfrm>
          <a:prstGeom prst="rect">
            <a:avLst/>
          </a:prstGeom>
        </p:spPr>
      </p:pic>
      <p:sp>
        <p:nvSpPr>
          <p:cNvPr id="2" name="Title 1">
            <a:extLst>
              <a:ext uri="{FF2B5EF4-FFF2-40B4-BE49-F238E27FC236}">
                <a16:creationId xmlns:a16="http://schemas.microsoft.com/office/drawing/2014/main" id="{75EEE09F-99C8-4495-F944-75A542F70BD8}"/>
              </a:ext>
            </a:extLst>
          </p:cNvPr>
          <p:cNvSpPr>
            <a:spLocks noGrp="1"/>
          </p:cNvSpPr>
          <p:nvPr>
            <p:ph type="ctrTitle"/>
          </p:nvPr>
        </p:nvSpPr>
        <p:spPr>
          <a:xfrm>
            <a:off x="517870" y="978408"/>
            <a:ext cx="10637810" cy="2334248"/>
          </a:xfrm>
        </p:spPr>
        <p:txBody>
          <a:bodyPr anchor="t">
            <a:normAutofit/>
          </a:bodyPr>
          <a:lstStyle/>
          <a:p>
            <a:r>
              <a:rPr lang="en-US" dirty="0" err="1">
                <a:solidFill>
                  <a:srgbClr val="FFFFFF"/>
                </a:solidFill>
              </a:rPr>
              <a:t>Organizimi</a:t>
            </a:r>
            <a:r>
              <a:rPr lang="en-US" dirty="0">
                <a:solidFill>
                  <a:srgbClr val="FFFFFF"/>
                </a:solidFill>
              </a:rPr>
              <a:t> </a:t>
            </a:r>
            <a:r>
              <a:rPr lang="en-US" dirty="0" err="1">
                <a:solidFill>
                  <a:srgbClr val="FFFFFF"/>
                </a:solidFill>
              </a:rPr>
              <a:t>i</a:t>
            </a:r>
            <a:r>
              <a:rPr lang="en-US" dirty="0">
                <a:solidFill>
                  <a:srgbClr val="FFFFFF"/>
                </a:solidFill>
              </a:rPr>
              <a:t> </a:t>
            </a:r>
            <a:r>
              <a:rPr lang="en-US" dirty="0" err="1">
                <a:solidFill>
                  <a:srgbClr val="FFFFFF"/>
                </a:solidFill>
              </a:rPr>
              <a:t>biocenozave</a:t>
            </a:r>
            <a:r>
              <a:rPr lang="en-US" dirty="0">
                <a:solidFill>
                  <a:srgbClr val="FFFFFF"/>
                </a:solidFill>
              </a:rPr>
              <a:t> </a:t>
            </a:r>
            <a:r>
              <a:rPr lang="en-US" dirty="0" err="1">
                <a:solidFill>
                  <a:srgbClr val="FFFFFF"/>
                </a:solidFill>
              </a:rPr>
              <a:t>dhe</a:t>
            </a:r>
            <a:r>
              <a:rPr lang="en-US" dirty="0">
                <a:solidFill>
                  <a:srgbClr val="FFFFFF"/>
                </a:solidFill>
              </a:rPr>
              <a:t> </a:t>
            </a:r>
            <a:r>
              <a:rPr lang="en-US" dirty="0" err="1">
                <a:solidFill>
                  <a:srgbClr val="FFFFFF"/>
                </a:solidFill>
              </a:rPr>
              <a:t>qëndrueshmëria</a:t>
            </a:r>
            <a:r>
              <a:rPr lang="en-US" dirty="0">
                <a:solidFill>
                  <a:srgbClr val="FFFFFF"/>
                </a:solidFill>
              </a:rPr>
              <a:t> e </a:t>
            </a:r>
            <a:r>
              <a:rPr lang="en-US" dirty="0" err="1">
                <a:solidFill>
                  <a:srgbClr val="FFFFFF"/>
                </a:solidFill>
              </a:rPr>
              <a:t>ekosistemeve</a:t>
            </a:r>
            <a:endParaRPr lang="en-US" dirty="0">
              <a:solidFill>
                <a:srgbClr val="FFFFFF"/>
              </a:solidFill>
            </a:endParaRPr>
          </a:p>
        </p:txBody>
      </p:sp>
      <p:sp>
        <p:nvSpPr>
          <p:cNvPr id="13" name="Rectangle 1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173420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046EB8-BF90-42F7-B46A-E5FD5F2BB982}"/>
              </a:ext>
            </a:extLst>
          </p:cNvPr>
          <p:cNvSpPr>
            <a:spLocks noGrp="1"/>
          </p:cNvSpPr>
          <p:nvPr>
            <p:ph type="title"/>
          </p:nvPr>
        </p:nvSpPr>
        <p:spPr>
          <a:xfrm>
            <a:off x="521208" y="976160"/>
            <a:ext cx="11155680" cy="1636411"/>
          </a:xfrm>
        </p:spPr>
        <p:txBody>
          <a:bodyPr>
            <a:normAutofit/>
          </a:bodyPr>
          <a:lstStyle/>
          <a:p>
            <a:r>
              <a:rPr lang="en-US" dirty="0" err="1"/>
              <a:t>Përmbajtja</a:t>
            </a:r>
            <a:r>
              <a:rPr lang="en-US" dirty="0"/>
              <a:t>: </a:t>
            </a:r>
          </a:p>
        </p:txBody>
      </p:sp>
      <p:sp>
        <p:nvSpPr>
          <p:cNvPr id="11" name="Rectangle 1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6B23CC0-A5C9-32F6-F149-3704B180BE18}"/>
              </a:ext>
            </a:extLst>
          </p:cNvPr>
          <p:cNvGraphicFramePr>
            <a:graphicFrameLocks noGrp="1"/>
          </p:cNvGraphicFramePr>
          <p:nvPr>
            <p:ph idx="1"/>
            <p:extLst>
              <p:ext uri="{D42A27DB-BD31-4B8C-83A1-F6EECF244321}">
                <p14:modId xmlns:p14="http://schemas.microsoft.com/office/powerpoint/2010/main" val="3212982034"/>
              </p:ext>
            </p:extLst>
          </p:nvPr>
        </p:nvGraphicFramePr>
        <p:xfrm>
          <a:off x="528320" y="2780521"/>
          <a:ext cx="11155680" cy="3517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80511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D0EEE-63B2-BEC5-5DC1-02D526D04E46}"/>
              </a:ext>
            </a:extLst>
          </p:cNvPr>
          <p:cNvSpPr>
            <a:spLocks noGrp="1"/>
          </p:cNvSpPr>
          <p:nvPr>
            <p:ph type="title"/>
          </p:nvPr>
        </p:nvSpPr>
        <p:spPr>
          <a:xfrm>
            <a:off x="507710" y="582169"/>
            <a:ext cx="11501410" cy="1236472"/>
          </a:xfrm>
        </p:spPr>
        <p:txBody>
          <a:bodyPr>
            <a:normAutofit/>
          </a:bodyPr>
          <a:lstStyle/>
          <a:p>
            <a:r>
              <a:rPr lang="en-US" sz="3600" dirty="0" err="1"/>
              <a:t>Struktura</a:t>
            </a:r>
            <a:r>
              <a:rPr lang="en-US" sz="3600" dirty="0"/>
              <a:t> </a:t>
            </a:r>
            <a:r>
              <a:rPr lang="en-US" sz="3600" dirty="0" err="1"/>
              <a:t>dhe</a:t>
            </a:r>
            <a:r>
              <a:rPr lang="en-US" sz="3600" dirty="0"/>
              <a:t> </a:t>
            </a:r>
            <a:r>
              <a:rPr lang="en-US" sz="3600" dirty="0" err="1"/>
              <a:t>dinamika</a:t>
            </a:r>
            <a:r>
              <a:rPr lang="en-US" sz="3600" dirty="0"/>
              <a:t> e </a:t>
            </a:r>
            <a:r>
              <a:rPr lang="en-US" sz="3600" dirty="0" err="1"/>
              <a:t>biocenozave</a:t>
            </a:r>
            <a:r>
              <a:rPr lang="en-US" sz="3600" dirty="0"/>
              <a:t> (</a:t>
            </a:r>
            <a:r>
              <a:rPr lang="en-US" sz="3600" dirty="0" err="1"/>
              <a:t>bashkësive</a:t>
            </a:r>
            <a:r>
              <a:rPr lang="en-US" sz="3600" dirty="0"/>
              <a:t> </a:t>
            </a:r>
            <a:r>
              <a:rPr lang="en-US" sz="3600" dirty="0" err="1"/>
              <a:t>jetësore</a:t>
            </a:r>
            <a:r>
              <a:rPr lang="en-US" sz="3600" dirty="0"/>
              <a:t>)</a:t>
            </a:r>
          </a:p>
        </p:txBody>
      </p:sp>
      <p:sp>
        <p:nvSpPr>
          <p:cNvPr id="3" name="Content Placeholder 2">
            <a:extLst>
              <a:ext uri="{FF2B5EF4-FFF2-40B4-BE49-F238E27FC236}">
                <a16:creationId xmlns:a16="http://schemas.microsoft.com/office/drawing/2014/main" id="{195CD491-8D5A-3658-D05F-A12C0AFE946A}"/>
              </a:ext>
            </a:extLst>
          </p:cNvPr>
          <p:cNvSpPr>
            <a:spLocks noGrp="1"/>
          </p:cNvSpPr>
          <p:nvPr>
            <p:ph idx="1"/>
          </p:nvPr>
        </p:nvSpPr>
        <p:spPr>
          <a:xfrm>
            <a:off x="396240" y="2695694"/>
            <a:ext cx="4460240" cy="3664466"/>
          </a:xfrm>
        </p:spPr>
        <p:txBody>
          <a:bodyPr>
            <a:normAutofit/>
          </a:bodyPr>
          <a:lstStyle/>
          <a:p>
            <a:r>
              <a:rPr lang="en-US" sz="2400" dirty="0" err="1"/>
              <a:t>Biocenoza</a:t>
            </a:r>
            <a:r>
              <a:rPr lang="en-US" sz="2400" dirty="0"/>
              <a:t> </a:t>
            </a:r>
            <a:r>
              <a:rPr lang="en-US" sz="2400" dirty="0" err="1"/>
              <a:t>është</a:t>
            </a:r>
            <a:r>
              <a:rPr lang="en-US" sz="2400" dirty="0"/>
              <a:t> </a:t>
            </a:r>
            <a:r>
              <a:rPr lang="en-US" sz="2400" dirty="0" err="1"/>
              <a:t>bashkësia</a:t>
            </a:r>
            <a:r>
              <a:rPr lang="en-US" sz="2400" dirty="0"/>
              <a:t> </a:t>
            </a:r>
            <a:r>
              <a:rPr lang="en-US" sz="2400" dirty="0" err="1"/>
              <a:t>jetësore</a:t>
            </a:r>
            <a:r>
              <a:rPr lang="en-US" sz="2400" dirty="0"/>
              <a:t> e </a:t>
            </a:r>
            <a:r>
              <a:rPr lang="en-US" sz="2400" dirty="0" err="1"/>
              <a:t>qenieve</a:t>
            </a:r>
            <a:r>
              <a:rPr lang="en-US" sz="2400" dirty="0"/>
              <a:t> </a:t>
            </a:r>
            <a:r>
              <a:rPr lang="en-US" sz="2400" dirty="0" err="1"/>
              <a:t>të</a:t>
            </a:r>
            <a:r>
              <a:rPr lang="en-US" sz="2400" dirty="0"/>
              <a:t> </a:t>
            </a:r>
            <a:r>
              <a:rPr lang="en-US" sz="2400" dirty="0" err="1"/>
              <a:t>gjalla</a:t>
            </a:r>
            <a:r>
              <a:rPr lang="en-US" sz="2400" dirty="0"/>
              <a:t> </a:t>
            </a:r>
            <a:r>
              <a:rPr lang="en-US" sz="2400" dirty="0" err="1"/>
              <a:t>që</a:t>
            </a:r>
            <a:r>
              <a:rPr lang="en-US" sz="2400" dirty="0"/>
              <a:t> jane </a:t>
            </a:r>
            <a:r>
              <a:rPr lang="en-US" sz="2400" dirty="0" err="1"/>
              <a:t>të</a:t>
            </a:r>
            <a:r>
              <a:rPr lang="en-US" sz="2400" dirty="0"/>
              <a:t> </a:t>
            </a:r>
            <a:r>
              <a:rPr lang="en-US" sz="2400" dirty="0" err="1"/>
              <a:t>organizuara</a:t>
            </a:r>
            <a:r>
              <a:rPr lang="en-US" sz="2400" dirty="0"/>
              <a:t> </a:t>
            </a:r>
            <a:r>
              <a:rPr lang="en-US" sz="2400" dirty="0" err="1"/>
              <a:t>në</a:t>
            </a:r>
            <a:r>
              <a:rPr lang="en-US" sz="2400" dirty="0"/>
              <a:t> </a:t>
            </a:r>
            <a:r>
              <a:rPr lang="en-US" sz="2400" dirty="0" err="1"/>
              <a:t>hapësirë</a:t>
            </a:r>
            <a:r>
              <a:rPr lang="en-US" sz="2400" dirty="0"/>
              <a:t>, </a:t>
            </a:r>
            <a:r>
              <a:rPr lang="en-US" sz="2400" dirty="0" err="1"/>
              <a:t>gjithashtu</a:t>
            </a:r>
            <a:r>
              <a:rPr lang="en-US" sz="2400" dirty="0"/>
              <a:t> </a:t>
            </a:r>
            <a:r>
              <a:rPr lang="en-US" sz="2400" dirty="0" err="1"/>
              <a:t>përfshinë</a:t>
            </a:r>
            <a:r>
              <a:rPr lang="en-US" sz="2400" dirty="0"/>
              <a:t> </a:t>
            </a:r>
            <a:r>
              <a:rPr lang="en-US" sz="2400" dirty="0" err="1"/>
              <a:t>edhe</a:t>
            </a:r>
            <a:r>
              <a:rPr lang="en-US" sz="2400" dirty="0"/>
              <a:t> </a:t>
            </a:r>
            <a:r>
              <a:rPr lang="en-US" sz="2400" dirty="0" err="1"/>
              <a:t>ndryshimet</a:t>
            </a:r>
            <a:r>
              <a:rPr lang="en-US" sz="2400" dirty="0"/>
              <a:t> e </a:t>
            </a:r>
            <a:r>
              <a:rPr lang="en-US" sz="2400" dirty="0" err="1"/>
              <a:t>tyre</a:t>
            </a:r>
            <a:r>
              <a:rPr lang="en-US" sz="2400" dirty="0"/>
              <a:t> </a:t>
            </a:r>
            <a:r>
              <a:rPr lang="en-US" sz="2400" dirty="0" err="1"/>
              <a:t>që</a:t>
            </a:r>
            <a:r>
              <a:rPr lang="en-US" sz="2400" dirty="0"/>
              <a:t> </a:t>
            </a:r>
            <a:r>
              <a:rPr lang="en-US" sz="2400" dirty="0" err="1"/>
              <a:t>ndodhin</a:t>
            </a:r>
            <a:r>
              <a:rPr lang="en-US" sz="2400" dirty="0"/>
              <a:t> </a:t>
            </a:r>
            <a:r>
              <a:rPr lang="en-US" sz="2400" dirty="0" err="1"/>
              <a:t>ndër</a:t>
            </a:r>
            <a:r>
              <a:rPr lang="en-US" sz="2400" dirty="0"/>
              <a:t> </a:t>
            </a:r>
            <a:r>
              <a:rPr lang="en-US" sz="2400" dirty="0" err="1"/>
              <a:t>vite</a:t>
            </a:r>
            <a:r>
              <a:rPr lang="en-US" sz="2400" dirty="0"/>
              <a:t>.</a:t>
            </a:r>
          </a:p>
        </p:txBody>
      </p:sp>
      <p:pic>
        <p:nvPicPr>
          <p:cNvPr id="5" name="Picture 4" descr="A fox in a forest&#10;&#10;Description automatically generated">
            <a:extLst>
              <a:ext uri="{FF2B5EF4-FFF2-40B4-BE49-F238E27FC236}">
                <a16:creationId xmlns:a16="http://schemas.microsoft.com/office/drawing/2014/main" id="{51D0B38D-0DCD-2626-32CC-BCA33D1B4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7571" y="1818641"/>
            <a:ext cx="6848189" cy="4668895"/>
          </a:xfrm>
          <a:prstGeom prst="rect">
            <a:avLst/>
          </a:prstGeom>
        </p:spPr>
      </p:pic>
    </p:spTree>
    <p:extLst>
      <p:ext uri="{BB962C8B-B14F-4D97-AF65-F5344CB8AC3E}">
        <p14:creationId xmlns:p14="http://schemas.microsoft.com/office/powerpoint/2010/main" val="186616007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A78B9D-FAF2-469F-3CC1-F0D67CA33451}"/>
              </a:ext>
            </a:extLst>
          </p:cNvPr>
          <p:cNvSpPr>
            <a:spLocks noGrp="1"/>
          </p:cNvSpPr>
          <p:nvPr>
            <p:ph type="title"/>
          </p:nvPr>
        </p:nvSpPr>
        <p:spPr>
          <a:xfrm>
            <a:off x="521208" y="976160"/>
            <a:ext cx="11155680" cy="1636411"/>
          </a:xfrm>
        </p:spPr>
        <p:txBody>
          <a:bodyPr>
            <a:normAutofit/>
          </a:bodyPr>
          <a:lstStyle/>
          <a:p>
            <a:pPr>
              <a:lnSpc>
                <a:spcPct val="90000"/>
              </a:lnSpc>
            </a:pPr>
            <a:r>
              <a:rPr lang="en-US" dirty="0" err="1"/>
              <a:t>Organizimi</a:t>
            </a:r>
            <a:r>
              <a:rPr lang="en-US" dirty="0"/>
              <a:t> </a:t>
            </a:r>
            <a:r>
              <a:rPr lang="en-US" dirty="0" err="1"/>
              <a:t>hapësinor</a:t>
            </a:r>
            <a:r>
              <a:rPr lang="en-US" dirty="0"/>
              <a:t> – </a:t>
            </a:r>
            <a:r>
              <a:rPr lang="en-US" dirty="0" err="1"/>
              <a:t>struktura</a:t>
            </a:r>
            <a:r>
              <a:rPr lang="en-US" dirty="0"/>
              <a:t> e </a:t>
            </a:r>
            <a:r>
              <a:rPr lang="en-US" dirty="0" err="1"/>
              <a:t>biocenozave</a:t>
            </a:r>
            <a:endParaRPr lang="en-US" dirty="0"/>
          </a:p>
        </p:txBody>
      </p:sp>
      <p:sp>
        <p:nvSpPr>
          <p:cNvPr id="20" name="Rectangle 19">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6C887D7-74FB-7B47-4AE1-D930143054E1}"/>
              </a:ext>
            </a:extLst>
          </p:cNvPr>
          <p:cNvGraphicFramePr>
            <a:graphicFrameLocks noGrp="1"/>
          </p:cNvGraphicFramePr>
          <p:nvPr>
            <p:ph idx="1"/>
            <p:extLst>
              <p:ext uri="{D42A27DB-BD31-4B8C-83A1-F6EECF244321}">
                <p14:modId xmlns:p14="http://schemas.microsoft.com/office/powerpoint/2010/main" val="1397671479"/>
              </p:ext>
            </p:extLst>
          </p:nvPr>
        </p:nvGraphicFramePr>
        <p:xfrm>
          <a:off x="528320" y="2780521"/>
          <a:ext cx="11155680" cy="3517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6759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E750-DF5B-A68E-AD4F-7F469DD9EFD7}"/>
              </a:ext>
            </a:extLst>
          </p:cNvPr>
          <p:cNvSpPr>
            <a:spLocks noGrp="1"/>
          </p:cNvSpPr>
          <p:nvPr>
            <p:ph type="title"/>
          </p:nvPr>
        </p:nvSpPr>
        <p:spPr>
          <a:xfrm>
            <a:off x="445170" y="2745232"/>
            <a:ext cx="6224852" cy="1542094"/>
          </a:xfrm>
        </p:spPr>
        <p:txBody>
          <a:bodyPr>
            <a:normAutofit/>
          </a:bodyPr>
          <a:lstStyle/>
          <a:p>
            <a:r>
              <a:rPr lang="en-US" sz="3600" b="0" dirty="0"/>
              <a:t>Kemi </a:t>
            </a:r>
            <a:r>
              <a:rPr lang="en-US" sz="3600" b="0" dirty="0" err="1"/>
              <a:t>katëzimin</a:t>
            </a:r>
            <a:r>
              <a:rPr lang="en-US" sz="3600" b="0" dirty="0"/>
              <a:t> </a:t>
            </a:r>
            <a:r>
              <a:rPr lang="en-US" sz="3600" b="0" dirty="0" err="1"/>
              <a:t>mbitokësor</a:t>
            </a:r>
            <a:r>
              <a:rPr lang="en-US" sz="3600" b="0" dirty="0"/>
              <a:t> </a:t>
            </a:r>
            <a:r>
              <a:rPr lang="en-US" sz="3600" b="0" dirty="0" err="1"/>
              <a:t>dhe</a:t>
            </a:r>
            <a:r>
              <a:rPr lang="en-US" sz="3600" b="0" dirty="0"/>
              <a:t> </a:t>
            </a:r>
            <a:r>
              <a:rPr lang="en-US" sz="3600" b="0" dirty="0" err="1"/>
              <a:t>nëntokësor</a:t>
            </a:r>
            <a:endParaRPr lang="en-US" sz="3600" b="0" dirty="0"/>
          </a:p>
        </p:txBody>
      </p:sp>
      <p:pic>
        <p:nvPicPr>
          <p:cNvPr id="5" name="Content Placeholder 4" descr="A diagram of a river with trees and birds&#10;&#10;Description automatically generated">
            <a:extLst>
              <a:ext uri="{FF2B5EF4-FFF2-40B4-BE49-F238E27FC236}">
                <a16:creationId xmlns:a16="http://schemas.microsoft.com/office/drawing/2014/main" id="{0BCE12D2-C7A2-9462-789D-269B19AB40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8246" y="541417"/>
            <a:ext cx="5349091" cy="6112042"/>
          </a:xfrm>
        </p:spPr>
      </p:pic>
    </p:spTree>
    <p:extLst>
      <p:ext uri="{BB962C8B-B14F-4D97-AF65-F5344CB8AC3E}">
        <p14:creationId xmlns:p14="http://schemas.microsoft.com/office/powerpoint/2010/main" val="1013770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4FAA-C9B1-BEA6-1270-47D7EB72E441}"/>
              </a:ext>
            </a:extLst>
          </p:cNvPr>
          <p:cNvSpPr>
            <a:spLocks noGrp="1"/>
          </p:cNvSpPr>
          <p:nvPr>
            <p:ph type="title"/>
          </p:nvPr>
        </p:nvSpPr>
        <p:spPr>
          <a:xfrm>
            <a:off x="517870" y="978408"/>
            <a:ext cx="11165480" cy="1560255"/>
          </a:xfrm>
        </p:spPr>
        <p:txBody>
          <a:bodyPr/>
          <a:lstStyle/>
          <a:p>
            <a:r>
              <a:rPr lang="en-US" dirty="0" err="1"/>
              <a:t>Organizimi</a:t>
            </a:r>
            <a:r>
              <a:rPr lang="en-US" dirty="0"/>
              <a:t> </a:t>
            </a:r>
            <a:r>
              <a:rPr lang="en-US" dirty="0" err="1"/>
              <a:t>kohor</a:t>
            </a:r>
            <a:r>
              <a:rPr lang="en-US" dirty="0"/>
              <a:t> </a:t>
            </a:r>
            <a:r>
              <a:rPr lang="en-US" dirty="0" err="1"/>
              <a:t>i</a:t>
            </a:r>
            <a:r>
              <a:rPr lang="en-US" dirty="0"/>
              <a:t> </a:t>
            </a:r>
            <a:r>
              <a:rPr lang="en-US" dirty="0" err="1"/>
              <a:t>biocenozës</a:t>
            </a:r>
            <a:endParaRPr lang="en-US" dirty="0"/>
          </a:p>
        </p:txBody>
      </p:sp>
      <p:sp>
        <p:nvSpPr>
          <p:cNvPr id="3" name="Content Placeholder 2">
            <a:extLst>
              <a:ext uri="{FF2B5EF4-FFF2-40B4-BE49-F238E27FC236}">
                <a16:creationId xmlns:a16="http://schemas.microsoft.com/office/drawing/2014/main" id="{35D2E181-EB89-2C3A-5A95-662F5D34312E}"/>
              </a:ext>
            </a:extLst>
          </p:cNvPr>
          <p:cNvSpPr>
            <a:spLocks noGrp="1"/>
          </p:cNvSpPr>
          <p:nvPr>
            <p:ph idx="1"/>
          </p:nvPr>
        </p:nvSpPr>
        <p:spPr>
          <a:xfrm>
            <a:off x="496618" y="2003975"/>
            <a:ext cx="11174700" cy="4870457"/>
          </a:xfrm>
        </p:spPr>
        <p:txBody>
          <a:bodyPr>
            <a:normAutofit/>
          </a:bodyPr>
          <a:lstStyle/>
          <a:p>
            <a:r>
              <a:rPr lang="en-US" sz="2800" dirty="0"/>
              <a:t>Me </a:t>
            </a:r>
            <a:r>
              <a:rPr lang="en-US" sz="2800" dirty="0" err="1"/>
              <a:t>organizim</a:t>
            </a:r>
            <a:r>
              <a:rPr lang="en-US" sz="2800" dirty="0"/>
              <a:t> </a:t>
            </a:r>
            <a:r>
              <a:rPr lang="en-US" sz="2800" dirty="0" err="1"/>
              <a:t>kohor</a:t>
            </a:r>
            <a:r>
              <a:rPr lang="en-US" sz="2800" dirty="0"/>
              <a:t> </a:t>
            </a:r>
            <a:r>
              <a:rPr lang="en-US" sz="2800" dirty="0" err="1"/>
              <a:t>të</a:t>
            </a:r>
            <a:r>
              <a:rPr lang="en-US" sz="2800" dirty="0"/>
              <a:t> </a:t>
            </a:r>
            <a:r>
              <a:rPr lang="en-US" sz="2800" dirty="0" err="1"/>
              <a:t>biocenozës</a:t>
            </a:r>
            <a:r>
              <a:rPr lang="en-US" sz="2800" dirty="0"/>
              <a:t> </a:t>
            </a:r>
            <a:r>
              <a:rPr lang="en-US" sz="2800" dirty="0" err="1"/>
              <a:t>nënkuptojmë</a:t>
            </a:r>
            <a:r>
              <a:rPr lang="en-US" sz="2800" dirty="0"/>
              <a:t> </a:t>
            </a:r>
            <a:r>
              <a:rPr lang="en-US" sz="2800" dirty="0" err="1"/>
              <a:t>ato</a:t>
            </a:r>
            <a:r>
              <a:rPr lang="en-US" sz="2800" dirty="0"/>
              <a:t> </a:t>
            </a:r>
            <a:r>
              <a:rPr lang="en-US" sz="2800" dirty="0" err="1"/>
              <a:t>ndryshime</a:t>
            </a:r>
            <a:r>
              <a:rPr lang="en-US" sz="2800" dirty="0"/>
              <a:t> </a:t>
            </a:r>
            <a:r>
              <a:rPr lang="en-US" sz="2800" dirty="0" err="1"/>
              <a:t>që</a:t>
            </a:r>
            <a:r>
              <a:rPr lang="en-US" sz="2800" dirty="0"/>
              <a:t> </a:t>
            </a:r>
            <a:r>
              <a:rPr lang="en-US" sz="2800" dirty="0" err="1"/>
              <a:t>ndodhin</a:t>
            </a:r>
            <a:r>
              <a:rPr lang="en-US" sz="2800" dirty="0"/>
              <a:t> </a:t>
            </a:r>
            <a:r>
              <a:rPr lang="en-US" sz="2800" dirty="0" err="1"/>
              <a:t>ndër</a:t>
            </a:r>
            <a:r>
              <a:rPr lang="en-US" sz="2800" dirty="0"/>
              <a:t> </a:t>
            </a:r>
            <a:r>
              <a:rPr lang="en-US" sz="2800" dirty="0" err="1"/>
              <a:t>vite</a:t>
            </a:r>
            <a:r>
              <a:rPr lang="en-US" sz="2800" dirty="0"/>
              <a:t>. </a:t>
            </a:r>
            <a:r>
              <a:rPr lang="en-US" sz="2800" dirty="0" err="1"/>
              <a:t>Këtu</a:t>
            </a:r>
            <a:r>
              <a:rPr lang="en-US" sz="2800" dirty="0"/>
              <a:t> </a:t>
            </a:r>
            <a:r>
              <a:rPr lang="en-US" sz="2800" dirty="0" err="1"/>
              <a:t>ndikim</a:t>
            </a:r>
            <a:r>
              <a:rPr lang="en-US" sz="2800" dirty="0"/>
              <a:t> </a:t>
            </a:r>
            <a:r>
              <a:rPr lang="en-US" sz="2800" dirty="0" err="1"/>
              <a:t>të</a:t>
            </a:r>
            <a:r>
              <a:rPr lang="en-US" sz="2800" dirty="0"/>
              <a:t> </a:t>
            </a:r>
            <a:r>
              <a:rPr lang="en-US" sz="2800" dirty="0" err="1"/>
              <a:t>madh</a:t>
            </a:r>
            <a:r>
              <a:rPr lang="en-US" sz="2800" dirty="0"/>
              <a:t> </a:t>
            </a:r>
            <a:r>
              <a:rPr lang="en-US" sz="2800" dirty="0" err="1"/>
              <a:t>kanë</a:t>
            </a:r>
            <a:r>
              <a:rPr lang="en-US" sz="2800" dirty="0"/>
              <a:t> </a:t>
            </a:r>
            <a:r>
              <a:rPr lang="en-US" sz="2800" dirty="0" err="1"/>
              <a:t>faktorët</a:t>
            </a:r>
            <a:r>
              <a:rPr lang="en-US" sz="2800" dirty="0"/>
              <a:t> </a:t>
            </a:r>
            <a:r>
              <a:rPr lang="en-US" sz="2800" dirty="0" err="1"/>
              <a:t>ekologjik</a:t>
            </a:r>
            <a:r>
              <a:rPr lang="en-US" sz="2800" dirty="0"/>
              <a:t> </a:t>
            </a:r>
            <a:r>
              <a:rPr lang="en-US" sz="2800" dirty="0" err="1"/>
              <a:t>dhe</a:t>
            </a:r>
            <a:r>
              <a:rPr lang="en-US" sz="2800" dirty="0"/>
              <a:t> </a:t>
            </a:r>
            <a:r>
              <a:rPr lang="en-US" sz="2800" dirty="0" err="1"/>
              <a:t>ata</a:t>
            </a:r>
            <a:r>
              <a:rPr lang="en-US" sz="2800" dirty="0"/>
              <a:t> </a:t>
            </a:r>
            <a:r>
              <a:rPr lang="en-US" sz="2800" dirty="0" err="1"/>
              <a:t>klimatik</a:t>
            </a:r>
            <a:r>
              <a:rPr lang="en-US" sz="2800" dirty="0"/>
              <a:t>. </a:t>
            </a:r>
            <a:r>
              <a:rPr lang="en-US" sz="2800" dirty="0" err="1"/>
              <a:t>Sepse</a:t>
            </a:r>
            <a:r>
              <a:rPr lang="en-US" sz="2800" dirty="0"/>
              <a:t> </a:t>
            </a:r>
            <a:r>
              <a:rPr lang="en-US" sz="2800" dirty="0" err="1"/>
              <a:t>zhvillimi</a:t>
            </a:r>
            <a:r>
              <a:rPr lang="en-US" sz="2800" dirty="0"/>
              <a:t> </a:t>
            </a:r>
            <a:r>
              <a:rPr lang="en-US" sz="2800" dirty="0" err="1"/>
              <a:t>i</a:t>
            </a:r>
            <a:r>
              <a:rPr lang="en-US" sz="2800" dirty="0"/>
              <a:t> </a:t>
            </a:r>
            <a:r>
              <a:rPr lang="en-US" sz="2800" dirty="0" err="1"/>
              <a:t>bimëve</a:t>
            </a:r>
            <a:r>
              <a:rPr lang="en-US" sz="2800" dirty="0"/>
              <a:t> </a:t>
            </a:r>
            <a:r>
              <a:rPr lang="en-US" sz="2800" dirty="0" err="1"/>
              <a:t>fillon</a:t>
            </a:r>
            <a:r>
              <a:rPr lang="en-US" sz="2800" dirty="0"/>
              <a:t> </a:t>
            </a:r>
            <a:r>
              <a:rPr lang="en-US" sz="2800" dirty="0" err="1"/>
              <a:t>herët</a:t>
            </a:r>
            <a:r>
              <a:rPr lang="en-US" sz="2800" dirty="0"/>
              <a:t> apo </a:t>
            </a:r>
            <a:r>
              <a:rPr lang="en-US" sz="2800" dirty="0" err="1"/>
              <a:t>vonë</a:t>
            </a:r>
            <a:r>
              <a:rPr lang="en-US" sz="2800" dirty="0"/>
              <a:t> </a:t>
            </a:r>
            <a:r>
              <a:rPr lang="en-US" sz="2800" dirty="0" err="1"/>
              <a:t>varësisht</a:t>
            </a:r>
            <a:r>
              <a:rPr lang="en-US" sz="2800" dirty="0"/>
              <a:t> </a:t>
            </a:r>
            <a:r>
              <a:rPr lang="en-US" sz="2800" dirty="0" err="1"/>
              <a:t>nga</a:t>
            </a:r>
            <a:r>
              <a:rPr lang="en-US" sz="2800" dirty="0"/>
              <a:t>: </a:t>
            </a:r>
          </a:p>
          <a:p>
            <a:pPr marL="342900" indent="-342900">
              <a:buFont typeface="Wingdings" panose="05000000000000000000" pitchFamily="2" charset="2"/>
              <a:buChar char="v"/>
            </a:pPr>
            <a:r>
              <a:rPr lang="en-US" sz="2800" dirty="0" err="1"/>
              <a:t>temperatura</a:t>
            </a:r>
            <a:r>
              <a:rPr lang="en-US" sz="2800" dirty="0"/>
              <a:t>, </a:t>
            </a:r>
          </a:p>
          <a:p>
            <a:pPr marL="342900" indent="-342900">
              <a:buFont typeface="Wingdings" panose="05000000000000000000" pitchFamily="2" charset="2"/>
              <a:buChar char="v"/>
            </a:pPr>
            <a:r>
              <a:rPr lang="en-US" sz="2800" dirty="0" err="1"/>
              <a:t>lartësia</a:t>
            </a:r>
            <a:r>
              <a:rPr lang="en-US" sz="2800" dirty="0"/>
              <a:t> </a:t>
            </a:r>
            <a:r>
              <a:rPr lang="en-US" sz="2800" dirty="0" err="1"/>
              <a:t>mbidetare</a:t>
            </a:r>
            <a:r>
              <a:rPr lang="en-US" sz="2800" dirty="0"/>
              <a:t>,</a:t>
            </a:r>
          </a:p>
          <a:p>
            <a:pPr marL="342900" indent="-342900">
              <a:buFont typeface="Wingdings" panose="05000000000000000000" pitchFamily="2" charset="2"/>
              <a:buChar char="v"/>
            </a:pPr>
            <a:r>
              <a:rPr lang="en-US" sz="2800" dirty="0" err="1"/>
              <a:t>rrezatimi</a:t>
            </a:r>
            <a:r>
              <a:rPr lang="en-US" sz="2800" dirty="0"/>
              <a:t> </a:t>
            </a:r>
            <a:r>
              <a:rPr lang="en-US" sz="2800" dirty="0" err="1"/>
              <a:t>diellor</a:t>
            </a:r>
            <a:r>
              <a:rPr lang="en-US" sz="2800" dirty="0"/>
              <a:t>,</a:t>
            </a:r>
          </a:p>
          <a:p>
            <a:pPr marL="342900" indent="-342900">
              <a:buFont typeface="Wingdings" panose="05000000000000000000" pitchFamily="2" charset="2"/>
              <a:buChar char="v"/>
            </a:pPr>
            <a:r>
              <a:rPr lang="en-US" sz="2800" dirty="0" err="1"/>
              <a:t>kohëzgjatja</a:t>
            </a:r>
            <a:r>
              <a:rPr lang="en-US" sz="2800" dirty="0"/>
              <a:t> e </a:t>
            </a:r>
            <a:r>
              <a:rPr lang="en-US" sz="2800" dirty="0" err="1"/>
              <a:t>borës</a:t>
            </a:r>
            <a:r>
              <a:rPr lang="en-US" sz="2800" dirty="0"/>
              <a:t>, </a:t>
            </a:r>
            <a:r>
              <a:rPr lang="en-US" sz="2800" dirty="0" err="1"/>
              <a:t>etj</a:t>
            </a:r>
            <a:r>
              <a:rPr lang="en-US" sz="2800" dirty="0"/>
              <a:t>. </a:t>
            </a:r>
          </a:p>
        </p:txBody>
      </p:sp>
    </p:spTree>
    <p:extLst>
      <p:ext uri="{BB962C8B-B14F-4D97-AF65-F5344CB8AC3E}">
        <p14:creationId xmlns:p14="http://schemas.microsoft.com/office/powerpoint/2010/main" val="205751657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tree with different colors of leaves&#10;&#10;Description automatically generated">
            <a:extLst>
              <a:ext uri="{FF2B5EF4-FFF2-40B4-BE49-F238E27FC236}">
                <a16:creationId xmlns:a16="http://schemas.microsoft.com/office/drawing/2014/main" id="{1138B4D8-4D52-DF9E-4635-8A1653B3990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604" r="-1" b="4622"/>
          <a:stretch/>
        </p:blipFill>
        <p:spPr>
          <a:xfrm>
            <a:off x="20" y="10"/>
            <a:ext cx="12188932" cy="6857990"/>
          </a:xfrm>
          <a:prstGeom prst="rect">
            <a:avLst/>
          </a:prstGeom>
        </p:spPr>
      </p:pic>
      <p:sp>
        <p:nvSpPr>
          <p:cNvPr id="14" name="Rectangle 1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0631"/>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67918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field of dandelions and a sunny sky&#10;&#10;Description automatically generated">
            <a:extLst>
              <a:ext uri="{FF2B5EF4-FFF2-40B4-BE49-F238E27FC236}">
                <a16:creationId xmlns:a16="http://schemas.microsoft.com/office/drawing/2014/main" id="{F391707A-41B9-E657-08C5-4F3777DC510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5709" r="-1" b="-1"/>
          <a:stretch/>
        </p:blipFill>
        <p:spPr>
          <a:xfrm>
            <a:off x="20" y="10"/>
            <a:ext cx="12188932" cy="6857990"/>
          </a:xfrm>
          <a:prstGeom prst="rect">
            <a:avLst/>
          </a:prstGeom>
        </p:spPr>
      </p:pic>
      <p:sp>
        <p:nvSpPr>
          <p:cNvPr id="16" name="Rectangle 15">
            <a:extLst>
              <a:ext uri="{FF2B5EF4-FFF2-40B4-BE49-F238E27FC236}">
                <a16:creationId xmlns:a16="http://schemas.microsoft.com/office/drawing/2014/main" id="{637992A9-1E8C-4E57-B4F4-EE2D38E50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AEFD9D-0513-E6D8-0699-5EAEF9FFEC65}"/>
              </a:ext>
            </a:extLst>
          </p:cNvPr>
          <p:cNvSpPr>
            <a:spLocks noGrp="1"/>
          </p:cNvSpPr>
          <p:nvPr>
            <p:ph type="title"/>
          </p:nvPr>
        </p:nvSpPr>
        <p:spPr>
          <a:xfrm>
            <a:off x="517870" y="737773"/>
            <a:ext cx="6857488" cy="2334248"/>
          </a:xfrm>
        </p:spPr>
        <p:txBody>
          <a:bodyPr vert="horz" lIns="91440" tIns="45720" rIns="91440" bIns="45720" rtlCol="0" anchor="t">
            <a:normAutofit fontScale="90000"/>
          </a:bodyPr>
          <a:lstStyle/>
          <a:p>
            <a:pPr>
              <a:lnSpc>
                <a:spcPct val="90000"/>
              </a:lnSpc>
            </a:pPr>
            <a:r>
              <a:rPr lang="en-US" sz="3000" dirty="0" err="1">
                <a:solidFill>
                  <a:srgbClr val="FFFFFF"/>
                </a:solidFill>
              </a:rPr>
              <a:t>Organizim</a:t>
            </a:r>
            <a:r>
              <a:rPr lang="en-US" sz="3000" dirty="0">
                <a:solidFill>
                  <a:srgbClr val="FFFFFF"/>
                </a:solidFill>
              </a:rPr>
              <a:t> </a:t>
            </a:r>
            <a:r>
              <a:rPr lang="en-US" sz="3000" dirty="0" err="1">
                <a:solidFill>
                  <a:srgbClr val="FFFFFF"/>
                </a:solidFill>
              </a:rPr>
              <a:t>kohor</a:t>
            </a:r>
            <a:r>
              <a:rPr lang="en-US" sz="3000" dirty="0">
                <a:solidFill>
                  <a:srgbClr val="FFFFFF"/>
                </a:solidFill>
              </a:rPr>
              <a:t> </a:t>
            </a:r>
            <a:r>
              <a:rPr lang="en-US" sz="3000" dirty="0" err="1">
                <a:solidFill>
                  <a:srgbClr val="FFFFFF"/>
                </a:solidFill>
              </a:rPr>
              <a:t>të</a:t>
            </a:r>
            <a:r>
              <a:rPr lang="en-US" sz="3000" dirty="0">
                <a:solidFill>
                  <a:srgbClr val="FFFFFF"/>
                </a:solidFill>
              </a:rPr>
              <a:t> </a:t>
            </a:r>
            <a:r>
              <a:rPr lang="en-US" sz="3000" dirty="0" err="1">
                <a:solidFill>
                  <a:srgbClr val="FFFFFF"/>
                </a:solidFill>
              </a:rPr>
              <a:t>biocenozës</a:t>
            </a:r>
            <a:r>
              <a:rPr lang="en-US" sz="3000" dirty="0">
                <a:solidFill>
                  <a:srgbClr val="FFFFFF"/>
                </a:solidFill>
              </a:rPr>
              <a:t> </a:t>
            </a:r>
            <a:r>
              <a:rPr lang="en-US" sz="3000" dirty="0" err="1">
                <a:solidFill>
                  <a:srgbClr val="FFFFFF"/>
                </a:solidFill>
              </a:rPr>
              <a:t>vërejmë</a:t>
            </a:r>
            <a:r>
              <a:rPr lang="en-US" sz="3000" dirty="0">
                <a:solidFill>
                  <a:srgbClr val="FFFFFF"/>
                </a:solidFill>
              </a:rPr>
              <a:t> </a:t>
            </a:r>
            <a:r>
              <a:rPr lang="en-US" sz="3000" dirty="0" err="1">
                <a:solidFill>
                  <a:srgbClr val="FFFFFF"/>
                </a:solidFill>
              </a:rPr>
              <a:t>tek</a:t>
            </a:r>
            <a:r>
              <a:rPr lang="en-US" sz="3000" dirty="0">
                <a:solidFill>
                  <a:srgbClr val="FFFFFF"/>
                </a:solidFill>
              </a:rPr>
              <a:t> </a:t>
            </a:r>
            <a:r>
              <a:rPr lang="en-US" sz="3000" dirty="0" err="1">
                <a:solidFill>
                  <a:srgbClr val="FFFFFF"/>
                </a:solidFill>
              </a:rPr>
              <a:t>livadhi</a:t>
            </a:r>
            <a:r>
              <a:rPr lang="en-US" sz="3000" dirty="0">
                <a:solidFill>
                  <a:srgbClr val="FFFFFF"/>
                </a:solidFill>
              </a:rPr>
              <a:t> se </a:t>
            </a:r>
            <a:r>
              <a:rPr lang="en-US" sz="3000" dirty="0" err="1">
                <a:solidFill>
                  <a:srgbClr val="FFFFFF"/>
                </a:solidFill>
              </a:rPr>
              <a:t>si</a:t>
            </a:r>
            <a:r>
              <a:rPr lang="en-US" sz="3000" dirty="0">
                <a:solidFill>
                  <a:srgbClr val="FFFFFF"/>
                </a:solidFill>
              </a:rPr>
              <a:t> </a:t>
            </a:r>
            <a:r>
              <a:rPr lang="en-US" sz="3000" dirty="0" err="1">
                <a:solidFill>
                  <a:srgbClr val="FFFFFF"/>
                </a:solidFill>
              </a:rPr>
              <a:t>ndryshon</a:t>
            </a:r>
            <a:r>
              <a:rPr lang="en-US" sz="3000" dirty="0">
                <a:solidFill>
                  <a:srgbClr val="FFFFFF"/>
                </a:solidFill>
              </a:rPr>
              <a:t> </a:t>
            </a:r>
            <a:r>
              <a:rPr lang="en-US" sz="3000" dirty="0" err="1">
                <a:solidFill>
                  <a:srgbClr val="FFFFFF"/>
                </a:solidFill>
              </a:rPr>
              <a:t>gjatë</a:t>
            </a:r>
            <a:r>
              <a:rPr lang="en-US" sz="3000" dirty="0">
                <a:solidFill>
                  <a:srgbClr val="FFFFFF"/>
                </a:solidFill>
              </a:rPr>
              <a:t> </a:t>
            </a:r>
            <a:r>
              <a:rPr lang="en-US" sz="3000" dirty="0" err="1">
                <a:solidFill>
                  <a:srgbClr val="FFFFFF"/>
                </a:solidFill>
              </a:rPr>
              <a:t>periudhave</a:t>
            </a:r>
            <a:r>
              <a:rPr lang="en-US" sz="3000" dirty="0">
                <a:solidFill>
                  <a:srgbClr val="FFFFFF"/>
                </a:solidFill>
              </a:rPr>
              <a:t> </a:t>
            </a:r>
            <a:r>
              <a:rPr lang="en-US" sz="3000" dirty="0" err="1">
                <a:solidFill>
                  <a:srgbClr val="FFFFFF"/>
                </a:solidFill>
              </a:rPr>
              <a:t>të</a:t>
            </a:r>
            <a:r>
              <a:rPr lang="en-US" sz="3000" dirty="0">
                <a:solidFill>
                  <a:srgbClr val="FFFFFF"/>
                </a:solidFill>
              </a:rPr>
              <a:t> </a:t>
            </a:r>
            <a:r>
              <a:rPr lang="en-US" sz="3000" dirty="0" err="1">
                <a:solidFill>
                  <a:srgbClr val="FFFFFF"/>
                </a:solidFill>
              </a:rPr>
              <a:t>vitit</a:t>
            </a:r>
            <a:r>
              <a:rPr lang="en-US" sz="3000" dirty="0">
                <a:solidFill>
                  <a:srgbClr val="FFFFFF"/>
                </a:solidFill>
              </a:rPr>
              <a:t>. P.sh. </a:t>
            </a:r>
            <a:r>
              <a:rPr lang="en-US" sz="3000" dirty="0" err="1">
                <a:solidFill>
                  <a:srgbClr val="FFFFFF"/>
                </a:solidFill>
              </a:rPr>
              <a:t>gjate</a:t>
            </a:r>
            <a:r>
              <a:rPr lang="en-US" sz="3000" dirty="0">
                <a:solidFill>
                  <a:srgbClr val="FFFFFF"/>
                </a:solidFill>
              </a:rPr>
              <a:t> </a:t>
            </a:r>
            <a:r>
              <a:rPr lang="en-US" sz="3000" dirty="0" err="1">
                <a:solidFill>
                  <a:srgbClr val="FFFFFF"/>
                </a:solidFill>
              </a:rPr>
              <a:t>pranverës</a:t>
            </a:r>
            <a:r>
              <a:rPr lang="en-US" sz="3000" dirty="0">
                <a:solidFill>
                  <a:srgbClr val="FFFFFF"/>
                </a:solidFill>
              </a:rPr>
              <a:t> ka </a:t>
            </a:r>
            <a:r>
              <a:rPr lang="en-US" sz="3000" dirty="0" err="1">
                <a:solidFill>
                  <a:srgbClr val="FFFFFF"/>
                </a:solidFill>
              </a:rPr>
              <a:t>ngjyrë</a:t>
            </a:r>
            <a:r>
              <a:rPr lang="en-US" sz="3000" dirty="0">
                <a:solidFill>
                  <a:srgbClr val="FFFFFF"/>
                </a:solidFill>
              </a:rPr>
              <a:t> </a:t>
            </a:r>
            <a:r>
              <a:rPr lang="en-US" sz="3000" dirty="0" err="1">
                <a:solidFill>
                  <a:srgbClr val="FFFFFF"/>
                </a:solidFill>
              </a:rPr>
              <a:t>të</a:t>
            </a:r>
            <a:r>
              <a:rPr lang="en-US" sz="3000" dirty="0">
                <a:solidFill>
                  <a:srgbClr val="FFFFFF"/>
                </a:solidFill>
              </a:rPr>
              <a:t> </a:t>
            </a:r>
            <a:r>
              <a:rPr lang="en-US" sz="3000" dirty="0" err="1">
                <a:solidFill>
                  <a:srgbClr val="FFFFFF"/>
                </a:solidFill>
              </a:rPr>
              <a:t>gjelbërt</a:t>
            </a:r>
            <a:r>
              <a:rPr lang="en-US" sz="3000" dirty="0">
                <a:solidFill>
                  <a:srgbClr val="FFFFFF"/>
                </a:solidFill>
              </a:rPr>
              <a:t> </a:t>
            </a:r>
            <a:r>
              <a:rPr lang="en-US" sz="3000" dirty="0" err="1">
                <a:solidFill>
                  <a:srgbClr val="FFFFFF"/>
                </a:solidFill>
              </a:rPr>
              <a:t>pastaj</a:t>
            </a:r>
            <a:r>
              <a:rPr lang="en-US" sz="3000" dirty="0">
                <a:solidFill>
                  <a:srgbClr val="FFFFFF"/>
                </a:solidFill>
              </a:rPr>
              <a:t> </a:t>
            </a:r>
            <a:r>
              <a:rPr lang="en-US" sz="3000" dirty="0" err="1">
                <a:solidFill>
                  <a:srgbClr val="FFFFFF"/>
                </a:solidFill>
              </a:rPr>
              <a:t>bimët</a:t>
            </a:r>
            <a:r>
              <a:rPr lang="en-US" sz="3000" dirty="0">
                <a:solidFill>
                  <a:srgbClr val="FFFFFF"/>
                </a:solidFill>
              </a:rPr>
              <a:t> </a:t>
            </a:r>
            <a:r>
              <a:rPr lang="en-US" sz="3000" dirty="0" err="1">
                <a:solidFill>
                  <a:srgbClr val="FFFFFF"/>
                </a:solidFill>
              </a:rPr>
              <a:t>fillojnë</a:t>
            </a:r>
            <a:r>
              <a:rPr lang="en-US" sz="3000" dirty="0">
                <a:solidFill>
                  <a:srgbClr val="FFFFFF"/>
                </a:solidFill>
              </a:rPr>
              <a:t> </a:t>
            </a:r>
            <a:r>
              <a:rPr lang="en-US" sz="3000" dirty="0" err="1">
                <a:solidFill>
                  <a:srgbClr val="FFFFFF"/>
                </a:solidFill>
              </a:rPr>
              <a:t>të</a:t>
            </a:r>
            <a:r>
              <a:rPr lang="en-US" sz="3000" dirty="0">
                <a:solidFill>
                  <a:srgbClr val="FFFFFF"/>
                </a:solidFill>
              </a:rPr>
              <a:t> </a:t>
            </a:r>
            <a:r>
              <a:rPr lang="en-US" sz="3000" dirty="0" err="1">
                <a:solidFill>
                  <a:srgbClr val="FFFFFF"/>
                </a:solidFill>
              </a:rPr>
              <a:t>rriten</a:t>
            </a:r>
            <a:r>
              <a:rPr lang="en-US" sz="3000" dirty="0">
                <a:solidFill>
                  <a:srgbClr val="FFFFFF"/>
                </a:solidFill>
              </a:rPr>
              <a:t> </a:t>
            </a:r>
            <a:r>
              <a:rPr lang="en-US" sz="3000" dirty="0" err="1">
                <a:solidFill>
                  <a:srgbClr val="FFFFFF"/>
                </a:solidFill>
              </a:rPr>
              <a:t>dhe</a:t>
            </a:r>
            <a:r>
              <a:rPr lang="en-US" sz="3000" dirty="0">
                <a:solidFill>
                  <a:srgbClr val="FFFFFF"/>
                </a:solidFill>
              </a:rPr>
              <a:t> </a:t>
            </a:r>
            <a:r>
              <a:rPr lang="en-US" sz="3000" dirty="0" err="1">
                <a:solidFill>
                  <a:srgbClr val="FFFFFF"/>
                </a:solidFill>
              </a:rPr>
              <a:t>merr</a:t>
            </a:r>
            <a:r>
              <a:rPr lang="en-US" sz="3000" dirty="0">
                <a:solidFill>
                  <a:srgbClr val="FFFFFF"/>
                </a:solidFill>
              </a:rPr>
              <a:t> </a:t>
            </a:r>
            <a:r>
              <a:rPr lang="en-US" sz="3000" dirty="0" err="1">
                <a:solidFill>
                  <a:srgbClr val="FFFFFF"/>
                </a:solidFill>
              </a:rPr>
              <a:t>ngjyra</a:t>
            </a:r>
            <a:r>
              <a:rPr lang="en-US" sz="3000" dirty="0">
                <a:solidFill>
                  <a:srgbClr val="FFFFFF"/>
                </a:solidFill>
              </a:rPr>
              <a:t> </a:t>
            </a:r>
            <a:r>
              <a:rPr lang="en-US" sz="3000" dirty="0" err="1">
                <a:solidFill>
                  <a:srgbClr val="FFFFFF"/>
                </a:solidFill>
              </a:rPr>
              <a:t>të</a:t>
            </a:r>
            <a:r>
              <a:rPr lang="en-US" sz="3000" dirty="0">
                <a:solidFill>
                  <a:srgbClr val="FFFFFF"/>
                </a:solidFill>
              </a:rPr>
              <a:t> </a:t>
            </a:r>
            <a:r>
              <a:rPr lang="en-US" sz="3000" dirty="0" err="1">
                <a:solidFill>
                  <a:srgbClr val="FFFFFF"/>
                </a:solidFill>
              </a:rPr>
              <a:t>ndryshme</a:t>
            </a:r>
            <a:r>
              <a:rPr lang="en-US" sz="3000" dirty="0">
                <a:solidFill>
                  <a:srgbClr val="FFFFFF"/>
                </a:solidFill>
              </a:rPr>
              <a:t>, </a:t>
            </a:r>
            <a:r>
              <a:rPr lang="en-US" sz="3000" dirty="0" err="1">
                <a:solidFill>
                  <a:srgbClr val="FFFFFF"/>
                </a:solidFill>
              </a:rPr>
              <a:t>në</a:t>
            </a:r>
            <a:r>
              <a:rPr lang="en-US" sz="3000" dirty="0">
                <a:solidFill>
                  <a:srgbClr val="FFFFFF"/>
                </a:solidFill>
              </a:rPr>
              <a:t> fund </a:t>
            </a:r>
            <a:r>
              <a:rPr lang="en-US" sz="3000" dirty="0" err="1">
                <a:solidFill>
                  <a:srgbClr val="FFFFFF"/>
                </a:solidFill>
              </a:rPr>
              <a:t>kositet</a:t>
            </a:r>
            <a:r>
              <a:rPr lang="en-US" sz="3000" dirty="0">
                <a:solidFill>
                  <a:srgbClr val="FFFFFF"/>
                </a:solidFill>
              </a:rPr>
              <a:t> </a:t>
            </a:r>
            <a:r>
              <a:rPr lang="en-US" sz="3000" dirty="0" err="1">
                <a:solidFill>
                  <a:srgbClr val="FFFFFF"/>
                </a:solidFill>
              </a:rPr>
              <a:t>dhe</a:t>
            </a:r>
            <a:r>
              <a:rPr lang="en-US" sz="3000" dirty="0">
                <a:solidFill>
                  <a:srgbClr val="FFFFFF"/>
                </a:solidFill>
              </a:rPr>
              <a:t> </a:t>
            </a:r>
            <a:r>
              <a:rPr lang="en-US" sz="3000" dirty="0" err="1">
                <a:solidFill>
                  <a:srgbClr val="FFFFFF"/>
                </a:solidFill>
              </a:rPr>
              <a:t>në</a:t>
            </a:r>
            <a:r>
              <a:rPr lang="en-US" sz="3000" dirty="0">
                <a:solidFill>
                  <a:srgbClr val="FFFFFF"/>
                </a:solidFill>
              </a:rPr>
              <a:t> </a:t>
            </a:r>
            <a:r>
              <a:rPr lang="en-US" sz="3000" dirty="0" err="1">
                <a:solidFill>
                  <a:srgbClr val="FFFFFF"/>
                </a:solidFill>
              </a:rPr>
              <a:t>dimër</a:t>
            </a:r>
            <a:r>
              <a:rPr lang="en-US" sz="3000" dirty="0">
                <a:solidFill>
                  <a:srgbClr val="FFFFFF"/>
                </a:solidFill>
              </a:rPr>
              <a:t> </a:t>
            </a:r>
            <a:r>
              <a:rPr lang="en-US" sz="3000" dirty="0" err="1">
                <a:solidFill>
                  <a:srgbClr val="FFFFFF"/>
                </a:solidFill>
              </a:rPr>
              <a:t>hyn</a:t>
            </a:r>
            <a:r>
              <a:rPr lang="en-US" sz="3000" dirty="0">
                <a:solidFill>
                  <a:srgbClr val="FFFFFF"/>
                </a:solidFill>
              </a:rPr>
              <a:t> </a:t>
            </a:r>
            <a:r>
              <a:rPr lang="en-US" sz="3000" dirty="0" err="1">
                <a:solidFill>
                  <a:srgbClr val="FFFFFF"/>
                </a:solidFill>
              </a:rPr>
              <a:t>në</a:t>
            </a:r>
            <a:r>
              <a:rPr lang="en-US" sz="3000" dirty="0">
                <a:solidFill>
                  <a:srgbClr val="FFFFFF"/>
                </a:solidFill>
              </a:rPr>
              <a:t> </a:t>
            </a:r>
            <a:r>
              <a:rPr lang="en-US" sz="3000" dirty="0" err="1">
                <a:solidFill>
                  <a:srgbClr val="FFFFFF"/>
                </a:solidFill>
              </a:rPr>
              <a:t>fazën</a:t>
            </a:r>
            <a:r>
              <a:rPr lang="en-US" sz="3000" dirty="0">
                <a:solidFill>
                  <a:srgbClr val="FFFFFF"/>
                </a:solidFill>
              </a:rPr>
              <a:t> e </a:t>
            </a:r>
            <a:r>
              <a:rPr lang="en-US" sz="3000" dirty="0" err="1">
                <a:solidFill>
                  <a:srgbClr val="FFFFFF"/>
                </a:solidFill>
              </a:rPr>
              <a:t>qetësisë</a:t>
            </a:r>
            <a:r>
              <a:rPr lang="en-US" sz="3000" dirty="0">
                <a:solidFill>
                  <a:srgbClr val="FFFFFF"/>
                </a:solidFill>
              </a:rPr>
              <a:t>.</a:t>
            </a:r>
          </a:p>
        </p:txBody>
      </p:sp>
      <p:sp>
        <p:nvSpPr>
          <p:cNvPr id="18" name="Rectangle 17">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0711259"/>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883A2-10ED-6616-0DA4-4C16EE33D861}"/>
              </a:ext>
            </a:extLst>
          </p:cNvPr>
          <p:cNvSpPr>
            <a:spLocks noGrp="1"/>
          </p:cNvSpPr>
          <p:nvPr>
            <p:ph type="title"/>
          </p:nvPr>
        </p:nvSpPr>
        <p:spPr>
          <a:xfrm>
            <a:off x="405319" y="732482"/>
            <a:ext cx="11381362" cy="1091024"/>
          </a:xfrm>
        </p:spPr>
        <p:txBody>
          <a:bodyPr/>
          <a:lstStyle/>
          <a:p>
            <a:r>
              <a:rPr lang="en-US" dirty="0" err="1"/>
              <a:t>Kuiz</a:t>
            </a:r>
            <a:r>
              <a:rPr lang="en-US" dirty="0"/>
              <a:t> </a:t>
            </a:r>
          </a:p>
        </p:txBody>
      </p:sp>
      <p:sp>
        <p:nvSpPr>
          <p:cNvPr id="3" name="Content Placeholder 2">
            <a:extLst>
              <a:ext uri="{FF2B5EF4-FFF2-40B4-BE49-F238E27FC236}">
                <a16:creationId xmlns:a16="http://schemas.microsoft.com/office/drawing/2014/main" id="{6482708B-DCF1-7D5D-A7AA-3E73D852D766}"/>
              </a:ext>
            </a:extLst>
          </p:cNvPr>
          <p:cNvSpPr>
            <a:spLocks noGrp="1"/>
          </p:cNvSpPr>
          <p:nvPr>
            <p:ph idx="1"/>
          </p:nvPr>
        </p:nvSpPr>
        <p:spPr>
          <a:xfrm>
            <a:off x="292768" y="1823506"/>
            <a:ext cx="11606464" cy="4870457"/>
          </a:xfrm>
        </p:spPr>
        <p:txBody>
          <a:bodyPr/>
          <a:lstStyle/>
          <a:p>
            <a:r>
              <a:rPr lang="en-US" dirty="0" err="1"/>
              <a:t>Çka</a:t>
            </a:r>
            <a:r>
              <a:rPr lang="en-US" dirty="0"/>
              <a:t> </a:t>
            </a:r>
            <a:r>
              <a:rPr lang="en-US" dirty="0" err="1"/>
              <a:t>janë</a:t>
            </a:r>
            <a:r>
              <a:rPr lang="en-US" dirty="0"/>
              <a:t> </a:t>
            </a:r>
            <a:r>
              <a:rPr lang="en-US" dirty="0" err="1"/>
              <a:t>biocenozat</a:t>
            </a:r>
            <a:r>
              <a:rPr lang="en-US" dirty="0"/>
              <a:t>?</a:t>
            </a:r>
          </a:p>
          <a:p>
            <a:r>
              <a:rPr lang="en-US" dirty="0" err="1"/>
              <a:t>Biocenozat</a:t>
            </a:r>
            <a:r>
              <a:rPr lang="en-US" dirty="0"/>
              <a:t> </a:t>
            </a:r>
            <a:r>
              <a:rPr lang="en-US" dirty="0" err="1"/>
              <a:t>janë</a:t>
            </a:r>
            <a:r>
              <a:rPr lang="en-US" dirty="0"/>
              <a:t> </a:t>
            </a:r>
            <a:r>
              <a:rPr lang="en-US" dirty="0" err="1"/>
              <a:t>bashkësia</a:t>
            </a:r>
            <a:r>
              <a:rPr lang="en-US" dirty="0"/>
              <a:t> </a:t>
            </a:r>
            <a:r>
              <a:rPr lang="en-US" dirty="0" err="1"/>
              <a:t>jetësore</a:t>
            </a:r>
            <a:r>
              <a:rPr lang="en-US" dirty="0"/>
              <a:t> e </a:t>
            </a:r>
            <a:r>
              <a:rPr lang="en-US" dirty="0" err="1"/>
              <a:t>qenieve</a:t>
            </a:r>
            <a:r>
              <a:rPr lang="en-US" dirty="0"/>
              <a:t> </a:t>
            </a:r>
            <a:r>
              <a:rPr lang="en-US" dirty="0" err="1"/>
              <a:t>të</a:t>
            </a:r>
            <a:r>
              <a:rPr lang="en-US" dirty="0"/>
              <a:t> </a:t>
            </a:r>
            <a:r>
              <a:rPr lang="en-US" dirty="0" err="1"/>
              <a:t>gjalla</a:t>
            </a:r>
            <a:r>
              <a:rPr lang="en-US" dirty="0"/>
              <a:t> </a:t>
            </a:r>
            <a:r>
              <a:rPr lang="en-US" dirty="0" err="1"/>
              <a:t>që</a:t>
            </a:r>
            <a:r>
              <a:rPr lang="en-US" dirty="0"/>
              <a:t> </a:t>
            </a:r>
            <a:r>
              <a:rPr lang="en-US" dirty="0" err="1"/>
              <a:t>janë</a:t>
            </a:r>
            <a:r>
              <a:rPr lang="en-US" dirty="0"/>
              <a:t> </a:t>
            </a:r>
            <a:r>
              <a:rPr lang="en-US" dirty="0" err="1"/>
              <a:t>të</a:t>
            </a:r>
            <a:r>
              <a:rPr lang="en-US" dirty="0"/>
              <a:t> </a:t>
            </a:r>
            <a:r>
              <a:rPr lang="en-US" dirty="0" err="1"/>
              <a:t>organizuara</a:t>
            </a:r>
            <a:r>
              <a:rPr lang="en-US" dirty="0"/>
              <a:t> </a:t>
            </a:r>
            <a:r>
              <a:rPr lang="en-US" dirty="0" err="1"/>
              <a:t>në</a:t>
            </a:r>
            <a:r>
              <a:rPr lang="en-US" dirty="0"/>
              <a:t> </a:t>
            </a:r>
            <a:r>
              <a:rPr lang="en-US" dirty="0" err="1"/>
              <a:t>hapësirë</a:t>
            </a:r>
            <a:r>
              <a:rPr lang="en-US" dirty="0"/>
              <a:t> </a:t>
            </a:r>
            <a:r>
              <a:rPr lang="en-US" dirty="0" err="1"/>
              <a:t>dhe</a:t>
            </a:r>
            <a:r>
              <a:rPr lang="en-US" dirty="0"/>
              <a:t> </a:t>
            </a:r>
            <a:r>
              <a:rPr lang="en-US" dirty="0" err="1"/>
              <a:t>në</a:t>
            </a:r>
            <a:r>
              <a:rPr lang="en-US" dirty="0"/>
              <a:t> </a:t>
            </a:r>
            <a:r>
              <a:rPr lang="en-US" dirty="0" err="1"/>
              <a:t>kohë</a:t>
            </a:r>
            <a:r>
              <a:rPr lang="en-US" dirty="0"/>
              <a:t>.</a:t>
            </a:r>
          </a:p>
          <a:p>
            <a:endParaRPr lang="en-US" dirty="0"/>
          </a:p>
          <a:p>
            <a:r>
              <a:rPr lang="en-US" dirty="0"/>
              <a:t>Si </a:t>
            </a:r>
            <a:r>
              <a:rPr lang="en-US" dirty="0" err="1"/>
              <a:t>shprehet</a:t>
            </a:r>
            <a:r>
              <a:rPr lang="en-US" dirty="0"/>
              <a:t> </a:t>
            </a:r>
            <a:r>
              <a:rPr lang="en-US" dirty="0" err="1"/>
              <a:t>organizimi</a:t>
            </a:r>
            <a:r>
              <a:rPr lang="en-US" dirty="0"/>
              <a:t> </a:t>
            </a:r>
            <a:r>
              <a:rPr lang="en-US" dirty="0" err="1"/>
              <a:t>hapësinor</a:t>
            </a:r>
            <a:r>
              <a:rPr lang="en-US" dirty="0"/>
              <a:t> </a:t>
            </a:r>
            <a:r>
              <a:rPr lang="en-US" dirty="0" err="1"/>
              <a:t>i</a:t>
            </a:r>
            <a:r>
              <a:rPr lang="en-US" dirty="0"/>
              <a:t> </a:t>
            </a:r>
            <a:r>
              <a:rPr lang="en-US" dirty="0" err="1"/>
              <a:t>biocenozave</a:t>
            </a:r>
            <a:r>
              <a:rPr lang="en-US" dirty="0"/>
              <a:t>?</a:t>
            </a:r>
          </a:p>
          <a:p>
            <a:r>
              <a:rPr lang="en-US" dirty="0" err="1"/>
              <a:t>Organizimi</a:t>
            </a:r>
            <a:r>
              <a:rPr lang="en-US" dirty="0"/>
              <a:t> </a:t>
            </a:r>
            <a:r>
              <a:rPr lang="en-US" dirty="0" err="1"/>
              <a:t>hapësinor</a:t>
            </a:r>
            <a:r>
              <a:rPr lang="en-US" dirty="0"/>
              <a:t> </a:t>
            </a:r>
            <a:r>
              <a:rPr lang="en-US" dirty="0" err="1"/>
              <a:t>i</a:t>
            </a:r>
            <a:r>
              <a:rPr lang="en-US" dirty="0"/>
              <a:t> </a:t>
            </a:r>
            <a:r>
              <a:rPr lang="en-US" dirty="0" err="1"/>
              <a:t>biocenozave</a:t>
            </a:r>
            <a:r>
              <a:rPr lang="en-US" dirty="0"/>
              <a:t> </a:t>
            </a:r>
            <a:r>
              <a:rPr lang="en-US" dirty="0" err="1"/>
              <a:t>shprehet</a:t>
            </a:r>
            <a:r>
              <a:rPr lang="en-US" dirty="0"/>
              <a:t> </a:t>
            </a:r>
            <a:r>
              <a:rPr lang="en-US" dirty="0" err="1"/>
              <a:t>përmes</a:t>
            </a:r>
            <a:r>
              <a:rPr lang="en-US" dirty="0"/>
              <a:t> </a:t>
            </a:r>
            <a:r>
              <a:rPr lang="en-US" dirty="0" err="1"/>
              <a:t>katëzimit</a:t>
            </a:r>
            <a:r>
              <a:rPr lang="en-US" dirty="0"/>
              <a:t> apo </a:t>
            </a:r>
            <a:r>
              <a:rPr lang="en-US" dirty="0" err="1"/>
              <a:t>renditjes</a:t>
            </a:r>
            <a:r>
              <a:rPr lang="en-US" dirty="0"/>
              <a:t> </a:t>
            </a:r>
            <a:r>
              <a:rPr lang="en-US" dirty="0" err="1"/>
              <a:t>së</a:t>
            </a:r>
            <a:r>
              <a:rPr lang="en-US" dirty="0"/>
              <a:t> </a:t>
            </a:r>
            <a:r>
              <a:rPr lang="en-US" dirty="0" err="1"/>
              <a:t>llojeve</a:t>
            </a:r>
            <a:r>
              <a:rPr lang="en-US" dirty="0"/>
              <a:t> </a:t>
            </a:r>
            <a:r>
              <a:rPr lang="en-US" dirty="0" err="1"/>
              <a:t>në</a:t>
            </a:r>
            <a:r>
              <a:rPr lang="en-US" dirty="0"/>
              <a:t> </a:t>
            </a:r>
            <a:r>
              <a:rPr lang="en-US" dirty="0" err="1"/>
              <a:t>kate</a:t>
            </a:r>
            <a:r>
              <a:rPr lang="en-US" dirty="0"/>
              <a:t>, </a:t>
            </a:r>
            <a:r>
              <a:rPr lang="en-US" dirty="0" err="1"/>
              <a:t>ku</a:t>
            </a:r>
            <a:r>
              <a:rPr lang="en-US" dirty="0"/>
              <a:t> </a:t>
            </a:r>
            <a:r>
              <a:rPr lang="en-US" dirty="0" err="1"/>
              <a:t>dallojmë</a:t>
            </a:r>
            <a:r>
              <a:rPr lang="en-US" dirty="0"/>
              <a:t> </a:t>
            </a:r>
            <a:r>
              <a:rPr lang="en-US" dirty="0" err="1"/>
              <a:t>katëzimin</a:t>
            </a:r>
            <a:r>
              <a:rPr lang="en-US" dirty="0"/>
              <a:t> </a:t>
            </a:r>
            <a:r>
              <a:rPr lang="en-US" dirty="0" err="1"/>
              <a:t>mbitokësor</a:t>
            </a:r>
            <a:r>
              <a:rPr lang="en-US" dirty="0"/>
              <a:t> </a:t>
            </a:r>
            <a:r>
              <a:rPr lang="en-US" dirty="0" err="1"/>
              <a:t>dhe</a:t>
            </a:r>
            <a:r>
              <a:rPr lang="en-US" dirty="0"/>
              <a:t> </a:t>
            </a:r>
            <a:r>
              <a:rPr lang="en-US" dirty="0" err="1"/>
              <a:t>nëntokësor</a:t>
            </a:r>
            <a:r>
              <a:rPr lang="en-US" dirty="0"/>
              <a:t>.</a:t>
            </a:r>
          </a:p>
          <a:p>
            <a:endParaRPr lang="en-US" dirty="0"/>
          </a:p>
          <a:p>
            <a:r>
              <a:rPr lang="en-US" dirty="0"/>
              <a:t>Nga </a:t>
            </a:r>
            <a:r>
              <a:rPr lang="en-US" dirty="0" err="1"/>
              <a:t>cilët</a:t>
            </a:r>
            <a:r>
              <a:rPr lang="en-US" dirty="0"/>
              <a:t> </a:t>
            </a:r>
            <a:r>
              <a:rPr lang="en-US" dirty="0" err="1"/>
              <a:t>faktorë</a:t>
            </a:r>
            <a:r>
              <a:rPr lang="en-US" dirty="0"/>
              <a:t> </a:t>
            </a:r>
            <a:r>
              <a:rPr lang="en-US" dirty="0" err="1"/>
              <a:t>varet</a:t>
            </a:r>
            <a:r>
              <a:rPr lang="en-US" dirty="0"/>
              <a:t> </a:t>
            </a:r>
            <a:r>
              <a:rPr lang="en-US" dirty="0" err="1"/>
              <a:t>numri</a:t>
            </a:r>
            <a:r>
              <a:rPr lang="en-US" dirty="0"/>
              <a:t> </a:t>
            </a:r>
            <a:r>
              <a:rPr lang="en-US" dirty="0" err="1"/>
              <a:t>i</a:t>
            </a:r>
            <a:r>
              <a:rPr lang="en-US" dirty="0"/>
              <a:t> </a:t>
            </a:r>
            <a:r>
              <a:rPr lang="en-US" dirty="0" err="1"/>
              <a:t>kateve</a:t>
            </a:r>
            <a:r>
              <a:rPr lang="en-US" dirty="0"/>
              <a:t>?</a:t>
            </a:r>
          </a:p>
          <a:p>
            <a:r>
              <a:rPr lang="en-US" dirty="0" err="1"/>
              <a:t>Numri</a:t>
            </a:r>
            <a:r>
              <a:rPr lang="en-US" dirty="0"/>
              <a:t> </a:t>
            </a:r>
            <a:r>
              <a:rPr lang="en-US" dirty="0" err="1"/>
              <a:t>i</a:t>
            </a:r>
            <a:r>
              <a:rPr lang="en-US" dirty="0"/>
              <a:t> </a:t>
            </a:r>
            <a:r>
              <a:rPr lang="en-US" dirty="0" err="1"/>
              <a:t>kateve</a:t>
            </a:r>
            <a:r>
              <a:rPr lang="en-US" dirty="0"/>
              <a:t> </a:t>
            </a:r>
            <a:r>
              <a:rPr lang="en-US" dirty="0" err="1"/>
              <a:t>varet</a:t>
            </a:r>
            <a:r>
              <a:rPr lang="en-US" dirty="0"/>
              <a:t> </a:t>
            </a:r>
            <a:r>
              <a:rPr lang="en-US" dirty="0" err="1"/>
              <a:t>nga</a:t>
            </a:r>
            <a:r>
              <a:rPr lang="en-US" dirty="0"/>
              <a:t> </a:t>
            </a:r>
            <a:r>
              <a:rPr lang="en-US" dirty="0" err="1"/>
              <a:t>faktorët</a:t>
            </a:r>
            <a:r>
              <a:rPr lang="en-US" dirty="0"/>
              <a:t> </a:t>
            </a:r>
            <a:r>
              <a:rPr lang="en-US" dirty="0" err="1"/>
              <a:t>abiotikë</a:t>
            </a:r>
            <a:r>
              <a:rPr lang="en-US" dirty="0"/>
              <a:t> </a:t>
            </a:r>
            <a:r>
              <a:rPr lang="en-US" dirty="0" err="1"/>
              <a:t>dhe</a:t>
            </a:r>
            <a:r>
              <a:rPr lang="en-US" dirty="0"/>
              <a:t> </a:t>
            </a:r>
            <a:r>
              <a:rPr lang="en-US" dirty="0" err="1"/>
              <a:t>nga</a:t>
            </a:r>
            <a:r>
              <a:rPr lang="en-US" dirty="0"/>
              <a:t> </a:t>
            </a:r>
            <a:r>
              <a:rPr lang="en-US" dirty="0" err="1"/>
              <a:t>faktorët</a:t>
            </a:r>
            <a:r>
              <a:rPr lang="en-US" dirty="0"/>
              <a:t> </a:t>
            </a:r>
            <a:r>
              <a:rPr lang="en-US" dirty="0" err="1"/>
              <a:t>biotikë</a:t>
            </a:r>
            <a:r>
              <a:rPr lang="en-US" dirty="0"/>
              <a:t>.</a:t>
            </a:r>
          </a:p>
        </p:txBody>
      </p:sp>
    </p:spTree>
    <p:extLst>
      <p:ext uri="{BB962C8B-B14F-4D97-AF65-F5344CB8AC3E}">
        <p14:creationId xmlns:p14="http://schemas.microsoft.com/office/powerpoint/2010/main" val="33963546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3">
                                            <p:txEl>
                                              <p:pRg st="0" end="0"/>
                                            </p:txEl>
                                          </p:spTgt>
                                        </p:tgtEl>
                                      </p:cBhvr>
                                    </p:animEffect>
                                    <p:anim calcmode="lin" valueType="num">
                                      <p:cBhvr>
                                        <p:cTn id="7" dur="1000"/>
                                        <p:tgtEl>
                                          <p:spTgt spid="3">
                                            <p:txEl>
                                              <p:pRg st="0" end="0"/>
                                            </p:txEl>
                                          </p:spTgt>
                                        </p:tgtEl>
                                        <p:attrNameLst>
                                          <p:attrName>ppt_x</p:attrName>
                                        </p:attrNameLst>
                                      </p:cBhvr>
                                      <p:tavLst>
                                        <p:tav tm="0">
                                          <p:val>
                                            <p:strVal val="ppt_x"/>
                                          </p:val>
                                        </p:tav>
                                        <p:tav tm="100000">
                                          <p:val>
                                            <p:strVal val="ppt_x"/>
                                          </p:val>
                                        </p:tav>
                                      </p:tavLst>
                                    </p:anim>
                                    <p:anim calcmode="lin" valueType="num">
                                      <p:cBhvr>
                                        <p:cTn id="8" dur="1000"/>
                                        <p:tgtEl>
                                          <p:spTgt spid="3">
                                            <p:txEl>
                                              <p:pRg st="0" end="0"/>
                                            </p:txEl>
                                          </p:spTgt>
                                        </p:tgtEl>
                                        <p:attrNameLst>
                                          <p:attrName>ppt_y</p:attrName>
                                        </p:attrNameLst>
                                      </p:cBhvr>
                                      <p:tavLst>
                                        <p:tav tm="0">
                                          <p:val>
                                            <p:strVal val="ppt_y"/>
                                          </p:val>
                                        </p:tav>
                                        <p:tav tm="100000">
                                          <p:val>
                                            <p:strVal val="ppt_y+.1"/>
                                          </p:val>
                                        </p:tav>
                                      </p:tavLst>
                                    </p:anim>
                                    <p:set>
                                      <p:cBhvr>
                                        <p:cTn id="9" dur="1" fill="hold">
                                          <p:stCondLst>
                                            <p:cond delay="999"/>
                                          </p:stCondLst>
                                        </p:cTn>
                                        <p:tgtEl>
                                          <p:spTgt spid="3">
                                            <p:txEl>
                                              <p:pRg st="0" end="0"/>
                                            </p:txEl>
                                          </p:spTgt>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xit" presetSubtype="1" fill="hold" nodeType="clickEffect">
                                  <p:stCondLst>
                                    <p:cond delay="0"/>
                                  </p:stCondLst>
                                  <p:childTnLst>
                                    <p:animEffect transition="out" filter="wheel(1)">
                                      <p:cBhvr>
                                        <p:cTn id="20" dur="2000"/>
                                        <p:tgtEl>
                                          <p:spTgt spid="3">
                                            <p:txEl>
                                              <p:pRg st="3" end="3"/>
                                            </p:txEl>
                                          </p:spTgt>
                                        </p:tgtEl>
                                      </p:cBhvr>
                                    </p:animEffect>
                                    <p:set>
                                      <p:cBhvr>
                                        <p:cTn id="21" dur="1" fill="hold">
                                          <p:stCondLst>
                                            <p:cond delay="1999"/>
                                          </p:stCondLst>
                                        </p:cTn>
                                        <p:tgtEl>
                                          <p:spTgt spid="3">
                                            <p:txEl>
                                              <p:pRg st="3" end="3"/>
                                            </p:txEl>
                                          </p:spTgt>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circle(in)">
                                      <p:cBhvr>
                                        <p:cTn id="26" dur="20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xit" presetSubtype="32" fill="hold" nodeType="clickEffect">
                                  <p:stCondLst>
                                    <p:cond delay="0"/>
                                  </p:stCondLst>
                                  <p:childTnLst>
                                    <p:animEffect transition="out" filter="circle(out)">
                                      <p:cBhvr>
                                        <p:cTn id="30" dur="2000"/>
                                        <p:tgtEl>
                                          <p:spTgt spid="3">
                                            <p:txEl>
                                              <p:pRg st="6" end="6"/>
                                            </p:txEl>
                                          </p:spTgt>
                                        </p:tgtEl>
                                      </p:cBhvr>
                                    </p:animEffect>
                                    <p:set>
                                      <p:cBhvr>
                                        <p:cTn id="31" dur="1" fill="hold">
                                          <p:stCondLst>
                                            <p:cond delay="1999"/>
                                          </p:stCondLst>
                                        </p:cTn>
                                        <p:tgtEl>
                                          <p:spTgt spid="3">
                                            <p:txEl>
                                              <p:pRg st="6" end="6"/>
                                            </p:txEl>
                                          </p:spTgt>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 calcmode="lin" valueType="num">
                                      <p:cBhvr>
                                        <p:cTn id="36"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37"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38"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39"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DE7F0D-128F-B1C3-4B37-734566A74D34}"/>
              </a:ext>
            </a:extLst>
          </p:cNvPr>
          <p:cNvSpPr>
            <a:spLocks noGrp="1"/>
          </p:cNvSpPr>
          <p:nvPr>
            <p:ph idx="1"/>
          </p:nvPr>
        </p:nvSpPr>
        <p:spPr>
          <a:xfrm>
            <a:off x="312821" y="969264"/>
            <a:ext cx="11370529" cy="5539820"/>
          </a:xfrm>
        </p:spPr>
        <p:txBody>
          <a:bodyPr/>
          <a:lstStyle/>
          <a:p>
            <a:r>
              <a:rPr lang="en-US" dirty="0" err="1"/>
              <a:t>Cili</a:t>
            </a:r>
            <a:r>
              <a:rPr lang="en-US" dirty="0"/>
              <a:t> </a:t>
            </a:r>
            <a:r>
              <a:rPr lang="en-US" dirty="0" err="1"/>
              <a:t>është</a:t>
            </a:r>
            <a:r>
              <a:rPr lang="en-US" dirty="0"/>
              <a:t> </a:t>
            </a:r>
            <a:r>
              <a:rPr lang="en-US" dirty="0" err="1"/>
              <a:t>dallimi</a:t>
            </a:r>
            <a:r>
              <a:rPr lang="en-US" dirty="0"/>
              <a:t> </a:t>
            </a:r>
            <a:r>
              <a:rPr lang="en-US" dirty="0" err="1"/>
              <a:t>mes</a:t>
            </a:r>
            <a:r>
              <a:rPr lang="en-US" dirty="0"/>
              <a:t> </a:t>
            </a:r>
            <a:r>
              <a:rPr lang="en-US" dirty="0" err="1"/>
              <a:t>pyllit</a:t>
            </a:r>
            <a:r>
              <a:rPr lang="en-US" dirty="0"/>
              <a:t> </a:t>
            </a:r>
            <a:r>
              <a:rPr lang="en-US" dirty="0" err="1"/>
              <a:t>të</a:t>
            </a:r>
            <a:r>
              <a:rPr lang="en-US" dirty="0"/>
              <a:t> </a:t>
            </a:r>
            <a:r>
              <a:rPr lang="en-US" dirty="0" err="1"/>
              <a:t>dushkut</a:t>
            </a:r>
            <a:r>
              <a:rPr lang="en-US" dirty="0"/>
              <a:t> </a:t>
            </a:r>
            <a:r>
              <a:rPr lang="en-US" dirty="0" err="1"/>
              <a:t>dhe</a:t>
            </a:r>
            <a:r>
              <a:rPr lang="en-US" dirty="0"/>
              <a:t> </a:t>
            </a:r>
            <a:r>
              <a:rPr lang="en-US" dirty="0" err="1"/>
              <a:t>pyllit</a:t>
            </a:r>
            <a:r>
              <a:rPr lang="en-US" dirty="0"/>
              <a:t> </a:t>
            </a:r>
            <a:r>
              <a:rPr lang="en-US" dirty="0" err="1"/>
              <a:t>të</a:t>
            </a:r>
            <a:r>
              <a:rPr lang="en-US" dirty="0"/>
              <a:t> </a:t>
            </a:r>
            <a:r>
              <a:rPr lang="en-US" dirty="0" err="1"/>
              <a:t>ahut</a:t>
            </a:r>
            <a:r>
              <a:rPr lang="en-US" dirty="0"/>
              <a:t>?</a:t>
            </a:r>
          </a:p>
          <a:p>
            <a:r>
              <a:rPr lang="en-US" dirty="0" err="1"/>
              <a:t>Dallimi</a:t>
            </a:r>
            <a:r>
              <a:rPr lang="en-US" dirty="0"/>
              <a:t> </a:t>
            </a:r>
            <a:r>
              <a:rPr lang="en-US" dirty="0" err="1"/>
              <a:t>është</a:t>
            </a:r>
            <a:r>
              <a:rPr lang="en-US" dirty="0"/>
              <a:t> </a:t>
            </a:r>
            <a:r>
              <a:rPr lang="en-US" dirty="0" err="1"/>
              <a:t>sepse</a:t>
            </a:r>
            <a:r>
              <a:rPr lang="en-US" dirty="0"/>
              <a:t> </a:t>
            </a:r>
            <a:r>
              <a:rPr lang="en-US" dirty="0" err="1"/>
              <a:t>në</a:t>
            </a:r>
            <a:r>
              <a:rPr lang="en-US" dirty="0"/>
              <a:t> </a:t>
            </a:r>
            <a:r>
              <a:rPr lang="en-US" dirty="0" err="1"/>
              <a:t>pyllin</a:t>
            </a:r>
            <a:r>
              <a:rPr lang="en-US" dirty="0"/>
              <a:t> e </a:t>
            </a:r>
            <a:r>
              <a:rPr lang="en-US" dirty="0" err="1"/>
              <a:t>dushkut</a:t>
            </a:r>
            <a:r>
              <a:rPr lang="en-US" dirty="0"/>
              <a:t> </a:t>
            </a:r>
            <a:r>
              <a:rPr lang="en-US" dirty="0" err="1"/>
              <a:t>janë</a:t>
            </a:r>
            <a:r>
              <a:rPr lang="en-US" dirty="0"/>
              <a:t> </a:t>
            </a:r>
            <a:r>
              <a:rPr lang="en-US" dirty="0" err="1"/>
              <a:t>të</a:t>
            </a:r>
            <a:r>
              <a:rPr lang="en-US" dirty="0"/>
              <a:t> </a:t>
            </a:r>
            <a:r>
              <a:rPr lang="en-US" dirty="0" err="1"/>
              <a:t>formuara</a:t>
            </a:r>
            <a:r>
              <a:rPr lang="en-US" dirty="0"/>
              <a:t> 4 </a:t>
            </a:r>
            <a:r>
              <a:rPr lang="en-US" dirty="0" err="1"/>
              <a:t>kate</a:t>
            </a:r>
            <a:r>
              <a:rPr lang="en-US" dirty="0"/>
              <a:t> </a:t>
            </a:r>
            <a:r>
              <a:rPr lang="en-US" dirty="0" err="1"/>
              <a:t>sepse</a:t>
            </a:r>
            <a:r>
              <a:rPr lang="en-US" dirty="0"/>
              <a:t> </a:t>
            </a:r>
            <a:r>
              <a:rPr lang="en-US" dirty="0" err="1"/>
              <a:t>kurorat</a:t>
            </a:r>
            <a:r>
              <a:rPr lang="en-US" dirty="0"/>
              <a:t> e </a:t>
            </a:r>
            <a:r>
              <a:rPr lang="en-US" dirty="0" err="1"/>
              <a:t>drurëve</a:t>
            </a:r>
            <a:r>
              <a:rPr lang="en-US" dirty="0"/>
              <a:t> </a:t>
            </a:r>
            <a:r>
              <a:rPr lang="en-US" dirty="0" err="1"/>
              <a:t>janë</a:t>
            </a:r>
            <a:r>
              <a:rPr lang="en-US" dirty="0"/>
              <a:t> </a:t>
            </a:r>
            <a:r>
              <a:rPr lang="en-US" dirty="0" err="1"/>
              <a:t>më</a:t>
            </a:r>
            <a:r>
              <a:rPr lang="en-US" dirty="0"/>
              <a:t> </a:t>
            </a:r>
            <a:r>
              <a:rPr lang="en-US" dirty="0" err="1"/>
              <a:t>të</a:t>
            </a:r>
            <a:r>
              <a:rPr lang="en-US" dirty="0"/>
              <a:t> </a:t>
            </a:r>
            <a:r>
              <a:rPr lang="en-US" dirty="0" err="1"/>
              <a:t>rralla</a:t>
            </a:r>
            <a:r>
              <a:rPr lang="en-US" dirty="0"/>
              <a:t> </a:t>
            </a:r>
            <a:r>
              <a:rPr lang="en-US" dirty="0" err="1"/>
              <a:t>dhe</a:t>
            </a:r>
            <a:r>
              <a:rPr lang="en-US" dirty="0"/>
              <a:t> </a:t>
            </a:r>
            <a:r>
              <a:rPr lang="en-US" dirty="0" err="1"/>
              <a:t>drita</a:t>
            </a:r>
            <a:r>
              <a:rPr lang="en-US" dirty="0"/>
              <a:t> </a:t>
            </a:r>
            <a:r>
              <a:rPr lang="en-US" dirty="0" err="1"/>
              <a:t>depërton</a:t>
            </a:r>
            <a:r>
              <a:rPr lang="en-US" dirty="0"/>
              <a:t> </a:t>
            </a:r>
            <a:r>
              <a:rPr lang="en-US" dirty="0" err="1"/>
              <a:t>më</a:t>
            </a:r>
            <a:r>
              <a:rPr lang="en-US" dirty="0"/>
              <a:t> </a:t>
            </a:r>
            <a:r>
              <a:rPr lang="en-US" dirty="0" err="1"/>
              <a:t>lehtë</a:t>
            </a:r>
            <a:r>
              <a:rPr lang="en-US" dirty="0"/>
              <a:t> </a:t>
            </a:r>
            <a:r>
              <a:rPr lang="en-US" dirty="0" err="1"/>
              <a:t>në</a:t>
            </a:r>
            <a:r>
              <a:rPr lang="en-US" dirty="0"/>
              <a:t> </a:t>
            </a:r>
            <a:r>
              <a:rPr lang="en-US" dirty="0" err="1"/>
              <a:t>shtresat</a:t>
            </a:r>
            <a:r>
              <a:rPr lang="en-US" dirty="0"/>
              <a:t> e </a:t>
            </a:r>
            <a:r>
              <a:rPr lang="en-US" dirty="0" err="1"/>
              <a:t>poshtme</a:t>
            </a:r>
            <a:r>
              <a:rPr lang="en-US" dirty="0"/>
              <a:t> </a:t>
            </a:r>
            <a:r>
              <a:rPr lang="en-US" dirty="0" err="1"/>
              <a:t>ndërsa</a:t>
            </a:r>
            <a:r>
              <a:rPr lang="en-US" dirty="0"/>
              <a:t> </a:t>
            </a:r>
            <a:r>
              <a:rPr lang="en-US" dirty="0" err="1"/>
              <a:t>pylli</a:t>
            </a:r>
            <a:r>
              <a:rPr lang="en-US" dirty="0"/>
              <a:t> </a:t>
            </a:r>
            <a:r>
              <a:rPr lang="en-US" dirty="0" err="1"/>
              <a:t>i</a:t>
            </a:r>
            <a:r>
              <a:rPr lang="en-US" dirty="0"/>
              <a:t> </a:t>
            </a:r>
            <a:r>
              <a:rPr lang="en-US" dirty="0" err="1"/>
              <a:t>ahut</a:t>
            </a:r>
            <a:r>
              <a:rPr lang="en-US" dirty="0"/>
              <a:t> ka </a:t>
            </a:r>
            <a:r>
              <a:rPr lang="en-US" dirty="0" err="1"/>
              <a:t>vetëm</a:t>
            </a:r>
            <a:r>
              <a:rPr lang="en-US" dirty="0"/>
              <a:t> 2 </a:t>
            </a:r>
            <a:r>
              <a:rPr lang="en-US" dirty="0" err="1"/>
              <a:t>kate</a:t>
            </a:r>
            <a:r>
              <a:rPr lang="en-US" dirty="0"/>
              <a:t> </a:t>
            </a:r>
            <a:r>
              <a:rPr lang="en-US" dirty="0" err="1"/>
              <a:t>sepse</a:t>
            </a:r>
            <a:r>
              <a:rPr lang="en-US" dirty="0"/>
              <a:t> </a:t>
            </a:r>
            <a:r>
              <a:rPr lang="en-US" dirty="0" err="1"/>
              <a:t>kurorat</a:t>
            </a:r>
            <a:r>
              <a:rPr lang="en-US" dirty="0"/>
              <a:t> e </a:t>
            </a:r>
            <a:r>
              <a:rPr lang="en-US" dirty="0" err="1"/>
              <a:t>drurëve</a:t>
            </a:r>
            <a:r>
              <a:rPr lang="en-US" dirty="0"/>
              <a:t> </a:t>
            </a:r>
            <a:r>
              <a:rPr lang="en-US" dirty="0" err="1"/>
              <a:t>janë</a:t>
            </a:r>
            <a:r>
              <a:rPr lang="en-US" dirty="0"/>
              <a:t> </a:t>
            </a:r>
            <a:r>
              <a:rPr lang="en-US" dirty="0" err="1"/>
              <a:t>më</a:t>
            </a:r>
            <a:r>
              <a:rPr lang="en-US" dirty="0"/>
              <a:t> </a:t>
            </a:r>
            <a:r>
              <a:rPr lang="en-US" dirty="0" err="1"/>
              <a:t>të</a:t>
            </a:r>
            <a:r>
              <a:rPr lang="en-US" dirty="0"/>
              <a:t> </a:t>
            </a:r>
            <a:r>
              <a:rPr lang="en-US" dirty="0" err="1"/>
              <a:t>dendura</a:t>
            </a:r>
            <a:r>
              <a:rPr lang="en-US" dirty="0"/>
              <a:t> </a:t>
            </a:r>
            <a:r>
              <a:rPr lang="en-US" dirty="0" err="1"/>
              <a:t>dhe</a:t>
            </a:r>
            <a:r>
              <a:rPr lang="en-US" dirty="0"/>
              <a:t> </a:t>
            </a:r>
            <a:r>
              <a:rPr lang="en-US" dirty="0" err="1"/>
              <a:t>pengojnë</a:t>
            </a:r>
            <a:r>
              <a:rPr lang="en-US" dirty="0"/>
              <a:t> </a:t>
            </a:r>
            <a:r>
              <a:rPr lang="en-US" dirty="0" err="1"/>
              <a:t>dritën</a:t>
            </a:r>
            <a:r>
              <a:rPr lang="en-US" dirty="0"/>
              <a:t> </a:t>
            </a:r>
            <a:r>
              <a:rPr lang="en-US" dirty="0" err="1"/>
              <a:t>që</a:t>
            </a:r>
            <a:r>
              <a:rPr lang="en-US" dirty="0"/>
              <a:t> </a:t>
            </a:r>
            <a:r>
              <a:rPr lang="en-US" dirty="0" err="1"/>
              <a:t>të</a:t>
            </a:r>
            <a:r>
              <a:rPr lang="en-US" dirty="0"/>
              <a:t> </a:t>
            </a:r>
            <a:r>
              <a:rPr lang="en-US" dirty="0" err="1"/>
              <a:t>depërton</a:t>
            </a:r>
            <a:r>
              <a:rPr lang="en-US" dirty="0"/>
              <a:t>.</a:t>
            </a:r>
          </a:p>
          <a:p>
            <a:endParaRPr lang="en-US" dirty="0"/>
          </a:p>
          <a:p>
            <a:r>
              <a:rPr lang="en-US" dirty="0" err="1"/>
              <a:t>Çfarë</a:t>
            </a:r>
            <a:r>
              <a:rPr lang="en-US" dirty="0"/>
              <a:t> </a:t>
            </a:r>
            <a:r>
              <a:rPr lang="en-US" dirty="0" err="1"/>
              <a:t>nënkupton</a:t>
            </a:r>
            <a:r>
              <a:rPr lang="en-US" dirty="0"/>
              <a:t> </a:t>
            </a:r>
            <a:r>
              <a:rPr lang="en-US" dirty="0" err="1"/>
              <a:t>organizimi</a:t>
            </a:r>
            <a:r>
              <a:rPr lang="en-US" dirty="0"/>
              <a:t> </a:t>
            </a:r>
            <a:r>
              <a:rPr lang="en-US" dirty="0" err="1"/>
              <a:t>kohor</a:t>
            </a:r>
            <a:r>
              <a:rPr lang="en-US" dirty="0"/>
              <a:t> </a:t>
            </a:r>
            <a:r>
              <a:rPr lang="en-US" dirty="0" err="1"/>
              <a:t>i</a:t>
            </a:r>
            <a:r>
              <a:rPr lang="en-US" dirty="0"/>
              <a:t> </a:t>
            </a:r>
            <a:r>
              <a:rPr lang="en-US" dirty="0" err="1"/>
              <a:t>biocenozës</a:t>
            </a:r>
            <a:r>
              <a:rPr lang="en-US" dirty="0"/>
              <a:t>?</a:t>
            </a:r>
          </a:p>
          <a:p>
            <a:r>
              <a:rPr lang="en-US" dirty="0" err="1"/>
              <a:t>Organizmi</a:t>
            </a:r>
            <a:r>
              <a:rPr lang="en-US" dirty="0"/>
              <a:t> </a:t>
            </a:r>
            <a:r>
              <a:rPr lang="en-US" dirty="0" err="1"/>
              <a:t>kohor</a:t>
            </a:r>
            <a:r>
              <a:rPr lang="en-US" dirty="0"/>
              <a:t> i </a:t>
            </a:r>
            <a:r>
              <a:rPr lang="en-US" dirty="0" err="1"/>
              <a:t>biocenozës</a:t>
            </a:r>
            <a:r>
              <a:rPr lang="en-US" dirty="0"/>
              <a:t> </a:t>
            </a:r>
            <a:r>
              <a:rPr lang="en-US" dirty="0" err="1"/>
              <a:t>nënkupton</a:t>
            </a:r>
            <a:r>
              <a:rPr lang="en-US" dirty="0"/>
              <a:t> </a:t>
            </a:r>
            <a:r>
              <a:rPr lang="en-US" dirty="0" err="1"/>
              <a:t>ndryshimet</a:t>
            </a:r>
            <a:r>
              <a:rPr lang="en-US" dirty="0"/>
              <a:t> </a:t>
            </a:r>
            <a:r>
              <a:rPr lang="en-US" dirty="0" err="1"/>
              <a:t>që</a:t>
            </a:r>
            <a:r>
              <a:rPr lang="en-US" dirty="0"/>
              <a:t> </a:t>
            </a:r>
            <a:r>
              <a:rPr lang="en-US" dirty="0" err="1"/>
              <a:t>ndodhin</a:t>
            </a:r>
            <a:r>
              <a:rPr lang="en-US" dirty="0"/>
              <a:t> </a:t>
            </a:r>
            <a:r>
              <a:rPr lang="en-US" dirty="0" err="1"/>
              <a:t>tek</a:t>
            </a:r>
            <a:r>
              <a:rPr lang="en-US" dirty="0"/>
              <a:t> </a:t>
            </a:r>
            <a:r>
              <a:rPr lang="en-US" dirty="0" err="1"/>
              <a:t>llojet</a:t>
            </a:r>
            <a:r>
              <a:rPr lang="en-US" dirty="0"/>
              <a:t> </a:t>
            </a:r>
            <a:r>
              <a:rPr lang="en-US" dirty="0" err="1"/>
              <a:t>gjatë</a:t>
            </a:r>
            <a:r>
              <a:rPr lang="en-US" dirty="0"/>
              <a:t> </a:t>
            </a:r>
            <a:r>
              <a:rPr lang="en-US" dirty="0" err="1"/>
              <a:t>një</a:t>
            </a:r>
            <a:r>
              <a:rPr lang="en-US" dirty="0"/>
              <a:t> </a:t>
            </a:r>
            <a:r>
              <a:rPr lang="en-US" dirty="0" err="1"/>
              <a:t>ose</a:t>
            </a:r>
            <a:r>
              <a:rPr lang="en-US" dirty="0"/>
              <a:t> </a:t>
            </a:r>
            <a:r>
              <a:rPr lang="en-US" dirty="0" err="1"/>
              <a:t>më</a:t>
            </a:r>
            <a:r>
              <a:rPr lang="en-US" dirty="0"/>
              <a:t> </a:t>
            </a:r>
            <a:r>
              <a:rPr lang="en-US" dirty="0" err="1"/>
              <a:t>shumë</a:t>
            </a:r>
            <a:r>
              <a:rPr lang="en-US" dirty="0"/>
              <a:t> </a:t>
            </a:r>
            <a:r>
              <a:rPr lang="en-US" dirty="0" err="1"/>
              <a:t>viteve</a:t>
            </a:r>
            <a:r>
              <a:rPr lang="en-US" dirty="0"/>
              <a:t>.</a:t>
            </a:r>
          </a:p>
          <a:p>
            <a:endParaRPr lang="en-US" dirty="0"/>
          </a:p>
          <a:p>
            <a:r>
              <a:rPr lang="en-US" dirty="0" err="1"/>
              <a:t>Cilët</a:t>
            </a:r>
            <a:r>
              <a:rPr lang="en-US" dirty="0"/>
              <a:t> </a:t>
            </a:r>
            <a:r>
              <a:rPr lang="en-US" dirty="0" err="1"/>
              <a:t>faktorë</a:t>
            </a:r>
            <a:r>
              <a:rPr lang="en-US" dirty="0"/>
              <a:t> </a:t>
            </a:r>
            <a:r>
              <a:rPr lang="en-US" dirty="0" err="1"/>
              <a:t>kanë</a:t>
            </a:r>
            <a:r>
              <a:rPr lang="en-US" dirty="0"/>
              <a:t> </a:t>
            </a:r>
            <a:r>
              <a:rPr lang="en-US" dirty="0" err="1"/>
              <a:t>ndikim</a:t>
            </a:r>
            <a:r>
              <a:rPr lang="en-US" dirty="0"/>
              <a:t> </a:t>
            </a:r>
            <a:r>
              <a:rPr lang="en-US" dirty="0" err="1"/>
              <a:t>tek</a:t>
            </a:r>
            <a:r>
              <a:rPr lang="en-US" dirty="0"/>
              <a:t> </a:t>
            </a:r>
            <a:r>
              <a:rPr lang="en-US" dirty="0" err="1"/>
              <a:t>organizimi</a:t>
            </a:r>
            <a:r>
              <a:rPr lang="en-US" dirty="0"/>
              <a:t> </a:t>
            </a:r>
            <a:r>
              <a:rPr lang="en-US" dirty="0" err="1"/>
              <a:t>kohor</a:t>
            </a:r>
            <a:r>
              <a:rPr lang="en-US" dirty="0"/>
              <a:t> </a:t>
            </a:r>
            <a:r>
              <a:rPr lang="en-US" dirty="0" err="1"/>
              <a:t>i</a:t>
            </a:r>
            <a:r>
              <a:rPr lang="en-US" dirty="0"/>
              <a:t> </a:t>
            </a:r>
            <a:r>
              <a:rPr lang="en-US" dirty="0" err="1"/>
              <a:t>biocenozës</a:t>
            </a:r>
            <a:r>
              <a:rPr lang="en-US" dirty="0"/>
              <a:t>?</a:t>
            </a:r>
          </a:p>
          <a:p>
            <a:r>
              <a:rPr lang="en-US" dirty="0" err="1"/>
              <a:t>Faktorët</a:t>
            </a:r>
            <a:r>
              <a:rPr lang="en-US" dirty="0"/>
              <a:t> </a:t>
            </a:r>
            <a:r>
              <a:rPr lang="en-US" dirty="0" err="1"/>
              <a:t>që</a:t>
            </a:r>
            <a:r>
              <a:rPr lang="en-US" dirty="0"/>
              <a:t> </a:t>
            </a:r>
            <a:r>
              <a:rPr lang="en-US" dirty="0" err="1"/>
              <a:t>kanë</a:t>
            </a:r>
            <a:r>
              <a:rPr lang="en-US" dirty="0"/>
              <a:t> </a:t>
            </a:r>
            <a:r>
              <a:rPr lang="en-US" dirty="0" err="1"/>
              <a:t>ndikim</a:t>
            </a:r>
            <a:r>
              <a:rPr lang="en-US" dirty="0"/>
              <a:t> </a:t>
            </a:r>
            <a:r>
              <a:rPr lang="en-US" dirty="0" err="1"/>
              <a:t>tek</a:t>
            </a:r>
            <a:r>
              <a:rPr lang="en-US" dirty="0"/>
              <a:t> </a:t>
            </a:r>
            <a:r>
              <a:rPr lang="en-US" dirty="0" err="1"/>
              <a:t>organizmi</a:t>
            </a:r>
            <a:r>
              <a:rPr lang="en-US" dirty="0"/>
              <a:t> </a:t>
            </a:r>
            <a:r>
              <a:rPr lang="en-US" dirty="0" err="1"/>
              <a:t>kohor</a:t>
            </a:r>
            <a:r>
              <a:rPr lang="en-US" dirty="0"/>
              <a:t> </a:t>
            </a:r>
            <a:r>
              <a:rPr lang="en-US" dirty="0" err="1"/>
              <a:t>i</a:t>
            </a:r>
            <a:r>
              <a:rPr lang="en-US" dirty="0"/>
              <a:t> </a:t>
            </a:r>
            <a:r>
              <a:rPr lang="en-US" dirty="0" err="1"/>
              <a:t>biocenozës</a:t>
            </a:r>
            <a:r>
              <a:rPr lang="en-US" dirty="0"/>
              <a:t> </a:t>
            </a:r>
            <a:r>
              <a:rPr lang="en-US" dirty="0" err="1"/>
              <a:t>janë</a:t>
            </a:r>
            <a:r>
              <a:rPr lang="en-US" dirty="0"/>
              <a:t> </a:t>
            </a:r>
            <a:r>
              <a:rPr lang="en-US" dirty="0" err="1"/>
              <a:t>faktorët</a:t>
            </a:r>
            <a:r>
              <a:rPr lang="en-US" dirty="0"/>
              <a:t> </a:t>
            </a:r>
            <a:r>
              <a:rPr lang="en-US" dirty="0" err="1"/>
              <a:t>ekologjik</a:t>
            </a:r>
            <a:r>
              <a:rPr lang="en-US" dirty="0"/>
              <a:t> </a:t>
            </a:r>
            <a:r>
              <a:rPr lang="en-US" dirty="0" err="1"/>
              <a:t>dhe</a:t>
            </a:r>
            <a:r>
              <a:rPr lang="en-US" dirty="0"/>
              <a:t> </a:t>
            </a:r>
            <a:r>
              <a:rPr lang="en-US" dirty="0" err="1"/>
              <a:t>ata</a:t>
            </a:r>
            <a:r>
              <a:rPr lang="en-US" dirty="0"/>
              <a:t> </a:t>
            </a:r>
            <a:r>
              <a:rPr lang="en-US" dirty="0" err="1"/>
              <a:t>klimatik</a:t>
            </a:r>
            <a:r>
              <a:rPr lang="en-US" dirty="0"/>
              <a:t>.</a:t>
            </a:r>
          </a:p>
        </p:txBody>
      </p:sp>
    </p:spTree>
    <p:extLst>
      <p:ext uri="{BB962C8B-B14F-4D97-AF65-F5344CB8AC3E}">
        <p14:creationId xmlns:p14="http://schemas.microsoft.com/office/powerpoint/2010/main" val="4837593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nodeType="clickEffect">
                                  <p:stCondLst>
                                    <p:cond delay="0"/>
                                  </p:stCondLst>
                                  <p:childTnLst>
                                    <p:animEffect transition="out" filter="wipe(down)">
                                      <p:cBhvr>
                                        <p:cTn id="6" dur="180" accel="50000">
                                          <p:stCondLst>
                                            <p:cond delay="1820"/>
                                          </p:stCondLst>
                                        </p:cTn>
                                        <p:tgtEl>
                                          <p:spTgt spid="3">
                                            <p:txEl>
                                              <p:pRg st="0" end="0"/>
                                            </p:txEl>
                                          </p:spTgt>
                                        </p:tgtEl>
                                      </p:cBhvr>
                                    </p:animEffect>
                                    <p:anim calcmode="lin" valueType="num">
                                      <p:cBhvr>
                                        <p:cTn id="7" dur="1822" tmFilter="0,0; 0.14,0.31; 0.43,0.73; 0.71,0.91; 1.0,1.0">
                                          <p:stCondLst>
                                            <p:cond delay="0"/>
                                          </p:stCondLst>
                                        </p:cTn>
                                        <p:tgtEl>
                                          <p:spTgt spid="3">
                                            <p:txEl>
                                              <p:pRg st="0" end="0"/>
                                            </p:txEl>
                                          </p:spTgt>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3">
                                            <p:txEl>
                                              <p:pRg st="0" end="0"/>
                                            </p:txEl>
                                          </p:spTgt>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3">
                                            <p:txEl>
                                              <p:pRg st="0" end="0"/>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3">
                                            <p:txEl>
                                              <p:pRg st="0" end="0"/>
                                            </p:txEl>
                                          </p:spTgt>
                                        </p:tgtEl>
                                        <p:attrNameLst>
                                          <p:attrName>ppt_y</p:attrName>
                                        </p:attrNameLst>
                                      </p:cBhvr>
                                      <p:tavLst>
                                        <p:tav tm="0">
                                          <p:val>
                                            <p:strVal val="ppt_y"/>
                                          </p:val>
                                        </p:tav>
                                        <p:tav tm="100000">
                                          <p:val>
                                            <p:strVal val="ppt_y+ppt_h"/>
                                          </p:val>
                                        </p:tav>
                                      </p:tavLst>
                                    </p:anim>
                                    <p:animScale>
                                      <p:cBhvr>
                                        <p:cTn id="14" dur="26">
                                          <p:stCondLst>
                                            <p:cond delay="620"/>
                                          </p:stCondLst>
                                        </p:cTn>
                                        <p:tgtEl>
                                          <p:spTgt spid="3">
                                            <p:txEl>
                                              <p:pRg st="0" end="0"/>
                                            </p:txEl>
                                          </p:spTgt>
                                        </p:tgtEl>
                                      </p:cBhvr>
                                      <p:to x="100000" y="60000"/>
                                    </p:animScale>
                                    <p:animScale>
                                      <p:cBhvr>
                                        <p:cTn id="15" dur="166" decel="50000">
                                          <p:stCondLst>
                                            <p:cond delay="646"/>
                                          </p:stCondLst>
                                        </p:cTn>
                                        <p:tgtEl>
                                          <p:spTgt spid="3">
                                            <p:txEl>
                                              <p:pRg st="0" end="0"/>
                                            </p:txEl>
                                          </p:spTgt>
                                        </p:tgtEl>
                                      </p:cBhvr>
                                      <p:to x="100000" y="100000"/>
                                    </p:animScale>
                                    <p:animScale>
                                      <p:cBhvr>
                                        <p:cTn id="16" dur="26">
                                          <p:stCondLst>
                                            <p:cond delay="1312"/>
                                          </p:stCondLst>
                                        </p:cTn>
                                        <p:tgtEl>
                                          <p:spTgt spid="3">
                                            <p:txEl>
                                              <p:pRg st="0" end="0"/>
                                            </p:txEl>
                                          </p:spTgt>
                                        </p:tgtEl>
                                      </p:cBhvr>
                                      <p:to x="100000" y="80000"/>
                                    </p:animScale>
                                    <p:animScale>
                                      <p:cBhvr>
                                        <p:cTn id="17" dur="166" decel="50000">
                                          <p:stCondLst>
                                            <p:cond delay="1338"/>
                                          </p:stCondLst>
                                        </p:cTn>
                                        <p:tgtEl>
                                          <p:spTgt spid="3">
                                            <p:txEl>
                                              <p:pRg st="0" end="0"/>
                                            </p:txEl>
                                          </p:spTgt>
                                        </p:tgtEl>
                                      </p:cBhvr>
                                      <p:to x="100000" y="100000"/>
                                    </p:animScale>
                                    <p:animScale>
                                      <p:cBhvr>
                                        <p:cTn id="18" dur="26">
                                          <p:stCondLst>
                                            <p:cond delay="1642"/>
                                          </p:stCondLst>
                                        </p:cTn>
                                        <p:tgtEl>
                                          <p:spTgt spid="3">
                                            <p:txEl>
                                              <p:pRg st="0" end="0"/>
                                            </p:txEl>
                                          </p:spTgt>
                                        </p:tgtEl>
                                      </p:cBhvr>
                                      <p:to x="100000" y="90000"/>
                                    </p:animScale>
                                    <p:animScale>
                                      <p:cBhvr>
                                        <p:cTn id="19" dur="166" decel="50000">
                                          <p:stCondLst>
                                            <p:cond delay="1668"/>
                                          </p:stCondLst>
                                        </p:cTn>
                                        <p:tgtEl>
                                          <p:spTgt spid="3">
                                            <p:txEl>
                                              <p:pRg st="0" end="0"/>
                                            </p:txEl>
                                          </p:spTgt>
                                        </p:tgtEl>
                                      </p:cBhvr>
                                      <p:to x="100000" y="100000"/>
                                    </p:animScale>
                                    <p:animScale>
                                      <p:cBhvr>
                                        <p:cTn id="20" dur="26">
                                          <p:stCondLst>
                                            <p:cond delay="1808"/>
                                          </p:stCondLst>
                                        </p:cTn>
                                        <p:tgtEl>
                                          <p:spTgt spid="3">
                                            <p:txEl>
                                              <p:pRg st="0" end="0"/>
                                            </p:txEl>
                                          </p:spTgt>
                                        </p:tgtEl>
                                      </p:cBhvr>
                                      <p:to x="100000" y="95000"/>
                                    </p:animScale>
                                    <p:animScale>
                                      <p:cBhvr>
                                        <p:cTn id="21" dur="166" decel="50000">
                                          <p:stCondLst>
                                            <p:cond delay="1834"/>
                                          </p:stCondLst>
                                        </p:cTn>
                                        <p:tgtEl>
                                          <p:spTgt spid="3">
                                            <p:txEl>
                                              <p:pRg st="0" end="0"/>
                                            </p:txEl>
                                          </p:spTgt>
                                        </p:tgtEl>
                                      </p:cBhvr>
                                      <p:to x="100000" y="100000"/>
                                    </p:animScale>
                                    <p:set>
                                      <p:cBhvr>
                                        <p:cTn id="22"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wheel(1)">
                                      <p:cBhvr>
                                        <p:cTn id="27" dur="20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5" presetClass="exit" presetSubtype="0" fill="hold" nodeType="clickEffect">
                                  <p:stCondLst>
                                    <p:cond delay="0"/>
                                  </p:stCondLst>
                                  <p:childTnLst>
                                    <p:animEffect transition="out" filter="fade">
                                      <p:cBhvr>
                                        <p:cTn id="31" dur="2000"/>
                                        <p:tgtEl>
                                          <p:spTgt spid="3">
                                            <p:txEl>
                                              <p:pRg st="3" end="3"/>
                                            </p:txEl>
                                          </p:spTgt>
                                        </p:tgtEl>
                                      </p:cBhvr>
                                    </p:animEffect>
                                    <p:anim calcmode="lin" valueType="num">
                                      <p:cBhvr>
                                        <p:cTn id="32" dur="2000"/>
                                        <p:tgtEl>
                                          <p:spTgt spid="3">
                                            <p:txEl>
                                              <p:pRg st="3" end="3"/>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3" dur="2000"/>
                                        <p:tgtEl>
                                          <p:spTgt spid="3">
                                            <p:txEl>
                                              <p:pRg st="3" end="3"/>
                                            </p:txEl>
                                          </p:spTgt>
                                        </p:tgtEl>
                                        <p:attrNameLst>
                                          <p:attrName>ppt_h</p:attrName>
                                        </p:attrNameLst>
                                      </p:cBhvr>
                                      <p:tavLst>
                                        <p:tav tm="0">
                                          <p:val>
                                            <p:strVal val="ppt_h"/>
                                          </p:val>
                                        </p:tav>
                                        <p:tav tm="100000">
                                          <p:val>
                                            <p:strVal val="ppt_h"/>
                                          </p:val>
                                        </p:tav>
                                      </p:tavLst>
                                    </p:anim>
                                    <p:set>
                                      <p:cBhvr>
                                        <p:cTn id="34" dur="1" fill="hold">
                                          <p:stCondLst>
                                            <p:cond delay="1999"/>
                                          </p:stCondLst>
                                        </p:cTn>
                                        <p:tgtEl>
                                          <p:spTgt spid="3">
                                            <p:txEl>
                                              <p:pRg st="3" end="3"/>
                                            </p:txEl>
                                          </p:spTgt>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45"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2000"/>
                                        <p:tgtEl>
                                          <p:spTgt spid="3">
                                            <p:txEl>
                                              <p:pRg st="4" end="4"/>
                                            </p:txEl>
                                          </p:spTgt>
                                        </p:tgtEl>
                                      </p:cBhvr>
                                    </p:animEffect>
                                    <p:anim calcmode="lin" valueType="num">
                                      <p:cBhvr>
                                        <p:cTn id="40"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41" dur="2000" fill="hold"/>
                                        <p:tgtEl>
                                          <p:spTgt spid="3">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xit" presetSubtype="32" fill="hold" nodeType="clickEffect">
                                  <p:stCondLst>
                                    <p:cond delay="0"/>
                                  </p:stCondLst>
                                  <p:childTnLst>
                                    <p:anim calcmode="lin" valueType="num">
                                      <p:cBhvr>
                                        <p:cTn id="45" dur="500"/>
                                        <p:tgtEl>
                                          <p:spTgt spid="3">
                                            <p:txEl>
                                              <p:pRg st="6" end="6"/>
                                            </p:txEl>
                                          </p:spTgt>
                                        </p:tgtEl>
                                        <p:attrNameLst>
                                          <p:attrName>ppt_w</p:attrName>
                                        </p:attrNameLst>
                                      </p:cBhvr>
                                      <p:tavLst>
                                        <p:tav tm="0">
                                          <p:val>
                                            <p:strVal val="ppt_w"/>
                                          </p:val>
                                        </p:tav>
                                        <p:tav tm="100000">
                                          <p:val>
                                            <p:fltVal val="0"/>
                                          </p:val>
                                        </p:tav>
                                      </p:tavLst>
                                    </p:anim>
                                    <p:anim calcmode="lin" valueType="num">
                                      <p:cBhvr>
                                        <p:cTn id="46" dur="500"/>
                                        <p:tgtEl>
                                          <p:spTgt spid="3">
                                            <p:txEl>
                                              <p:pRg st="6" end="6"/>
                                            </p:txEl>
                                          </p:spTgt>
                                        </p:tgtEl>
                                        <p:attrNameLst>
                                          <p:attrName>ppt_h</p:attrName>
                                        </p:attrNameLst>
                                      </p:cBhvr>
                                      <p:tavLst>
                                        <p:tav tm="0">
                                          <p:val>
                                            <p:strVal val="ppt_h"/>
                                          </p:val>
                                        </p:tav>
                                        <p:tav tm="100000">
                                          <p:val>
                                            <p:fltVal val="0"/>
                                          </p:val>
                                        </p:tav>
                                      </p:tavLst>
                                    </p:anim>
                                    <p:animEffect transition="out" filter="fade">
                                      <p:cBhvr>
                                        <p:cTn id="47" dur="500"/>
                                        <p:tgtEl>
                                          <p:spTgt spid="3">
                                            <p:txEl>
                                              <p:pRg st="6" end="6"/>
                                            </p:txEl>
                                          </p:spTgt>
                                        </p:tgtEl>
                                      </p:cBhvr>
                                    </p:animEffect>
                                    <p:set>
                                      <p:cBhvr>
                                        <p:cTn id="48" dur="1" fill="hold">
                                          <p:stCondLst>
                                            <p:cond delay="499"/>
                                          </p:stCondLst>
                                        </p:cTn>
                                        <p:tgtEl>
                                          <p:spTgt spid="3">
                                            <p:txEl>
                                              <p:pRg st="6" end="6"/>
                                            </p:txEl>
                                          </p:spTgt>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randombar(horizontal)">
                                      <p:cBhvr>
                                        <p:cTn id="5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B67634-7948-97A9-9318-BF32BC055E49}"/>
              </a:ext>
            </a:extLst>
          </p:cNvPr>
          <p:cNvSpPr/>
          <p:nvPr/>
        </p:nvSpPr>
        <p:spPr>
          <a:xfrm>
            <a:off x="216568" y="2967335"/>
            <a:ext cx="11851106" cy="1107996"/>
          </a:xfrm>
          <a:prstGeom prst="rect">
            <a:avLst/>
          </a:prstGeom>
          <a:noFill/>
        </p:spPr>
        <p:txBody>
          <a:bodyPr wrap="square" lIns="91440" tIns="45720" rIns="91440" bIns="45720">
            <a:spAutoFit/>
          </a:bodyPr>
          <a:lstStyle/>
          <a:p>
            <a:pPr algn="ctr"/>
            <a:r>
              <a:rPr lang="en-US" sz="6600" b="1" dirty="0" err="1">
                <a:ln w="12700">
                  <a:solidFill>
                    <a:schemeClr val="tx2">
                      <a:lumMod val="75000"/>
                    </a:schemeClr>
                  </a:solidFill>
                  <a:prstDash val="solid"/>
                </a:ln>
                <a:pattFill prst="dkUpDiag">
                  <a:fgClr>
                    <a:schemeClr val="tx2"/>
                  </a:fgClr>
                  <a:bgClr>
                    <a:schemeClr val="tx2">
                      <a:lumMod val="20000"/>
                      <a:lumOff val="80000"/>
                    </a:schemeClr>
                  </a:bgClr>
                </a:pattFill>
                <a:effectLst>
                  <a:glow rad="228600">
                    <a:schemeClr val="accent6">
                      <a:satMod val="175000"/>
                      <a:alpha val="40000"/>
                    </a:schemeClr>
                  </a:glow>
                  <a:outerShdw dist="38100" dir="2640000" algn="bl" rotWithShape="0">
                    <a:schemeClr val="tx2">
                      <a:lumMod val="75000"/>
                    </a:schemeClr>
                  </a:outerShdw>
                </a:effectLst>
              </a:rPr>
              <a:t>Faleminderit</a:t>
            </a:r>
            <a:r>
              <a:rPr lang="en-US" sz="6600" b="1" dirty="0">
                <a:ln w="12700">
                  <a:solidFill>
                    <a:schemeClr val="tx2">
                      <a:lumMod val="75000"/>
                    </a:schemeClr>
                  </a:solidFill>
                  <a:prstDash val="solid"/>
                </a:ln>
                <a:pattFill prst="dkUpDiag">
                  <a:fgClr>
                    <a:schemeClr val="tx2"/>
                  </a:fgClr>
                  <a:bgClr>
                    <a:schemeClr val="tx2">
                      <a:lumMod val="20000"/>
                      <a:lumOff val="80000"/>
                    </a:schemeClr>
                  </a:bgClr>
                </a:pattFill>
                <a:effectLst>
                  <a:glow rad="228600">
                    <a:schemeClr val="accent6">
                      <a:satMod val="175000"/>
                      <a:alpha val="40000"/>
                    </a:schemeClr>
                  </a:glow>
                  <a:outerShdw dist="38100" dir="2640000" algn="bl" rotWithShape="0">
                    <a:schemeClr val="tx2">
                      <a:lumMod val="75000"/>
                    </a:schemeClr>
                  </a:outerShdw>
                </a:effectLst>
              </a:rPr>
              <a:t> </a:t>
            </a:r>
            <a:r>
              <a:rPr lang="en-US" sz="6600" b="1" dirty="0" err="1">
                <a:ln w="12700">
                  <a:solidFill>
                    <a:schemeClr val="tx2">
                      <a:lumMod val="75000"/>
                    </a:schemeClr>
                  </a:solidFill>
                  <a:prstDash val="solid"/>
                </a:ln>
                <a:pattFill prst="dkUpDiag">
                  <a:fgClr>
                    <a:schemeClr val="tx2"/>
                  </a:fgClr>
                  <a:bgClr>
                    <a:schemeClr val="tx2">
                      <a:lumMod val="20000"/>
                      <a:lumOff val="80000"/>
                    </a:schemeClr>
                  </a:bgClr>
                </a:pattFill>
                <a:effectLst>
                  <a:glow rad="228600">
                    <a:schemeClr val="accent6">
                      <a:satMod val="175000"/>
                      <a:alpha val="40000"/>
                    </a:schemeClr>
                  </a:glow>
                  <a:outerShdw dist="38100" dir="2640000" algn="bl" rotWithShape="0">
                    <a:schemeClr val="tx2">
                      <a:lumMod val="75000"/>
                    </a:schemeClr>
                  </a:outerShdw>
                </a:effectLst>
              </a:rPr>
              <a:t>për</a:t>
            </a:r>
            <a:r>
              <a:rPr lang="en-US" sz="6600" b="1" dirty="0">
                <a:ln w="12700">
                  <a:solidFill>
                    <a:schemeClr val="tx2">
                      <a:lumMod val="75000"/>
                    </a:schemeClr>
                  </a:solidFill>
                  <a:prstDash val="solid"/>
                </a:ln>
                <a:pattFill prst="dkUpDiag">
                  <a:fgClr>
                    <a:schemeClr val="tx2"/>
                  </a:fgClr>
                  <a:bgClr>
                    <a:schemeClr val="tx2">
                      <a:lumMod val="20000"/>
                      <a:lumOff val="80000"/>
                    </a:schemeClr>
                  </a:bgClr>
                </a:pattFill>
                <a:effectLst>
                  <a:glow rad="228600">
                    <a:schemeClr val="accent6">
                      <a:satMod val="175000"/>
                      <a:alpha val="40000"/>
                    </a:schemeClr>
                  </a:glow>
                  <a:outerShdw dist="38100" dir="2640000" algn="bl" rotWithShape="0">
                    <a:schemeClr val="tx2">
                      <a:lumMod val="75000"/>
                    </a:schemeClr>
                  </a:outerShdw>
                </a:effectLst>
              </a:rPr>
              <a:t> </a:t>
            </a:r>
            <a:r>
              <a:rPr lang="en-US" sz="6600" b="1" dirty="0" err="1">
                <a:ln w="12700">
                  <a:solidFill>
                    <a:schemeClr val="tx2">
                      <a:lumMod val="75000"/>
                    </a:schemeClr>
                  </a:solidFill>
                  <a:prstDash val="solid"/>
                </a:ln>
                <a:pattFill prst="dkUpDiag">
                  <a:fgClr>
                    <a:schemeClr val="tx2"/>
                  </a:fgClr>
                  <a:bgClr>
                    <a:schemeClr val="tx2">
                      <a:lumMod val="20000"/>
                      <a:lumOff val="80000"/>
                    </a:schemeClr>
                  </a:bgClr>
                </a:pattFill>
                <a:effectLst>
                  <a:glow rad="228600">
                    <a:schemeClr val="accent6">
                      <a:satMod val="175000"/>
                      <a:alpha val="40000"/>
                    </a:schemeClr>
                  </a:glow>
                  <a:outerShdw dist="38100" dir="2640000" algn="bl" rotWithShape="0">
                    <a:schemeClr val="tx2">
                      <a:lumMod val="75000"/>
                    </a:schemeClr>
                  </a:outerShdw>
                </a:effectLst>
              </a:rPr>
              <a:t>vëmendjen</a:t>
            </a:r>
            <a:r>
              <a:rPr lang="en-US" sz="6600" b="1" dirty="0">
                <a:ln w="12700">
                  <a:solidFill>
                    <a:schemeClr val="tx2">
                      <a:lumMod val="75000"/>
                    </a:schemeClr>
                  </a:solidFill>
                  <a:prstDash val="solid"/>
                </a:ln>
                <a:pattFill prst="dkUpDiag">
                  <a:fgClr>
                    <a:schemeClr val="tx2"/>
                  </a:fgClr>
                  <a:bgClr>
                    <a:schemeClr val="tx2">
                      <a:lumMod val="20000"/>
                      <a:lumOff val="80000"/>
                    </a:schemeClr>
                  </a:bgClr>
                </a:pattFill>
                <a:effectLst>
                  <a:glow rad="228600">
                    <a:schemeClr val="accent6">
                      <a:satMod val="175000"/>
                      <a:alpha val="40000"/>
                    </a:schemeClr>
                  </a:glow>
                  <a:outerShdw dist="38100" dir="2640000" algn="bl" rotWithShape="0">
                    <a:schemeClr val="tx2">
                      <a:lumMod val="75000"/>
                    </a:schemeClr>
                  </a:outerShdw>
                </a:effectLst>
              </a:rPr>
              <a:t>!</a:t>
            </a:r>
          </a:p>
        </p:txBody>
      </p:sp>
    </p:spTree>
    <p:extLst>
      <p:ext uri="{BB962C8B-B14F-4D97-AF65-F5344CB8AC3E}">
        <p14:creationId xmlns:p14="http://schemas.microsoft.com/office/powerpoint/2010/main" val="29754929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GestaltVTI">
  <a:themeElements>
    <a:clrScheme name="AnalogousFromLightSeedRightStep">
      <a:dk1>
        <a:srgbClr val="000000"/>
      </a:dk1>
      <a:lt1>
        <a:srgbClr val="FFFFFF"/>
      </a:lt1>
      <a:dk2>
        <a:srgbClr val="313820"/>
      </a:dk2>
      <a:lt2>
        <a:srgbClr val="E2E8E5"/>
      </a:lt2>
      <a:accent1>
        <a:srgbClr val="C894AD"/>
      </a:accent1>
      <a:accent2>
        <a:srgbClr val="BC7C80"/>
      </a:accent2>
      <a:accent3>
        <a:srgbClr val="C29C87"/>
      </a:accent3>
      <a:accent4>
        <a:srgbClr val="B1A375"/>
      </a:accent4>
      <a:accent5>
        <a:srgbClr val="9FA87C"/>
      </a:accent5>
      <a:accent6>
        <a:srgbClr val="89AC71"/>
      </a:accent6>
      <a:hlink>
        <a:srgbClr val="579074"/>
      </a:hlink>
      <a:folHlink>
        <a:srgbClr val="7F7F7F"/>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1432</TotalTime>
  <Words>455</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Bierstadt</vt:lpstr>
      <vt:lpstr>Wingdings</vt:lpstr>
      <vt:lpstr>GestaltVTI</vt:lpstr>
      <vt:lpstr>Organizimi i biocenozave dhe qëndrueshmëria e ekosistemeve</vt:lpstr>
      <vt:lpstr>Përmbajtja: </vt:lpstr>
      <vt:lpstr>Struktura dhe dinamika e biocenozave (bashkësive jetësore)</vt:lpstr>
      <vt:lpstr>Organizimi hapësinor – struktura e biocenozave</vt:lpstr>
      <vt:lpstr>Kemi katëzimin mbitokësor dhe nëntokësor</vt:lpstr>
      <vt:lpstr>Organizimi kohor i biocenozës</vt:lpstr>
      <vt:lpstr>PowerPoint Presentation</vt:lpstr>
      <vt:lpstr>Organizim kohor të biocenozës vërejmë tek livadhi se si ndryshon gjatë periudhave të vitit. P.sh. gjate pranverës ka ngjyrë të gjelbërt pastaj bimët fillojnë të rriten dhe merr ngjyra të ndryshme, në fund kositet dhe në dimër hyn në fazën e qetësisë.</vt:lpstr>
      <vt:lpstr>Kuiz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Organizimi I biocenozave dhe qwndrueshmwria e ekosistemeve</dc:title>
  <dc:creator>agimedragidellateneqja@gmail.com</dc:creator>
  <cp:lastModifiedBy>Naser Guri</cp:lastModifiedBy>
  <cp:revision>3</cp:revision>
  <dcterms:created xsi:type="dcterms:W3CDTF">2024-02-13T10:03:58Z</dcterms:created>
  <dcterms:modified xsi:type="dcterms:W3CDTF">2024-02-22T13:01:56Z</dcterms:modified>
</cp:coreProperties>
</file>