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pptx" ContentType="application/vnd.openxmlformats-officedocument.presentationml.presentation"/>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media/image5.jpg" ContentType="image/jpg"/>
  <Override PartName="/ppt/media/image7.jpg" ContentType="image/jpg"/>
  <Override PartName="/ppt/media/image13.jpg" ContentType="image/jpg"/>
  <Override PartName="/ppt/media/image16.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 id="2147483684" r:id="rId4"/>
    <p:sldMasterId id="2147483696" r:id="rId5"/>
  </p:sldMasterIdLst>
  <p:notesMasterIdLst>
    <p:notesMasterId r:id="rId81"/>
  </p:notesMasterIdLst>
  <p:sldIdLst>
    <p:sldId id="256" r:id="rId6"/>
    <p:sldId id="296" r:id="rId7"/>
    <p:sldId id="295" r:id="rId8"/>
    <p:sldId id="277" r:id="rId9"/>
    <p:sldId id="257" r:id="rId10"/>
    <p:sldId id="275" r:id="rId11"/>
    <p:sldId id="276" r:id="rId12"/>
    <p:sldId id="258" r:id="rId13"/>
    <p:sldId id="374" r:id="rId14"/>
    <p:sldId id="279" r:id="rId15"/>
    <p:sldId id="299" r:id="rId16"/>
    <p:sldId id="393" r:id="rId17"/>
    <p:sldId id="297" r:id="rId18"/>
    <p:sldId id="259" r:id="rId19"/>
    <p:sldId id="298" r:id="rId20"/>
    <p:sldId id="280" r:id="rId21"/>
    <p:sldId id="375" r:id="rId22"/>
    <p:sldId id="260" r:id="rId23"/>
    <p:sldId id="377" r:id="rId24"/>
    <p:sldId id="376" r:id="rId25"/>
    <p:sldId id="282" r:id="rId26"/>
    <p:sldId id="283" r:id="rId27"/>
    <p:sldId id="373" r:id="rId28"/>
    <p:sldId id="281" r:id="rId29"/>
    <p:sldId id="284" r:id="rId30"/>
    <p:sldId id="386" r:id="rId31"/>
    <p:sldId id="382" r:id="rId32"/>
    <p:sldId id="383" r:id="rId33"/>
    <p:sldId id="285" r:id="rId34"/>
    <p:sldId id="286" r:id="rId35"/>
    <p:sldId id="287" r:id="rId36"/>
    <p:sldId id="288" r:id="rId37"/>
    <p:sldId id="289" r:id="rId38"/>
    <p:sldId id="378" r:id="rId39"/>
    <p:sldId id="261" r:id="rId40"/>
    <p:sldId id="392" r:id="rId41"/>
    <p:sldId id="379" r:id="rId42"/>
    <p:sldId id="380" r:id="rId43"/>
    <p:sldId id="381" r:id="rId44"/>
    <p:sldId id="262" r:id="rId45"/>
    <p:sldId id="263" r:id="rId46"/>
    <p:sldId id="264" r:id="rId47"/>
    <p:sldId id="319" r:id="rId48"/>
    <p:sldId id="266" r:id="rId49"/>
    <p:sldId id="267" r:id="rId50"/>
    <p:sldId id="268" r:id="rId51"/>
    <p:sldId id="387" r:id="rId52"/>
    <p:sldId id="388" r:id="rId53"/>
    <p:sldId id="389" r:id="rId54"/>
    <p:sldId id="270" r:id="rId55"/>
    <p:sldId id="271" r:id="rId56"/>
    <p:sldId id="272" r:id="rId57"/>
    <p:sldId id="273" r:id="rId58"/>
    <p:sldId id="292" r:id="rId59"/>
    <p:sldId id="293" r:id="rId60"/>
    <p:sldId id="294" r:id="rId61"/>
    <p:sldId id="291" r:id="rId62"/>
    <p:sldId id="278" r:id="rId63"/>
    <p:sldId id="305" r:id="rId64"/>
    <p:sldId id="306" r:id="rId65"/>
    <p:sldId id="312" r:id="rId66"/>
    <p:sldId id="307" r:id="rId67"/>
    <p:sldId id="313" r:id="rId68"/>
    <p:sldId id="308" r:id="rId69"/>
    <p:sldId id="314" r:id="rId70"/>
    <p:sldId id="309" r:id="rId71"/>
    <p:sldId id="315" r:id="rId72"/>
    <p:sldId id="310" r:id="rId73"/>
    <p:sldId id="316" r:id="rId74"/>
    <p:sldId id="311" r:id="rId75"/>
    <p:sldId id="317" r:id="rId76"/>
    <p:sldId id="384" r:id="rId77"/>
    <p:sldId id="391" r:id="rId78"/>
    <p:sldId id="390" r:id="rId79"/>
    <p:sldId id="372" r:id="rId80"/>
  </p:sldIdLst>
  <p:sldSz cx="10799763" cy="7199313"/>
  <p:notesSz cx="9144000" cy="6858000"/>
  <p:defaultTextStyle>
    <a:defPPr>
      <a:defRPr lang="en-US"/>
    </a:defPPr>
    <a:lvl1pPr marL="0" algn="l" defTabSz="483367" rtl="0" eaLnBrk="1" latinLnBrk="0" hangingPunct="1">
      <a:defRPr sz="1903" kern="1200">
        <a:solidFill>
          <a:schemeClr val="tx1"/>
        </a:solidFill>
        <a:latin typeface="+mn-lt"/>
        <a:ea typeface="+mn-ea"/>
        <a:cs typeface="+mn-cs"/>
      </a:defRPr>
    </a:lvl1pPr>
    <a:lvl2pPr marL="483367" algn="l" defTabSz="483367" rtl="0" eaLnBrk="1" latinLnBrk="0" hangingPunct="1">
      <a:defRPr sz="1903" kern="1200">
        <a:solidFill>
          <a:schemeClr val="tx1"/>
        </a:solidFill>
        <a:latin typeface="+mn-lt"/>
        <a:ea typeface="+mn-ea"/>
        <a:cs typeface="+mn-cs"/>
      </a:defRPr>
    </a:lvl2pPr>
    <a:lvl3pPr marL="966733" algn="l" defTabSz="483367" rtl="0" eaLnBrk="1" latinLnBrk="0" hangingPunct="1">
      <a:defRPr sz="1903" kern="1200">
        <a:solidFill>
          <a:schemeClr val="tx1"/>
        </a:solidFill>
        <a:latin typeface="+mn-lt"/>
        <a:ea typeface="+mn-ea"/>
        <a:cs typeface="+mn-cs"/>
      </a:defRPr>
    </a:lvl3pPr>
    <a:lvl4pPr marL="1450100" algn="l" defTabSz="483367" rtl="0" eaLnBrk="1" latinLnBrk="0" hangingPunct="1">
      <a:defRPr sz="1903" kern="1200">
        <a:solidFill>
          <a:schemeClr val="tx1"/>
        </a:solidFill>
        <a:latin typeface="+mn-lt"/>
        <a:ea typeface="+mn-ea"/>
        <a:cs typeface="+mn-cs"/>
      </a:defRPr>
    </a:lvl4pPr>
    <a:lvl5pPr marL="1933466" algn="l" defTabSz="483367" rtl="0" eaLnBrk="1" latinLnBrk="0" hangingPunct="1">
      <a:defRPr sz="1903" kern="1200">
        <a:solidFill>
          <a:schemeClr val="tx1"/>
        </a:solidFill>
        <a:latin typeface="+mn-lt"/>
        <a:ea typeface="+mn-ea"/>
        <a:cs typeface="+mn-cs"/>
      </a:defRPr>
    </a:lvl5pPr>
    <a:lvl6pPr marL="2416833" algn="l" defTabSz="483367" rtl="0" eaLnBrk="1" latinLnBrk="0" hangingPunct="1">
      <a:defRPr sz="1903" kern="1200">
        <a:solidFill>
          <a:schemeClr val="tx1"/>
        </a:solidFill>
        <a:latin typeface="+mn-lt"/>
        <a:ea typeface="+mn-ea"/>
        <a:cs typeface="+mn-cs"/>
      </a:defRPr>
    </a:lvl6pPr>
    <a:lvl7pPr marL="2900199" algn="l" defTabSz="483367" rtl="0" eaLnBrk="1" latinLnBrk="0" hangingPunct="1">
      <a:defRPr sz="1903" kern="1200">
        <a:solidFill>
          <a:schemeClr val="tx1"/>
        </a:solidFill>
        <a:latin typeface="+mn-lt"/>
        <a:ea typeface="+mn-ea"/>
        <a:cs typeface="+mn-cs"/>
      </a:defRPr>
    </a:lvl7pPr>
    <a:lvl8pPr marL="3383566" algn="l" defTabSz="483367" rtl="0" eaLnBrk="1" latinLnBrk="0" hangingPunct="1">
      <a:defRPr sz="1903" kern="1200">
        <a:solidFill>
          <a:schemeClr val="tx1"/>
        </a:solidFill>
        <a:latin typeface="+mn-lt"/>
        <a:ea typeface="+mn-ea"/>
        <a:cs typeface="+mn-cs"/>
      </a:defRPr>
    </a:lvl8pPr>
    <a:lvl9pPr marL="3866932" algn="l" defTabSz="483367" rtl="0" eaLnBrk="1" latinLnBrk="0" hangingPunct="1">
      <a:defRPr sz="190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8" userDrawn="1">
          <p15:clr>
            <a:srgbClr val="A4A3A4"/>
          </p15:clr>
        </p15:guide>
        <p15:guide id="2" pos="340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aser Guri" initials="NG" lastIdx="1" clrIdx="0">
    <p:extLst>
      <p:ext uri="{19B8F6BF-5375-455C-9EA6-DF929625EA0E}">
        <p15:presenceInfo xmlns:p15="http://schemas.microsoft.com/office/powerpoint/2012/main" userId="224ef0f823c6ef1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09" autoAdjust="0"/>
    <p:restoredTop sz="94660"/>
  </p:normalViewPr>
  <p:slideViewPr>
    <p:cSldViewPr snapToGrid="0" snapToObjects="1">
      <p:cViewPr varScale="1">
        <p:scale>
          <a:sx n="64" d="100"/>
          <a:sy n="64" d="100"/>
        </p:scale>
        <p:origin x="1218" y="48"/>
      </p:cViewPr>
      <p:guideLst>
        <p:guide orient="horz" pos="2268"/>
        <p:guide pos="340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61" Type="http://schemas.openxmlformats.org/officeDocument/2006/relationships/slide" Target="slides/slide56.xml"/><Relationship Id="rId82"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sq-AL"/>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7B40AA4-9C45-4AFD-962B-F3B86EBFB8CF}" type="datetimeFigureOut">
              <a:rPr lang="sq-AL" smtClean="0"/>
              <a:t>30.4.2025</a:t>
            </a:fld>
            <a:endParaRPr lang="sq-AL"/>
          </a:p>
        </p:txBody>
      </p:sp>
      <p:sp>
        <p:nvSpPr>
          <p:cNvPr id="4" name="Slide Image Placeholder 3"/>
          <p:cNvSpPr>
            <a:spLocks noGrp="1" noRot="1" noChangeAspect="1"/>
          </p:cNvSpPr>
          <p:nvPr>
            <p:ph type="sldImg" idx="2"/>
          </p:nvPr>
        </p:nvSpPr>
        <p:spPr>
          <a:xfrm>
            <a:off x="2835275" y="857250"/>
            <a:ext cx="3473450" cy="2314575"/>
          </a:xfrm>
          <a:prstGeom prst="rect">
            <a:avLst/>
          </a:prstGeom>
          <a:noFill/>
          <a:ln w="12700">
            <a:solidFill>
              <a:prstClr val="black"/>
            </a:solidFill>
          </a:ln>
        </p:spPr>
        <p:txBody>
          <a:bodyPr vert="horz" lIns="91440" tIns="45720" rIns="91440" bIns="45720" rtlCol="0" anchor="ctr"/>
          <a:lstStyle/>
          <a:p>
            <a:endParaRPr lang="sq-AL"/>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AL"/>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sq-AL"/>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274ACE0C-90BB-47EB-9527-E67A7763CB2D}" type="slidenum">
              <a:rPr lang="sq-AL" smtClean="0"/>
              <a:t>‹#›</a:t>
            </a:fld>
            <a:endParaRPr lang="sq-AL"/>
          </a:p>
        </p:txBody>
      </p:sp>
    </p:spTree>
    <p:extLst>
      <p:ext uri="{BB962C8B-B14F-4D97-AF65-F5344CB8AC3E}">
        <p14:creationId xmlns:p14="http://schemas.microsoft.com/office/powerpoint/2010/main" val="222643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4"/>
        <p:cNvGrpSpPr/>
        <p:nvPr/>
      </p:nvGrpSpPr>
      <p:grpSpPr>
        <a:xfrm>
          <a:off x="0" y="0"/>
          <a:ext cx="0" cy="0"/>
          <a:chOff x="0" y="0"/>
          <a:chExt cx="0" cy="0"/>
        </a:xfrm>
      </p:grpSpPr>
      <p:sp>
        <p:nvSpPr>
          <p:cNvPr id="2385" name="Google Shape;2385;p28:notes"/>
          <p:cNvSpPr txBox="1">
            <a:spLocks noGrp="1"/>
          </p:cNvSpPr>
          <p:nvPr>
            <p:ph type="body" idx="1"/>
          </p:nvPr>
        </p:nvSpPr>
        <p:spPr>
          <a:xfrm>
            <a:off x="685800" y="4787126"/>
            <a:ext cx="5486400" cy="391674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6" name="Google Shape;2386;p28:notes"/>
          <p:cNvSpPr>
            <a:spLocks noGrp="1" noRot="1" noChangeAspect="1"/>
          </p:cNvSpPr>
          <p:nvPr>
            <p:ph type="sldImg" idx="2"/>
          </p:nvPr>
        </p:nvSpPr>
        <p:spPr>
          <a:xfrm>
            <a:off x="911225" y="1243013"/>
            <a:ext cx="503555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712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6"/>
        <p:cNvGrpSpPr/>
        <p:nvPr/>
      </p:nvGrpSpPr>
      <p:grpSpPr>
        <a:xfrm>
          <a:off x="0" y="0"/>
          <a:ext cx="0" cy="0"/>
          <a:chOff x="0" y="0"/>
          <a:chExt cx="0" cy="0"/>
        </a:xfrm>
      </p:grpSpPr>
      <p:sp>
        <p:nvSpPr>
          <p:cNvPr id="2947" name="Google Shape;2947;p116:notes"/>
          <p:cNvSpPr txBox="1">
            <a:spLocks noGrp="1"/>
          </p:cNvSpPr>
          <p:nvPr>
            <p:ph type="body" idx="1"/>
          </p:nvPr>
        </p:nvSpPr>
        <p:spPr>
          <a:xfrm>
            <a:off x="685800" y="4787126"/>
            <a:ext cx="5486400" cy="391674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8" name="Google Shape;2948;p116: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8764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9984" y="2236454"/>
            <a:ext cx="9179798" cy="1543186"/>
          </a:xfrm>
        </p:spPr>
        <p:txBody>
          <a:bodyPr/>
          <a:lstStyle/>
          <a:p>
            <a:r>
              <a:rPr lang="en-US"/>
              <a:t>Click to edit Master title style</a:t>
            </a:r>
          </a:p>
        </p:txBody>
      </p:sp>
      <p:sp>
        <p:nvSpPr>
          <p:cNvPr id="3" name="Subtitle 2"/>
          <p:cNvSpPr>
            <a:spLocks noGrp="1"/>
          </p:cNvSpPr>
          <p:nvPr>
            <p:ph type="subTitle" idx="1"/>
          </p:nvPr>
        </p:nvSpPr>
        <p:spPr>
          <a:xfrm>
            <a:off x="1619965" y="4079612"/>
            <a:ext cx="7559834" cy="1839824"/>
          </a:xfrm>
        </p:spPr>
        <p:txBody>
          <a:bodyPr/>
          <a:lstStyle>
            <a:lvl1pPr marL="0" indent="0" algn="ctr">
              <a:buNone/>
              <a:defRPr>
                <a:solidFill>
                  <a:schemeClr val="tx1">
                    <a:tint val="75000"/>
                  </a:schemeClr>
                </a:solidFill>
              </a:defRPr>
            </a:lvl1pPr>
            <a:lvl2pPr marL="533265" indent="0" algn="ctr">
              <a:buNone/>
              <a:defRPr>
                <a:solidFill>
                  <a:schemeClr val="tx1">
                    <a:tint val="75000"/>
                  </a:schemeClr>
                </a:solidFill>
              </a:defRPr>
            </a:lvl2pPr>
            <a:lvl3pPr marL="1066527" indent="0" algn="ctr">
              <a:buNone/>
              <a:defRPr>
                <a:solidFill>
                  <a:schemeClr val="tx1">
                    <a:tint val="75000"/>
                  </a:schemeClr>
                </a:solidFill>
              </a:defRPr>
            </a:lvl3pPr>
            <a:lvl4pPr marL="1599792" indent="0" algn="ctr">
              <a:buNone/>
              <a:defRPr>
                <a:solidFill>
                  <a:schemeClr val="tx1">
                    <a:tint val="75000"/>
                  </a:schemeClr>
                </a:solidFill>
              </a:defRPr>
            </a:lvl4pPr>
            <a:lvl5pPr marL="2133055" indent="0" algn="ctr">
              <a:buNone/>
              <a:defRPr>
                <a:solidFill>
                  <a:schemeClr val="tx1">
                    <a:tint val="75000"/>
                  </a:schemeClr>
                </a:solidFill>
              </a:defRPr>
            </a:lvl5pPr>
            <a:lvl6pPr marL="2666319" indent="0" algn="ctr">
              <a:buNone/>
              <a:defRPr>
                <a:solidFill>
                  <a:schemeClr val="tx1">
                    <a:tint val="75000"/>
                  </a:schemeClr>
                </a:solidFill>
              </a:defRPr>
            </a:lvl6pPr>
            <a:lvl7pPr marL="3199582" indent="0" algn="ctr">
              <a:buNone/>
              <a:defRPr>
                <a:solidFill>
                  <a:schemeClr val="tx1">
                    <a:tint val="75000"/>
                  </a:schemeClr>
                </a:solidFill>
              </a:defRPr>
            </a:lvl7pPr>
            <a:lvl8pPr marL="3732847" indent="0" algn="ctr">
              <a:buNone/>
              <a:defRPr>
                <a:solidFill>
                  <a:schemeClr val="tx1">
                    <a:tint val="75000"/>
                  </a:schemeClr>
                </a:solidFill>
              </a:defRPr>
            </a:lvl8pPr>
            <a:lvl9pPr marL="426611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3108" y="4626226"/>
            <a:ext cx="9179798" cy="1429864"/>
          </a:xfrm>
        </p:spPr>
        <p:txBody>
          <a:bodyPr anchor="t"/>
          <a:lstStyle>
            <a:lvl1pPr algn="l">
              <a:defRPr sz="4665" b="1" cap="all"/>
            </a:lvl1pPr>
          </a:lstStyle>
          <a:p>
            <a:r>
              <a:rPr lang="en-US"/>
              <a:t>Click to edit Master title style</a:t>
            </a:r>
          </a:p>
        </p:txBody>
      </p:sp>
      <p:sp>
        <p:nvSpPr>
          <p:cNvPr id="3" name="Text Placeholder 2"/>
          <p:cNvSpPr>
            <a:spLocks noGrp="1"/>
          </p:cNvSpPr>
          <p:nvPr>
            <p:ph type="body" idx="1"/>
          </p:nvPr>
        </p:nvSpPr>
        <p:spPr>
          <a:xfrm>
            <a:off x="853108" y="3051379"/>
            <a:ext cx="9179798" cy="1574849"/>
          </a:xfrm>
        </p:spPr>
        <p:txBody>
          <a:bodyPr anchor="b"/>
          <a:lstStyle>
            <a:lvl1pPr marL="0" indent="0">
              <a:buNone/>
              <a:defRPr sz="2333">
                <a:solidFill>
                  <a:schemeClr val="tx1">
                    <a:tint val="75000"/>
                  </a:schemeClr>
                </a:solidFill>
              </a:defRPr>
            </a:lvl1pPr>
            <a:lvl2pPr marL="533265" indent="0">
              <a:buNone/>
              <a:defRPr sz="2100">
                <a:solidFill>
                  <a:schemeClr val="tx1">
                    <a:tint val="75000"/>
                  </a:schemeClr>
                </a:solidFill>
              </a:defRPr>
            </a:lvl2pPr>
            <a:lvl3pPr marL="1066527" indent="0">
              <a:buNone/>
              <a:defRPr sz="1866">
                <a:solidFill>
                  <a:schemeClr val="tx1">
                    <a:tint val="75000"/>
                  </a:schemeClr>
                </a:solidFill>
              </a:defRPr>
            </a:lvl3pPr>
            <a:lvl4pPr marL="1599792" indent="0">
              <a:buNone/>
              <a:defRPr sz="1634">
                <a:solidFill>
                  <a:schemeClr val="tx1">
                    <a:tint val="75000"/>
                  </a:schemeClr>
                </a:solidFill>
              </a:defRPr>
            </a:lvl4pPr>
            <a:lvl5pPr marL="2133055" indent="0">
              <a:buNone/>
              <a:defRPr sz="1634">
                <a:solidFill>
                  <a:schemeClr val="tx1">
                    <a:tint val="75000"/>
                  </a:schemeClr>
                </a:solidFill>
              </a:defRPr>
            </a:lvl5pPr>
            <a:lvl6pPr marL="2666319" indent="0">
              <a:buNone/>
              <a:defRPr sz="1634">
                <a:solidFill>
                  <a:schemeClr val="tx1">
                    <a:tint val="75000"/>
                  </a:schemeClr>
                </a:solidFill>
              </a:defRPr>
            </a:lvl6pPr>
            <a:lvl7pPr marL="3199582" indent="0">
              <a:buNone/>
              <a:defRPr sz="1634">
                <a:solidFill>
                  <a:schemeClr val="tx1">
                    <a:tint val="75000"/>
                  </a:schemeClr>
                </a:solidFill>
              </a:defRPr>
            </a:lvl7pPr>
            <a:lvl8pPr marL="3732847" indent="0">
              <a:buNone/>
              <a:defRPr sz="1634">
                <a:solidFill>
                  <a:schemeClr val="tx1">
                    <a:tint val="75000"/>
                  </a:schemeClr>
                </a:solidFill>
              </a:defRPr>
            </a:lvl8pPr>
            <a:lvl9pPr marL="4266110" indent="0">
              <a:buNone/>
              <a:defRPr sz="163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9988" y="1679841"/>
            <a:ext cx="4769895" cy="4751214"/>
          </a:xfrm>
        </p:spPr>
        <p:txBody>
          <a:bodyPr/>
          <a:lstStyle>
            <a:lvl1pPr>
              <a:defRPr sz="3266"/>
            </a:lvl1pPr>
            <a:lvl2pPr>
              <a:defRPr sz="2800"/>
            </a:lvl2pPr>
            <a:lvl3pPr>
              <a:defRPr sz="2333"/>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89882" y="1679841"/>
            <a:ext cx="4769895" cy="4751214"/>
          </a:xfrm>
        </p:spPr>
        <p:txBody>
          <a:bodyPr/>
          <a:lstStyle>
            <a:lvl1pPr>
              <a:defRPr sz="3266"/>
            </a:lvl1pPr>
            <a:lvl2pPr>
              <a:defRPr sz="2800"/>
            </a:lvl2pPr>
            <a:lvl3pPr>
              <a:defRPr sz="2333"/>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9988" y="1611513"/>
            <a:ext cx="4771771" cy="671602"/>
          </a:xfrm>
        </p:spPr>
        <p:txBody>
          <a:bodyPr anchor="b"/>
          <a:lstStyle>
            <a:lvl1pPr marL="0" indent="0">
              <a:buNone/>
              <a:defRPr sz="2800" b="1"/>
            </a:lvl1pPr>
            <a:lvl2pPr marL="533265" indent="0">
              <a:buNone/>
              <a:defRPr sz="2333" b="1"/>
            </a:lvl2pPr>
            <a:lvl3pPr marL="1066527" indent="0">
              <a:buNone/>
              <a:defRPr sz="2100" b="1"/>
            </a:lvl3pPr>
            <a:lvl4pPr marL="1599792" indent="0">
              <a:buNone/>
              <a:defRPr sz="1866" b="1"/>
            </a:lvl4pPr>
            <a:lvl5pPr marL="2133055" indent="0">
              <a:buNone/>
              <a:defRPr sz="1866" b="1"/>
            </a:lvl5pPr>
            <a:lvl6pPr marL="2666319" indent="0">
              <a:buNone/>
              <a:defRPr sz="1866" b="1"/>
            </a:lvl6pPr>
            <a:lvl7pPr marL="3199582" indent="0">
              <a:buNone/>
              <a:defRPr sz="1866" b="1"/>
            </a:lvl7pPr>
            <a:lvl8pPr marL="3732847" indent="0">
              <a:buNone/>
              <a:defRPr sz="1866" b="1"/>
            </a:lvl8pPr>
            <a:lvl9pPr marL="4266110" indent="0">
              <a:buNone/>
              <a:defRPr sz="1866" b="1"/>
            </a:lvl9pPr>
          </a:lstStyle>
          <a:p>
            <a:pPr lvl="0"/>
            <a:r>
              <a:rPr lang="en-US"/>
              <a:t>Click to edit Master text styles</a:t>
            </a:r>
          </a:p>
        </p:txBody>
      </p:sp>
      <p:sp>
        <p:nvSpPr>
          <p:cNvPr id="4" name="Content Placeholder 3"/>
          <p:cNvSpPr>
            <a:spLocks noGrp="1"/>
          </p:cNvSpPr>
          <p:nvPr>
            <p:ph sz="half" idx="2"/>
          </p:nvPr>
        </p:nvSpPr>
        <p:spPr>
          <a:xfrm>
            <a:off x="539988" y="2283116"/>
            <a:ext cx="4771771" cy="4147938"/>
          </a:xfrm>
        </p:spPr>
        <p:txBody>
          <a:bodyPr/>
          <a:lstStyle>
            <a:lvl1pPr>
              <a:defRPr sz="2800"/>
            </a:lvl1pPr>
            <a:lvl2pPr>
              <a:defRPr sz="2333"/>
            </a:lvl2pPr>
            <a:lvl3pPr>
              <a:defRPr sz="2100"/>
            </a:lvl3pPr>
            <a:lvl4pPr>
              <a:defRPr sz="1866"/>
            </a:lvl4pPr>
            <a:lvl5pPr>
              <a:defRPr sz="1866"/>
            </a:lvl5pPr>
            <a:lvl6pPr>
              <a:defRPr sz="1866"/>
            </a:lvl6pPr>
            <a:lvl7pPr>
              <a:defRPr sz="1866"/>
            </a:lvl7pPr>
            <a:lvl8pPr>
              <a:defRPr sz="1866"/>
            </a:lvl8pPr>
            <a:lvl9pPr>
              <a:defRPr sz="18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86132" y="1611513"/>
            <a:ext cx="4773645" cy="671602"/>
          </a:xfrm>
        </p:spPr>
        <p:txBody>
          <a:bodyPr anchor="b"/>
          <a:lstStyle>
            <a:lvl1pPr marL="0" indent="0">
              <a:buNone/>
              <a:defRPr sz="2800" b="1"/>
            </a:lvl1pPr>
            <a:lvl2pPr marL="533265" indent="0">
              <a:buNone/>
              <a:defRPr sz="2333" b="1"/>
            </a:lvl2pPr>
            <a:lvl3pPr marL="1066527" indent="0">
              <a:buNone/>
              <a:defRPr sz="2100" b="1"/>
            </a:lvl3pPr>
            <a:lvl4pPr marL="1599792" indent="0">
              <a:buNone/>
              <a:defRPr sz="1866" b="1"/>
            </a:lvl4pPr>
            <a:lvl5pPr marL="2133055" indent="0">
              <a:buNone/>
              <a:defRPr sz="1866" b="1"/>
            </a:lvl5pPr>
            <a:lvl6pPr marL="2666319" indent="0">
              <a:buNone/>
              <a:defRPr sz="1866" b="1"/>
            </a:lvl6pPr>
            <a:lvl7pPr marL="3199582" indent="0">
              <a:buNone/>
              <a:defRPr sz="1866" b="1"/>
            </a:lvl7pPr>
            <a:lvl8pPr marL="3732847" indent="0">
              <a:buNone/>
              <a:defRPr sz="1866" b="1"/>
            </a:lvl8pPr>
            <a:lvl9pPr marL="4266110" indent="0">
              <a:buNone/>
              <a:defRPr sz="1866" b="1"/>
            </a:lvl9pPr>
          </a:lstStyle>
          <a:p>
            <a:pPr lvl="0"/>
            <a:r>
              <a:rPr lang="en-US"/>
              <a:t>Click to edit Master text styles</a:t>
            </a:r>
          </a:p>
        </p:txBody>
      </p:sp>
      <p:sp>
        <p:nvSpPr>
          <p:cNvPr id="6" name="Content Placeholder 5"/>
          <p:cNvSpPr>
            <a:spLocks noGrp="1"/>
          </p:cNvSpPr>
          <p:nvPr>
            <p:ph sz="quarter" idx="4"/>
          </p:nvPr>
        </p:nvSpPr>
        <p:spPr>
          <a:xfrm>
            <a:off x="5486132" y="2283116"/>
            <a:ext cx="4773645" cy="4147938"/>
          </a:xfrm>
        </p:spPr>
        <p:txBody>
          <a:bodyPr/>
          <a:lstStyle>
            <a:lvl1pPr>
              <a:defRPr sz="2800"/>
            </a:lvl1pPr>
            <a:lvl2pPr>
              <a:defRPr sz="2333"/>
            </a:lvl2pPr>
            <a:lvl3pPr>
              <a:defRPr sz="2100"/>
            </a:lvl3pPr>
            <a:lvl4pPr>
              <a:defRPr sz="1866"/>
            </a:lvl4pPr>
            <a:lvl5pPr>
              <a:defRPr sz="1866"/>
            </a:lvl5pPr>
            <a:lvl6pPr>
              <a:defRPr sz="1866"/>
            </a:lvl6pPr>
            <a:lvl7pPr>
              <a:defRPr sz="1866"/>
            </a:lvl7pPr>
            <a:lvl8pPr>
              <a:defRPr sz="1866"/>
            </a:lvl8pPr>
            <a:lvl9pPr>
              <a:defRPr sz="18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9988" y="286639"/>
            <a:ext cx="3553048" cy="1219884"/>
          </a:xfrm>
        </p:spPr>
        <p:txBody>
          <a:bodyPr anchor="b"/>
          <a:lstStyle>
            <a:lvl1pPr algn="l">
              <a:defRPr sz="2333" b="1"/>
            </a:lvl1pPr>
          </a:lstStyle>
          <a:p>
            <a:r>
              <a:rPr lang="en-US"/>
              <a:t>Click to edit Master title style</a:t>
            </a:r>
          </a:p>
        </p:txBody>
      </p:sp>
      <p:sp>
        <p:nvSpPr>
          <p:cNvPr id="3" name="Content Placeholder 2"/>
          <p:cNvSpPr>
            <a:spLocks noGrp="1"/>
          </p:cNvSpPr>
          <p:nvPr>
            <p:ph idx="1"/>
          </p:nvPr>
        </p:nvSpPr>
        <p:spPr>
          <a:xfrm>
            <a:off x="4222410" y="286640"/>
            <a:ext cx="6037367" cy="6144414"/>
          </a:xfrm>
        </p:spPr>
        <p:txBody>
          <a:bodyPr/>
          <a:lstStyle>
            <a:lvl1pPr>
              <a:defRPr sz="3732"/>
            </a:lvl1pPr>
            <a:lvl2pPr>
              <a:defRPr sz="3266"/>
            </a:lvl2pPr>
            <a:lvl3pPr>
              <a:defRPr sz="2800"/>
            </a:lvl3pPr>
            <a:lvl4pPr>
              <a:defRPr sz="2333"/>
            </a:lvl4pPr>
            <a:lvl5pPr>
              <a:defRPr sz="2333"/>
            </a:lvl5pPr>
            <a:lvl6pPr>
              <a:defRPr sz="2333"/>
            </a:lvl6pPr>
            <a:lvl7pPr>
              <a:defRPr sz="2333"/>
            </a:lvl7pPr>
            <a:lvl8pPr>
              <a:defRPr sz="2333"/>
            </a:lvl8pPr>
            <a:lvl9pPr>
              <a:defRPr sz="2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9988" y="1506526"/>
            <a:ext cx="3553048" cy="4924531"/>
          </a:xfrm>
        </p:spPr>
        <p:txBody>
          <a:bodyPr/>
          <a:lstStyle>
            <a:lvl1pPr marL="0" indent="0">
              <a:buNone/>
              <a:defRPr sz="1634"/>
            </a:lvl1pPr>
            <a:lvl2pPr marL="533265" indent="0">
              <a:buNone/>
              <a:defRPr sz="1400"/>
            </a:lvl2pPr>
            <a:lvl3pPr marL="1066527" indent="0">
              <a:buNone/>
              <a:defRPr sz="1167"/>
            </a:lvl3pPr>
            <a:lvl4pPr marL="1599792" indent="0">
              <a:buNone/>
              <a:defRPr sz="1050"/>
            </a:lvl4pPr>
            <a:lvl5pPr marL="2133055" indent="0">
              <a:buNone/>
              <a:defRPr sz="1050"/>
            </a:lvl5pPr>
            <a:lvl6pPr marL="2666319" indent="0">
              <a:buNone/>
              <a:defRPr sz="1050"/>
            </a:lvl6pPr>
            <a:lvl7pPr marL="3199582" indent="0">
              <a:buNone/>
              <a:defRPr sz="1050"/>
            </a:lvl7pPr>
            <a:lvl8pPr marL="3732847" indent="0">
              <a:buNone/>
              <a:defRPr sz="1050"/>
            </a:lvl8pPr>
            <a:lvl9pPr marL="426611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16829" y="5039519"/>
            <a:ext cx="6479858" cy="594944"/>
          </a:xfrm>
        </p:spPr>
        <p:txBody>
          <a:bodyPr anchor="b"/>
          <a:lstStyle>
            <a:lvl1pPr algn="l">
              <a:defRPr sz="2333" b="1"/>
            </a:lvl1pPr>
          </a:lstStyle>
          <a:p>
            <a:r>
              <a:rPr lang="en-US"/>
              <a:t>Click to edit Master title style</a:t>
            </a:r>
          </a:p>
        </p:txBody>
      </p:sp>
      <p:sp>
        <p:nvSpPr>
          <p:cNvPr id="3" name="Picture Placeholder 2"/>
          <p:cNvSpPr>
            <a:spLocks noGrp="1"/>
          </p:cNvSpPr>
          <p:nvPr>
            <p:ph type="pic" idx="1"/>
          </p:nvPr>
        </p:nvSpPr>
        <p:spPr>
          <a:xfrm>
            <a:off x="2116829" y="643272"/>
            <a:ext cx="6479858" cy="4319588"/>
          </a:xfrm>
        </p:spPr>
        <p:txBody>
          <a:bodyPr/>
          <a:lstStyle>
            <a:lvl1pPr marL="0" indent="0">
              <a:buNone/>
              <a:defRPr sz="3732"/>
            </a:lvl1pPr>
            <a:lvl2pPr marL="533265" indent="0">
              <a:buNone/>
              <a:defRPr sz="3266"/>
            </a:lvl2pPr>
            <a:lvl3pPr marL="1066527" indent="0">
              <a:buNone/>
              <a:defRPr sz="2800"/>
            </a:lvl3pPr>
            <a:lvl4pPr marL="1599792" indent="0">
              <a:buNone/>
              <a:defRPr sz="2333"/>
            </a:lvl4pPr>
            <a:lvl5pPr marL="2133055" indent="0">
              <a:buNone/>
              <a:defRPr sz="2333"/>
            </a:lvl5pPr>
            <a:lvl6pPr marL="2666319" indent="0">
              <a:buNone/>
              <a:defRPr sz="2333"/>
            </a:lvl6pPr>
            <a:lvl7pPr marL="3199582" indent="0">
              <a:buNone/>
              <a:defRPr sz="2333"/>
            </a:lvl7pPr>
            <a:lvl8pPr marL="3732847" indent="0">
              <a:buNone/>
              <a:defRPr sz="2333"/>
            </a:lvl8pPr>
            <a:lvl9pPr marL="4266110" indent="0">
              <a:buNone/>
              <a:defRPr sz="2333"/>
            </a:lvl9pPr>
          </a:lstStyle>
          <a:p>
            <a:endParaRPr lang="en-US"/>
          </a:p>
        </p:txBody>
      </p:sp>
      <p:sp>
        <p:nvSpPr>
          <p:cNvPr id="4" name="Text Placeholder 3"/>
          <p:cNvSpPr>
            <a:spLocks noGrp="1"/>
          </p:cNvSpPr>
          <p:nvPr>
            <p:ph type="body" sz="half" idx="2"/>
          </p:nvPr>
        </p:nvSpPr>
        <p:spPr>
          <a:xfrm>
            <a:off x="2116829" y="5634466"/>
            <a:ext cx="6479858" cy="844919"/>
          </a:xfrm>
        </p:spPr>
        <p:txBody>
          <a:bodyPr/>
          <a:lstStyle>
            <a:lvl1pPr marL="0" indent="0">
              <a:buNone/>
              <a:defRPr sz="1634"/>
            </a:lvl1pPr>
            <a:lvl2pPr marL="533265" indent="0">
              <a:buNone/>
              <a:defRPr sz="1400"/>
            </a:lvl2pPr>
            <a:lvl3pPr marL="1066527" indent="0">
              <a:buNone/>
              <a:defRPr sz="1167"/>
            </a:lvl3pPr>
            <a:lvl4pPr marL="1599792" indent="0">
              <a:buNone/>
              <a:defRPr sz="1050"/>
            </a:lvl4pPr>
            <a:lvl5pPr marL="2133055" indent="0">
              <a:buNone/>
              <a:defRPr sz="1050"/>
            </a:lvl5pPr>
            <a:lvl6pPr marL="2666319" indent="0">
              <a:buNone/>
              <a:defRPr sz="1050"/>
            </a:lvl6pPr>
            <a:lvl7pPr marL="3199582" indent="0">
              <a:buNone/>
              <a:defRPr sz="1050"/>
            </a:lvl7pPr>
            <a:lvl8pPr marL="3732847" indent="0">
              <a:buNone/>
              <a:defRPr sz="1050"/>
            </a:lvl8pPr>
            <a:lvl9pPr marL="426611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29829" y="288309"/>
            <a:ext cx="2429947" cy="614274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9989" y="288309"/>
            <a:ext cx="7109844" cy="614274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9D78B-AD69-4ACF-850C-B287624BBDA5}"/>
              </a:ext>
            </a:extLst>
          </p:cNvPr>
          <p:cNvSpPr>
            <a:spLocks noGrp="1"/>
          </p:cNvSpPr>
          <p:nvPr>
            <p:ph type="ctrTitle"/>
          </p:nvPr>
        </p:nvSpPr>
        <p:spPr>
          <a:xfrm>
            <a:off x="1349971" y="1178222"/>
            <a:ext cx="8099822" cy="2506427"/>
          </a:xfrm>
        </p:spPr>
        <p:txBody>
          <a:bodyPr anchor="b"/>
          <a:lstStyle>
            <a:lvl1pPr algn="ctr">
              <a:defRPr sz="5315"/>
            </a:lvl1pPr>
          </a:lstStyle>
          <a:p>
            <a:r>
              <a:rPr lang="en-US"/>
              <a:t>Click to edit Master title style</a:t>
            </a:r>
            <a:endParaRPr lang="sq-AL"/>
          </a:p>
        </p:txBody>
      </p:sp>
      <p:sp>
        <p:nvSpPr>
          <p:cNvPr id="3" name="Subtitle 2">
            <a:extLst>
              <a:ext uri="{FF2B5EF4-FFF2-40B4-BE49-F238E27FC236}">
                <a16:creationId xmlns:a16="http://schemas.microsoft.com/office/drawing/2014/main" id="{1CE2BFA0-8652-4DAC-846E-8439F8EBA403}"/>
              </a:ext>
            </a:extLst>
          </p:cNvPr>
          <p:cNvSpPr>
            <a:spLocks noGrp="1"/>
          </p:cNvSpPr>
          <p:nvPr>
            <p:ph type="subTitle" idx="1"/>
          </p:nvPr>
        </p:nvSpPr>
        <p:spPr>
          <a:xfrm>
            <a:off x="1349971" y="3781306"/>
            <a:ext cx="8099822" cy="1738167"/>
          </a:xfrm>
        </p:spPr>
        <p:txBody>
          <a:bodyPr/>
          <a:lstStyle>
            <a:lvl1pPr marL="0" indent="0" algn="ctr">
              <a:buNone/>
              <a:defRPr sz="2126"/>
            </a:lvl1pPr>
            <a:lvl2pPr marL="404988" indent="0" algn="ctr">
              <a:buNone/>
              <a:defRPr sz="1772"/>
            </a:lvl2pPr>
            <a:lvl3pPr marL="809976" indent="0" algn="ctr">
              <a:buNone/>
              <a:defRPr sz="1594"/>
            </a:lvl3pPr>
            <a:lvl4pPr marL="1214963" indent="0" algn="ctr">
              <a:buNone/>
              <a:defRPr sz="1417"/>
            </a:lvl4pPr>
            <a:lvl5pPr marL="1619951" indent="0" algn="ctr">
              <a:buNone/>
              <a:defRPr sz="1417"/>
            </a:lvl5pPr>
            <a:lvl6pPr marL="2024939" indent="0" algn="ctr">
              <a:buNone/>
              <a:defRPr sz="1417"/>
            </a:lvl6pPr>
            <a:lvl7pPr marL="2429927" indent="0" algn="ctr">
              <a:buNone/>
              <a:defRPr sz="1417"/>
            </a:lvl7pPr>
            <a:lvl8pPr marL="2834914" indent="0" algn="ctr">
              <a:buNone/>
              <a:defRPr sz="1417"/>
            </a:lvl8pPr>
            <a:lvl9pPr marL="3239902" indent="0" algn="ctr">
              <a:buNone/>
              <a:defRPr sz="1417"/>
            </a:lvl9pPr>
          </a:lstStyle>
          <a:p>
            <a:r>
              <a:rPr lang="en-US"/>
              <a:t>Click to edit Master subtitle style</a:t>
            </a:r>
            <a:endParaRPr lang="sq-AL"/>
          </a:p>
        </p:txBody>
      </p:sp>
      <p:sp>
        <p:nvSpPr>
          <p:cNvPr id="4" name="Date Placeholder 3">
            <a:extLst>
              <a:ext uri="{FF2B5EF4-FFF2-40B4-BE49-F238E27FC236}">
                <a16:creationId xmlns:a16="http://schemas.microsoft.com/office/drawing/2014/main" id="{A6369551-B451-4910-93B2-D5949A3B0B70}"/>
              </a:ext>
            </a:extLst>
          </p:cNvPr>
          <p:cNvSpPr>
            <a:spLocks noGrp="1"/>
          </p:cNvSpPr>
          <p:nvPr>
            <p:ph type="dt" sz="half" idx="10"/>
          </p:nvPr>
        </p:nvSpPr>
        <p:spPr/>
        <p:txBody>
          <a:bodyPr/>
          <a:lstStyle/>
          <a:p>
            <a:fld id="{46EBB9C6-EC39-4C17-8EEE-0EE8928A5792}" type="datetimeFigureOut">
              <a:rPr lang="sq-AL" smtClean="0"/>
              <a:t>30.4.2025</a:t>
            </a:fld>
            <a:endParaRPr lang="sq-AL"/>
          </a:p>
        </p:txBody>
      </p:sp>
      <p:sp>
        <p:nvSpPr>
          <p:cNvPr id="5" name="Footer Placeholder 4">
            <a:extLst>
              <a:ext uri="{FF2B5EF4-FFF2-40B4-BE49-F238E27FC236}">
                <a16:creationId xmlns:a16="http://schemas.microsoft.com/office/drawing/2014/main" id="{CEE72289-1AAB-4639-85ED-5416623BAE7A}"/>
              </a:ext>
            </a:extLst>
          </p:cNvPr>
          <p:cNvSpPr>
            <a:spLocks noGrp="1"/>
          </p:cNvSpPr>
          <p:nvPr>
            <p:ph type="ftr" sz="quarter" idx="11"/>
          </p:nvPr>
        </p:nvSpPr>
        <p:spPr/>
        <p:txBody>
          <a:bodyPr/>
          <a:lstStyle/>
          <a:p>
            <a:endParaRPr lang="sq-AL"/>
          </a:p>
        </p:txBody>
      </p:sp>
      <p:sp>
        <p:nvSpPr>
          <p:cNvPr id="6" name="Slide Number Placeholder 5">
            <a:extLst>
              <a:ext uri="{FF2B5EF4-FFF2-40B4-BE49-F238E27FC236}">
                <a16:creationId xmlns:a16="http://schemas.microsoft.com/office/drawing/2014/main" id="{7A7EF97A-5B2D-4FE9-B39E-51788DF03E60}"/>
              </a:ext>
            </a:extLst>
          </p:cNvPr>
          <p:cNvSpPr>
            <a:spLocks noGrp="1"/>
          </p:cNvSpPr>
          <p:nvPr>
            <p:ph type="sldNum" sz="quarter" idx="12"/>
          </p:nvPr>
        </p:nvSpPr>
        <p:spPr/>
        <p:txBody>
          <a:bodyPr/>
          <a:lstStyle/>
          <a:p>
            <a:fld id="{C8C55C36-1DB5-4259-A3BC-72FB9BBC616A}" type="slidenum">
              <a:rPr lang="sq-AL" smtClean="0"/>
              <a:t>‹#›</a:t>
            </a:fld>
            <a:endParaRPr lang="sq-AL"/>
          </a:p>
        </p:txBody>
      </p:sp>
    </p:spTree>
    <p:extLst>
      <p:ext uri="{BB962C8B-B14F-4D97-AF65-F5344CB8AC3E}">
        <p14:creationId xmlns:p14="http://schemas.microsoft.com/office/powerpoint/2010/main" val="32507633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9EAE3-A715-4AD8-8402-19FBCF3064C7}"/>
              </a:ext>
            </a:extLst>
          </p:cNvPr>
          <p:cNvSpPr>
            <a:spLocks noGrp="1"/>
          </p:cNvSpPr>
          <p:nvPr>
            <p:ph type="title"/>
          </p:nvPr>
        </p:nvSpPr>
        <p:spPr/>
        <p:txBody>
          <a:bodyPr/>
          <a:lstStyle/>
          <a:p>
            <a:r>
              <a:rPr lang="en-US"/>
              <a:t>Click to edit Master title style</a:t>
            </a:r>
            <a:endParaRPr lang="sq-AL"/>
          </a:p>
        </p:txBody>
      </p:sp>
      <p:sp>
        <p:nvSpPr>
          <p:cNvPr id="3" name="Content Placeholder 2">
            <a:extLst>
              <a:ext uri="{FF2B5EF4-FFF2-40B4-BE49-F238E27FC236}">
                <a16:creationId xmlns:a16="http://schemas.microsoft.com/office/drawing/2014/main" id="{7A6DD75D-9E68-4D83-8636-04DDF56E86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AL"/>
          </a:p>
        </p:txBody>
      </p:sp>
      <p:sp>
        <p:nvSpPr>
          <p:cNvPr id="4" name="Date Placeholder 3">
            <a:extLst>
              <a:ext uri="{FF2B5EF4-FFF2-40B4-BE49-F238E27FC236}">
                <a16:creationId xmlns:a16="http://schemas.microsoft.com/office/drawing/2014/main" id="{F06F19E2-75D8-4EE7-B9E7-885B7BA722DB}"/>
              </a:ext>
            </a:extLst>
          </p:cNvPr>
          <p:cNvSpPr>
            <a:spLocks noGrp="1"/>
          </p:cNvSpPr>
          <p:nvPr>
            <p:ph type="dt" sz="half" idx="10"/>
          </p:nvPr>
        </p:nvSpPr>
        <p:spPr/>
        <p:txBody>
          <a:bodyPr/>
          <a:lstStyle/>
          <a:p>
            <a:fld id="{46EBB9C6-EC39-4C17-8EEE-0EE8928A5792}" type="datetimeFigureOut">
              <a:rPr lang="sq-AL" smtClean="0"/>
              <a:t>30.4.2025</a:t>
            </a:fld>
            <a:endParaRPr lang="sq-AL"/>
          </a:p>
        </p:txBody>
      </p:sp>
      <p:sp>
        <p:nvSpPr>
          <p:cNvPr id="5" name="Footer Placeholder 4">
            <a:extLst>
              <a:ext uri="{FF2B5EF4-FFF2-40B4-BE49-F238E27FC236}">
                <a16:creationId xmlns:a16="http://schemas.microsoft.com/office/drawing/2014/main" id="{EBF05BE0-C93E-4831-9AE0-DF3F8F55F2FC}"/>
              </a:ext>
            </a:extLst>
          </p:cNvPr>
          <p:cNvSpPr>
            <a:spLocks noGrp="1"/>
          </p:cNvSpPr>
          <p:nvPr>
            <p:ph type="ftr" sz="quarter" idx="11"/>
          </p:nvPr>
        </p:nvSpPr>
        <p:spPr/>
        <p:txBody>
          <a:bodyPr/>
          <a:lstStyle/>
          <a:p>
            <a:endParaRPr lang="sq-AL"/>
          </a:p>
        </p:txBody>
      </p:sp>
      <p:sp>
        <p:nvSpPr>
          <p:cNvPr id="6" name="Slide Number Placeholder 5">
            <a:extLst>
              <a:ext uri="{FF2B5EF4-FFF2-40B4-BE49-F238E27FC236}">
                <a16:creationId xmlns:a16="http://schemas.microsoft.com/office/drawing/2014/main" id="{079857C4-A635-456B-8C6B-E3817C97BFB8}"/>
              </a:ext>
            </a:extLst>
          </p:cNvPr>
          <p:cNvSpPr>
            <a:spLocks noGrp="1"/>
          </p:cNvSpPr>
          <p:nvPr>
            <p:ph type="sldNum" sz="quarter" idx="12"/>
          </p:nvPr>
        </p:nvSpPr>
        <p:spPr/>
        <p:txBody>
          <a:bodyPr/>
          <a:lstStyle/>
          <a:p>
            <a:fld id="{C8C55C36-1DB5-4259-A3BC-72FB9BBC616A}" type="slidenum">
              <a:rPr lang="sq-AL" smtClean="0"/>
              <a:t>‹#›</a:t>
            </a:fld>
            <a:endParaRPr lang="sq-AL"/>
          </a:p>
        </p:txBody>
      </p:sp>
    </p:spTree>
    <p:extLst>
      <p:ext uri="{BB962C8B-B14F-4D97-AF65-F5344CB8AC3E}">
        <p14:creationId xmlns:p14="http://schemas.microsoft.com/office/powerpoint/2010/main" val="13077815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2170F-0F5A-4826-9176-94DC7C64B68B}"/>
              </a:ext>
            </a:extLst>
          </p:cNvPr>
          <p:cNvSpPr>
            <a:spLocks noGrp="1"/>
          </p:cNvSpPr>
          <p:nvPr>
            <p:ph type="title"/>
          </p:nvPr>
        </p:nvSpPr>
        <p:spPr>
          <a:xfrm>
            <a:off x="736859" y="1794830"/>
            <a:ext cx="9314796" cy="2994714"/>
          </a:xfrm>
        </p:spPr>
        <p:txBody>
          <a:bodyPr anchor="b"/>
          <a:lstStyle>
            <a:lvl1pPr>
              <a:defRPr sz="5315"/>
            </a:lvl1pPr>
          </a:lstStyle>
          <a:p>
            <a:r>
              <a:rPr lang="en-US"/>
              <a:t>Click to edit Master title style</a:t>
            </a:r>
            <a:endParaRPr lang="sq-AL"/>
          </a:p>
        </p:txBody>
      </p:sp>
      <p:sp>
        <p:nvSpPr>
          <p:cNvPr id="3" name="Text Placeholder 2">
            <a:extLst>
              <a:ext uri="{FF2B5EF4-FFF2-40B4-BE49-F238E27FC236}">
                <a16:creationId xmlns:a16="http://schemas.microsoft.com/office/drawing/2014/main" id="{20FA7952-A3D6-49C1-B9D0-A7A59DF4EF48}"/>
              </a:ext>
            </a:extLst>
          </p:cNvPr>
          <p:cNvSpPr>
            <a:spLocks noGrp="1"/>
          </p:cNvSpPr>
          <p:nvPr>
            <p:ph type="body" idx="1"/>
          </p:nvPr>
        </p:nvSpPr>
        <p:spPr>
          <a:xfrm>
            <a:off x="736859" y="4817875"/>
            <a:ext cx="9314796" cy="1574849"/>
          </a:xfrm>
        </p:spPr>
        <p:txBody>
          <a:bodyPr/>
          <a:lstStyle>
            <a:lvl1pPr marL="0" indent="0">
              <a:buNone/>
              <a:defRPr sz="2126">
                <a:solidFill>
                  <a:schemeClr val="tx1">
                    <a:tint val="75000"/>
                  </a:schemeClr>
                </a:solidFill>
              </a:defRPr>
            </a:lvl1pPr>
            <a:lvl2pPr marL="404988" indent="0">
              <a:buNone/>
              <a:defRPr sz="1772">
                <a:solidFill>
                  <a:schemeClr val="tx1">
                    <a:tint val="75000"/>
                  </a:schemeClr>
                </a:solidFill>
              </a:defRPr>
            </a:lvl2pPr>
            <a:lvl3pPr marL="809976" indent="0">
              <a:buNone/>
              <a:defRPr sz="1594">
                <a:solidFill>
                  <a:schemeClr val="tx1">
                    <a:tint val="75000"/>
                  </a:schemeClr>
                </a:solidFill>
              </a:defRPr>
            </a:lvl3pPr>
            <a:lvl4pPr marL="1214963" indent="0">
              <a:buNone/>
              <a:defRPr sz="1417">
                <a:solidFill>
                  <a:schemeClr val="tx1">
                    <a:tint val="75000"/>
                  </a:schemeClr>
                </a:solidFill>
              </a:defRPr>
            </a:lvl4pPr>
            <a:lvl5pPr marL="1619951" indent="0">
              <a:buNone/>
              <a:defRPr sz="1417">
                <a:solidFill>
                  <a:schemeClr val="tx1">
                    <a:tint val="75000"/>
                  </a:schemeClr>
                </a:solidFill>
              </a:defRPr>
            </a:lvl5pPr>
            <a:lvl6pPr marL="2024939" indent="0">
              <a:buNone/>
              <a:defRPr sz="1417">
                <a:solidFill>
                  <a:schemeClr val="tx1">
                    <a:tint val="75000"/>
                  </a:schemeClr>
                </a:solidFill>
              </a:defRPr>
            </a:lvl6pPr>
            <a:lvl7pPr marL="2429927" indent="0">
              <a:buNone/>
              <a:defRPr sz="1417">
                <a:solidFill>
                  <a:schemeClr val="tx1">
                    <a:tint val="75000"/>
                  </a:schemeClr>
                </a:solidFill>
              </a:defRPr>
            </a:lvl7pPr>
            <a:lvl8pPr marL="2834914" indent="0">
              <a:buNone/>
              <a:defRPr sz="1417">
                <a:solidFill>
                  <a:schemeClr val="tx1">
                    <a:tint val="75000"/>
                  </a:schemeClr>
                </a:solidFill>
              </a:defRPr>
            </a:lvl8pPr>
            <a:lvl9pPr marL="3239902" indent="0">
              <a:buNone/>
              <a:defRPr sz="1417">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713023-460E-4E37-B061-8AD627796082}"/>
              </a:ext>
            </a:extLst>
          </p:cNvPr>
          <p:cNvSpPr>
            <a:spLocks noGrp="1"/>
          </p:cNvSpPr>
          <p:nvPr>
            <p:ph type="dt" sz="half" idx="10"/>
          </p:nvPr>
        </p:nvSpPr>
        <p:spPr/>
        <p:txBody>
          <a:bodyPr/>
          <a:lstStyle/>
          <a:p>
            <a:fld id="{46EBB9C6-EC39-4C17-8EEE-0EE8928A5792}" type="datetimeFigureOut">
              <a:rPr lang="sq-AL" smtClean="0"/>
              <a:t>30.4.2025</a:t>
            </a:fld>
            <a:endParaRPr lang="sq-AL"/>
          </a:p>
        </p:txBody>
      </p:sp>
      <p:sp>
        <p:nvSpPr>
          <p:cNvPr id="5" name="Footer Placeholder 4">
            <a:extLst>
              <a:ext uri="{FF2B5EF4-FFF2-40B4-BE49-F238E27FC236}">
                <a16:creationId xmlns:a16="http://schemas.microsoft.com/office/drawing/2014/main" id="{775BB862-A964-461C-8B96-476CEC60E3A6}"/>
              </a:ext>
            </a:extLst>
          </p:cNvPr>
          <p:cNvSpPr>
            <a:spLocks noGrp="1"/>
          </p:cNvSpPr>
          <p:nvPr>
            <p:ph type="ftr" sz="quarter" idx="11"/>
          </p:nvPr>
        </p:nvSpPr>
        <p:spPr/>
        <p:txBody>
          <a:bodyPr/>
          <a:lstStyle/>
          <a:p>
            <a:endParaRPr lang="sq-AL"/>
          </a:p>
        </p:txBody>
      </p:sp>
      <p:sp>
        <p:nvSpPr>
          <p:cNvPr id="6" name="Slide Number Placeholder 5">
            <a:extLst>
              <a:ext uri="{FF2B5EF4-FFF2-40B4-BE49-F238E27FC236}">
                <a16:creationId xmlns:a16="http://schemas.microsoft.com/office/drawing/2014/main" id="{CEDC3730-613B-4539-A26F-2F2AA3D20EAA}"/>
              </a:ext>
            </a:extLst>
          </p:cNvPr>
          <p:cNvSpPr>
            <a:spLocks noGrp="1"/>
          </p:cNvSpPr>
          <p:nvPr>
            <p:ph type="sldNum" sz="quarter" idx="12"/>
          </p:nvPr>
        </p:nvSpPr>
        <p:spPr/>
        <p:txBody>
          <a:bodyPr/>
          <a:lstStyle/>
          <a:p>
            <a:fld id="{C8C55C36-1DB5-4259-A3BC-72FB9BBC616A}" type="slidenum">
              <a:rPr lang="sq-AL" smtClean="0"/>
              <a:t>‹#›</a:t>
            </a:fld>
            <a:endParaRPr lang="sq-AL"/>
          </a:p>
        </p:txBody>
      </p:sp>
    </p:spTree>
    <p:extLst>
      <p:ext uri="{BB962C8B-B14F-4D97-AF65-F5344CB8AC3E}">
        <p14:creationId xmlns:p14="http://schemas.microsoft.com/office/powerpoint/2010/main" val="3464863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62BB2-7D9B-46F7-A531-C5117369994A}"/>
              </a:ext>
            </a:extLst>
          </p:cNvPr>
          <p:cNvSpPr>
            <a:spLocks noGrp="1"/>
          </p:cNvSpPr>
          <p:nvPr>
            <p:ph type="title"/>
          </p:nvPr>
        </p:nvSpPr>
        <p:spPr/>
        <p:txBody>
          <a:bodyPr/>
          <a:lstStyle/>
          <a:p>
            <a:r>
              <a:rPr lang="en-US"/>
              <a:t>Click to edit Master title style</a:t>
            </a:r>
            <a:endParaRPr lang="sq-AL"/>
          </a:p>
        </p:txBody>
      </p:sp>
      <p:sp>
        <p:nvSpPr>
          <p:cNvPr id="3" name="Content Placeholder 2">
            <a:extLst>
              <a:ext uri="{FF2B5EF4-FFF2-40B4-BE49-F238E27FC236}">
                <a16:creationId xmlns:a16="http://schemas.microsoft.com/office/drawing/2014/main" id="{B752BA21-8DF5-4F1F-B8AF-8C1D734958C9}"/>
              </a:ext>
            </a:extLst>
          </p:cNvPr>
          <p:cNvSpPr>
            <a:spLocks noGrp="1"/>
          </p:cNvSpPr>
          <p:nvPr>
            <p:ph sz="half" idx="1"/>
          </p:nvPr>
        </p:nvSpPr>
        <p:spPr>
          <a:xfrm>
            <a:off x="742484" y="1916484"/>
            <a:ext cx="4589899" cy="456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AL"/>
          </a:p>
        </p:txBody>
      </p:sp>
      <p:sp>
        <p:nvSpPr>
          <p:cNvPr id="4" name="Content Placeholder 3">
            <a:extLst>
              <a:ext uri="{FF2B5EF4-FFF2-40B4-BE49-F238E27FC236}">
                <a16:creationId xmlns:a16="http://schemas.microsoft.com/office/drawing/2014/main" id="{852C390D-D2AF-48A8-BD12-E11DE1B99FF1}"/>
              </a:ext>
            </a:extLst>
          </p:cNvPr>
          <p:cNvSpPr>
            <a:spLocks noGrp="1"/>
          </p:cNvSpPr>
          <p:nvPr>
            <p:ph sz="half" idx="2"/>
          </p:nvPr>
        </p:nvSpPr>
        <p:spPr>
          <a:xfrm>
            <a:off x="5467380" y="1916484"/>
            <a:ext cx="4589899" cy="456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AL"/>
          </a:p>
        </p:txBody>
      </p:sp>
      <p:sp>
        <p:nvSpPr>
          <p:cNvPr id="5" name="Date Placeholder 4">
            <a:extLst>
              <a:ext uri="{FF2B5EF4-FFF2-40B4-BE49-F238E27FC236}">
                <a16:creationId xmlns:a16="http://schemas.microsoft.com/office/drawing/2014/main" id="{BC6F0AFF-E7A5-4ABC-9CAE-EDC528D9B576}"/>
              </a:ext>
            </a:extLst>
          </p:cNvPr>
          <p:cNvSpPr>
            <a:spLocks noGrp="1"/>
          </p:cNvSpPr>
          <p:nvPr>
            <p:ph type="dt" sz="half" idx="10"/>
          </p:nvPr>
        </p:nvSpPr>
        <p:spPr/>
        <p:txBody>
          <a:bodyPr/>
          <a:lstStyle/>
          <a:p>
            <a:fld id="{46EBB9C6-EC39-4C17-8EEE-0EE8928A5792}" type="datetimeFigureOut">
              <a:rPr lang="sq-AL" smtClean="0"/>
              <a:t>30.4.2025</a:t>
            </a:fld>
            <a:endParaRPr lang="sq-AL"/>
          </a:p>
        </p:txBody>
      </p:sp>
      <p:sp>
        <p:nvSpPr>
          <p:cNvPr id="6" name="Footer Placeholder 5">
            <a:extLst>
              <a:ext uri="{FF2B5EF4-FFF2-40B4-BE49-F238E27FC236}">
                <a16:creationId xmlns:a16="http://schemas.microsoft.com/office/drawing/2014/main" id="{24C9C1BD-26B6-4FA2-88B5-994D6EE22DF9}"/>
              </a:ext>
            </a:extLst>
          </p:cNvPr>
          <p:cNvSpPr>
            <a:spLocks noGrp="1"/>
          </p:cNvSpPr>
          <p:nvPr>
            <p:ph type="ftr" sz="quarter" idx="11"/>
          </p:nvPr>
        </p:nvSpPr>
        <p:spPr/>
        <p:txBody>
          <a:bodyPr/>
          <a:lstStyle/>
          <a:p>
            <a:endParaRPr lang="sq-AL"/>
          </a:p>
        </p:txBody>
      </p:sp>
      <p:sp>
        <p:nvSpPr>
          <p:cNvPr id="7" name="Slide Number Placeholder 6">
            <a:extLst>
              <a:ext uri="{FF2B5EF4-FFF2-40B4-BE49-F238E27FC236}">
                <a16:creationId xmlns:a16="http://schemas.microsoft.com/office/drawing/2014/main" id="{5FBCB5F1-EF76-4477-A519-6C8C6106DA9D}"/>
              </a:ext>
            </a:extLst>
          </p:cNvPr>
          <p:cNvSpPr>
            <a:spLocks noGrp="1"/>
          </p:cNvSpPr>
          <p:nvPr>
            <p:ph type="sldNum" sz="quarter" idx="12"/>
          </p:nvPr>
        </p:nvSpPr>
        <p:spPr/>
        <p:txBody>
          <a:bodyPr/>
          <a:lstStyle/>
          <a:p>
            <a:fld id="{C8C55C36-1DB5-4259-A3BC-72FB9BBC616A}" type="slidenum">
              <a:rPr lang="sq-AL" smtClean="0"/>
              <a:t>‹#›</a:t>
            </a:fld>
            <a:endParaRPr lang="sq-AL"/>
          </a:p>
        </p:txBody>
      </p:sp>
    </p:spTree>
    <p:extLst>
      <p:ext uri="{BB962C8B-B14F-4D97-AF65-F5344CB8AC3E}">
        <p14:creationId xmlns:p14="http://schemas.microsoft.com/office/powerpoint/2010/main" val="2993989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3579E-A5FA-47FD-B76F-6C08E46C94F8}"/>
              </a:ext>
            </a:extLst>
          </p:cNvPr>
          <p:cNvSpPr>
            <a:spLocks noGrp="1"/>
          </p:cNvSpPr>
          <p:nvPr>
            <p:ph type="title"/>
          </p:nvPr>
        </p:nvSpPr>
        <p:spPr>
          <a:xfrm>
            <a:off x="743890" y="383297"/>
            <a:ext cx="9314796" cy="1391534"/>
          </a:xfrm>
        </p:spPr>
        <p:txBody>
          <a:bodyPr/>
          <a:lstStyle/>
          <a:p>
            <a:r>
              <a:rPr lang="en-US"/>
              <a:t>Click to edit Master title style</a:t>
            </a:r>
            <a:endParaRPr lang="sq-AL"/>
          </a:p>
        </p:txBody>
      </p:sp>
      <p:sp>
        <p:nvSpPr>
          <p:cNvPr id="3" name="Text Placeholder 2">
            <a:extLst>
              <a:ext uri="{FF2B5EF4-FFF2-40B4-BE49-F238E27FC236}">
                <a16:creationId xmlns:a16="http://schemas.microsoft.com/office/drawing/2014/main" id="{FCB92162-C047-440B-86E8-41DD375F1899}"/>
              </a:ext>
            </a:extLst>
          </p:cNvPr>
          <p:cNvSpPr>
            <a:spLocks noGrp="1"/>
          </p:cNvSpPr>
          <p:nvPr>
            <p:ph type="body" idx="1"/>
          </p:nvPr>
        </p:nvSpPr>
        <p:spPr>
          <a:xfrm>
            <a:off x="743891" y="1764832"/>
            <a:ext cx="4568806" cy="864917"/>
          </a:xfrm>
        </p:spPr>
        <p:txBody>
          <a:bodyPr anchor="b"/>
          <a:lstStyle>
            <a:lvl1pPr marL="0" indent="0">
              <a:buNone/>
              <a:defRPr sz="2126" b="1"/>
            </a:lvl1pPr>
            <a:lvl2pPr marL="404988" indent="0">
              <a:buNone/>
              <a:defRPr sz="1772" b="1"/>
            </a:lvl2pPr>
            <a:lvl3pPr marL="809976" indent="0">
              <a:buNone/>
              <a:defRPr sz="1594" b="1"/>
            </a:lvl3pPr>
            <a:lvl4pPr marL="1214963" indent="0">
              <a:buNone/>
              <a:defRPr sz="1417" b="1"/>
            </a:lvl4pPr>
            <a:lvl5pPr marL="1619951" indent="0">
              <a:buNone/>
              <a:defRPr sz="1417" b="1"/>
            </a:lvl5pPr>
            <a:lvl6pPr marL="2024939" indent="0">
              <a:buNone/>
              <a:defRPr sz="1417" b="1"/>
            </a:lvl6pPr>
            <a:lvl7pPr marL="2429927" indent="0">
              <a:buNone/>
              <a:defRPr sz="1417" b="1"/>
            </a:lvl7pPr>
            <a:lvl8pPr marL="2834914" indent="0">
              <a:buNone/>
              <a:defRPr sz="1417" b="1"/>
            </a:lvl8pPr>
            <a:lvl9pPr marL="3239902" indent="0">
              <a:buNone/>
              <a:defRPr sz="1417" b="1"/>
            </a:lvl9pPr>
          </a:lstStyle>
          <a:p>
            <a:pPr lvl="0"/>
            <a:r>
              <a:rPr lang="en-US"/>
              <a:t>Click to edit Master text styles</a:t>
            </a:r>
          </a:p>
        </p:txBody>
      </p:sp>
      <p:sp>
        <p:nvSpPr>
          <p:cNvPr id="4" name="Content Placeholder 3">
            <a:extLst>
              <a:ext uri="{FF2B5EF4-FFF2-40B4-BE49-F238E27FC236}">
                <a16:creationId xmlns:a16="http://schemas.microsoft.com/office/drawing/2014/main" id="{5607F426-854A-454E-B0E0-229BE2B346A7}"/>
              </a:ext>
            </a:extLst>
          </p:cNvPr>
          <p:cNvSpPr>
            <a:spLocks noGrp="1"/>
          </p:cNvSpPr>
          <p:nvPr>
            <p:ph sz="half" idx="2"/>
          </p:nvPr>
        </p:nvSpPr>
        <p:spPr>
          <a:xfrm>
            <a:off x="743891" y="2629749"/>
            <a:ext cx="4568806" cy="386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AL"/>
          </a:p>
        </p:txBody>
      </p:sp>
      <p:sp>
        <p:nvSpPr>
          <p:cNvPr id="5" name="Text Placeholder 4">
            <a:extLst>
              <a:ext uri="{FF2B5EF4-FFF2-40B4-BE49-F238E27FC236}">
                <a16:creationId xmlns:a16="http://schemas.microsoft.com/office/drawing/2014/main" id="{CE170A32-639F-442D-95AB-4E626A3DACF3}"/>
              </a:ext>
            </a:extLst>
          </p:cNvPr>
          <p:cNvSpPr>
            <a:spLocks noGrp="1"/>
          </p:cNvSpPr>
          <p:nvPr>
            <p:ph type="body" sz="quarter" idx="3"/>
          </p:nvPr>
        </p:nvSpPr>
        <p:spPr>
          <a:xfrm>
            <a:off x="5467380" y="1764832"/>
            <a:ext cx="4591306" cy="864917"/>
          </a:xfrm>
        </p:spPr>
        <p:txBody>
          <a:bodyPr anchor="b"/>
          <a:lstStyle>
            <a:lvl1pPr marL="0" indent="0">
              <a:buNone/>
              <a:defRPr sz="2126" b="1"/>
            </a:lvl1pPr>
            <a:lvl2pPr marL="404988" indent="0">
              <a:buNone/>
              <a:defRPr sz="1772" b="1"/>
            </a:lvl2pPr>
            <a:lvl3pPr marL="809976" indent="0">
              <a:buNone/>
              <a:defRPr sz="1594" b="1"/>
            </a:lvl3pPr>
            <a:lvl4pPr marL="1214963" indent="0">
              <a:buNone/>
              <a:defRPr sz="1417" b="1"/>
            </a:lvl4pPr>
            <a:lvl5pPr marL="1619951" indent="0">
              <a:buNone/>
              <a:defRPr sz="1417" b="1"/>
            </a:lvl5pPr>
            <a:lvl6pPr marL="2024939" indent="0">
              <a:buNone/>
              <a:defRPr sz="1417" b="1"/>
            </a:lvl6pPr>
            <a:lvl7pPr marL="2429927" indent="0">
              <a:buNone/>
              <a:defRPr sz="1417" b="1"/>
            </a:lvl7pPr>
            <a:lvl8pPr marL="2834914" indent="0">
              <a:buNone/>
              <a:defRPr sz="1417" b="1"/>
            </a:lvl8pPr>
            <a:lvl9pPr marL="3239902" indent="0">
              <a:buNone/>
              <a:defRPr sz="1417" b="1"/>
            </a:lvl9pPr>
          </a:lstStyle>
          <a:p>
            <a:pPr lvl="0"/>
            <a:r>
              <a:rPr lang="en-US"/>
              <a:t>Click to edit Master text styles</a:t>
            </a:r>
          </a:p>
        </p:txBody>
      </p:sp>
      <p:sp>
        <p:nvSpPr>
          <p:cNvPr id="6" name="Content Placeholder 5">
            <a:extLst>
              <a:ext uri="{FF2B5EF4-FFF2-40B4-BE49-F238E27FC236}">
                <a16:creationId xmlns:a16="http://schemas.microsoft.com/office/drawing/2014/main" id="{0EE02ED2-F061-4BB5-95EF-45D43FAB4F37}"/>
              </a:ext>
            </a:extLst>
          </p:cNvPr>
          <p:cNvSpPr>
            <a:spLocks noGrp="1"/>
          </p:cNvSpPr>
          <p:nvPr>
            <p:ph sz="quarter" idx="4"/>
          </p:nvPr>
        </p:nvSpPr>
        <p:spPr>
          <a:xfrm>
            <a:off x="5467380" y="2629749"/>
            <a:ext cx="4591306" cy="386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AL"/>
          </a:p>
        </p:txBody>
      </p:sp>
      <p:sp>
        <p:nvSpPr>
          <p:cNvPr id="7" name="Date Placeholder 6">
            <a:extLst>
              <a:ext uri="{FF2B5EF4-FFF2-40B4-BE49-F238E27FC236}">
                <a16:creationId xmlns:a16="http://schemas.microsoft.com/office/drawing/2014/main" id="{C2174DFC-2FE0-443E-AB17-79D7BC265F99}"/>
              </a:ext>
            </a:extLst>
          </p:cNvPr>
          <p:cNvSpPr>
            <a:spLocks noGrp="1"/>
          </p:cNvSpPr>
          <p:nvPr>
            <p:ph type="dt" sz="half" idx="10"/>
          </p:nvPr>
        </p:nvSpPr>
        <p:spPr/>
        <p:txBody>
          <a:bodyPr/>
          <a:lstStyle/>
          <a:p>
            <a:fld id="{46EBB9C6-EC39-4C17-8EEE-0EE8928A5792}" type="datetimeFigureOut">
              <a:rPr lang="sq-AL" smtClean="0"/>
              <a:t>30.4.2025</a:t>
            </a:fld>
            <a:endParaRPr lang="sq-AL"/>
          </a:p>
        </p:txBody>
      </p:sp>
      <p:sp>
        <p:nvSpPr>
          <p:cNvPr id="8" name="Footer Placeholder 7">
            <a:extLst>
              <a:ext uri="{FF2B5EF4-FFF2-40B4-BE49-F238E27FC236}">
                <a16:creationId xmlns:a16="http://schemas.microsoft.com/office/drawing/2014/main" id="{7E303A7B-D548-4780-9D34-80BD2C4CB863}"/>
              </a:ext>
            </a:extLst>
          </p:cNvPr>
          <p:cNvSpPr>
            <a:spLocks noGrp="1"/>
          </p:cNvSpPr>
          <p:nvPr>
            <p:ph type="ftr" sz="quarter" idx="11"/>
          </p:nvPr>
        </p:nvSpPr>
        <p:spPr/>
        <p:txBody>
          <a:bodyPr/>
          <a:lstStyle/>
          <a:p>
            <a:endParaRPr lang="sq-AL"/>
          </a:p>
        </p:txBody>
      </p:sp>
      <p:sp>
        <p:nvSpPr>
          <p:cNvPr id="9" name="Slide Number Placeholder 8">
            <a:extLst>
              <a:ext uri="{FF2B5EF4-FFF2-40B4-BE49-F238E27FC236}">
                <a16:creationId xmlns:a16="http://schemas.microsoft.com/office/drawing/2014/main" id="{8F537420-8910-471E-8B19-EEBDC7C6A3FB}"/>
              </a:ext>
            </a:extLst>
          </p:cNvPr>
          <p:cNvSpPr>
            <a:spLocks noGrp="1"/>
          </p:cNvSpPr>
          <p:nvPr>
            <p:ph type="sldNum" sz="quarter" idx="12"/>
          </p:nvPr>
        </p:nvSpPr>
        <p:spPr/>
        <p:txBody>
          <a:bodyPr/>
          <a:lstStyle/>
          <a:p>
            <a:fld id="{C8C55C36-1DB5-4259-A3BC-72FB9BBC616A}" type="slidenum">
              <a:rPr lang="sq-AL" smtClean="0"/>
              <a:t>‹#›</a:t>
            </a:fld>
            <a:endParaRPr lang="sq-AL"/>
          </a:p>
        </p:txBody>
      </p:sp>
    </p:spTree>
    <p:extLst>
      <p:ext uri="{BB962C8B-B14F-4D97-AF65-F5344CB8AC3E}">
        <p14:creationId xmlns:p14="http://schemas.microsoft.com/office/powerpoint/2010/main" val="2534062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631F6-76CA-420A-AEC0-3E77498B833A}"/>
              </a:ext>
            </a:extLst>
          </p:cNvPr>
          <p:cNvSpPr>
            <a:spLocks noGrp="1"/>
          </p:cNvSpPr>
          <p:nvPr>
            <p:ph type="title"/>
          </p:nvPr>
        </p:nvSpPr>
        <p:spPr/>
        <p:txBody>
          <a:bodyPr/>
          <a:lstStyle/>
          <a:p>
            <a:r>
              <a:rPr lang="en-US"/>
              <a:t>Click to edit Master title style</a:t>
            </a:r>
            <a:endParaRPr lang="sq-AL"/>
          </a:p>
        </p:txBody>
      </p:sp>
      <p:sp>
        <p:nvSpPr>
          <p:cNvPr id="3" name="Date Placeholder 2">
            <a:extLst>
              <a:ext uri="{FF2B5EF4-FFF2-40B4-BE49-F238E27FC236}">
                <a16:creationId xmlns:a16="http://schemas.microsoft.com/office/drawing/2014/main" id="{0A5B10AC-D058-4692-858F-CBCA44428EB6}"/>
              </a:ext>
            </a:extLst>
          </p:cNvPr>
          <p:cNvSpPr>
            <a:spLocks noGrp="1"/>
          </p:cNvSpPr>
          <p:nvPr>
            <p:ph type="dt" sz="half" idx="10"/>
          </p:nvPr>
        </p:nvSpPr>
        <p:spPr/>
        <p:txBody>
          <a:bodyPr/>
          <a:lstStyle/>
          <a:p>
            <a:fld id="{46EBB9C6-EC39-4C17-8EEE-0EE8928A5792}" type="datetimeFigureOut">
              <a:rPr lang="sq-AL" smtClean="0"/>
              <a:t>30.4.2025</a:t>
            </a:fld>
            <a:endParaRPr lang="sq-AL"/>
          </a:p>
        </p:txBody>
      </p:sp>
      <p:sp>
        <p:nvSpPr>
          <p:cNvPr id="4" name="Footer Placeholder 3">
            <a:extLst>
              <a:ext uri="{FF2B5EF4-FFF2-40B4-BE49-F238E27FC236}">
                <a16:creationId xmlns:a16="http://schemas.microsoft.com/office/drawing/2014/main" id="{0DDB8242-3873-45EE-BED0-E14B1807D3B8}"/>
              </a:ext>
            </a:extLst>
          </p:cNvPr>
          <p:cNvSpPr>
            <a:spLocks noGrp="1"/>
          </p:cNvSpPr>
          <p:nvPr>
            <p:ph type="ftr" sz="quarter" idx="11"/>
          </p:nvPr>
        </p:nvSpPr>
        <p:spPr/>
        <p:txBody>
          <a:bodyPr/>
          <a:lstStyle/>
          <a:p>
            <a:endParaRPr lang="sq-AL"/>
          </a:p>
        </p:txBody>
      </p:sp>
      <p:sp>
        <p:nvSpPr>
          <p:cNvPr id="5" name="Slide Number Placeholder 4">
            <a:extLst>
              <a:ext uri="{FF2B5EF4-FFF2-40B4-BE49-F238E27FC236}">
                <a16:creationId xmlns:a16="http://schemas.microsoft.com/office/drawing/2014/main" id="{562A82A3-70EB-4FF2-A48F-4CEFEA6D1760}"/>
              </a:ext>
            </a:extLst>
          </p:cNvPr>
          <p:cNvSpPr>
            <a:spLocks noGrp="1"/>
          </p:cNvSpPr>
          <p:nvPr>
            <p:ph type="sldNum" sz="quarter" idx="12"/>
          </p:nvPr>
        </p:nvSpPr>
        <p:spPr/>
        <p:txBody>
          <a:bodyPr/>
          <a:lstStyle/>
          <a:p>
            <a:fld id="{C8C55C36-1DB5-4259-A3BC-72FB9BBC616A}" type="slidenum">
              <a:rPr lang="sq-AL" smtClean="0"/>
              <a:t>‹#›</a:t>
            </a:fld>
            <a:endParaRPr lang="sq-AL"/>
          </a:p>
        </p:txBody>
      </p:sp>
    </p:spTree>
    <p:extLst>
      <p:ext uri="{BB962C8B-B14F-4D97-AF65-F5344CB8AC3E}">
        <p14:creationId xmlns:p14="http://schemas.microsoft.com/office/powerpoint/2010/main" val="30333900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21143B-48FC-428F-A9E3-3956F4EFC854}"/>
              </a:ext>
            </a:extLst>
          </p:cNvPr>
          <p:cNvSpPr>
            <a:spLocks noGrp="1"/>
          </p:cNvSpPr>
          <p:nvPr>
            <p:ph type="dt" sz="half" idx="10"/>
          </p:nvPr>
        </p:nvSpPr>
        <p:spPr/>
        <p:txBody>
          <a:bodyPr/>
          <a:lstStyle/>
          <a:p>
            <a:fld id="{46EBB9C6-EC39-4C17-8EEE-0EE8928A5792}" type="datetimeFigureOut">
              <a:rPr lang="sq-AL" smtClean="0"/>
              <a:t>30.4.2025</a:t>
            </a:fld>
            <a:endParaRPr lang="sq-AL"/>
          </a:p>
        </p:txBody>
      </p:sp>
      <p:sp>
        <p:nvSpPr>
          <p:cNvPr id="3" name="Footer Placeholder 2">
            <a:extLst>
              <a:ext uri="{FF2B5EF4-FFF2-40B4-BE49-F238E27FC236}">
                <a16:creationId xmlns:a16="http://schemas.microsoft.com/office/drawing/2014/main" id="{50569D6F-3525-497C-9557-F1FC3687140B}"/>
              </a:ext>
            </a:extLst>
          </p:cNvPr>
          <p:cNvSpPr>
            <a:spLocks noGrp="1"/>
          </p:cNvSpPr>
          <p:nvPr>
            <p:ph type="ftr" sz="quarter" idx="11"/>
          </p:nvPr>
        </p:nvSpPr>
        <p:spPr/>
        <p:txBody>
          <a:bodyPr/>
          <a:lstStyle/>
          <a:p>
            <a:endParaRPr lang="sq-AL"/>
          </a:p>
        </p:txBody>
      </p:sp>
      <p:sp>
        <p:nvSpPr>
          <p:cNvPr id="4" name="Slide Number Placeholder 3">
            <a:extLst>
              <a:ext uri="{FF2B5EF4-FFF2-40B4-BE49-F238E27FC236}">
                <a16:creationId xmlns:a16="http://schemas.microsoft.com/office/drawing/2014/main" id="{7239346F-C30D-4F32-AAC2-8FAD8B5B5F81}"/>
              </a:ext>
            </a:extLst>
          </p:cNvPr>
          <p:cNvSpPr>
            <a:spLocks noGrp="1"/>
          </p:cNvSpPr>
          <p:nvPr>
            <p:ph type="sldNum" sz="quarter" idx="12"/>
          </p:nvPr>
        </p:nvSpPr>
        <p:spPr/>
        <p:txBody>
          <a:bodyPr/>
          <a:lstStyle/>
          <a:p>
            <a:fld id="{C8C55C36-1DB5-4259-A3BC-72FB9BBC616A}" type="slidenum">
              <a:rPr lang="sq-AL" smtClean="0"/>
              <a:t>‹#›</a:t>
            </a:fld>
            <a:endParaRPr lang="sq-AL"/>
          </a:p>
        </p:txBody>
      </p:sp>
    </p:spTree>
    <p:extLst>
      <p:ext uri="{BB962C8B-B14F-4D97-AF65-F5344CB8AC3E}">
        <p14:creationId xmlns:p14="http://schemas.microsoft.com/office/powerpoint/2010/main" val="28818453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E70DB-3E34-44FF-B5B8-EFA24FB8F33B}"/>
              </a:ext>
            </a:extLst>
          </p:cNvPr>
          <p:cNvSpPr>
            <a:spLocks noGrp="1"/>
          </p:cNvSpPr>
          <p:nvPr>
            <p:ph type="title"/>
          </p:nvPr>
        </p:nvSpPr>
        <p:spPr>
          <a:xfrm>
            <a:off x="743891" y="479954"/>
            <a:ext cx="3483204" cy="1679840"/>
          </a:xfrm>
        </p:spPr>
        <p:txBody>
          <a:bodyPr anchor="b"/>
          <a:lstStyle>
            <a:lvl1pPr>
              <a:defRPr sz="2835"/>
            </a:lvl1pPr>
          </a:lstStyle>
          <a:p>
            <a:r>
              <a:rPr lang="en-US"/>
              <a:t>Click to edit Master title style</a:t>
            </a:r>
            <a:endParaRPr lang="sq-AL"/>
          </a:p>
        </p:txBody>
      </p:sp>
      <p:sp>
        <p:nvSpPr>
          <p:cNvPr id="3" name="Content Placeholder 2">
            <a:extLst>
              <a:ext uri="{FF2B5EF4-FFF2-40B4-BE49-F238E27FC236}">
                <a16:creationId xmlns:a16="http://schemas.microsoft.com/office/drawing/2014/main" id="{04785B74-85A0-45AA-BBC9-C07331063046}"/>
              </a:ext>
            </a:extLst>
          </p:cNvPr>
          <p:cNvSpPr>
            <a:spLocks noGrp="1"/>
          </p:cNvSpPr>
          <p:nvPr>
            <p:ph idx="1"/>
          </p:nvPr>
        </p:nvSpPr>
        <p:spPr>
          <a:xfrm>
            <a:off x="4591306" y="1036569"/>
            <a:ext cx="5467380" cy="5116178"/>
          </a:xfrm>
        </p:spPr>
        <p:txBody>
          <a:bodyPr/>
          <a:lstStyle>
            <a:lvl1pPr>
              <a:defRPr sz="2835"/>
            </a:lvl1pPr>
            <a:lvl2pPr>
              <a:defRPr sz="2480"/>
            </a:lvl2pPr>
            <a:lvl3pPr>
              <a:defRPr sz="2126"/>
            </a:lvl3pPr>
            <a:lvl4pPr>
              <a:defRPr sz="1772"/>
            </a:lvl4pPr>
            <a:lvl5pPr>
              <a:defRPr sz="1772"/>
            </a:lvl5pPr>
            <a:lvl6pPr>
              <a:defRPr sz="1772"/>
            </a:lvl6pPr>
            <a:lvl7pPr>
              <a:defRPr sz="1772"/>
            </a:lvl7pPr>
            <a:lvl8pPr>
              <a:defRPr sz="1772"/>
            </a:lvl8pPr>
            <a:lvl9pPr>
              <a:defRPr sz="17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AL"/>
          </a:p>
        </p:txBody>
      </p:sp>
      <p:sp>
        <p:nvSpPr>
          <p:cNvPr id="4" name="Text Placeholder 3">
            <a:extLst>
              <a:ext uri="{FF2B5EF4-FFF2-40B4-BE49-F238E27FC236}">
                <a16:creationId xmlns:a16="http://schemas.microsoft.com/office/drawing/2014/main" id="{21D20E37-308F-4E4B-AD15-C62474DF904E}"/>
              </a:ext>
            </a:extLst>
          </p:cNvPr>
          <p:cNvSpPr>
            <a:spLocks noGrp="1"/>
          </p:cNvSpPr>
          <p:nvPr>
            <p:ph type="body" sz="half" idx="2"/>
          </p:nvPr>
        </p:nvSpPr>
        <p:spPr>
          <a:xfrm>
            <a:off x="743891" y="2159794"/>
            <a:ext cx="3483204" cy="4001285"/>
          </a:xfrm>
        </p:spPr>
        <p:txBody>
          <a:bodyPr/>
          <a:lstStyle>
            <a:lvl1pPr marL="0" indent="0">
              <a:buNone/>
              <a:defRPr sz="1417"/>
            </a:lvl1pPr>
            <a:lvl2pPr marL="404988" indent="0">
              <a:buNone/>
              <a:defRPr sz="1240"/>
            </a:lvl2pPr>
            <a:lvl3pPr marL="809976" indent="0">
              <a:buNone/>
              <a:defRPr sz="1063"/>
            </a:lvl3pPr>
            <a:lvl4pPr marL="1214963" indent="0">
              <a:buNone/>
              <a:defRPr sz="886"/>
            </a:lvl4pPr>
            <a:lvl5pPr marL="1619951" indent="0">
              <a:buNone/>
              <a:defRPr sz="886"/>
            </a:lvl5pPr>
            <a:lvl6pPr marL="2024939" indent="0">
              <a:buNone/>
              <a:defRPr sz="886"/>
            </a:lvl6pPr>
            <a:lvl7pPr marL="2429927" indent="0">
              <a:buNone/>
              <a:defRPr sz="886"/>
            </a:lvl7pPr>
            <a:lvl8pPr marL="2834914" indent="0">
              <a:buNone/>
              <a:defRPr sz="886"/>
            </a:lvl8pPr>
            <a:lvl9pPr marL="3239902" indent="0">
              <a:buNone/>
              <a:defRPr sz="886"/>
            </a:lvl9pPr>
          </a:lstStyle>
          <a:p>
            <a:pPr lvl="0"/>
            <a:r>
              <a:rPr lang="en-US"/>
              <a:t>Click to edit Master text styles</a:t>
            </a:r>
          </a:p>
        </p:txBody>
      </p:sp>
      <p:sp>
        <p:nvSpPr>
          <p:cNvPr id="5" name="Date Placeholder 4">
            <a:extLst>
              <a:ext uri="{FF2B5EF4-FFF2-40B4-BE49-F238E27FC236}">
                <a16:creationId xmlns:a16="http://schemas.microsoft.com/office/drawing/2014/main" id="{F6FBE5F0-B294-4CC9-B12A-70D55EB94628}"/>
              </a:ext>
            </a:extLst>
          </p:cNvPr>
          <p:cNvSpPr>
            <a:spLocks noGrp="1"/>
          </p:cNvSpPr>
          <p:nvPr>
            <p:ph type="dt" sz="half" idx="10"/>
          </p:nvPr>
        </p:nvSpPr>
        <p:spPr/>
        <p:txBody>
          <a:bodyPr/>
          <a:lstStyle/>
          <a:p>
            <a:fld id="{46EBB9C6-EC39-4C17-8EEE-0EE8928A5792}" type="datetimeFigureOut">
              <a:rPr lang="sq-AL" smtClean="0"/>
              <a:t>30.4.2025</a:t>
            </a:fld>
            <a:endParaRPr lang="sq-AL"/>
          </a:p>
        </p:txBody>
      </p:sp>
      <p:sp>
        <p:nvSpPr>
          <p:cNvPr id="6" name="Footer Placeholder 5">
            <a:extLst>
              <a:ext uri="{FF2B5EF4-FFF2-40B4-BE49-F238E27FC236}">
                <a16:creationId xmlns:a16="http://schemas.microsoft.com/office/drawing/2014/main" id="{EADB321D-77E8-4754-84D0-1289FEE385D6}"/>
              </a:ext>
            </a:extLst>
          </p:cNvPr>
          <p:cNvSpPr>
            <a:spLocks noGrp="1"/>
          </p:cNvSpPr>
          <p:nvPr>
            <p:ph type="ftr" sz="quarter" idx="11"/>
          </p:nvPr>
        </p:nvSpPr>
        <p:spPr/>
        <p:txBody>
          <a:bodyPr/>
          <a:lstStyle/>
          <a:p>
            <a:endParaRPr lang="sq-AL"/>
          </a:p>
        </p:txBody>
      </p:sp>
      <p:sp>
        <p:nvSpPr>
          <p:cNvPr id="7" name="Slide Number Placeholder 6">
            <a:extLst>
              <a:ext uri="{FF2B5EF4-FFF2-40B4-BE49-F238E27FC236}">
                <a16:creationId xmlns:a16="http://schemas.microsoft.com/office/drawing/2014/main" id="{03AF3DD3-CADD-42CA-9C49-20B0F562096D}"/>
              </a:ext>
            </a:extLst>
          </p:cNvPr>
          <p:cNvSpPr>
            <a:spLocks noGrp="1"/>
          </p:cNvSpPr>
          <p:nvPr>
            <p:ph type="sldNum" sz="quarter" idx="12"/>
          </p:nvPr>
        </p:nvSpPr>
        <p:spPr/>
        <p:txBody>
          <a:bodyPr/>
          <a:lstStyle/>
          <a:p>
            <a:fld id="{C8C55C36-1DB5-4259-A3BC-72FB9BBC616A}" type="slidenum">
              <a:rPr lang="sq-AL" smtClean="0"/>
              <a:t>‹#›</a:t>
            </a:fld>
            <a:endParaRPr lang="sq-AL"/>
          </a:p>
        </p:txBody>
      </p:sp>
    </p:spTree>
    <p:extLst>
      <p:ext uri="{BB962C8B-B14F-4D97-AF65-F5344CB8AC3E}">
        <p14:creationId xmlns:p14="http://schemas.microsoft.com/office/powerpoint/2010/main" val="24425840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4A814-5749-4D14-BFEA-6010F0CF49E0}"/>
              </a:ext>
            </a:extLst>
          </p:cNvPr>
          <p:cNvSpPr>
            <a:spLocks noGrp="1"/>
          </p:cNvSpPr>
          <p:nvPr>
            <p:ph type="title"/>
          </p:nvPr>
        </p:nvSpPr>
        <p:spPr>
          <a:xfrm>
            <a:off x="743891" y="479954"/>
            <a:ext cx="3483204" cy="1679840"/>
          </a:xfrm>
        </p:spPr>
        <p:txBody>
          <a:bodyPr anchor="b"/>
          <a:lstStyle>
            <a:lvl1pPr>
              <a:defRPr sz="2835"/>
            </a:lvl1pPr>
          </a:lstStyle>
          <a:p>
            <a:r>
              <a:rPr lang="en-US"/>
              <a:t>Click to edit Master title style</a:t>
            </a:r>
            <a:endParaRPr lang="sq-AL"/>
          </a:p>
        </p:txBody>
      </p:sp>
      <p:sp>
        <p:nvSpPr>
          <p:cNvPr id="3" name="Picture Placeholder 2">
            <a:extLst>
              <a:ext uri="{FF2B5EF4-FFF2-40B4-BE49-F238E27FC236}">
                <a16:creationId xmlns:a16="http://schemas.microsoft.com/office/drawing/2014/main" id="{7B20D644-2CAA-4B22-89B6-D3007C075CA1}"/>
              </a:ext>
            </a:extLst>
          </p:cNvPr>
          <p:cNvSpPr>
            <a:spLocks noGrp="1"/>
          </p:cNvSpPr>
          <p:nvPr>
            <p:ph type="pic" idx="1"/>
          </p:nvPr>
        </p:nvSpPr>
        <p:spPr>
          <a:xfrm>
            <a:off x="4591306" y="1036569"/>
            <a:ext cx="5467380" cy="5116178"/>
          </a:xfrm>
        </p:spPr>
        <p:txBody>
          <a:bodyPr/>
          <a:lstStyle>
            <a:lvl1pPr marL="0" indent="0">
              <a:buNone/>
              <a:defRPr sz="2835"/>
            </a:lvl1pPr>
            <a:lvl2pPr marL="404988" indent="0">
              <a:buNone/>
              <a:defRPr sz="2480"/>
            </a:lvl2pPr>
            <a:lvl3pPr marL="809976" indent="0">
              <a:buNone/>
              <a:defRPr sz="2126"/>
            </a:lvl3pPr>
            <a:lvl4pPr marL="1214963" indent="0">
              <a:buNone/>
              <a:defRPr sz="1772"/>
            </a:lvl4pPr>
            <a:lvl5pPr marL="1619951" indent="0">
              <a:buNone/>
              <a:defRPr sz="1772"/>
            </a:lvl5pPr>
            <a:lvl6pPr marL="2024939" indent="0">
              <a:buNone/>
              <a:defRPr sz="1772"/>
            </a:lvl6pPr>
            <a:lvl7pPr marL="2429927" indent="0">
              <a:buNone/>
              <a:defRPr sz="1772"/>
            </a:lvl7pPr>
            <a:lvl8pPr marL="2834914" indent="0">
              <a:buNone/>
              <a:defRPr sz="1772"/>
            </a:lvl8pPr>
            <a:lvl9pPr marL="3239902" indent="0">
              <a:buNone/>
              <a:defRPr sz="1772"/>
            </a:lvl9pPr>
          </a:lstStyle>
          <a:p>
            <a:endParaRPr lang="sq-AL"/>
          </a:p>
        </p:txBody>
      </p:sp>
      <p:sp>
        <p:nvSpPr>
          <p:cNvPr id="4" name="Text Placeholder 3">
            <a:extLst>
              <a:ext uri="{FF2B5EF4-FFF2-40B4-BE49-F238E27FC236}">
                <a16:creationId xmlns:a16="http://schemas.microsoft.com/office/drawing/2014/main" id="{0C814F71-16DB-464C-B675-AB9209CEB83C}"/>
              </a:ext>
            </a:extLst>
          </p:cNvPr>
          <p:cNvSpPr>
            <a:spLocks noGrp="1"/>
          </p:cNvSpPr>
          <p:nvPr>
            <p:ph type="body" sz="half" idx="2"/>
          </p:nvPr>
        </p:nvSpPr>
        <p:spPr>
          <a:xfrm>
            <a:off x="743891" y="2159794"/>
            <a:ext cx="3483204" cy="4001285"/>
          </a:xfrm>
        </p:spPr>
        <p:txBody>
          <a:bodyPr/>
          <a:lstStyle>
            <a:lvl1pPr marL="0" indent="0">
              <a:buNone/>
              <a:defRPr sz="1417"/>
            </a:lvl1pPr>
            <a:lvl2pPr marL="404988" indent="0">
              <a:buNone/>
              <a:defRPr sz="1240"/>
            </a:lvl2pPr>
            <a:lvl3pPr marL="809976" indent="0">
              <a:buNone/>
              <a:defRPr sz="1063"/>
            </a:lvl3pPr>
            <a:lvl4pPr marL="1214963" indent="0">
              <a:buNone/>
              <a:defRPr sz="886"/>
            </a:lvl4pPr>
            <a:lvl5pPr marL="1619951" indent="0">
              <a:buNone/>
              <a:defRPr sz="886"/>
            </a:lvl5pPr>
            <a:lvl6pPr marL="2024939" indent="0">
              <a:buNone/>
              <a:defRPr sz="886"/>
            </a:lvl6pPr>
            <a:lvl7pPr marL="2429927" indent="0">
              <a:buNone/>
              <a:defRPr sz="886"/>
            </a:lvl7pPr>
            <a:lvl8pPr marL="2834914" indent="0">
              <a:buNone/>
              <a:defRPr sz="886"/>
            </a:lvl8pPr>
            <a:lvl9pPr marL="3239902" indent="0">
              <a:buNone/>
              <a:defRPr sz="886"/>
            </a:lvl9pPr>
          </a:lstStyle>
          <a:p>
            <a:pPr lvl="0"/>
            <a:r>
              <a:rPr lang="en-US"/>
              <a:t>Click to edit Master text styles</a:t>
            </a:r>
          </a:p>
        </p:txBody>
      </p:sp>
      <p:sp>
        <p:nvSpPr>
          <p:cNvPr id="5" name="Date Placeholder 4">
            <a:extLst>
              <a:ext uri="{FF2B5EF4-FFF2-40B4-BE49-F238E27FC236}">
                <a16:creationId xmlns:a16="http://schemas.microsoft.com/office/drawing/2014/main" id="{28E9840E-6313-43FC-9052-8AC2B3A1495A}"/>
              </a:ext>
            </a:extLst>
          </p:cNvPr>
          <p:cNvSpPr>
            <a:spLocks noGrp="1"/>
          </p:cNvSpPr>
          <p:nvPr>
            <p:ph type="dt" sz="half" idx="10"/>
          </p:nvPr>
        </p:nvSpPr>
        <p:spPr/>
        <p:txBody>
          <a:bodyPr/>
          <a:lstStyle/>
          <a:p>
            <a:fld id="{46EBB9C6-EC39-4C17-8EEE-0EE8928A5792}" type="datetimeFigureOut">
              <a:rPr lang="sq-AL" smtClean="0"/>
              <a:t>30.4.2025</a:t>
            </a:fld>
            <a:endParaRPr lang="sq-AL"/>
          </a:p>
        </p:txBody>
      </p:sp>
      <p:sp>
        <p:nvSpPr>
          <p:cNvPr id="6" name="Footer Placeholder 5">
            <a:extLst>
              <a:ext uri="{FF2B5EF4-FFF2-40B4-BE49-F238E27FC236}">
                <a16:creationId xmlns:a16="http://schemas.microsoft.com/office/drawing/2014/main" id="{47A9C242-10A1-4383-805A-87CE629F6F65}"/>
              </a:ext>
            </a:extLst>
          </p:cNvPr>
          <p:cNvSpPr>
            <a:spLocks noGrp="1"/>
          </p:cNvSpPr>
          <p:nvPr>
            <p:ph type="ftr" sz="quarter" idx="11"/>
          </p:nvPr>
        </p:nvSpPr>
        <p:spPr/>
        <p:txBody>
          <a:bodyPr/>
          <a:lstStyle/>
          <a:p>
            <a:endParaRPr lang="sq-AL"/>
          </a:p>
        </p:txBody>
      </p:sp>
      <p:sp>
        <p:nvSpPr>
          <p:cNvPr id="7" name="Slide Number Placeholder 6">
            <a:extLst>
              <a:ext uri="{FF2B5EF4-FFF2-40B4-BE49-F238E27FC236}">
                <a16:creationId xmlns:a16="http://schemas.microsoft.com/office/drawing/2014/main" id="{E6339602-0834-4917-B566-77A77C5FCD5A}"/>
              </a:ext>
            </a:extLst>
          </p:cNvPr>
          <p:cNvSpPr>
            <a:spLocks noGrp="1"/>
          </p:cNvSpPr>
          <p:nvPr>
            <p:ph type="sldNum" sz="quarter" idx="12"/>
          </p:nvPr>
        </p:nvSpPr>
        <p:spPr/>
        <p:txBody>
          <a:bodyPr/>
          <a:lstStyle/>
          <a:p>
            <a:fld id="{C8C55C36-1DB5-4259-A3BC-72FB9BBC616A}" type="slidenum">
              <a:rPr lang="sq-AL" smtClean="0"/>
              <a:t>‹#›</a:t>
            </a:fld>
            <a:endParaRPr lang="sq-AL"/>
          </a:p>
        </p:txBody>
      </p:sp>
    </p:spTree>
    <p:extLst>
      <p:ext uri="{BB962C8B-B14F-4D97-AF65-F5344CB8AC3E}">
        <p14:creationId xmlns:p14="http://schemas.microsoft.com/office/powerpoint/2010/main" val="8292737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E955D-2AE1-4877-8749-C7726E5837F1}"/>
              </a:ext>
            </a:extLst>
          </p:cNvPr>
          <p:cNvSpPr>
            <a:spLocks noGrp="1"/>
          </p:cNvSpPr>
          <p:nvPr>
            <p:ph type="title"/>
          </p:nvPr>
        </p:nvSpPr>
        <p:spPr/>
        <p:txBody>
          <a:bodyPr/>
          <a:lstStyle/>
          <a:p>
            <a:r>
              <a:rPr lang="en-US"/>
              <a:t>Click to edit Master title style</a:t>
            </a:r>
            <a:endParaRPr lang="sq-AL"/>
          </a:p>
        </p:txBody>
      </p:sp>
      <p:sp>
        <p:nvSpPr>
          <p:cNvPr id="3" name="Vertical Text Placeholder 2">
            <a:extLst>
              <a:ext uri="{FF2B5EF4-FFF2-40B4-BE49-F238E27FC236}">
                <a16:creationId xmlns:a16="http://schemas.microsoft.com/office/drawing/2014/main" id="{934225B5-00C7-4F3F-8FD3-F0BFF11730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AL"/>
          </a:p>
        </p:txBody>
      </p:sp>
      <p:sp>
        <p:nvSpPr>
          <p:cNvPr id="4" name="Date Placeholder 3">
            <a:extLst>
              <a:ext uri="{FF2B5EF4-FFF2-40B4-BE49-F238E27FC236}">
                <a16:creationId xmlns:a16="http://schemas.microsoft.com/office/drawing/2014/main" id="{CACD224D-FC82-4230-9C9D-FBE17DBDCD54}"/>
              </a:ext>
            </a:extLst>
          </p:cNvPr>
          <p:cNvSpPr>
            <a:spLocks noGrp="1"/>
          </p:cNvSpPr>
          <p:nvPr>
            <p:ph type="dt" sz="half" idx="10"/>
          </p:nvPr>
        </p:nvSpPr>
        <p:spPr/>
        <p:txBody>
          <a:bodyPr/>
          <a:lstStyle/>
          <a:p>
            <a:fld id="{46EBB9C6-EC39-4C17-8EEE-0EE8928A5792}" type="datetimeFigureOut">
              <a:rPr lang="sq-AL" smtClean="0"/>
              <a:t>30.4.2025</a:t>
            </a:fld>
            <a:endParaRPr lang="sq-AL"/>
          </a:p>
        </p:txBody>
      </p:sp>
      <p:sp>
        <p:nvSpPr>
          <p:cNvPr id="5" name="Footer Placeholder 4">
            <a:extLst>
              <a:ext uri="{FF2B5EF4-FFF2-40B4-BE49-F238E27FC236}">
                <a16:creationId xmlns:a16="http://schemas.microsoft.com/office/drawing/2014/main" id="{8B9C125F-576F-4C8B-A925-7BF38E4D3CBA}"/>
              </a:ext>
            </a:extLst>
          </p:cNvPr>
          <p:cNvSpPr>
            <a:spLocks noGrp="1"/>
          </p:cNvSpPr>
          <p:nvPr>
            <p:ph type="ftr" sz="quarter" idx="11"/>
          </p:nvPr>
        </p:nvSpPr>
        <p:spPr/>
        <p:txBody>
          <a:bodyPr/>
          <a:lstStyle/>
          <a:p>
            <a:endParaRPr lang="sq-AL"/>
          </a:p>
        </p:txBody>
      </p:sp>
      <p:sp>
        <p:nvSpPr>
          <p:cNvPr id="6" name="Slide Number Placeholder 5">
            <a:extLst>
              <a:ext uri="{FF2B5EF4-FFF2-40B4-BE49-F238E27FC236}">
                <a16:creationId xmlns:a16="http://schemas.microsoft.com/office/drawing/2014/main" id="{8281888A-03FC-4AB6-8D58-CC4CE3D6FF76}"/>
              </a:ext>
            </a:extLst>
          </p:cNvPr>
          <p:cNvSpPr>
            <a:spLocks noGrp="1"/>
          </p:cNvSpPr>
          <p:nvPr>
            <p:ph type="sldNum" sz="quarter" idx="12"/>
          </p:nvPr>
        </p:nvSpPr>
        <p:spPr/>
        <p:txBody>
          <a:bodyPr/>
          <a:lstStyle/>
          <a:p>
            <a:fld id="{C8C55C36-1DB5-4259-A3BC-72FB9BBC616A}" type="slidenum">
              <a:rPr lang="sq-AL" smtClean="0"/>
              <a:t>‹#›</a:t>
            </a:fld>
            <a:endParaRPr lang="sq-AL"/>
          </a:p>
        </p:txBody>
      </p:sp>
    </p:spTree>
    <p:extLst>
      <p:ext uri="{BB962C8B-B14F-4D97-AF65-F5344CB8AC3E}">
        <p14:creationId xmlns:p14="http://schemas.microsoft.com/office/powerpoint/2010/main" val="38636320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181C56-97F9-49CA-A651-FBD1E645BD0D}"/>
              </a:ext>
            </a:extLst>
          </p:cNvPr>
          <p:cNvSpPr>
            <a:spLocks noGrp="1"/>
          </p:cNvSpPr>
          <p:nvPr>
            <p:ph type="title" orient="vert"/>
          </p:nvPr>
        </p:nvSpPr>
        <p:spPr>
          <a:xfrm>
            <a:off x="7728580" y="383297"/>
            <a:ext cx="2328699" cy="6101085"/>
          </a:xfrm>
        </p:spPr>
        <p:txBody>
          <a:bodyPr vert="eaVert"/>
          <a:lstStyle/>
          <a:p>
            <a:r>
              <a:rPr lang="en-US"/>
              <a:t>Click to edit Master title style</a:t>
            </a:r>
            <a:endParaRPr lang="sq-AL"/>
          </a:p>
        </p:txBody>
      </p:sp>
      <p:sp>
        <p:nvSpPr>
          <p:cNvPr id="3" name="Vertical Text Placeholder 2">
            <a:extLst>
              <a:ext uri="{FF2B5EF4-FFF2-40B4-BE49-F238E27FC236}">
                <a16:creationId xmlns:a16="http://schemas.microsoft.com/office/drawing/2014/main" id="{86590C60-72A3-4258-B52B-91CAFE3F8223}"/>
              </a:ext>
            </a:extLst>
          </p:cNvPr>
          <p:cNvSpPr>
            <a:spLocks noGrp="1"/>
          </p:cNvSpPr>
          <p:nvPr>
            <p:ph type="body" orient="vert" idx="1"/>
          </p:nvPr>
        </p:nvSpPr>
        <p:spPr>
          <a:xfrm>
            <a:off x="742484" y="383297"/>
            <a:ext cx="6851100" cy="61010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AL"/>
          </a:p>
        </p:txBody>
      </p:sp>
      <p:sp>
        <p:nvSpPr>
          <p:cNvPr id="4" name="Date Placeholder 3">
            <a:extLst>
              <a:ext uri="{FF2B5EF4-FFF2-40B4-BE49-F238E27FC236}">
                <a16:creationId xmlns:a16="http://schemas.microsoft.com/office/drawing/2014/main" id="{39C3C9B1-1861-48B8-B4D6-B52A7F8AA22E}"/>
              </a:ext>
            </a:extLst>
          </p:cNvPr>
          <p:cNvSpPr>
            <a:spLocks noGrp="1"/>
          </p:cNvSpPr>
          <p:nvPr>
            <p:ph type="dt" sz="half" idx="10"/>
          </p:nvPr>
        </p:nvSpPr>
        <p:spPr/>
        <p:txBody>
          <a:bodyPr/>
          <a:lstStyle/>
          <a:p>
            <a:fld id="{46EBB9C6-EC39-4C17-8EEE-0EE8928A5792}" type="datetimeFigureOut">
              <a:rPr lang="sq-AL" smtClean="0"/>
              <a:t>30.4.2025</a:t>
            </a:fld>
            <a:endParaRPr lang="sq-AL"/>
          </a:p>
        </p:txBody>
      </p:sp>
      <p:sp>
        <p:nvSpPr>
          <p:cNvPr id="5" name="Footer Placeholder 4">
            <a:extLst>
              <a:ext uri="{FF2B5EF4-FFF2-40B4-BE49-F238E27FC236}">
                <a16:creationId xmlns:a16="http://schemas.microsoft.com/office/drawing/2014/main" id="{7EAE557C-4A3D-4345-9E26-A841321E47BD}"/>
              </a:ext>
            </a:extLst>
          </p:cNvPr>
          <p:cNvSpPr>
            <a:spLocks noGrp="1"/>
          </p:cNvSpPr>
          <p:nvPr>
            <p:ph type="ftr" sz="quarter" idx="11"/>
          </p:nvPr>
        </p:nvSpPr>
        <p:spPr/>
        <p:txBody>
          <a:bodyPr/>
          <a:lstStyle/>
          <a:p>
            <a:endParaRPr lang="sq-AL"/>
          </a:p>
        </p:txBody>
      </p:sp>
      <p:sp>
        <p:nvSpPr>
          <p:cNvPr id="6" name="Slide Number Placeholder 5">
            <a:extLst>
              <a:ext uri="{FF2B5EF4-FFF2-40B4-BE49-F238E27FC236}">
                <a16:creationId xmlns:a16="http://schemas.microsoft.com/office/drawing/2014/main" id="{49A6F743-84E1-404C-B9D2-9F553A0C2833}"/>
              </a:ext>
            </a:extLst>
          </p:cNvPr>
          <p:cNvSpPr>
            <a:spLocks noGrp="1"/>
          </p:cNvSpPr>
          <p:nvPr>
            <p:ph type="sldNum" sz="quarter" idx="12"/>
          </p:nvPr>
        </p:nvSpPr>
        <p:spPr/>
        <p:txBody>
          <a:bodyPr/>
          <a:lstStyle/>
          <a:p>
            <a:fld id="{C8C55C36-1DB5-4259-A3BC-72FB9BBC616A}" type="slidenum">
              <a:rPr lang="sq-AL" smtClean="0"/>
              <a:t>‹#›</a:t>
            </a:fld>
            <a:endParaRPr lang="sq-AL"/>
          </a:p>
        </p:txBody>
      </p:sp>
    </p:spTree>
    <p:extLst>
      <p:ext uri="{BB962C8B-B14F-4D97-AF65-F5344CB8AC3E}">
        <p14:creationId xmlns:p14="http://schemas.microsoft.com/office/powerpoint/2010/main" val="33217823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9982" y="2236454"/>
            <a:ext cx="9179799" cy="1543186"/>
          </a:xfrm>
        </p:spPr>
        <p:txBody>
          <a:bodyPr/>
          <a:lstStyle/>
          <a:p>
            <a:r>
              <a:rPr lang="en-US"/>
              <a:t>Click to edit Master title style</a:t>
            </a:r>
          </a:p>
        </p:txBody>
      </p:sp>
      <p:sp>
        <p:nvSpPr>
          <p:cNvPr id="3" name="Subtitle 2"/>
          <p:cNvSpPr>
            <a:spLocks noGrp="1"/>
          </p:cNvSpPr>
          <p:nvPr>
            <p:ph type="subTitle" idx="1"/>
          </p:nvPr>
        </p:nvSpPr>
        <p:spPr>
          <a:xfrm>
            <a:off x="1619965" y="4079611"/>
            <a:ext cx="7559834" cy="1839824"/>
          </a:xfrm>
        </p:spPr>
        <p:txBody>
          <a:bodyPr/>
          <a:lstStyle>
            <a:lvl1pPr marL="0" indent="0" algn="ctr">
              <a:buNone/>
              <a:defRPr>
                <a:solidFill>
                  <a:schemeClr val="tx1">
                    <a:tint val="75000"/>
                  </a:schemeClr>
                </a:solidFill>
              </a:defRPr>
            </a:lvl1pPr>
            <a:lvl2pPr marL="479969" indent="0" algn="ctr">
              <a:buNone/>
              <a:defRPr>
                <a:solidFill>
                  <a:schemeClr val="tx1">
                    <a:tint val="75000"/>
                  </a:schemeClr>
                </a:solidFill>
              </a:defRPr>
            </a:lvl2pPr>
            <a:lvl3pPr marL="959937" indent="0" algn="ctr">
              <a:buNone/>
              <a:defRPr>
                <a:solidFill>
                  <a:schemeClr val="tx1">
                    <a:tint val="75000"/>
                  </a:schemeClr>
                </a:solidFill>
              </a:defRPr>
            </a:lvl3pPr>
            <a:lvl4pPr marL="1439906" indent="0" algn="ctr">
              <a:buNone/>
              <a:defRPr>
                <a:solidFill>
                  <a:schemeClr val="tx1">
                    <a:tint val="75000"/>
                  </a:schemeClr>
                </a:solidFill>
              </a:defRPr>
            </a:lvl4pPr>
            <a:lvl5pPr marL="1919874" indent="0" algn="ctr">
              <a:buNone/>
              <a:defRPr>
                <a:solidFill>
                  <a:schemeClr val="tx1">
                    <a:tint val="75000"/>
                  </a:schemeClr>
                </a:solidFill>
              </a:defRPr>
            </a:lvl5pPr>
            <a:lvl6pPr marL="2399843" indent="0" algn="ctr">
              <a:buNone/>
              <a:defRPr>
                <a:solidFill>
                  <a:schemeClr val="tx1">
                    <a:tint val="75000"/>
                  </a:schemeClr>
                </a:solidFill>
              </a:defRPr>
            </a:lvl6pPr>
            <a:lvl7pPr marL="2879811" indent="0" algn="ctr">
              <a:buNone/>
              <a:defRPr>
                <a:solidFill>
                  <a:schemeClr val="tx1">
                    <a:tint val="75000"/>
                  </a:schemeClr>
                </a:solidFill>
              </a:defRPr>
            </a:lvl7pPr>
            <a:lvl8pPr marL="3359780" indent="0" algn="ctr">
              <a:buNone/>
              <a:defRPr>
                <a:solidFill>
                  <a:schemeClr val="tx1">
                    <a:tint val="75000"/>
                  </a:schemeClr>
                </a:solidFill>
              </a:defRPr>
            </a:lvl8pPr>
            <a:lvl9pPr marL="383974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477048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429382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3107" y="4626226"/>
            <a:ext cx="9179799" cy="1429864"/>
          </a:xfrm>
        </p:spPr>
        <p:txBody>
          <a:bodyPr anchor="t"/>
          <a:lstStyle>
            <a:lvl1pPr algn="l">
              <a:defRPr sz="4199" b="1" cap="all"/>
            </a:lvl1pPr>
          </a:lstStyle>
          <a:p>
            <a:r>
              <a:rPr lang="en-US"/>
              <a:t>Click to edit Master title style</a:t>
            </a:r>
          </a:p>
        </p:txBody>
      </p:sp>
      <p:sp>
        <p:nvSpPr>
          <p:cNvPr id="3" name="Text Placeholder 2"/>
          <p:cNvSpPr>
            <a:spLocks noGrp="1"/>
          </p:cNvSpPr>
          <p:nvPr>
            <p:ph type="body" idx="1"/>
          </p:nvPr>
        </p:nvSpPr>
        <p:spPr>
          <a:xfrm>
            <a:off x="853107" y="3051377"/>
            <a:ext cx="9179799" cy="1574849"/>
          </a:xfrm>
        </p:spPr>
        <p:txBody>
          <a:bodyPr anchor="b"/>
          <a:lstStyle>
            <a:lvl1pPr marL="0" indent="0">
              <a:buNone/>
              <a:defRPr sz="2100">
                <a:solidFill>
                  <a:schemeClr val="tx1">
                    <a:tint val="75000"/>
                  </a:schemeClr>
                </a:solidFill>
              </a:defRPr>
            </a:lvl1pPr>
            <a:lvl2pPr marL="479969" indent="0">
              <a:buNone/>
              <a:defRPr sz="1890">
                <a:solidFill>
                  <a:schemeClr val="tx1">
                    <a:tint val="75000"/>
                  </a:schemeClr>
                </a:solidFill>
              </a:defRPr>
            </a:lvl2pPr>
            <a:lvl3pPr marL="959937" indent="0">
              <a:buNone/>
              <a:defRPr sz="1680">
                <a:solidFill>
                  <a:schemeClr val="tx1">
                    <a:tint val="75000"/>
                  </a:schemeClr>
                </a:solidFill>
              </a:defRPr>
            </a:lvl3pPr>
            <a:lvl4pPr marL="1439906" indent="0">
              <a:buNone/>
              <a:defRPr sz="1470">
                <a:solidFill>
                  <a:schemeClr val="tx1">
                    <a:tint val="75000"/>
                  </a:schemeClr>
                </a:solidFill>
              </a:defRPr>
            </a:lvl4pPr>
            <a:lvl5pPr marL="1919874" indent="0">
              <a:buNone/>
              <a:defRPr sz="1470">
                <a:solidFill>
                  <a:schemeClr val="tx1">
                    <a:tint val="75000"/>
                  </a:schemeClr>
                </a:solidFill>
              </a:defRPr>
            </a:lvl5pPr>
            <a:lvl6pPr marL="2399843" indent="0">
              <a:buNone/>
              <a:defRPr sz="1470">
                <a:solidFill>
                  <a:schemeClr val="tx1">
                    <a:tint val="75000"/>
                  </a:schemeClr>
                </a:solidFill>
              </a:defRPr>
            </a:lvl6pPr>
            <a:lvl7pPr marL="2879811" indent="0">
              <a:buNone/>
              <a:defRPr sz="1470">
                <a:solidFill>
                  <a:schemeClr val="tx1">
                    <a:tint val="75000"/>
                  </a:schemeClr>
                </a:solidFill>
              </a:defRPr>
            </a:lvl7pPr>
            <a:lvl8pPr marL="3359780" indent="0">
              <a:buNone/>
              <a:defRPr sz="1470">
                <a:solidFill>
                  <a:schemeClr val="tx1">
                    <a:tint val="75000"/>
                  </a:schemeClr>
                </a:solidFill>
              </a:defRPr>
            </a:lvl8pPr>
            <a:lvl9pPr marL="3839748" indent="0">
              <a:buNone/>
              <a:defRPr sz="147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17117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9988" y="1679840"/>
            <a:ext cx="4769895" cy="4751214"/>
          </a:xfrm>
        </p:spPr>
        <p:txBody>
          <a:bodyPr/>
          <a:lstStyle>
            <a:lvl1pPr>
              <a:defRPr sz="2939"/>
            </a:lvl1pPr>
            <a:lvl2pPr>
              <a:defRPr sz="2520"/>
            </a:lvl2pPr>
            <a:lvl3pPr>
              <a:defRPr sz="2100"/>
            </a:lvl3pPr>
            <a:lvl4pPr>
              <a:defRPr sz="1890"/>
            </a:lvl4pPr>
            <a:lvl5pPr>
              <a:defRPr sz="1890"/>
            </a:lvl5pPr>
            <a:lvl6pPr>
              <a:defRPr sz="1890"/>
            </a:lvl6pPr>
            <a:lvl7pPr>
              <a:defRPr sz="1890"/>
            </a:lvl7pPr>
            <a:lvl8pPr>
              <a:defRPr sz="1890"/>
            </a:lvl8pPr>
            <a:lvl9pPr>
              <a:defRPr sz="189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89880" y="1679840"/>
            <a:ext cx="4769895" cy="4751214"/>
          </a:xfrm>
        </p:spPr>
        <p:txBody>
          <a:bodyPr/>
          <a:lstStyle>
            <a:lvl1pPr>
              <a:defRPr sz="2939"/>
            </a:lvl1pPr>
            <a:lvl2pPr>
              <a:defRPr sz="2520"/>
            </a:lvl2pPr>
            <a:lvl3pPr>
              <a:defRPr sz="2100"/>
            </a:lvl3pPr>
            <a:lvl4pPr>
              <a:defRPr sz="1890"/>
            </a:lvl4pPr>
            <a:lvl5pPr>
              <a:defRPr sz="1890"/>
            </a:lvl5pPr>
            <a:lvl6pPr>
              <a:defRPr sz="1890"/>
            </a:lvl6pPr>
            <a:lvl7pPr>
              <a:defRPr sz="1890"/>
            </a:lvl7pPr>
            <a:lvl8pPr>
              <a:defRPr sz="1890"/>
            </a:lvl8pPr>
            <a:lvl9pPr>
              <a:defRPr sz="189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93999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9988" y="1611513"/>
            <a:ext cx="4771771" cy="671602"/>
          </a:xfrm>
        </p:spPr>
        <p:txBody>
          <a:bodyPr anchor="b"/>
          <a:lstStyle>
            <a:lvl1pPr marL="0" indent="0">
              <a:buNone/>
              <a:defRPr sz="2520" b="1"/>
            </a:lvl1pPr>
            <a:lvl2pPr marL="479969" indent="0">
              <a:buNone/>
              <a:defRPr sz="2100" b="1"/>
            </a:lvl2pPr>
            <a:lvl3pPr marL="959937" indent="0">
              <a:buNone/>
              <a:defRPr sz="1890" b="1"/>
            </a:lvl3pPr>
            <a:lvl4pPr marL="1439906" indent="0">
              <a:buNone/>
              <a:defRPr sz="1680" b="1"/>
            </a:lvl4pPr>
            <a:lvl5pPr marL="1919874" indent="0">
              <a:buNone/>
              <a:defRPr sz="1680" b="1"/>
            </a:lvl5pPr>
            <a:lvl6pPr marL="2399843" indent="0">
              <a:buNone/>
              <a:defRPr sz="1680" b="1"/>
            </a:lvl6pPr>
            <a:lvl7pPr marL="2879811" indent="0">
              <a:buNone/>
              <a:defRPr sz="1680" b="1"/>
            </a:lvl7pPr>
            <a:lvl8pPr marL="3359780" indent="0">
              <a:buNone/>
              <a:defRPr sz="1680" b="1"/>
            </a:lvl8pPr>
            <a:lvl9pPr marL="3839748" indent="0">
              <a:buNone/>
              <a:defRPr sz="1680" b="1"/>
            </a:lvl9pPr>
          </a:lstStyle>
          <a:p>
            <a:pPr lvl="0"/>
            <a:r>
              <a:rPr lang="en-US"/>
              <a:t>Click to edit Master text styles</a:t>
            </a:r>
          </a:p>
        </p:txBody>
      </p:sp>
      <p:sp>
        <p:nvSpPr>
          <p:cNvPr id="4" name="Content Placeholder 3"/>
          <p:cNvSpPr>
            <a:spLocks noGrp="1"/>
          </p:cNvSpPr>
          <p:nvPr>
            <p:ph sz="half" idx="2"/>
          </p:nvPr>
        </p:nvSpPr>
        <p:spPr>
          <a:xfrm>
            <a:off x="539988" y="2283115"/>
            <a:ext cx="4771771" cy="4147938"/>
          </a:xfrm>
        </p:spPr>
        <p:txBody>
          <a:bodyPr/>
          <a:lstStyle>
            <a:lvl1pPr>
              <a:defRPr sz="2520"/>
            </a:lvl1pPr>
            <a:lvl2pPr>
              <a:defRPr sz="2100"/>
            </a:lvl2pPr>
            <a:lvl3pPr>
              <a:defRPr sz="189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86130" y="1611513"/>
            <a:ext cx="4773645" cy="671602"/>
          </a:xfrm>
        </p:spPr>
        <p:txBody>
          <a:bodyPr anchor="b"/>
          <a:lstStyle>
            <a:lvl1pPr marL="0" indent="0">
              <a:buNone/>
              <a:defRPr sz="2520" b="1"/>
            </a:lvl1pPr>
            <a:lvl2pPr marL="479969" indent="0">
              <a:buNone/>
              <a:defRPr sz="2100" b="1"/>
            </a:lvl2pPr>
            <a:lvl3pPr marL="959937" indent="0">
              <a:buNone/>
              <a:defRPr sz="1890" b="1"/>
            </a:lvl3pPr>
            <a:lvl4pPr marL="1439906" indent="0">
              <a:buNone/>
              <a:defRPr sz="1680" b="1"/>
            </a:lvl4pPr>
            <a:lvl5pPr marL="1919874" indent="0">
              <a:buNone/>
              <a:defRPr sz="1680" b="1"/>
            </a:lvl5pPr>
            <a:lvl6pPr marL="2399843" indent="0">
              <a:buNone/>
              <a:defRPr sz="1680" b="1"/>
            </a:lvl6pPr>
            <a:lvl7pPr marL="2879811" indent="0">
              <a:buNone/>
              <a:defRPr sz="1680" b="1"/>
            </a:lvl7pPr>
            <a:lvl8pPr marL="3359780" indent="0">
              <a:buNone/>
              <a:defRPr sz="1680" b="1"/>
            </a:lvl8pPr>
            <a:lvl9pPr marL="3839748" indent="0">
              <a:buNone/>
              <a:defRPr sz="1680" b="1"/>
            </a:lvl9pPr>
          </a:lstStyle>
          <a:p>
            <a:pPr lvl="0"/>
            <a:r>
              <a:rPr lang="en-US"/>
              <a:t>Click to edit Master text styles</a:t>
            </a:r>
          </a:p>
        </p:txBody>
      </p:sp>
      <p:sp>
        <p:nvSpPr>
          <p:cNvPr id="6" name="Content Placeholder 5"/>
          <p:cNvSpPr>
            <a:spLocks noGrp="1"/>
          </p:cNvSpPr>
          <p:nvPr>
            <p:ph sz="quarter" idx="4"/>
          </p:nvPr>
        </p:nvSpPr>
        <p:spPr>
          <a:xfrm>
            <a:off x="5486130" y="2283115"/>
            <a:ext cx="4773645" cy="4147938"/>
          </a:xfrm>
        </p:spPr>
        <p:txBody>
          <a:bodyPr/>
          <a:lstStyle>
            <a:lvl1pPr>
              <a:defRPr sz="2520"/>
            </a:lvl1pPr>
            <a:lvl2pPr>
              <a:defRPr sz="2100"/>
            </a:lvl2pPr>
            <a:lvl3pPr>
              <a:defRPr sz="1890"/>
            </a:lvl3pPr>
            <a:lvl4pPr>
              <a:defRPr sz="1680"/>
            </a:lvl4pPr>
            <a:lvl5pPr>
              <a:defRPr sz="1680"/>
            </a:lvl5pPr>
            <a:lvl6pPr>
              <a:defRPr sz="1680"/>
            </a:lvl6pPr>
            <a:lvl7pPr>
              <a:defRPr sz="1680"/>
            </a:lvl7pPr>
            <a:lvl8pPr>
              <a:defRPr sz="1680"/>
            </a:lvl8pPr>
            <a:lvl9pPr>
              <a:defRPr sz="1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20802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07830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521423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9989" y="286639"/>
            <a:ext cx="3553048" cy="1219884"/>
          </a:xfrm>
        </p:spPr>
        <p:txBody>
          <a:bodyPr anchor="b"/>
          <a:lstStyle>
            <a:lvl1pPr algn="l">
              <a:defRPr sz="2100" b="1"/>
            </a:lvl1pPr>
          </a:lstStyle>
          <a:p>
            <a:r>
              <a:rPr lang="en-US"/>
              <a:t>Click to edit Master title style</a:t>
            </a:r>
          </a:p>
        </p:txBody>
      </p:sp>
      <p:sp>
        <p:nvSpPr>
          <p:cNvPr id="3" name="Content Placeholder 2"/>
          <p:cNvSpPr>
            <a:spLocks noGrp="1"/>
          </p:cNvSpPr>
          <p:nvPr>
            <p:ph idx="1"/>
          </p:nvPr>
        </p:nvSpPr>
        <p:spPr>
          <a:xfrm>
            <a:off x="4222407" y="286640"/>
            <a:ext cx="6037368" cy="6144414"/>
          </a:xfrm>
        </p:spPr>
        <p:txBody>
          <a:bodyPr/>
          <a:lstStyle>
            <a:lvl1pPr>
              <a:defRPr sz="3359"/>
            </a:lvl1pPr>
            <a:lvl2pPr>
              <a:defRPr sz="2939"/>
            </a:lvl2pPr>
            <a:lvl3pPr>
              <a:defRPr sz="252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9989" y="1506523"/>
            <a:ext cx="3553048" cy="4924531"/>
          </a:xfrm>
        </p:spPr>
        <p:txBody>
          <a:bodyPr/>
          <a:lstStyle>
            <a:lvl1pPr marL="0" indent="0">
              <a:buNone/>
              <a:defRPr sz="1470"/>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434191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16829" y="5039519"/>
            <a:ext cx="6479858" cy="594944"/>
          </a:xfrm>
        </p:spPr>
        <p:txBody>
          <a:bodyPr anchor="b"/>
          <a:lstStyle>
            <a:lvl1pPr algn="l">
              <a:defRPr sz="2100" b="1"/>
            </a:lvl1pPr>
          </a:lstStyle>
          <a:p>
            <a:r>
              <a:rPr lang="en-US"/>
              <a:t>Click to edit Master title style</a:t>
            </a:r>
          </a:p>
        </p:txBody>
      </p:sp>
      <p:sp>
        <p:nvSpPr>
          <p:cNvPr id="3" name="Picture Placeholder 2"/>
          <p:cNvSpPr>
            <a:spLocks noGrp="1"/>
          </p:cNvSpPr>
          <p:nvPr>
            <p:ph type="pic" idx="1"/>
          </p:nvPr>
        </p:nvSpPr>
        <p:spPr>
          <a:xfrm>
            <a:off x="2116829" y="643272"/>
            <a:ext cx="6479858" cy="4319588"/>
          </a:xfrm>
        </p:spPr>
        <p:txBody>
          <a:bodyPr/>
          <a:lstStyle>
            <a:lvl1pPr marL="0" indent="0">
              <a:buNone/>
              <a:defRPr sz="3359"/>
            </a:lvl1pPr>
            <a:lvl2pPr marL="479969" indent="0">
              <a:buNone/>
              <a:defRPr sz="2939"/>
            </a:lvl2pPr>
            <a:lvl3pPr marL="959937" indent="0">
              <a:buNone/>
              <a:defRPr sz="2520"/>
            </a:lvl3pPr>
            <a:lvl4pPr marL="1439906" indent="0">
              <a:buNone/>
              <a:defRPr sz="2100"/>
            </a:lvl4pPr>
            <a:lvl5pPr marL="1919874" indent="0">
              <a:buNone/>
              <a:defRPr sz="2100"/>
            </a:lvl5pPr>
            <a:lvl6pPr marL="2399843" indent="0">
              <a:buNone/>
              <a:defRPr sz="2100"/>
            </a:lvl6pPr>
            <a:lvl7pPr marL="2879811" indent="0">
              <a:buNone/>
              <a:defRPr sz="2100"/>
            </a:lvl7pPr>
            <a:lvl8pPr marL="3359780" indent="0">
              <a:buNone/>
              <a:defRPr sz="2100"/>
            </a:lvl8pPr>
            <a:lvl9pPr marL="3839748" indent="0">
              <a:buNone/>
              <a:defRPr sz="2100"/>
            </a:lvl9pPr>
          </a:lstStyle>
          <a:p>
            <a:endParaRPr lang="en-US"/>
          </a:p>
        </p:txBody>
      </p:sp>
      <p:sp>
        <p:nvSpPr>
          <p:cNvPr id="4" name="Text Placeholder 3"/>
          <p:cNvSpPr>
            <a:spLocks noGrp="1"/>
          </p:cNvSpPr>
          <p:nvPr>
            <p:ph type="body" sz="half" idx="2"/>
          </p:nvPr>
        </p:nvSpPr>
        <p:spPr>
          <a:xfrm>
            <a:off x="2116829" y="5634463"/>
            <a:ext cx="6479858" cy="844919"/>
          </a:xfrm>
        </p:spPr>
        <p:txBody>
          <a:bodyPr/>
          <a:lstStyle>
            <a:lvl1pPr marL="0" indent="0">
              <a:buNone/>
              <a:defRPr sz="1470"/>
            </a:lvl1pPr>
            <a:lvl2pPr marL="479969" indent="0">
              <a:buNone/>
              <a:defRPr sz="1260"/>
            </a:lvl2pPr>
            <a:lvl3pPr marL="959937" indent="0">
              <a:buNone/>
              <a:defRPr sz="1050"/>
            </a:lvl3pPr>
            <a:lvl4pPr marL="1439906" indent="0">
              <a:buNone/>
              <a:defRPr sz="945"/>
            </a:lvl4pPr>
            <a:lvl5pPr marL="1919874" indent="0">
              <a:buNone/>
              <a:defRPr sz="945"/>
            </a:lvl5pPr>
            <a:lvl6pPr marL="2399843" indent="0">
              <a:buNone/>
              <a:defRPr sz="945"/>
            </a:lvl6pPr>
            <a:lvl7pPr marL="2879811" indent="0">
              <a:buNone/>
              <a:defRPr sz="945"/>
            </a:lvl7pPr>
            <a:lvl8pPr marL="3359780" indent="0">
              <a:buNone/>
              <a:defRPr sz="945"/>
            </a:lvl8pPr>
            <a:lvl9pPr marL="3839748" indent="0">
              <a:buNone/>
              <a:defRPr sz="94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00044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82872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29828" y="288307"/>
            <a:ext cx="2429947" cy="614274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9988" y="288307"/>
            <a:ext cx="7109844" cy="614274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85644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49971" y="1178222"/>
            <a:ext cx="8099822" cy="2506427"/>
          </a:xfrm>
        </p:spPr>
        <p:txBody>
          <a:bodyPr anchor="b"/>
          <a:lstStyle>
            <a:lvl1pPr algn="ctr">
              <a:defRPr sz="5315"/>
            </a:lvl1pPr>
          </a:lstStyle>
          <a:p>
            <a:r>
              <a:rPr lang="en-US"/>
              <a:t>Click to edit Master title style</a:t>
            </a:r>
            <a:endParaRPr lang="en-US" dirty="0"/>
          </a:p>
        </p:txBody>
      </p:sp>
      <p:sp>
        <p:nvSpPr>
          <p:cNvPr id="3" name="Subtitle 2"/>
          <p:cNvSpPr>
            <a:spLocks noGrp="1"/>
          </p:cNvSpPr>
          <p:nvPr>
            <p:ph type="subTitle" idx="1"/>
          </p:nvPr>
        </p:nvSpPr>
        <p:spPr>
          <a:xfrm>
            <a:off x="1349971" y="3781306"/>
            <a:ext cx="8099822" cy="1738167"/>
          </a:xfrm>
        </p:spPr>
        <p:txBody>
          <a:bodyPr/>
          <a:lstStyle>
            <a:lvl1pPr marL="0" indent="0" algn="ctr">
              <a:buNone/>
              <a:defRPr sz="2126"/>
            </a:lvl1pPr>
            <a:lvl2pPr marL="404988" indent="0" algn="ctr">
              <a:buNone/>
              <a:defRPr sz="1772"/>
            </a:lvl2pPr>
            <a:lvl3pPr marL="809976" indent="0" algn="ctr">
              <a:buNone/>
              <a:defRPr sz="1594"/>
            </a:lvl3pPr>
            <a:lvl4pPr marL="1214963" indent="0" algn="ctr">
              <a:buNone/>
              <a:defRPr sz="1417"/>
            </a:lvl4pPr>
            <a:lvl5pPr marL="1619951" indent="0" algn="ctr">
              <a:buNone/>
              <a:defRPr sz="1417"/>
            </a:lvl5pPr>
            <a:lvl6pPr marL="2024939" indent="0" algn="ctr">
              <a:buNone/>
              <a:defRPr sz="1417"/>
            </a:lvl6pPr>
            <a:lvl7pPr marL="2429927" indent="0" algn="ctr">
              <a:buNone/>
              <a:defRPr sz="1417"/>
            </a:lvl7pPr>
            <a:lvl8pPr marL="2834914" indent="0" algn="ctr">
              <a:buNone/>
              <a:defRPr sz="1417"/>
            </a:lvl8pPr>
            <a:lvl9pPr marL="3239902" indent="0" algn="ctr">
              <a:buNone/>
              <a:defRPr sz="141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sq-XK"/>
          </a:p>
        </p:txBody>
      </p:sp>
      <p:sp>
        <p:nvSpPr>
          <p:cNvPr id="5" name="Footer Placeholder 4"/>
          <p:cNvSpPr>
            <a:spLocks noGrp="1"/>
          </p:cNvSpPr>
          <p:nvPr>
            <p:ph type="ftr" sz="quarter" idx="11"/>
          </p:nvPr>
        </p:nvSpPr>
        <p:spPr/>
        <p:txBody>
          <a:bodyPr/>
          <a:lstStyle/>
          <a:p>
            <a:endParaRPr lang="sq-XK"/>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8069438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sq-XK"/>
          </a:p>
        </p:txBody>
      </p:sp>
      <p:sp>
        <p:nvSpPr>
          <p:cNvPr id="5" name="Footer Placeholder 4"/>
          <p:cNvSpPr>
            <a:spLocks noGrp="1"/>
          </p:cNvSpPr>
          <p:nvPr>
            <p:ph type="ftr" sz="quarter" idx="11"/>
          </p:nvPr>
        </p:nvSpPr>
        <p:spPr/>
        <p:txBody>
          <a:bodyPr/>
          <a:lstStyle/>
          <a:p>
            <a:endParaRPr lang="sq-XK"/>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0795373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36859" y="1794830"/>
            <a:ext cx="9314796" cy="2994714"/>
          </a:xfrm>
        </p:spPr>
        <p:txBody>
          <a:bodyPr anchor="b"/>
          <a:lstStyle>
            <a:lvl1pPr>
              <a:defRPr sz="5315"/>
            </a:lvl1pPr>
          </a:lstStyle>
          <a:p>
            <a:r>
              <a:rPr lang="en-US"/>
              <a:t>Click to edit Master title style</a:t>
            </a:r>
            <a:endParaRPr lang="en-US" dirty="0"/>
          </a:p>
        </p:txBody>
      </p:sp>
      <p:sp>
        <p:nvSpPr>
          <p:cNvPr id="3" name="Text Placeholder 2"/>
          <p:cNvSpPr>
            <a:spLocks noGrp="1"/>
          </p:cNvSpPr>
          <p:nvPr>
            <p:ph type="body" idx="1"/>
          </p:nvPr>
        </p:nvSpPr>
        <p:spPr>
          <a:xfrm>
            <a:off x="736859" y="4817875"/>
            <a:ext cx="9314796" cy="1574849"/>
          </a:xfrm>
        </p:spPr>
        <p:txBody>
          <a:bodyPr/>
          <a:lstStyle>
            <a:lvl1pPr marL="0" indent="0">
              <a:buNone/>
              <a:defRPr sz="2126">
                <a:solidFill>
                  <a:schemeClr val="tx1">
                    <a:tint val="75000"/>
                  </a:schemeClr>
                </a:solidFill>
              </a:defRPr>
            </a:lvl1pPr>
            <a:lvl2pPr marL="404988" indent="0">
              <a:buNone/>
              <a:defRPr sz="1772">
                <a:solidFill>
                  <a:schemeClr val="tx1">
                    <a:tint val="75000"/>
                  </a:schemeClr>
                </a:solidFill>
              </a:defRPr>
            </a:lvl2pPr>
            <a:lvl3pPr marL="809976" indent="0">
              <a:buNone/>
              <a:defRPr sz="1594">
                <a:solidFill>
                  <a:schemeClr val="tx1">
                    <a:tint val="75000"/>
                  </a:schemeClr>
                </a:solidFill>
              </a:defRPr>
            </a:lvl3pPr>
            <a:lvl4pPr marL="1214963" indent="0">
              <a:buNone/>
              <a:defRPr sz="1417">
                <a:solidFill>
                  <a:schemeClr val="tx1">
                    <a:tint val="75000"/>
                  </a:schemeClr>
                </a:solidFill>
              </a:defRPr>
            </a:lvl4pPr>
            <a:lvl5pPr marL="1619951" indent="0">
              <a:buNone/>
              <a:defRPr sz="1417">
                <a:solidFill>
                  <a:schemeClr val="tx1">
                    <a:tint val="75000"/>
                  </a:schemeClr>
                </a:solidFill>
              </a:defRPr>
            </a:lvl5pPr>
            <a:lvl6pPr marL="2024939" indent="0">
              <a:buNone/>
              <a:defRPr sz="1417">
                <a:solidFill>
                  <a:schemeClr val="tx1">
                    <a:tint val="75000"/>
                  </a:schemeClr>
                </a:solidFill>
              </a:defRPr>
            </a:lvl6pPr>
            <a:lvl7pPr marL="2429927" indent="0">
              <a:buNone/>
              <a:defRPr sz="1417">
                <a:solidFill>
                  <a:schemeClr val="tx1">
                    <a:tint val="75000"/>
                  </a:schemeClr>
                </a:solidFill>
              </a:defRPr>
            </a:lvl7pPr>
            <a:lvl8pPr marL="2834914" indent="0">
              <a:buNone/>
              <a:defRPr sz="1417">
                <a:solidFill>
                  <a:schemeClr val="tx1">
                    <a:tint val="75000"/>
                  </a:schemeClr>
                </a:solidFill>
              </a:defRPr>
            </a:lvl8pPr>
            <a:lvl9pPr marL="3239902" indent="0">
              <a:buNone/>
              <a:defRPr sz="141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sq-XK"/>
          </a:p>
        </p:txBody>
      </p:sp>
      <p:sp>
        <p:nvSpPr>
          <p:cNvPr id="5" name="Footer Placeholder 4"/>
          <p:cNvSpPr>
            <a:spLocks noGrp="1"/>
          </p:cNvSpPr>
          <p:nvPr>
            <p:ph type="ftr" sz="quarter" idx="11"/>
          </p:nvPr>
        </p:nvSpPr>
        <p:spPr/>
        <p:txBody>
          <a:bodyPr/>
          <a:lstStyle/>
          <a:p>
            <a:endParaRPr lang="sq-XK"/>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1780649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42484" y="1916484"/>
            <a:ext cx="4589899" cy="456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67380" y="1916484"/>
            <a:ext cx="4589899" cy="456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sq-XK"/>
          </a:p>
        </p:txBody>
      </p:sp>
      <p:sp>
        <p:nvSpPr>
          <p:cNvPr id="6" name="Footer Placeholder 5"/>
          <p:cNvSpPr>
            <a:spLocks noGrp="1"/>
          </p:cNvSpPr>
          <p:nvPr>
            <p:ph type="ftr" sz="quarter" idx="11"/>
          </p:nvPr>
        </p:nvSpPr>
        <p:spPr/>
        <p:txBody>
          <a:bodyPr/>
          <a:lstStyle/>
          <a:p>
            <a:endParaRPr lang="sq-XK"/>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8713337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43890" y="383297"/>
            <a:ext cx="9314796" cy="1391534"/>
          </a:xfrm>
        </p:spPr>
        <p:txBody>
          <a:bodyPr/>
          <a:lstStyle/>
          <a:p>
            <a:r>
              <a:rPr lang="en-US"/>
              <a:t>Click to edit Master title style</a:t>
            </a:r>
            <a:endParaRPr lang="en-US" dirty="0"/>
          </a:p>
        </p:txBody>
      </p:sp>
      <p:sp>
        <p:nvSpPr>
          <p:cNvPr id="3" name="Text Placeholder 2"/>
          <p:cNvSpPr>
            <a:spLocks noGrp="1"/>
          </p:cNvSpPr>
          <p:nvPr>
            <p:ph type="body" idx="1"/>
          </p:nvPr>
        </p:nvSpPr>
        <p:spPr>
          <a:xfrm>
            <a:off x="743891" y="1764832"/>
            <a:ext cx="4568806" cy="864917"/>
          </a:xfrm>
        </p:spPr>
        <p:txBody>
          <a:bodyPr anchor="b"/>
          <a:lstStyle>
            <a:lvl1pPr marL="0" indent="0">
              <a:buNone/>
              <a:defRPr sz="2126" b="1"/>
            </a:lvl1pPr>
            <a:lvl2pPr marL="404988" indent="0">
              <a:buNone/>
              <a:defRPr sz="1772" b="1"/>
            </a:lvl2pPr>
            <a:lvl3pPr marL="809976" indent="0">
              <a:buNone/>
              <a:defRPr sz="1594" b="1"/>
            </a:lvl3pPr>
            <a:lvl4pPr marL="1214963" indent="0">
              <a:buNone/>
              <a:defRPr sz="1417" b="1"/>
            </a:lvl4pPr>
            <a:lvl5pPr marL="1619951" indent="0">
              <a:buNone/>
              <a:defRPr sz="1417" b="1"/>
            </a:lvl5pPr>
            <a:lvl6pPr marL="2024939" indent="0">
              <a:buNone/>
              <a:defRPr sz="1417" b="1"/>
            </a:lvl6pPr>
            <a:lvl7pPr marL="2429927" indent="0">
              <a:buNone/>
              <a:defRPr sz="1417" b="1"/>
            </a:lvl7pPr>
            <a:lvl8pPr marL="2834914" indent="0">
              <a:buNone/>
              <a:defRPr sz="1417" b="1"/>
            </a:lvl8pPr>
            <a:lvl9pPr marL="3239902" indent="0">
              <a:buNone/>
              <a:defRPr sz="1417" b="1"/>
            </a:lvl9pPr>
          </a:lstStyle>
          <a:p>
            <a:pPr lvl="0"/>
            <a:r>
              <a:rPr lang="en-US"/>
              <a:t>Click to edit Master text styles</a:t>
            </a:r>
          </a:p>
        </p:txBody>
      </p:sp>
      <p:sp>
        <p:nvSpPr>
          <p:cNvPr id="4" name="Content Placeholder 3"/>
          <p:cNvSpPr>
            <a:spLocks noGrp="1"/>
          </p:cNvSpPr>
          <p:nvPr>
            <p:ph sz="half" idx="2"/>
          </p:nvPr>
        </p:nvSpPr>
        <p:spPr>
          <a:xfrm>
            <a:off x="743891" y="2629749"/>
            <a:ext cx="4568806" cy="386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467380" y="1764832"/>
            <a:ext cx="4591306" cy="864917"/>
          </a:xfrm>
        </p:spPr>
        <p:txBody>
          <a:bodyPr anchor="b"/>
          <a:lstStyle>
            <a:lvl1pPr marL="0" indent="0">
              <a:buNone/>
              <a:defRPr sz="2126" b="1"/>
            </a:lvl1pPr>
            <a:lvl2pPr marL="404988" indent="0">
              <a:buNone/>
              <a:defRPr sz="1772" b="1"/>
            </a:lvl2pPr>
            <a:lvl3pPr marL="809976" indent="0">
              <a:buNone/>
              <a:defRPr sz="1594" b="1"/>
            </a:lvl3pPr>
            <a:lvl4pPr marL="1214963" indent="0">
              <a:buNone/>
              <a:defRPr sz="1417" b="1"/>
            </a:lvl4pPr>
            <a:lvl5pPr marL="1619951" indent="0">
              <a:buNone/>
              <a:defRPr sz="1417" b="1"/>
            </a:lvl5pPr>
            <a:lvl6pPr marL="2024939" indent="0">
              <a:buNone/>
              <a:defRPr sz="1417" b="1"/>
            </a:lvl6pPr>
            <a:lvl7pPr marL="2429927" indent="0">
              <a:buNone/>
              <a:defRPr sz="1417" b="1"/>
            </a:lvl7pPr>
            <a:lvl8pPr marL="2834914" indent="0">
              <a:buNone/>
              <a:defRPr sz="1417" b="1"/>
            </a:lvl8pPr>
            <a:lvl9pPr marL="3239902" indent="0">
              <a:buNone/>
              <a:defRPr sz="1417" b="1"/>
            </a:lvl9pPr>
          </a:lstStyle>
          <a:p>
            <a:pPr lvl="0"/>
            <a:r>
              <a:rPr lang="en-US"/>
              <a:t>Click to edit Master text styles</a:t>
            </a:r>
          </a:p>
        </p:txBody>
      </p:sp>
      <p:sp>
        <p:nvSpPr>
          <p:cNvPr id="6" name="Content Placeholder 5"/>
          <p:cNvSpPr>
            <a:spLocks noGrp="1"/>
          </p:cNvSpPr>
          <p:nvPr>
            <p:ph sz="quarter" idx="4"/>
          </p:nvPr>
        </p:nvSpPr>
        <p:spPr>
          <a:xfrm>
            <a:off x="5467380" y="2629749"/>
            <a:ext cx="4591306" cy="386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sq-XK"/>
          </a:p>
        </p:txBody>
      </p:sp>
      <p:sp>
        <p:nvSpPr>
          <p:cNvPr id="8" name="Footer Placeholder 7"/>
          <p:cNvSpPr>
            <a:spLocks noGrp="1"/>
          </p:cNvSpPr>
          <p:nvPr>
            <p:ph type="ftr" sz="quarter" idx="11"/>
          </p:nvPr>
        </p:nvSpPr>
        <p:spPr/>
        <p:txBody>
          <a:bodyPr/>
          <a:lstStyle/>
          <a:p>
            <a:endParaRPr lang="sq-XK"/>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6597431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sq-XK"/>
          </a:p>
        </p:txBody>
      </p:sp>
      <p:sp>
        <p:nvSpPr>
          <p:cNvPr id="4" name="Footer Placeholder 3"/>
          <p:cNvSpPr>
            <a:spLocks noGrp="1"/>
          </p:cNvSpPr>
          <p:nvPr>
            <p:ph type="ftr" sz="quarter" idx="11"/>
          </p:nvPr>
        </p:nvSpPr>
        <p:spPr/>
        <p:txBody>
          <a:bodyPr/>
          <a:lstStyle/>
          <a:p>
            <a:endParaRPr lang="sq-XK"/>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5731937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sq-XK"/>
          </a:p>
        </p:txBody>
      </p:sp>
      <p:sp>
        <p:nvSpPr>
          <p:cNvPr id="3" name="Footer Placeholder 2"/>
          <p:cNvSpPr>
            <a:spLocks noGrp="1"/>
          </p:cNvSpPr>
          <p:nvPr>
            <p:ph type="ftr" sz="quarter" idx="11"/>
          </p:nvPr>
        </p:nvSpPr>
        <p:spPr/>
        <p:txBody>
          <a:bodyPr/>
          <a:lstStyle/>
          <a:p>
            <a:endParaRPr lang="sq-XK"/>
          </a:p>
        </p:txBody>
      </p:sp>
      <p:sp>
        <p:nvSpPr>
          <p:cNvPr id="4" name="Slide Number Placeholder 3"/>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4270536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3891" y="479954"/>
            <a:ext cx="3483204" cy="1679840"/>
          </a:xfrm>
        </p:spPr>
        <p:txBody>
          <a:bodyPr anchor="b"/>
          <a:lstStyle>
            <a:lvl1pPr>
              <a:defRPr sz="2835"/>
            </a:lvl1pPr>
          </a:lstStyle>
          <a:p>
            <a:r>
              <a:rPr lang="en-US"/>
              <a:t>Click to edit Master title style</a:t>
            </a:r>
            <a:endParaRPr lang="en-US" dirty="0"/>
          </a:p>
        </p:txBody>
      </p:sp>
      <p:sp>
        <p:nvSpPr>
          <p:cNvPr id="3" name="Content Placeholder 2"/>
          <p:cNvSpPr>
            <a:spLocks noGrp="1"/>
          </p:cNvSpPr>
          <p:nvPr>
            <p:ph idx="1"/>
          </p:nvPr>
        </p:nvSpPr>
        <p:spPr>
          <a:xfrm>
            <a:off x="4591306" y="1036569"/>
            <a:ext cx="5467380" cy="5116178"/>
          </a:xfrm>
        </p:spPr>
        <p:txBody>
          <a:bodyPr/>
          <a:lstStyle>
            <a:lvl1pPr>
              <a:defRPr sz="2835"/>
            </a:lvl1pPr>
            <a:lvl2pPr>
              <a:defRPr sz="2480"/>
            </a:lvl2pPr>
            <a:lvl3pPr>
              <a:defRPr sz="2126"/>
            </a:lvl3pPr>
            <a:lvl4pPr>
              <a:defRPr sz="1772"/>
            </a:lvl4pPr>
            <a:lvl5pPr>
              <a:defRPr sz="1772"/>
            </a:lvl5pPr>
            <a:lvl6pPr>
              <a:defRPr sz="1772"/>
            </a:lvl6pPr>
            <a:lvl7pPr>
              <a:defRPr sz="1772"/>
            </a:lvl7pPr>
            <a:lvl8pPr>
              <a:defRPr sz="1772"/>
            </a:lvl8pPr>
            <a:lvl9pPr>
              <a:defRPr sz="17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43891" y="2159794"/>
            <a:ext cx="3483204" cy="4001285"/>
          </a:xfrm>
        </p:spPr>
        <p:txBody>
          <a:bodyPr/>
          <a:lstStyle>
            <a:lvl1pPr marL="0" indent="0">
              <a:buNone/>
              <a:defRPr sz="1417"/>
            </a:lvl1pPr>
            <a:lvl2pPr marL="404988" indent="0">
              <a:buNone/>
              <a:defRPr sz="1240"/>
            </a:lvl2pPr>
            <a:lvl3pPr marL="809976" indent="0">
              <a:buNone/>
              <a:defRPr sz="1063"/>
            </a:lvl3pPr>
            <a:lvl4pPr marL="1214963" indent="0">
              <a:buNone/>
              <a:defRPr sz="886"/>
            </a:lvl4pPr>
            <a:lvl5pPr marL="1619951" indent="0">
              <a:buNone/>
              <a:defRPr sz="886"/>
            </a:lvl5pPr>
            <a:lvl6pPr marL="2024939" indent="0">
              <a:buNone/>
              <a:defRPr sz="886"/>
            </a:lvl6pPr>
            <a:lvl7pPr marL="2429927" indent="0">
              <a:buNone/>
              <a:defRPr sz="886"/>
            </a:lvl7pPr>
            <a:lvl8pPr marL="2834914" indent="0">
              <a:buNone/>
              <a:defRPr sz="886"/>
            </a:lvl8pPr>
            <a:lvl9pPr marL="3239902" indent="0">
              <a:buNone/>
              <a:defRPr sz="886"/>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sq-XK"/>
          </a:p>
        </p:txBody>
      </p:sp>
      <p:sp>
        <p:nvSpPr>
          <p:cNvPr id="6" name="Footer Placeholder 5"/>
          <p:cNvSpPr>
            <a:spLocks noGrp="1"/>
          </p:cNvSpPr>
          <p:nvPr>
            <p:ph type="ftr" sz="quarter" idx="11"/>
          </p:nvPr>
        </p:nvSpPr>
        <p:spPr/>
        <p:txBody>
          <a:bodyPr/>
          <a:lstStyle/>
          <a:p>
            <a:endParaRPr lang="sq-XK"/>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8359819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3891" y="479954"/>
            <a:ext cx="3483204" cy="1679840"/>
          </a:xfrm>
        </p:spPr>
        <p:txBody>
          <a:bodyPr anchor="b"/>
          <a:lstStyle>
            <a:lvl1pPr>
              <a:defRPr sz="2835"/>
            </a:lvl1pPr>
          </a:lstStyle>
          <a:p>
            <a:r>
              <a:rPr lang="en-US"/>
              <a:t>Click to edit Master title style</a:t>
            </a:r>
            <a:endParaRPr lang="en-US" dirty="0"/>
          </a:p>
        </p:txBody>
      </p:sp>
      <p:sp>
        <p:nvSpPr>
          <p:cNvPr id="3" name="Picture Placeholder 2"/>
          <p:cNvSpPr>
            <a:spLocks noGrp="1" noChangeAspect="1"/>
          </p:cNvSpPr>
          <p:nvPr>
            <p:ph type="pic" idx="1"/>
          </p:nvPr>
        </p:nvSpPr>
        <p:spPr>
          <a:xfrm>
            <a:off x="4591306" y="1036569"/>
            <a:ext cx="5467380" cy="5116178"/>
          </a:xfrm>
        </p:spPr>
        <p:txBody>
          <a:bodyPr anchor="t"/>
          <a:lstStyle>
            <a:lvl1pPr marL="0" indent="0">
              <a:buNone/>
              <a:defRPr sz="2835"/>
            </a:lvl1pPr>
            <a:lvl2pPr marL="404988" indent="0">
              <a:buNone/>
              <a:defRPr sz="2480"/>
            </a:lvl2pPr>
            <a:lvl3pPr marL="809976" indent="0">
              <a:buNone/>
              <a:defRPr sz="2126"/>
            </a:lvl3pPr>
            <a:lvl4pPr marL="1214963" indent="0">
              <a:buNone/>
              <a:defRPr sz="1772"/>
            </a:lvl4pPr>
            <a:lvl5pPr marL="1619951" indent="0">
              <a:buNone/>
              <a:defRPr sz="1772"/>
            </a:lvl5pPr>
            <a:lvl6pPr marL="2024939" indent="0">
              <a:buNone/>
              <a:defRPr sz="1772"/>
            </a:lvl6pPr>
            <a:lvl7pPr marL="2429927" indent="0">
              <a:buNone/>
              <a:defRPr sz="1772"/>
            </a:lvl7pPr>
            <a:lvl8pPr marL="2834914" indent="0">
              <a:buNone/>
              <a:defRPr sz="1772"/>
            </a:lvl8pPr>
            <a:lvl9pPr marL="3239902" indent="0">
              <a:buNone/>
              <a:defRPr sz="1772"/>
            </a:lvl9pPr>
          </a:lstStyle>
          <a:p>
            <a:r>
              <a:rPr lang="en-US"/>
              <a:t>Click icon to add picture</a:t>
            </a:r>
            <a:endParaRPr lang="en-US" dirty="0"/>
          </a:p>
        </p:txBody>
      </p:sp>
      <p:sp>
        <p:nvSpPr>
          <p:cNvPr id="4" name="Text Placeholder 3"/>
          <p:cNvSpPr>
            <a:spLocks noGrp="1"/>
          </p:cNvSpPr>
          <p:nvPr>
            <p:ph type="body" sz="half" idx="2"/>
          </p:nvPr>
        </p:nvSpPr>
        <p:spPr>
          <a:xfrm>
            <a:off x="743891" y="2159794"/>
            <a:ext cx="3483204" cy="4001285"/>
          </a:xfrm>
        </p:spPr>
        <p:txBody>
          <a:bodyPr/>
          <a:lstStyle>
            <a:lvl1pPr marL="0" indent="0">
              <a:buNone/>
              <a:defRPr sz="1417"/>
            </a:lvl1pPr>
            <a:lvl2pPr marL="404988" indent="0">
              <a:buNone/>
              <a:defRPr sz="1240"/>
            </a:lvl2pPr>
            <a:lvl3pPr marL="809976" indent="0">
              <a:buNone/>
              <a:defRPr sz="1063"/>
            </a:lvl3pPr>
            <a:lvl4pPr marL="1214963" indent="0">
              <a:buNone/>
              <a:defRPr sz="886"/>
            </a:lvl4pPr>
            <a:lvl5pPr marL="1619951" indent="0">
              <a:buNone/>
              <a:defRPr sz="886"/>
            </a:lvl5pPr>
            <a:lvl6pPr marL="2024939" indent="0">
              <a:buNone/>
              <a:defRPr sz="886"/>
            </a:lvl6pPr>
            <a:lvl7pPr marL="2429927" indent="0">
              <a:buNone/>
              <a:defRPr sz="886"/>
            </a:lvl7pPr>
            <a:lvl8pPr marL="2834914" indent="0">
              <a:buNone/>
              <a:defRPr sz="886"/>
            </a:lvl8pPr>
            <a:lvl9pPr marL="3239902" indent="0">
              <a:buNone/>
              <a:defRPr sz="886"/>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sq-XK"/>
          </a:p>
        </p:txBody>
      </p:sp>
      <p:sp>
        <p:nvSpPr>
          <p:cNvPr id="6" name="Footer Placeholder 5"/>
          <p:cNvSpPr>
            <a:spLocks noGrp="1"/>
          </p:cNvSpPr>
          <p:nvPr>
            <p:ph type="ftr" sz="quarter" idx="11"/>
          </p:nvPr>
        </p:nvSpPr>
        <p:spPr/>
        <p:txBody>
          <a:bodyPr/>
          <a:lstStyle/>
          <a:p>
            <a:endParaRPr lang="sq-XK"/>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1217336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sq-XK"/>
          </a:p>
        </p:txBody>
      </p:sp>
      <p:sp>
        <p:nvSpPr>
          <p:cNvPr id="5" name="Footer Placeholder 4"/>
          <p:cNvSpPr>
            <a:spLocks noGrp="1"/>
          </p:cNvSpPr>
          <p:nvPr>
            <p:ph type="ftr" sz="quarter" idx="11"/>
          </p:nvPr>
        </p:nvSpPr>
        <p:spPr/>
        <p:txBody>
          <a:bodyPr/>
          <a:lstStyle/>
          <a:p>
            <a:endParaRPr lang="sq-XK"/>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0011592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28580" y="383297"/>
            <a:ext cx="2328699" cy="610108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42484" y="383297"/>
            <a:ext cx="6851100" cy="61010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sq-XK"/>
          </a:p>
        </p:txBody>
      </p:sp>
      <p:sp>
        <p:nvSpPr>
          <p:cNvPr id="5" name="Footer Placeholder 4"/>
          <p:cNvSpPr>
            <a:spLocks noGrp="1"/>
          </p:cNvSpPr>
          <p:nvPr>
            <p:ph type="ftr" sz="quarter" idx="11"/>
          </p:nvPr>
        </p:nvSpPr>
        <p:spPr/>
        <p:txBody>
          <a:bodyPr/>
          <a:lstStyle/>
          <a:p>
            <a:endParaRPr lang="sq-XK"/>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2073583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
        <p:nvSpPr>
          <p:cNvPr id="33" name="Google Shape;33;p121"/>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21"/>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21"/>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3676824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6"/>
        <p:cNvGrpSpPr/>
        <p:nvPr/>
      </p:nvGrpSpPr>
      <p:grpSpPr>
        <a:xfrm>
          <a:off x="0" y="0"/>
          <a:ext cx="0" cy="0"/>
          <a:chOff x="0" y="0"/>
          <a:chExt cx="0" cy="0"/>
        </a:xfrm>
      </p:grpSpPr>
      <p:cxnSp>
        <p:nvCxnSpPr>
          <p:cNvPr id="37" name="Google Shape;37;p128"/>
          <p:cNvCxnSpPr/>
          <p:nvPr/>
        </p:nvCxnSpPr>
        <p:spPr>
          <a:xfrm>
            <a:off x="1236738" y="2541979"/>
            <a:ext cx="8333054" cy="0"/>
          </a:xfrm>
          <a:prstGeom prst="straightConnector1">
            <a:avLst/>
          </a:prstGeom>
          <a:noFill/>
          <a:ln w="15875" cap="flat" cmpd="sng">
            <a:solidFill>
              <a:schemeClr val="accent1"/>
            </a:solidFill>
            <a:prstDash val="solid"/>
            <a:round/>
            <a:headEnd type="none" w="sm" len="sm"/>
            <a:tailEnd type="none" w="sm" len="sm"/>
          </a:ln>
        </p:spPr>
      </p:cxnSp>
      <p:sp>
        <p:nvSpPr>
          <p:cNvPr id="38" name="Google Shape;38;p128"/>
          <p:cNvSpPr txBox="1">
            <a:spLocks noGrp="1"/>
          </p:cNvSpPr>
          <p:nvPr>
            <p:ph type="title"/>
          </p:nvPr>
        </p:nvSpPr>
        <p:spPr>
          <a:xfrm>
            <a:off x="1147480" y="1031012"/>
            <a:ext cx="8504810" cy="136875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28"/>
          <p:cNvSpPr txBox="1">
            <a:spLocks noGrp="1"/>
          </p:cNvSpPr>
          <p:nvPr>
            <p:ph type="body" idx="1"/>
          </p:nvPr>
        </p:nvSpPr>
        <p:spPr>
          <a:xfrm>
            <a:off x="1147478" y="2684187"/>
            <a:ext cx="8504810" cy="3484115"/>
          </a:xfrm>
          <a:prstGeom prst="rect">
            <a:avLst/>
          </a:prstGeom>
          <a:noFill/>
          <a:ln>
            <a:noFill/>
          </a:ln>
        </p:spPr>
        <p:txBody>
          <a:bodyPr spcFirstLastPara="1" wrap="square" lIns="91425" tIns="45700" rIns="91425" bIns="45700" anchor="t" anchorCtr="0">
            <a:normAutofit/>
          </a:bodyPr>
          <a:lstStyle>
            <a:lvl1pPr marL="404988" lvl="0" indent="-318928" algn="l">
              <a:spcBef>
                <a:spcPts val="319"/>
              </a:spcBef>
              <a:spcAft>
                <a:spcPts val="0"/>
              </a:spcAft>
              <a:buSzPts val="2070"/>
              <a:buChar char="•"/>
              <a:defRPr/>
            </a:lvl1pPr>
            <a:lvl2pPr marL="809976" lvl="1" indent="-318927" algn="l">
              <a:spcBef>
                <a:spcPts val="532"/>
              </a:spcBef>
              <a:spcAft>
                <a:spcPts val="0"/>
              </a:spcAft>
              <a:buSzPts val="2070"/>
              <a:buChar char="•"/>
              <a:defRPr/>
            </a:lvl2pPr>
            <a:lvl3pPr marL="1214963" lvl="2" indent="-318927" algn="l">
              <a:spcBef>
                <a:spcPts val="532"/>
              </a:spcBef>
              <a:spcAft>
                <a:spcPts val="0"/>
              </a:spcAft>
              <a:buSzPts val="2070"/>
              <a:buChar char="•"/>
              <a:defRPr/>
            </a:lvl3pPr>
            <a:lvl4pPr marL="1619951" lvl="3" indent="-318927" algn="l">
              <a:spcBef>
                <a:spcPts val="532"/>
              </a:spcBef>
              <a:spcAft>
                <a:spcPts val="0"/>
              </a:spcAft>
              <a:buSzPts val="2070"/>
              <a:buChar char="•"/>
              <a:defRPr/>
            </a:lvl4pPr>
            <a:lvl5pPr marL="2024939" lvl="4" indent="-318928" algn="l">
              <a:spcBef>
                <a:spcPts val="532"/>
              </a:spcBef>
              <a:spcAft>
                <a:spcPts val="0"/>
              </a:spcAft>
              <a:buSzPts val="2070"/>
              <a:buChar char="•"/>
              <a:defRPr/>
            </a:lvl5pPr>
            <a:lvl6pPr marL="2429927" lvl="5" indent="-318928" algn="l">
              <a:spcBef>
                <a:spcPts val="532"/>
              </a:spcBef>
              <a:spcAft>
                <a:spcPts val="0"/>
              </a:spcAft>
              <a:buSzPts val="2070"/>
              <a:buChar char="•"/>
              <a:defRPr/>
            </a:lvl6pPr>
            <a:lvl7pPr marL="2834914" lvl="6" indent="-318928" algn="l">
              <a:spcBef>
                <a:spcPts val="532"/>
              </a:spcBef>
              <a:spcAft>
                <a:spcPts val="0"/>
              </a:spcAft>
              <a:buSzPts val="2070"/>
              <a:buChar char="•"/>
              <a:defRPr/>
            </a:lvl7pPr>
            <a:lvl8pPr marL="3239902" lvl="7" indent="-318928" algn="l">
              <a:spcBef>
                <a:spcPts val="532"/>
              </a:spcBef>
              <a:spcAft>
                <a:spcPts val="0"/>
              </a:spcAft>
              <a:buSzPts val="2070"/>
              <a:buChar char="•"/>
              <a:defRPr/>
            </a:lvl8pPr>
            <a:lvl9pPr marL="3644890" lvl="8" indent="-318928" algn="l">
              <a:spcBef>
                <a:spcPts val="532"/>
              </a:spcBef>
              <a:spcAft>
                <a:spcPts val="532"/>
              </a:spcAft>
              <a:buSzPts val="2070"/>
              <a:buChar char="•"/>
              <a:defRPr/>
            </a:lvl9pPr>
          </a:lstStyle>
          <a:p>
            <a:endParaRPr/>
          </a:p>
        </p:txBody>
      </p:sp>
      <p:sp>
        <p:nvSpPr>
          <p:cNvPr id="40" name="Google Shape;40;p128"/>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28"/>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28"/>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5262568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129"/>
          <p:cNvSpPr txBox="1">
            <a:spLocks noGrp="1"/>
          </p:cNvSpPr>
          <p:nvPr>
            <p:ph type="title"/>
          </p:nvPr>
        </p:nvSpPr>
        <p:spPr>
          <a:xfrm>
            <a:off x="1147480" y="1031012"/>
            <a:ext cx="8504810" cy="136875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29"/>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29"/>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29"/>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cxnSp>
        <p:nvCxnSpPr>
          <p:cNvPr id="48" name="Google Shape;48;p129"/>
          <p:cNvCxnSpPr/>
          <p:nvPr/>
        </p:nvCxnSpPr>
        <p:spPr>
          <a:xfrm>
            <a:off x="1236738" y="2541979"/>
            <a:ext cx="8333054" cy="0"/>
          </a:xfrm>
          <a:prstGeom prst="straightConnector1">
            <a:avLst/>
          </a:prstGeom>
          <a:noFill/>
          <a:ln w="15875"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372537086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9"/>
        <p:cNvGrpSpPr/>
        <p:nvPr/>
      </p:nvGrpSpPr>
      <p:grpSpPr>
        <a:xfrm>
          <a:off x="0" y="0"/>
          <a:ext cx="0" cy="0"/>
          <a:chOff x="0" y="0"/>
          <a:chExt cx="0" cy="0"/>
        </a:xfrm>
      </p:grpSpPr>
      <p:sp>
        <p:nvSpPr>
          <p:cNvPr id="50" name="Google Shape;50;p171"/>
          <p:cNvSpPr txBox="1">
            <a:spLocks noGrp="1"/>
          </p:cNvSpPr>
          <p:nvPr>
            <p:ph type="title"/>
          </p:nvPr>
        </p:nvSpPr>
        <p:spPr>
          <a:xfrm>
            <a:off x="1784962" y="1839831"/>
            <a:ext cx="7227026" cy="1913218"/>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4400"/>
              <a:buFont typeface="Garamond"/>
              <a:buNone/>
              <a:defRPr sz="3898"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71"/>
          <p:cNvSpPr txBox="1">
            <a:spLocks noGrp="1"/>
          </p:cNvSpPr>
          <p:nvPr>
            <p:ph type="body" idx="1"/>
          </p:nvPr>
        </p:nvSpPr>
        <p:spPr>
          <a:xfrm>
            <a:off x="1784961" y="4037464"/>
            <a:ext cx="7227027" cy="1002053"/>
          </a:xfrm>
          <a:prstGeom prst="rect">
            <a:avLst/>
          </a:prstGeom>
          <a:noFill/>
          <a:ln>
            <a:noFill/>
          </a:ln>
        </p:spPr>
        <p:txBody>
          <a:bodyPr spcFirstLastPara="1" wrap="square" lIns="91425" tIns="45700" rIns="91425" bIns="45700" anchor="t" anchorCtr="0">
            <a:normAutofit/>
          </a:bodyPr>
          <a:lstStyle>
            <a:lvl1pPr marL="404988" lvl="0" indent="-202494" algn="ctr">
              <a:spcBef>
                <a:spcPts val="425"/>
              </a:spcBef>
              <a:spcAft>
                <a:spcPts val="0"/>
              </a:spcAft>
              <a:buSzPts val="2760"/>
              <a:buNone/>
              <a:defRPr sz="2126">
                <a:solidFill>
                  <a:schemeClr val="dk1"/>
                </a:solidFill>
              </a:defRPr>
            </a:lvl1pPr>
            <a:lvl2pPr marL="809976" lvl="1" indent="-202494" algn="l">
              <a:spcBef>
                <a:spcPts val="532"/>
              </a:spcBef>
              <a:spcAft>
                <a:spcPts val="0"/>
              </a:spcAft>
              <a:buSzPts val="2071"/>
              <a:buNone/>
              <a:defRPr sz="1595">
                <a:solidFill>
                  <a:srgbClr val="888888"/>
                </a:solidFill>
              </a:defRPr>
            </a:lvl2pPr>
            <a:lvl3pPr marL="1214963" lvl="2" indent="-202494" algn="l">
              <a:spcBef>
                <a:spcPts val="532"/>
              </a:spcBef>
              <a:spcAft>
                <a:spcPts val="0"/>
              </a:spcAft>
              <a:buSzPts val="1840"/>
              <a:buNone/>
              <a:defRPr sz="1417">
                <a:solidFill>
                  <a:srgbClr val="888888"/>
                </a:solidFill>
              </a:defRPr>
            </a:lvl3pPr>
            <a:lvl4pPr marL="1619951" lvl="3" indent="-202494" algn="l">
              <a:spcBef>
                <a:spcPts val="532"/>
              </a:spcBef>
              <a:spcAft>
                <a:spcPts val="0"/>
              </a:spcAft>
              <a:buSzPts val="1611"/>
              <a:buNone/>
              <a:defRPr sz="1241">
                <a:solidFill>
                  <a:srgbClr val="888888"/>
                </a:solidFill>
              </a:defRPr>
            </a:lvl4pPr>
            <a:lvl5pPr marL="2024939" lvl="4" indent="-202494" algn="l">
              <a:spcBef>
                <a:spcPts val="532"/>
              </a:spcBef>
              <a:spcAft>
                <a:spcPts val="0"/>
              </a:spcAft>
              <a:buSzPts val="1611"/>
              <a:buNone/>
              <a:defRPr sz="1241">
                <a:solidFill>
                  <a:srgbClr val="888888"/>
                </a:solidFill>
              </a:defRPr>
            </a:lvl5pPr>
            <a:lvl6pPr marL="2429927" lvl="5" indent="-202494" algn="l">
              <a:spcBef>
                <a:spcPts val="532"/>
              </a:spcBef>
              <a:spcAft>
                <a:spcPts val="0"/>
              </a:spcAft>
              <a:buSzPts val="1611"/>
              <a:buNone/>
              <a:defRPr sz="1241">
                <a:solidFill>
                  <a:srgbClr val="888888"/>
                </a:solidFill>
              </a:defRPr>
            </a:lvl6pPr>
            <a:lvl7pPr marL="2834914" lvl="6" indent="-202494" algn="l">
              <a:spcBef>
                <a:spcPts val="532"/>
              </a:spcBef>
              <a:spcAft>
                <a:spcPts val="0"/>
              </a:spcAft>
              <a:buSzPts val="1611"/>
              <a:buNone/>
              <a:defRPr sz="1241">
                <a:solidFill>
                  <a:srgbClr val="888888"/>
                </a:solidFill>
              </a:defRPr>
            </a:lvl7pPr>
            <a:lvl8pPr marL="3239902" lvl="7" indent="-202494" algn="l">
              <a:spcBef>
                <a:spcPts val="532"/>
              </a:spcBef>
              <a:spcAft>
                <a:spcPts val="0"/>
              </a:spcAft>
              <a:buSzPts val="1611"/>
              <a:buNone/>
              <a:defRPr sz="1241">
                <a:solidFill>
                  <a:srgbClr val="888888"/>
                </a:solidFill>
              </a:defRPr>
            </a:lvl8pPr>
            <a:lvl9pPr marL="3644890" lvl="8" indent="-202494" algn="l">
              <a:spcBef>
                <a:spcPts val="532"/>
              </a:spcBef>
              <a:spcAft>
                <a:spcPts val="532"/>
              </a:spcAft>
              <a:buSzPts val="1611"/>
              <a:buNone/>
              <a:defRPr sz="1241">
                <a:solidFill>
                  <a:srgbClr val="888888"/>
                </a:solidFill>
              </a:defRPr>
            </a:lvl9pPr>
          </a:lstStyle>
          <a:p>
            <a:endParaRPr/>
          </a:p>
        </p:txBody>
      </p:sp>
      <p:sp>
        <p:nvSpPr>
          <p:cNvPr id="52" name="Google Shape;52;p171"/>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71"/>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71"/>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cxnSp>
        <p:nvCxnSpPr>
          <p:cNvPr id="55" name="Google Shape;55;p171"/>
          <p:cNvCxnSpPr/>
          <p:nvPr/>
        </p:nvCxnSpPr>
        <p:spPr>
          <a:xfrm>
            <a:off x="1782886" y="3895256"/>
            <a:ext cx="7231182" cy="0"/>
          </a:xfrm>
          <a:prstGeom prst="straightConnector1">
            <a:avLst/>
          </a:prstGeom>
          <a:noFill/>
          <a:ln w="15875"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28983368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56"/>
        <p:cNvGrpSpPr/>
        <p:nvPr/>
      </p:nvGrpSpPr>
      <p:grpSpPr>
        <a:xfrm>
          <a:off x="0" y="0"/>
          <a:ext cx="0" cy="0"/>
          <a:chOff x="0" y="0"/>
          <a:chExt cx="0" cy="0"/>
        </a:xfrm>
      </p:grpSpPr>
      <p:cxnSp>
        <p:nvCxnSpPr>
          <p:cNvPr id="57" name="Google Shape;57;p172"/>
          <p:cNvCxnSpPr/>
          <p:nvPr/>
        </p:nvCxnSpPr>
        <p:spPr>
          <a:xfrm>
            <a:off x="1236738" y="2541979"/>
            <a:ext cx="8333054" cy="0"/>
          </a:xfrm>
          <a:prstGeom prst="straightConnector1">
            <a:avLst/>
          </a:prstGeom>
          <a:noFill/>
          <a:ln w="15875" cap="flat" cmpd="sng">
            <a:solidFill>
              <a:schemeClr val="accent1"/>
            </a:solidFill>
            <a:prstDash val="solid"/>
            <a:round/>
            <a:headEnd type="none" w="sm" len="sm"/>
            <a:tailEnd type="none" w="sm" len="sm"/>
          </a:ln>
        </p:spPr>
      </p:cxnSp>
      <p:sp>
        <p:nvSpPr>
          <p:cNvPr id="58" name="Google Shape;58;p172"/>
          <p:cNvSpPr txBox="1">
            <a:spLocks noGrp="1"/>
          </p:cNvSpPr>
          <p:nvPr>
            <p:ph type="title"/>
          </p:nvPr>
        </p:nvSpPr>
        <p:spPr>
          <a:xfrm>
            <a:off x="1147480" y="1031012"/>
            <a:ext cx="8504810" cy="136875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72"/>
          <p:cNvSpPr txBox="1">
            <a:spLocks noGrp="1"/>
          </p:cNvSpPr>
          <p:nvPr>
            <p:ph type="body" idx="1"/>
          </p:nvPr>
        </p:nvSpPr>
        <p:spPr>
          <a:xfrm>
            <a:off x="1150175" y="2687744"/>
            <a:ext cx="4179508" cy="3474868"/>
          </a:xfrm>
          <a:prstGeom prst="rect">
            <a:avLst/>
          </a:prstGeom>
          <a:noFill/>
          <a:ln>
            <a:noFill/>
          </a:ln>
        </p:spPr>
        <p:txBody>
          <a:bodyPr spcFirstLastPara="1" wrap="square" lIns="91425" tIns="45700" rIns="91425" bIns="45700" anchor="t" anchorCtr="0">
            <a:normAutofit/>
          </a:bodyPr>
          <a:lstStyle>
            <a:lvl1pPr marL="404988" lvl="0" indent="-318928" algn="l">
              <a:spcBef>
                <a:spcPts val="319"/>
              </a:spcBef>
              <a:spcAft>
                <a:spcPts val="0"/>
              </a:spcAft>
              <a:buSzPts val="2070"/>
              <a:buChar char="•"/>
              <a:defRPr/>
            </a:lvl1pPr>
            <a:lvl2pPr marL="809976" lvl="1" indent="-318927" algn="l">
              <a:spcBef>
                <a:spcPts val="532"/>
              </a:spcBef>
              <a:spcAft>
                <a:spcPts val="0"/>
              </a:spcAft>
              <a:buSzPts val="2070"/>
              <a:buChar char="•"/>
              <a:defRPr/>
            </a:lvl2pPr>
            <a:lvl3pPr marL="1214963" lvl="2" indent="-318927" algn="l">
              <a:spcBef>
                <a:spcPts val="532"/>
              </a:spcBef>
              <a:spcAft>
                <a:spcPts val="0"/>
              </a:spcAft>
              <a:buSzPts val="2070"/>
              <a:buChar char="•"/>
              <a:defRPr/>
            </a:lvl3pPr>
            <a:lvl4pPr marL="1619951" lvl="3" indent="-318927" algn="l">
              <a:spcBef>
                <a:spcPts val="532"/>
              </a:spcBef>
              <a:spcAft>
                <a:spcPts val="0"/>
              </a:spcAft>
              <a:buSzPts val="2070"/>
              <a:buChar char="•"/>
              <a:defRPr/>
            </a:lvl4pPr>
            <a:lvl5pPr marL="2024939" lvl="4" indent="-318928" algn="l">
              <a:spcBef>
                <a:spcPts val="532"/>
              </a:spcBef>
              <a:spcAft>
                <a:spcPts val="0"/>
              </a:spcAft>
              <a:buSzPts val="2070"/>
              <a:buChar char="•"/>
              <a:defRPr/>
            </a:lvl5pPr>
            <a:lvl6pPr marL="2429927" lvl="5" indent="-318928" algn="l">
              <a:spcBef>
                <a:spcPts val="532"/>
              </a:spcBef>
              <a:spcAft>
                <a:spcPts val="0"/>
              </a:spcAft>
              <a:buSzPts val="2070"/>
              <a:buChar char="•"/>
              <a:defRPr/>
            </a:lvl6pPr>
            <a:lvl7pPr marL="2834914" lvl="6" indent="-318928" algn="l">
              <a:spcBef>
                <a:spcPts val="532"/>
              </a:spcBef>
              <a:spcAft>
                <a:spcPts val="0"/>
              </a:spcAft>
              <a:buSzPts val="2070"/>
              <a:buChar char="•"/>
              <a:defRPr/>
            </a:lvl7pPr>
            <a:lvl8pPr marL="3239902" lvl="7" indent="-318928" algn="l">
              <a:spcBef>
                <a:spcPts val="532"/>
              </a:spcBef>
              <a:spcAft>
                <a:spcPts val="0"/>
              </a:spcAft>
              <a:buSzPts val="2070"/>
              <a:buChar char="•"/>
              <a:defRPr/>
            </a:lvl8pPr>
            <a:lvl9pPr marL="3644890" lvl="8" indent="-318928" algn="l">
              <a:spcBef>
                <a:spcPts val="532"/>
              </a:spcBef>
              <a:spcAft>
                <a:spcPts val="532"/>
              </a:spcAft>
              <a:buSzPts val="2070"/>
              <a:buChar char="•"/>
              <a:defRPr/>
            </a:lvl9pPr>
          </a:lstStyle>
          <a:p>
            <a:endParaRPr/>
          </a:p>
        </p:txBody>
      </p:sp>
      <p:sp>
        <p:nvSpPr>
          <p:cNvPr id="60" name="Google Shape;60;p172"/>
          <p:cNvSpPr txBox="1">
            <a:spLocks noGrp="1"/>
          </p:cNvSpPr>
          <p:nvPr>
            <p:ph type="body" idx="2"/>
          </p:nvPr>
        </p:nvSpPr>
        <p:spPr>
          <a:xfrm>
            <a:off x="5475480" y="2687744"/>
            <a:ext cx="4179508" cy="3474868"/>
          </a:xfrm>
          <a:prstGeom prst="rect">
            <a:avLst/>
          </a:prstGeom>
          <a:noFill/>
          <a:ln>
            <a:noFill/>
          </a:ln>
        </p:spPr>
        <p:txBody>
          <a:bodyPr spcFirstLastPara="1" wrap="square" lIns="91425" tIns="45700" rIns="91425" bIns="45700" anchor="t" anchorCtr="0">
            <a:normAutofit/>
          </a:bodyPr>
          <a:lstStyle>
            <a:lvl1pPr marL="404988" lvl="0" indent="-318928" algn="l">
              <a:spcBef>
                <a:spcPts val="319"/>
              </a:spcBef>
              <a:spcAft>
                <a:spcPts val="0"/>
              </a:spcAft>
              <a:buSzPts val="2070"/>
              <a:buChar char="•"/>
              <a:defRPr/>
            </a:lvl1pPr>
            <a:lvl2pPr marL="809976" lvl="1" indent="-318927" algn="l">
              <a:spcBef>
                <a:spcPts val="532"/>
              </a:spcBef>
              <a:spcAft>
                <a:spcPts val="0"/>
              </a:spcAft>
              <a:buSzPts val="2070"/>
              <a:buChar char="•"/>
              <a:defRPr/>
            </a:lvl2pPr>
            <a:lvl3pPr marL="1214963" lvl="2" indent="-318927" algn="l">
              <a:spcBef>
                <a:spcPts val="532"/>
              </a:spcBef>
              <a:spcAft>
                <a:spcPts val="0"/>
              </a:spcAft>
              <a:buSzPts val="2070"/>
              <a:buChar char="•"/>
              <a:defRPr/>
            </a:lvl3pPr>
            <a:lvl4pPr marL="1619951" lvl="3" indent="-318927" algn="l">
              <a:spcBef>
                <a:spcPts val="532"/>
              </a:spcBef>
              <a:spcAft>
                <a:spcPts val="0"/>
              </a:spcAft>
              <a:buSzPts val="2070"/>
              <a:buChar char="•"/>
              <a:defRPr/>
            </a:lvl4pPr>
            <a:lvl5pPr marL="2024939" lvl="4" indent="-318928" algn="l">
              <a:spcBef>
                <a:spcPts val="532"/>
              </a:spcBef>
              <a:spcAft>
                <a:spcPts val="0"/>
              </a:spcAft>
              <a:buSzPts val="2070"/>
              <a:buChar char="•"/>
              <a:defRPr/>
            </a:lvl5pPr>
            <a:lvl6pPr marL="2429927" lvl="5" indent="-318928" algn="l">
              <a:spcBef>
                <a:spcPts val="532"/>
              </a:spcBef>
              <a:spcAft>
                <a:spcPts val="0"/>
              </a:spcAft>
              <a:buSzPts val="2070"/>
              <a:buChar char="•"/>
              <a:defRPr/>
            </a:lvl6pPr>
            <a:lvl7pPr marL="2834914" lvl="6" indent="-318928" algn="l">
              <a:spcBef>
                <a:spcPts val="532"/>
              </a:spcBef>
              <a:spcAft>
                <a:spcPts val="0"/>
              </a:spcAft>
              <a:buSzPts val="2070"/>
              <a:buChar char="•"/>
              <a:defRPr/>
            </a:lvl7pPr>
            <a:lvl8pPr marL="3239902" lvl="7" indent="-318928" algn="l">
              <a:spcBef>
                <a:spcPts val="532"/>
              </a:spcBef>
              <a:spcAft>
                <a:spcPts val="0"/>
              </a:spcAft>
              <a:buSzPts val="2070"/>
              <a:buChar char="•"/>
              <a:defRPr/>
            </a:lvl8pPr>
            <a:lvl9pPr marL="3644890" lvl="8" indent="-318928" algn="l">
              <a:spcBef>
                <a:spcPts val="532"/>
              </a:spcBef>
              <a:spcAft>
                <a:spcPts val="532"/>
              </a:spcAft>
              <a:buSzPts val="2070"/>
              <a:buChar char="•"/>
              <a:defRPr/>
            </a:lvl9pPr>
          </a:lstStyle>
          <a:p>
            <a:endParaRPr/>
          </a:p>
        </p:txBody>
      </p:sp>
      <p:sp>
        <p:nvSpPr>
          <p:cNvPr id="61" name="Google Shape;61;p172"/>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72"/>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72"/>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311542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64"/>
        <p:cNvGrpSpPr/>
        <p:nvPr/>
      </p:nvGrpSpPr>
      <p:grpSpPr>
        <a:xfrm>
          <a:off x="0" y="0"/>
          <a:ext cx="0" cy="0"/>
          <a:chOff x="0" y="0"/>
          <a:chExt cx="0" cy="0"/>
        </a:xfrm>
      </p:grpSpPr>
      <p:sp>
        <p:nvSpPr>
          <p:cNvPr id="65" name="Google Shape;65;p173"/>
          <p:cNvSpPr txBox="1">
            <a:spLocks noGrp="1"/>
          </p:cNvSpPr>
          <p:nvPr>
            <p:ph type="title"/>
          </p:nvPr>
        </p:nvSpPr>
        <p:spPr>
          <a:xfrm>
            <a:off x="1147480" y="1031012"/>
            <a:ext cx="8504810" cy="136875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73"/>
          <p:cNvSpPr txBox="1">
            <a:spLocks noGrp="1"/>
          </p:cNvSpPr>
          <p:nvPr>
            <p:ph type="body" idx="1"/>
          </p:nvPr>
        </p:nvSpPr>
        <p:spPr>
          <a:xfrm>
            <a:off x="1147476" y="2790844"/>
            <a:ext cx="4179508" cy="604942"/>
          </a:xfrm>
          <a:prstGeom prst="rect">
            <a:avLst/>
          </a:prstGeom>
          <a:noFill/>
          <a:ln>
            <a:noFill/>
          </a:ln>
        </p:spPr>
        <p:txBody>
          <a:bodyPr spcFirstLastPara="1" wrap="square" lIns="91425" tIns="45700" rIns="91425" bIns="45700" anchor="b" anchorCtr="0">
            <a:noAutofit/>
          </a:bodyPr>
          <a:lstStyle>
            <a:lvl1pPr marL="404988" lvl="0" indent="-202494" algn="l">
              <a:spcBef>
                <a:spcPts val="595"/>
              </a:spcBef>
              <a:spcAft>
                <a:spcPts val="0"/>
              </a:spcAft>
              <a:buSzPts val="3220"/>
              <a:buNone/>
              <a:defRPr sz="2480" b="0">
                <a:solidFill>
                  <a:schemeClr val="accent1"/>
                </a:solidFill>
              </a:defRPr>
            </a:lvl1pPr>
            <a:lvl2pPr marL="809976" lvl="1" indent="-202494" algn="l">
              <a:spcBef>
                <a:spcPts val="532"/>
              </a:spcBef>
              <a:spcAft>
                <a:spcPts val="0"/>
              </a:spcAft>
              <a:buSzPts val="2300"/>
              <a:buNone/>
              <a:defRPr sz="1772" b="1"/>
            </a:lvl2pPr>
            <a:lvl3pPr marL="1214963" lvl="2" indent="-202494" algn="l">
              <a:spcBef>
                <a:spcPts val="532"/>
              </a:spcBef>
              <a:spcAft>
                <a:spcPts val="0"/>
              </a:spcAft>
              <a:buSzPts val="2071"/>
              <a:buNone/>
              <a:defRPr sz="1595" b="1"/>
            </a:lvl3pPr>
            <a:lvl4pPr marL="1619951" lvl="3" indent="-202494" algn="l">
              <a:spcBef>
                <a:spcPts val="532"/>
              </a:spcBef>
              <a:spcAft>
                <a:spcPts val="0"/>
              </a:spcAft>
              <a:buSzPts val="1840"/>
              <a:buNone/>
              <a:defRPr sz="1417" b="1"/>
            </a:lvl4pPr>
            <a:lvl5pPr marL="2024939" lvl="4" indent="-202494" algn="l">
              <a:spcBef>
                <a:spcPts val="532"/>
              </a:spcBef>
              <a:spcAft>
                <a:spcPts val="0"/>
              </a:spcAft>
              <a:buSzPts val="1840"/>
              <a:buNone/>
              <a:defRPr sz="1417" b="1"/>
            </a:lvl5pPr>
            <a:lvl6pPr marL="2429927" lvl="5" indent="-202494" algn="l">
              <a:spcBef>
                <a:spcPts val="532"/>
              </a:spcBef>
              <a:spcAft>
                <a:spcPts val="0"/>
              </a:spcAft>
              <a:buSzPts val="1840"/>
              <a:buNone/>
              <a:defRPr sz="1417" b="1"/>
            </a:lvl6pPr>
            <a:lvl7pPr marL="2834914" lvl="6" indent="-202494" algn="l">
              <a:spcBef>
                <a:spcPts val="532"/>
              </a:spcBef>
              <a:spcAft>
                <a:spcPts val="0"/>
              </a:spcAft>
              <a:buSzPts val="1840"/>
              <a:buNone/>
              <a:defRPr sz="1417" b="1"/>
            </a:lvl7pPr>
            <a:lvl8pPr marL="3239902" lvl="7" indent="-202494" algn="l">
              <a:spcBef>
                <a:spcPts val="532"/>
              </a:spcBef>
              <a:spcAft>
                <a:spcPts val="0"/>
              </a:spcAft>
              <a:buSzPts val="1840"/>
              <a:buNone/>
              <a:defRPr sz="1417" b="1"/>
            </a:lvl8pPr>
            <a:lvl9pPr marL="3644890" lvl="8" indent="-202494" algn="l">
              <a:spcBef>
                <a:spcPts val="532"/>
              </a:spcBef>
              <a:spcAft>
                <a:spcPts val="532"/>
              </a:spcAft>
              <a:buSzPts val="1840"/>
              <a:buNone/>
              <a:defRPr sz="1417" b="1"/>
            </a:lvl9pPr>
          </a:lstStyle>
          <a:p>
            <a:endParaRPr/>
          </a:p>
        </p:txBody>
      </p:sp>
      <p:sp>
        <p:nvSpPr>
          <p:cNvPr id="67" name="Google Shape;67;p173"/>
          <p:cNvSpPr txBox="1">
            <a:spLocks noGrp="1"/>
          </p:cNvSpPr>
          <p:nvPr>
            <p:ph type="body" idx="2"/>
          </p:nvPr>
        </p:nvSpPr>
        <p:spPr>
          <a:xfrm>
            <a:off x="1147476" y="3404677"/>
            <a:ext cx="4179508" cy="2763626"/>
          </a:xfrm>
          <a:prstGeom prst="rect">
            <a:avLst/>
          </a:prstGeom>
          <a:noFill/>
          <a:ln>
            <a:noFill/>
          </a:ln>
        </p:spPr>
        <p:txBody>
          <a:bodyPr spcFirstLastPara="1" wrap="square" lIns="91425" tIns="45700" rIns="91425" bIns="45700" anchor="t" anchorCtr="0">
            <a:normAutofit/>
          </a:bodyPr>
          <a:lstStyle>
            <a:lvl1pPr marL="404988" lvl="0" indent="-318928" algn="l">
              <a:spcBef>
                <a:spcPts val="319"/>
              </a:spcBef>
              <a:spcAft>
                <a:spcPts val="0"/>
              </a:spcAft>
              <a:buSzPts val="2070"/>
              <a:buChar char="•"/>
              <a:defRPr/>
            </a:lvl1pPr>
            <a:lvl2pPr marL="809976" lvl="1" indent="-318927" algn="l">
              <a:spcBef>
                <a:spcPts val="532"/>
              </a:spcBef>
              <a:spcAft>
                <a:spcPts val="0"/>
              </a:spcAft>
              <a:buSzPts val="2070"/>
              <a:buChar char="•"/>
              <a:defRPr/>
            </a:lvl2pPr>
            <a:lvl3pPr marL="1214963" lvl="2" indent="-318927" algn="l">
              <a:spcBef>
                <a:spcPts val="532"/>
              </a:spcBef>
              <a:spcAft>
                <a:spcPts val="0"/>
              </a:spcAft>
              <a:buSzPts val="2070"/>
              <a:buChar char="•"/>
              <a:defRPr/>
            </a:lvl3pPr>
            <a:lvl4pPr marL="1619951" lvl="3" indent="-318927" algn="l">
              <a:spcBef>
                <a:spcPts val="532"/>
              </a:spcBef>
              <a:spcAft>
                <a:spcPts val="0"/>
              </a:spcAft>
              <a:buSzPts val="2070"/>
              <a:buChar char="•"/>
              <a:defRPr/>
            </a:lvl4pPr>
            <a:lvl5pPr marL="2024939" lvl="4" indent="-318928" algn="l">
              <a:spcBef>
                <a:spcPts val="532"/>
              </a:spcBef>
              <a:spcAft>
                <a:spcPts val="0"/>
              </a:spcAft>
              <a:buSzPts val="2070"/>
              <a:buChar char="•"/>
              <a:defRPr/>
            </a:lvl5pPr>
            <a:lvl6pPr marL="2429927" lvl="5" indent="-318928" algn="l">
              <a:spcBef>
                <a:spcPts val="532"/>
              </a:spcBef>
              <a:spcAft>
                <a:spcPts val="0"/>
              </a:spcAft>
              <a:buSzPts val="2070"/>
              <a:buChar char="•"/>
              <a:defRPr/>
            </a:lvl6pPr>
            <a:lvl7pPr marL="2834914" lvl="6" indent="-318928" algn="l">
              <a:spcBef>
                <a:spcPts val="532"/>
              </a:spcBef>
              <a:spcAft>
                <a:spcPts val="0"/>
              </a:spcAft>
              <a:buSzPts val="2070"/>
              <a:buChar char="•"/>
              <a:defRPr/>
            </a:lvl7pPr>
            <a:lvl8pPr marL="3239902" lvl="7" indent="-318928" algn="l">
              <a:spcBef>
                <a:spcPts val="532"/>
              </a:spcBef>
              <a:spcAft>
                <a:spcPts val="0"/>
              </a:spcAft>
              <a:buSzPts val="2070"/>
              <a:buChar char="•"/>
              <a:defRPr/>
            </a:lvl8pPr>
            <a:lvl9pPr marL="3644890" lvl="8" indent="-318928" algn="l">
              <a:spcBef>
                <a:spcPts val="532"/>
              </a:spcBef>
              <a:spcAft>
                <a:spcPts val="532"/>
              </a:spcAft>
              <a:buSzPts val="2070"/>
              <a:buChar char="•"/>
              <a:defRPr/>
            </a:lvl9pPr>
          </a:lstStyle>
          <a:p>
            <a:endParaRPr/>
          </a:p>
        </p:txBody>
      </p:sp>
      <p:sp>
        <p:nvSpPr>
          <p:cNvPr id="68" name="Google Shape;68;p173"/>
          <p:cNvSpPr txBox="1">
            <a:spLocks noGrp="1"/>
          </p:cNvSpPr>
          <p:nvPr>
            <p:ph type="body" idx="3"/>
          </p:nvPr>
        </p:nvSpPr>
        <p:spPr>
          <a:xfrm>
            <a:off x="5474883" y="2790844"/>
            <a:ext cx="4179508" cy="604942"/>
          </a:xfrm>
          <a:prstGeom prst="rect">
            <a:avLst/>
          </a:prstGeom>
          <a:noFill/>
          <a:ln>
            <a:noFill/>
          </a:ln>
        </p:spPr>
        <p:txBody>
          <a:bodyPr spcFirstLastPara="1" wrap="square" lIns="91425" tIns="45700" rIns="91425" bIns="45700" anchor="b" anchorCtr="0">
            <a:noAutofit/>
          </a:bodyPr>
          <a:lstStyle>
            <a:lvl1pPr marL="404988" lvl="0" indent="-202494" algn="l">
              <a:spcBef>
                <a:spcPts val="595"/>
              </a:spcBef>
              <a:spcAft>
                <a:spcPts val="0"/>
              </a:spcAft>
              <a:buSzPts val="3220"/>
              <a:buNone/>
              <a:defRPr sz="2480" b="0">
                <a:solidFill>
                  <a:schemeClr val="accent1"/>
                </a:solidFill>
              </a:defRPr>
            </a:lvl1pPr>
            <a:lvl2pPr marL="809976" lvl="1" indent="-202494" algn="l">
              <a:spcBef>
                <a:spcPts val="532"/>
              </a:spcBef>
              <a:spcAft>
                <a:spcPts val="0"/>
              </a:spcAft>
              <a:buSzPts val="2300"/>
              <a:buNone/>
              <a:defRPr sz="1772" b="1"/>
            </a:lvl2pPr>
            <a:lvl3pPr marL="1214963" lvl="2" indent="-202494" algn="l">
              <a:spcBef>
                <a:spcPts val="532"/>
              </a:spcBef>
              <a:spcAft>
                <a:spcPts val="0"/>
              </a:spcAft>
              <a:buSzPts val="2071"/>
              <a:buNone/>
              <a:defRPr sz="1595" b="1"/>
            </a:lvl3pPr>
            <a:lvl4pPr marL="1619951" lvl="3" indent="-202494" algn="l">
              <a:spcBef>
                <a:spcPts val="532"/>
              </a:spcBef>
              <a:spcAft>
                <a:spcPts val="0"/>
              </a:spcAft>
              <a:buSzPts val="1840"/>
              <a:buNone/>
              <a:defRPr sz="1417" b="1"/>
            </a:lvl4pPr>
            <a:lvl5pPr marL="2024939" lvl="4" indent="-202494" algn="l">
              <a:spcBef>
                <a:spcPts val="532"/>
              </a:spcBef>
              <a:spcAft>
                <a:spcPts val="0"/>
              </a:spcAft>
              <a:buSzPts val="1840"/>
              <a:buNone/>
              <a:defRPr sz="1417" b="1"/>
            </a:lvl5pPr>
            <a:lvl6pPr marL="2429927" lvl="5" indent="-202494" algn="l">
              <a:spcBef>
                <a:spcPts val="532"/>
              </a:spcBef>
              <a:spcAft>
                <a:spcPts val="0"/>
              </a:spcAft>
              <a:buSzPts val="1840"/>
              <a:buNone/>
              <a:defRPr sz="1417" b="1"/>
            </a:lvl6pPr>
            <a:lvl7pPr marL="2834914" lvl="6" indent="-202494" algn="l">
              <a:spcBef>
                <a:spcPts val="532"/>
              </a:spcBef>
              <a:spcAft>
                <a:spcPts val="0"/>
              </a:spcAft>
              <a:buSzPts val="1840"/>
              <a:buNone/>
              <a:defRPr sz="1417" b="1"/>
            </a:lvl7pPr>
            <a:lvl8pPr marL="3239902" lvl="7" indent="-202494" algn="l">
              <a:spcBef>
                <a:spcPts val="532"/>
              </a:spcBef>
              <a:spcAft>
                <a:spcPts val="0"/>
              </a:spcAft>
              <a:buSzPts val="1840"/>
              <a:buNone/>
              <a:defRPr sz="1417" b="1"/>
            </a:lvl8pPr>
            <a:lvl9pPr marL="3644890" lvl="8" indent="-202494" algn="l">
              <a:spcBef>
                <a:spcPts val="532"/>
              </a:spcBef>
              <a:spcAft>
                <a:spcPts val="532"/>
              </a:spcAft>
              <a:buSzPts val="1840"/>
              <a:buNone/>
              <a:defRPr sz="1417" b="1"/>
            </a:lvl9pPr>
          </a:lstStyle>
          <a:p>
            <a:endParaRPr/>
          </a:p>
        </p:txBody>
      </p:sp>
      <p:sp>
        <p:nvSpPr>
          <p:cNvPr id="69" name="Google Shape;69;p173"/>
          <p:cNvSpPr txBox="1">
            <a:spLocks noGrp="1"/>
          </p:cNvSpPr>
          <p:nvPr>
            <p:ph type="body" idx="4"/>
          </p:nvPr>
        </p:nvSpPr>
        <p:spPr>
          <a:xfrm>
            <a:off x="5474883" y="3404677"/>
            <a:ext cx="4179508" cy="2763626"/>
          </a:xfrm>
          <a:prstGeom prst="rect">
            <a:avLst/>
          </a:prstGeom>
          <a:noFill/>
          <a:ln>
            <a:noFill/>
          </a:ln>
        </p:spPr>
        <p:txBody>
          <a:bodyPr spcFirstLastPara="1" wrap="square" lIns="91425" tIns="45700" rIns="91425" bIns="45700" anchor="t" anchorCtr="0">
            <a:normAutofit/>
          </a:bodyPr>
          <a:lstStyle>
            <a:lvl1pPr marL="404988" lvl="0" indent="-318928" algn="l">
              <a:spcBef>
                <a:spcPts val="319"/>
              </a:spcBef>
              <a:spcAft>
                <a:spcPts val="0"/>
              </a:spcAft>
              <a:buSzPts val="2070"/>
              <a:buChar char="•"/>
              <a:defRPr/>
            </a:lvl1pPr>
            <a:lvl2pPr marL="809976" lvl="1" indent="-318927" algn="l">
              <a:spcBef>
                <a:spcPts val="532"/>
              </a:spcBef>
              <a:spcAft>
                <a:spcPts val="0"/>
              </a:spcAft>
              <a:buSzPts val="2070"/>
              <a:buChar char="•"/>
              <a:defRPr/>
            </a:lvl2pPr>
            <a:lvl3pPr marL="1214963" lvl="2" indent="-318927" algn="l">
              <a:spcBef>
                <a:spcPts val="532"/>
              </a:spcBef>
              <a:spcAft>
                <a:spcPts val="0"/>
              </a:spcAft>
              <a:buSzPts val="2070"/>
              <a:buChar char="•"/>
              <a:defRPr/>
            </a:lvl3pPr>
            <a:lvl4pPr marL="1619951" lvl="3" indent="-318927" algn="l">
              <a:spcBef>
                <a:spcPts val="532"/>
              </a:spcBef>
              <a:spcAft>
                <a:spcPts val="0"/>
              </a:spcAft>
              <a:buSzPts val="2070"/>
              <a:buChar char="•"/>
              <a:defRPr/>
            </a:lvl4pPr>
            <a:lvl5pPr marL="2024939" lvl="4" indent="-318928" algn="l">
              <a:spcBef>
                <a:spcPts val="532"/>
              </a:spcBef>
              <a:spcAft>
                <a:spcPts val="0"/>
              </a:spcAft>
              <a:buSzPts val="2070"/>
              <a:buChar char="•"/>
              <a:defRPr/>
            </a:lvl5pPr>
            <a:lvl6pPr marL="2429927" lvl="5" indent="-318928" algn="l">
              <a:spcBef>
                <a:spcPts val="532"/>
              </a:spcBef>
              <a:spcAft>
                <a:spcPts val="0"/>
              </a:spcAft>
              <a:buSzPts val="2070"/>
              <a:buChar char="•"/>
              <a:defRPr/>
            </a:lvl6pPr>
            <a:lvl7pPr marL="2834914" lvl="6" indent="-318928" algn="l">
              <a:spcBef>
                <a:spcPts val="532"/>
              </a:spcBef>
              <a:spcAft>
                <a:spcPts val="0"/>
              </a:spcAft>
              <a:buSzPts val="2070"/>
              <a:buChar char="•"/>
              <a:defRPr/>
            </a:lvl7pPr>
            <a:lvl8pPr marL="3239902" lvl="7" indent="-318928" algn="l">
              <a:spcBef>
                <a:spcPts val="532"/>
              </a:spcBef>
              <a:spcAft>
                <a:spcPts val="0"/>
              </a:spcAft>
              <a:buSzPts val="2070"/>
              <a:buChar char="•"/>
              <a:defRPr/>
            </a:lvl8pPr>
            <a:lvl9pPr marL="3644890" lvl="8" indent="-318928" algn="l">
              <a:spcBef>
                <a:spcPts val="532"/>
              </a:spcBef>
              <a:spcAft>
                <a:spcPts val="532"/>
              </a:spcAft>
              <a:buSzPts val="2070"/>
              <a:buChar char="•"/>
              <a:defRPr/>
            </a:lvl9pPr>
          </a:lstStyle>
          <a:p>
            <a:endParaRPr/>
          </a:p>
        </p:txBody>
      </p:sp>
      <p:sp>
        <p:nvSpPr>
          <p:cNvPr id="70" name="Google Shape;70;p173"/>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73"/>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3"/>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cxnSp>
        <p:nvCxnSpPr>
          <p:cNvPr id="73" name="Google Shape;73;p173"/>
          <p:cNvCxnSpPr/>
          <p:nvPr/>
        </p:nvCxnSpPr>
        <p:spPr>
          <a:xfrm>
            <a:off x="1236738" y="2541979"/>
            <a:ext cx="8333054" cy="0"/>
          </a:xfrm>
          <a:prstGeom prst="straightConnector1">
            <a:avLst/>
          </a:prstGeom>
          <a:noFill/>
          <a:ln w="15875"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40790087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74"/>
        <p:cNvGrpSpPr/>
        <p:nvPr/>
      </p:nvGrpSpPr>
      <p:grpSpPr>
        <a:xfrm>
          <a:off x="0" y="0"/>
          <a:ext cx="0" cy="0"/>
          <a:chOff x="0" y="0"/>
          <a:chExt cx="0" cy="0"/>
        </a:xfrm>
      </p:grpSpPr>
      <p:sp>
        <p:nvSpPr>
          <p:cNvPr id="75" name="Google Shape;75;p174"/>
          <p:cNvSpPr txBox="1">
            <a:spLocks noGrp="1"/>
          </p:cNvSpPr>
          <p:nvPr>
            <p:ph type="title"/>
          </p:nvPr>
        </p:nvSpPr>
        <p:spPr>
          <a:xfrm>
            <a:off x="1146070" y="1457639"/>
            <a:ext cx="3293835" cy="1439863"/>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126"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74"/>
          <p:cNvSpPr txBox="1">
            <a:spLocks noGrp="1"/>
          </p:cNvSpPr>
          <p:nvPr>
            <p:ph type="body" idx="1"/>
          </p:nvPr>
        </p:nvSpPr>
        <p:spPr>
          <a:xfrm>
            <a:off x="4799899" y="1031013"/>
            <a:ext cx="4844894" cy="5137289"/>
          </a:xfrm>
          <a:prstGeom prst="rect">
            <a:avLst/>
          </a:prstGeom>
          <a:noFill/>
          <a:ln>
            <a:noFill/>
          </a:ln>
        </p:spPr>
        <p:txBody>
          <a:bodyPr spcFirstLastPara="1" wrap="square" lIns="91425" tIns="45700" rIns="91425" bIns="45700" anchor="ctr" anchorCtr="0">
            <a:normAutofit/>
          </a:bodyPr>
          <a:lstStyle>
            <a:lvl1pPr marL="404988" lvl="0" indent="-318928" algn="l">
              <a:spcBef>
                <a:spcPts val="319"/>
              </a:spcBef>
              <a:spcAft>
                <a:spcPts val="0"/>
              </a:spcAft>
              <a:buSzPts val="2070"/>
              <a:buChar char="•"/>
              <a:defRPr/>
            </a:lvl1pPr>
            <a:lvl2pPr marL="809976" lvl="1" indent="-318927" algn="l">
              <a:spcBef>
                <a:spcPts val="532"/>
              </a:spcBef>
              <a:spcAft>
                <a:spcPts val="0"/>
              </a:spcAft>
              <a:buSzPts val="2070"/>
              <a:buChar char="•"/>
              <a:defRPr/>
            </a:lvl2pPr>
            <a:lvl3pPr marL="1214963" lvl="2" indent="-318927" algn="l">
              <a:spcBef>
                <a:spcPts val="532"/>
              </a:spcBef>
              <a:spcAft>
                <a:spcPts val="0"/>
              </a:spcAft>
              <a:buSzPts val="2070"/>
              <a:buChar char="•"/>
              <a:defRPr/>
            </a:lvl3pPr>
            <a:lvl4pPr marL="1619951" lvl="3" indent="-318927" algn="l">
              <a:spcBef>
                <a:spcPts val="532"/>
              </a:spcBef>
              <a:spcAft>
                <a:spcPts val="0"/>
              </a:spcAft>
              <a:buSzPts val="2070"/>
              <a:buChar char="•"/>
              <a:defRPr/>
            </a:lvl4pPr>
            <a:lvl5pPr marL="2024939" lvl="4" indent="-318928" algn="l">
              <a:spcBef>
                <a:spcPts val="532"/>
              </a:spcBef>
              <a:spcAft>
                <a:spcPts val="0"/>
              </a:spcAft>
              <a:buSzPts val="2070"/>
              <a:buChar char="•"/>
              <a:defRPr/>
            </a:lvl5pPr>
            <a:lvl6pPr marL="2429927" lvl="5" indent="-318928" algn="l">
              <a:spcBef>
                <a:spcPts val="532"/>
              </a:spcBef>
              <a:spcAft>
                <a:spcPts val="0"/>
              </a:spcAft>
              <a:buSzPts val="2070"/>
              <a:buChar char="•"/>
              <a:defRPr/>
            </a:lvl6pPr>
            <a:lvl7pPr marL="2834914" lvl="6" indent="-318928" algn="l">
              <a:spcBef>
                <a:spcPts val="532"/>
              </a:spcBef>
              <a:spcAft>
                <a:spcPts val="0"/>
              </a:spcAft>
              <a:buSzPts val="2070"/>
              <a:buChar char="•"/>
              <a:defRPr/>
            </a:lvl7pPr>
            <a:lvl8pPr marL="3239902" lvl="7" indent="-318928" algn="l">
              <a:spcBef>
                <a:spcPts val="532"/>
              </a:spcBef>
              <a:spcAft>
                <a:spcPts val="0"/>
              </a:spcAft>
              <a:buSzPts val="2070"/>
              <a:buChar char="•"/>
              <a:defRPr/>
            </a:lvl8pPr>
            <a:lvl9pPr marL="3644890" lvl="8" indent="-318928" algn="l">
              <a:spcBef>
                <a:spcPts val="532"/>
              </a:spcBef>
              <a:spcAft>
                <a:spcPts val="532"/>
              </a:spcAft>
              <a:buSzPts val="2070"/>
              <a:buChar char="•"/>
              <a:defRPr/>
            </a:lvl9pPr>
          </a:lstStyle>
          <a:p>
            <a:endParaRPr/>
          </a:p>
        </p:txBody>
      </p:sp>
      <p:sp>
        <p:nvSpPr>
          <p:cNvPr id="77" name="Google Shape;77;p174"/>
          <p:cNvSpPr txBox="1">
            <a:spLocks noGrp="1"/>
          </p:cNvSpPr>
          <p:nvPr>
            <p:ph type="body" idx="2"/>
          </p:nvPr>
        </p:nvSpPr>
        <p:spPr>
          <a:xfrm>
            <a:off x="1146070" y="3181917"/>
            <a:ext cx="3293835" cy="2559760"/>
          </a:xfrm>
          <a:prstGeom prst="rect">
            <a:avLst/>
          </a:prstGeom>
          <a:noFill/>
          <a:ln>
            <a:noFill/>
          </a:ln>
        </p:spPr>
        <p:txBody>
          <a:bodyPr spcFirstLastPara="1" wrap="square" lIns="91425" tIns="45700" rIns="91425" bIns="45700" anchor="t" anchorCtr="0">
            <a:normAutofit/>
          </a:bodyPr>
          <a:lstStyle>
            <a:lvl1pPr marL="404988" lvl="0" indent="-202494" algn="ctr">
              <a:spcBef>
                <a:spcPts val="283"/>
              </a:spcBef>
              <a:spcAft>
                <a:spcPts val="0"/>
              </a:spcAft>
              <a:buSzPts val="1840"/>
              <a:buNone/>
              <a:defRPr sz="1417"/>
            </a:lvl1pPr>
            <a:lvl2pPr marL="809976" lvl="1" indent="-202494" algn="l">
              <a:spcBef>
                <a:spcPts val="532"/>
              </a:spcBef>
              <a:spcAft>
                <a:spcPts val="0"/>
              </a:spcAft>
              <a:buSzPts val="1380"/>
              <a:buNone/>
              <a:defRPr sz="1063"/>
            </a:lvl2pPr>
            <a:lvl3pPr marL="1214963" lvl="2" indent="-202494" algn="l">
              <a:spcBef>
                <a:spcPts val="532"/>
              </a:spcBef>
              <a:spcAft>
                <a:spcPts val="0"/>
              </a:spcAft>
              <a:buSzPts val="1151"/>
              <a:buNone/>
              <a:defRPr sz="887"/>
            </a:lvl3pPr>
            <a:lvl4pPr marL="1619951" lvl="3" indent="-202494" algn="l">
              <a:spcBef>
                <a:spcPts val="532"/>
              </a:spcBef>
              <a:spcAft>
                <a:spcPts val="0"/>
              </a:spcAft>
              <a:buSzPts val="1035"/>
              <a:buNone/>
              <a:defRPr sz="797"/>
            </a:lvl4pPr>
            <a:lvl5pPr marL="2024939" lvl="4" indent="-202494" algn="l">
              <a:spcBef>
                <a:spcPts val="532"/>
              </a:spcBef>
              <a:spcAft>
                <a:spcPts val="0"/>
              </a:spcAft>
              <a:buSzPts val="1035"/>
              <a:buNone/>
              <a:defRPr sz="797"/>
            </a:lvl5pPr>
            <a:lvl6pPr marL="2429927" lvl="5" indent="-202494" algn="l">
              <a:spcBef>
                <a:spcPts val="532"/>
              </a:spcBef>
              <a:spcAft>
                <a:spcPts val="0"/>
              </a:spcAft>
              <a:buSzPts val="1035"/>
              <a:buNone/>
              <a:defRPr sz="797"/>
            </a:lvl6pPr>
            <a:lvl7pPr marL="2834914" lvl="6" indent="-202494" algn="l">
              <a:spcBef>
                <a:spcPts val="532"/>
              </a:spcBef>
              <a:spcAft>
                <a:spcPts val="0"/>
              </a:spcAft>
              <a:buSzPts val="1035"/>
              <a:buNone/>
              <a:defRPr sz="797"/>
            </a:lvl7pPr>
            <a:lvl8pPr marL="3239902" lvl="7" indent="-202494" algn="l">
              <a:spcBef>
                <a:spcPts val="532"/>
              </a:spcBef>
              <a:spcAft>
                <a:spcPts val="0"/>
              </a:spcAft>
              <a:buSzPts val="1035"/>
              <a:buNone/>
              <a:defRPr sz="797"/>
            </a:lvl8pPr>
            <a:lvl9pPr marL="3644890" lvl="8" indent="-202494" algn="l">
              <a:spcBef>
                <a:spcPts val="532"/>
              </a:spcBef>
              <a:spcAft>
                <a:spcPts val="532"/>
              </a:spcAft>
              <a:buSzPts val="1035"/>
              <a:buNone/>
              <a:defRPr sz="797"/>
            </a:lvl9pPr>
          </a:lstStyle>
          <a:p>
            <a:endParaRPr/>
          </a:p>
        </p:txBody>
      </p:sp>
      <p:sp>
        <p:nvSpPr>
          <p:cNvPr id="78" name="Google Shape;78;p174"/>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4"/>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74"/>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cxnSp>
        <p:nvCxnSpPr>
          <p:cNvPr id="81" name="Google Shape;81;p174"/>
          <p:cNvCxnSpPr/>
          <p:nvPr/>
        </p:nvCxnSpPr>
        <p:spPr>
          <a:xfrm>
            <a:off x="1236739" y="3057486"/>
            <a:ext cx="3113168" cy="0"/>
          </a:xfrm>
          <a:prstGeom prst="straightConnector1">
            <a:avLst/>
          </a:prstGeom>
          <a:noFill/>
          <a:ln w="15875"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1241105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82"/>
        <p:cNvGrpSpPr/>
        <p:nvPr/>
      </p:nvGrpSpPr>
      <p:grpSpPr>
        <a:xfrm>
          <a:off x="0" y="0"/>
          <a:ext cx="0" cy="0"/>
          <a:chOff x="0" y="0"/>
          <a:chExt cx="0" cy="0"/>
        </a:xfrm>
      </p:grpSpPr>
      <p:sp>
        <p:nvSpPr>
          <p:cNvPr id="83" name="Google Shape;83;p175"/>
          <p:cNvSpPr txBox="1">
            <a:spLocks noGrp="1"/>
          </p:cNvSpPr>
          <p:nvPr>
            <p:ph type="title"/>
          </p:nvPr>
        </p:nvSpPr>
        <p:spPr>
          <a:xfrm>
            <a:off x="1147475" y="1977587"/>
            <a:ext cx="5529047" cy="1439863"/>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800"/>
              <a:buFont typeface="Garamond"/>
              <a:buNone/>
              <a:defRPr sz="248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5"/>
          <p:cNvSpPr>
            <a:spLocks noGrp="1"/>
          </p:cNvSpPr>
          <p:nvPr>
            <p:ph type="pic" idx="2"/>
          </p:nvPr>
        </p:nvSpPr>
        <p:spPr>
          <a:xfrm>
            <a:off x="7170463" y="1093229"/>
            <a:ext cx="2713536" cy="5012855"/>
          </a:xfrm>
          <a:prstGeom prst="roundRect">
            <a:avLst>
              <a:gd name="adj" fmla="val 0"/>
            </a:avLst>
          </a:prstGeom>
          <a:noFill/>
          <a:ln w="57150" cap="flat" cmpd="thickThin">
            <a:solidFill>
              <a:srgbClr val="7F7F7F"/>
            </a:solidFill>
            <a:prstDash val="solid"/>
            <a:miter lim="800000"/>
            <a:headEnd type="none" w="sm" len="sm"/>
            <a:tailEnd type="none" w="sm" len="sm"/>
          </a:ln>
        </p:spPr>
        <p:txBody>
          <a:bodyPr spcFirstLastPara="1" wrap="square" lIns="91425" tIns="45700" rIns="91425" bIns="45700" anchor="t" anchorCtr="0">
            <a:normAutofit/>
          </a:bodyPr>
          <a:lstStyle>
            <a:lvl1pPr marR="0" lvl="0" algn="ctr" rtl="0">
              <a:spcBef>
                <a:spcPts val="283"/>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1pPr>
            <a:lvl2pPr marR="0" lvl="1"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2pPr>
            <a:lvl3pPr marR="0" lvl="2"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3pPr>
            <a:lvl4pPr marR="0" lvl="3"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4pPr>
            <a:lvl5pPr marR="0" lvl="4"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5pPr>
            <a:lvl6pPr marR="0" lvl="5"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6pPr>
            <a:lvl7pPr marR="0" lvl="6"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7pPr>
            <a:lvl8pPr marR="0" lvl="7"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8pPr>
            <a:lvl9pPr marR="0" lvl="8" algn="l" rtl="0">
              <a:spcBef>
                <a:spcPts val="532"/>
              </a:spcBef>
              <a:spcAft>
                <a:spcPts val="532"/>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9pPr>
          </a:lstStyle>
          <a:p>
            <a:endParaRPr/>
          </a:p>
        </p:txBody>
      </p:sp>
      <p:sp>
        <p:nvSpPr>
          <p:cNvPr id="85" name="Google Shape;85;p175"/>
          <p:cNvSpPr txBox="1">
            <a:spLocks noGrp="1"/>
          </p:cNvSpPr>
          <p:nvPr>
            <p:ph type="body" idx="1"/>
          </p:nvPr>
        </p:nvSpPr>
        <p:spPr>
          <a:xfrm>
            <a:off x="1147475" y="3417450"/>
            <a:ext cx="5529047" cy="1919817"/>
          </a:xfrm>
          <a:prstGeom prst="rect">
            <a:avLst/>
          </a:prstGeom>
          <a:noFill/>
          <a:ln>
            <a:noFill/>
          </a:ln>
        </p:spPr>
        <p:txBody>
          <a:bodyPr spcFirstLastPara="1" wrap="square" lIns="91425" tIns="45700" rIns="91425" bIns="45700" anchor="t" anchorCtr="0">
            <a:normAutofit/>
          </a:bodyPr>
          <a:lstStyle>
            <a:lvl1pPr marL="404988" lvl="0" indent="-202494" algn="ctr">
              <a:spcBef>
                <a:spcPts val="319"/>
              </a:spcBef>
              <a:spcAft>
                <a:spcPts val="0"/>
              </a:spcAft>
              <a:buSzPts val="2071"/>
              <a:buNone/>
              <a:defRPr sz="1595"/>
            </a:lvl1pPr>
            <a:lvl2pPr marL="809976" lvl="1" indent="-202494" algn="l">
              <a:spcBef>
                <a:spcPts val="532"/>
              </a:spcBef>
              <a:spcAft>
                <a:spcPts val="0"/>
              </a:spcAft>
              <a:buSzPts val="1380"/>
              <a:buNone/>
              <a:defRPr sz="1063"/>
            </a:lvl2pPr>
            <a:lvl3pPr marL="1214963" lvl="2" indent="-202494" algn="l">
              <a:spcBef>
                <a:spcPts val="532"/>
              </a:spcBef>
              <a:spcAft>
                <a:spcPts val="0"/>
              </a:spcAft>
              <a:buSzPts val="1151"/>
              <a:buNone/>
              <a:defRPr sz="887"/>
            </a:lvl3pPr>
            <a:lvl4pPr marL="1619951" lvl="3" indent="-202494" algn="l">
              <a:spcBef>
                <a:spcPts val="532"/>
              </a:spcBef>
              <a:spcAft>
                <a:spcPts val="0"/>
              </a:spcAft>
              <a:buSzPts val="1035"/>
              <a:buNone/>
              <a:defRPr sz="797"/>
            </a:lvl4pPr>
            <a:lvl5pPr marL="2024939" lvl="4" indent="-202494" algn="l">
              <a:spcBef>
                <a:spcPts val="532"/>
              </a:spcBef>
              <a:spcAft>
                <a:spcPts val="0"/>
              </a:spcAft>
              <a:buSzPts val="1035"/>
              <a:buNone/>
              <a:defRPr sz="797"/>
            </a:lvl5pPr>
            <a:lvl6pPr marL="2429927" lvl="5" indent="-202494" algn="l">
              <a:spcBef>
                <a:spcPts val="532"/>
              </a:spcBef>
              <a:spcAft>
                <a:spcPts val="0"/>
              </a:spcAft>
              <a:buSzPts val="1035"/>
              <a:buNone/>
              <a:defRPr sz="797"/>
            </a:lvl6pPr>
            <a:lvl7pPr marL="2834914" lvl="6" indent="-202494" algn="l">
              <a:spcBef>
                <a:spcPts val="532"/>
              </a:spcBef>
              <a:spcAft>
                <a:spcPts val="0"/>
              </a:spcAft>
              <a:buSzPts val="1035"/>
              <a:buNone/>
              <a:defRPr sz="797"/>
            </a:lvl7pPr>
            <a:lvl8pPr marL="3239902" lvl="7" indent="-202494" algn="l">
              <a:spcBef>
                <a:spcPts val="532"/>
              </a:spcBef>
              <a:spcAft>
                <a:spcPts val="0"/>
              </a:spcAft>
              <a:buSzPts val="1035"/>
              <a:buNone/>
              <a:defRPr sz="797"/>
            </a:lvl8pPr>
            <a:lvl9pPr marL="3644890" lvl="8" indent="-202494" algn="l">
              <a:spcBef>
                <a:spcPts val="532"/>
              </a:spcBef>
              <a:spcAft>
                <a:spcPts val="532"/>
              </a:spcAft>
              <a:buSzPts val="1035"/>
              <a:buNone/>
              <a:defRPr sz="797"/>
            </a:lvl9pPr>
          </a:lstStyle>
          <a:p>
            <a:endParaRPr/>
          </a:p>
        </p:txBody>
      </p:sp>
      <p:sp>
        <p:nvSpPr>
          <p:cNvPr id="86" name="Google Shape;86;p175"/>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75"/>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75"/>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010500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89"/>
        <p:cNvGrpSpPr/>
        <p:nvPr/>
      </p:nvGrpSpPr>
      <p:grpSpPr>
        <a:xfrm>
          <a:off x="0" y="0"/>
          <a:ext cx="0" cy="0"/>
          <a:chOff x="0" y="0"/>
          <a:chExt cx="0" cy="0"/>
        </a:xfrm>
      </p:grpSpPr>
      <p:sp>
        <p:nvSpPr>
          <p:cNvPr id="90" name="Google Shape;90;p176"/>
          <p:cNvSpPr txBox="1">
            <a:spLocks noGrp="1"/>
          </p:cNvSpPr>
          <p:nvPr>
            <p:ph type="title"/>
          </p:nvPr>
        </p:nvSpPr>
        <p:spPr>
          <a:xfrm>
            <a:off x="1147477" y="5055071"/>
            <a:ext cx="8512313" cy="594944"/>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126"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6"/>
          <p:cNvSpPr>
            <a:spLocks noGrp="1"/>
          </p:cNvSpPr>
          <p:nvPr>
            <p:ph type="pic" idx="2"/>
          </p:nvPr>
        </p:nvSpPr>
        <p:spPr>
          <a:xfrm>
            <a:off x="922505" y="1093230"/>
            <a:ext cx="8951944" cy="3501891"/>
          </a:xfrm>
          <a:prstGeom prst="roundRect">
            <a:avLst>
              <a:gd name="adj" fmla="val 0"/>
            </a:avLst>
          </a:prstGeom>
          <a:noFill/>
          <a:ln w="57150" cap="flat" cmpd="thickThin">
            <a:solidFill>
              <a:srgbClr val="7F7F7F"/>
            </a:solidFill>
            <a:prstDash val="solid"/>
            <a:miter lim="800000"/>
            <a:headEnd type="none" w="sm" len="sm"/>
            <a:tailEnd type="none" w="sm" len="sm"/>
          </a:ln>
        </p:spPr>
        <p:txBody>
          <a:bodyPr spcFirstLastPara="1" wrap="square" lIns="91425" tIns="45700" rIns="91425" bIns="45700" anchor="t" anchorCtr="0">
            <a:normAutofit/>
          </a:bodyPr>
          <a:lstStyle>
            <a:lvl1pPr marR="0" lvl="0" algn="ctr" rtl="0">
              <a:spcBef>
                <a:spcPts val="283"/>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1pPr>
            <a:lvl2pPr marR="0" lvl="1"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2pPr>
            <a:lvl3pPr marR="0" lvl="2"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3pPr>
            <a:lvl4pPr marR="0" lvl="3"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4pPr>
            <a:lvl5pPr marR="0" lvl="4"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5pPr>
            <a:lvl6pPr marR="0" lvl="5"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6pPr>
            <a:lvl7pPr marR="0" lvl="6"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7pPr>
            <a:lvl8pPr marR="0" lvl="7" algn="l" rtl="0">
              <a:spcBef>
                <a:spcPts val="532"/>
              </a:spcBef>
              <a:spcAft>
                <a:spcPts val="0"/>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8pPr>
            <a:lvl9pPr marR="0" lvl="8" algn="l" rtl="0">
              <a:spcBef>
                <a:spcPts val="532"/>
              </a:spcBef>
              <a:spcAft>
                <a:spcPts val="532"/>
              </a:spcAft>
              <a:buClr>
                <a:schemeClr val="accent1"/>
              </a:buClr>
              <a:buSzPts val="1840"/>
              <a:buFont typeface="Arial"/>
              <a:buNone/>
              <a:defRPr sz="1417" b="0" i="0" u="none" strike="noStrike" cap="none">
                <a:solidFill>
                  <a:srgbClr val="262626"/>
                </a:solidFill>
                <a:latin typeface="Garamond"/>
                <a:ea typeface="Garamond"/>
                <a:cs typeface="Garamond"/>
                <a:sym typeface="Garamond"/>
              </a:defRPr>
            </a:lvl9pPr>
          </a:lstStyle>
          <a:p>
            <a:endParaRPr/>
          </a:p>
        </p:txBody>
      </p:sp>
      <p:sp>
        <p:nvSpPr>
          <p:cNvPr id="92" name="Google Shape;92;p176"/>
          <p:cNvSpPr txBox="1">
            <a:spLocks noGrp="1"/>
          </p:cNvSpPr>
          <p:nvPr>
            <p:ph type="body" idx="1"/>
          </p:nvPr>
        </p:nvSpPr>
        <p:spPr>
          <a:xfrm>
            <a:off x="1147477" y="5650015"/>
            <a:ext cx="8512313" cy="518283"/>
          </a:xfrm>
          <a:prstGeom prst="rect">
            <a:avLst/>
          </a:prstGeom>
          <a:noFill/>
          <a:ln>
            <a:noFill/>
          </a:ln>
        </p:spPr>
        <p:txBody>
          <a:bodyPr spcFirstLastPara="1" wrap="square" lIns="91425" tIns="45700" rIns="91425" bIns="45700" anchor="t" anchorCtr="0">
            <a:normAutofit/>
          </a:bodyPr>
          <a:lstStyle>
            <a:lvl1pPr marL="404988" lvl="0" indent="-202494" algn="ctr">
              <a:spcBef>
                <a:spcPts val="248"/>
              </a:spcBef>
              <a:spcAft>
                <a:spcPts val="0"/>
              </a:spcAft>
              <a:buSzPts val="1611"/>
              <a:buNone/>
              <a:defRPr sz="1241"/>
            </a:lvl1pPr>
            <a:lvl2pPr marL="809976" lvl="1" indent="-202494" algn="l">
              <a:spcBef>
                <a:spcPts val="532"/>
              </a:spcBef>
              <a:spcAft>
                <a:spcPts val="0"/>
              </a:spcAft>
              <a:buSzPts val="1380"/>
              <a:buNone/>
              <a:defRPr sz="1063"/>
            </a:lvl2pPr>
            <a:lvl3pPr marL="1214963" lvl="2" indent="-202494" algn="l">
              <a:spcBef>
                <a:spcPts val="532"/>
              </a:spcBef>
              <a:spcAft>
                <a:spcPts val="0"/>
              </a:spcAft>
              <a:buSzPts val="1151"/>
              <a:buNone/>
              <a:defRPr sz="887"/>
            </a:lvl3pPr>
            <a:lvl4pPr marL="1619951" lvl="3" indent="-202494" algn="l">
              <a:spcBef>
                <a:spcPts val="532"/>
              </a:spcBef>
              <a:spcAft>
                <a:spcPts val="0"/>
              </a:spcAft>
              <a:buSzPts val="1035"/>
              <a:buNone/>
              <a:defRPr sz="797"/>
            </a:lvl4pPr>
            <a:lvl5pPr marL="2024939" lvl="4" indent="-202494" algn="l">
              <a:spcBef>
                <a:spcPts val="532"/>
              </a:spcBef>
              <a:spcAft>
                <a:spcPts val="0"/>
              </a:spcAft>
              <a:buSzPts val="1035"/>
              <a:buNone/>
              <a:defRPr sz="797"/>
            </a:lvl5pPr>
            <a:lvl6pPr marL="2429927" lvl="5" indent="-202494" algn="l">
              <a:spcBef>
                <a:spcPts val="532"/>
              </a:spcBef>
              <a:spcAft>
                <a:spcPts val="0"/>
              </a:spcAft>
              <a:buSzPts val="1035"/>
              <a:buNone/>
              <a:defRPr sz="797"/>
            </a:lvl6pPr>
            <a:lvl7pPr marL="2834914" lvl="6" indent="-202494" algn="l">
              <a:spcBef>
                <a:spcPts val="532"/>
              </a:spcBef>
              <a:spcAft>
                <a:spcPts val="0"/>
              </a:spcAft>
              <a:buSzPts val="1035"/>
              <a:buNone/>
              <a:defRPr sz="797"/>
            </a:lvl7pPr>
            <a:lvl8pPr marL="3239902" lvl="7" indent="-202494" algn="l">
              <a:spcBef>
                <a:spcPts val="532"/>
              </a:spcBef>
              <a:spcAft>
                <a:spcPts val="0"/>
              </a:spcAft>
              <a:buSzPts val="1035"/>
              <a:buNone/>
              <a:defRPr sz="797"/>
            </a:lvl8pPr>
            <a:lvl9pPr marL="3644890" lvl="8" indent="-202494" algn="l">
              <a:spcBef>
                <a:spcPts val="532"/>
              </a:spcBef>
              <a:spcAft>
                <a:spcPts val="532"/>
              </a:spcAft>
              <a:buSzPts val="1035"/>
              <a:buNone/>
              <a:defRPr sz="797"/>
            </a:lvl9pPr>
          </a:lstStyle>
          <a:p>
            <a:endParaRPr/>
          </a:p>
        </p:txBody>
      </p:sp>
      <p:sp>
        <p:nvSpPr>
          <p:cNvPr id="93" name="Google Shape;93;p176"/>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76"/>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6"/>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99775483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6"/>
        <p:cNvGrpSpPr/>
        <p:nvPr/>
      </p:nvGrpSpPr>
      <p:grpSpPr>
        <a:xfrm>
          <a:off x="0" y="0"/>
          <a:ext cx="0" cy="0"/>
          <a:chOff x="0" y="0"/>
          <a:chExt cx="0" cy="0"/>
        </a:xfrm>
      </p:grpSpPr>
      <p:sp>
        <p:nvSpPr>
          <p:cNvPr id="97" name="Google Shape;97;p177"/>
          <p:cNvSpPr txBox="1">
            <a:spLocks noGrp="1"/>
          </p:cNvSpPr>
          <p:nvPr>
            <p:ph type="title"/>
          </p:nvPr>
        </p:nvSpPr>
        <p:spPr>
          <a:xfrm>
            <a:off x="1154977" y="1031011"/>
            <a:ext cx="8497312" cy="310192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3200"/>
              <a:buFont typeface="Garamond"/>
              <a:buNone/>
              <a:defRPr sz="2835"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77"/>
          <p:cNvSpPr txBox="1">
            <a:spLocks noGrp="1"/>
          </p:cNvSpPr>
          <p:nvPr>
            <p:ph type="body" idx="1"/>
          </p:nvPr>
        </p:nvSpPr>
        <p:spPr>
          <a:xfrm>
            <a:off x="1154977" y="4559566"/>
            <a:ext cx="8497312" cy="1608736"/>
          </a:xfrm>
          <a:prstGeom prst="rect">
            <a:avLst/>
          </a:prstGeom>
          <a:noFill/>
          <a:ln>
            <a:noFill/>
          </a:ln>
        </p:spPr>
        <p:txBody>
          <a:bodyPr spcFirstLastPara="1" wrap="square" lIns="91425" tIns="45700" rIns="91425" bIns="45700" anchor="ctr" anchorCtr="0">
            <a:normAutofit/>
          </a:bodyPr>
          <a:lstStyle>
            <a:lvl1pPr marL="404988" lvl="0" indent="-202494" algn="ctr">
              <a:spcBef>
                <a:spcPts val="354"/>
              </a:spcBef>
              <a:spcAft>
                <a:spcPts val="0"/>
              </a:spcAft>
              <a:buSzPts val="2300"/>
              <a:buNone/>
              <a:defRPr sz="1772">
                <a:solidFill>
                  <a:schemeClr val="dk1"/>
                </a:solidFill>
              </a:defRPr>
            </a:lvl1pPr>
            <a:lvl2pPr marL="809976" lvl="1" indent="-202494" algn="l">
              <a:spcBef>
                <a:spcPts val="532"/>
              </a:spcBef>
              <a:spcAft>
                <a:spcPts val="0"/>
              </a:spcAft>
              <a:buSzPts val="2071"/>
              <a:buNone/>
              <a:defRPr sz="1595">
                <a:solidFill>
                  <a:srgbClr val="888888"/>
                </a:solidFill>
              </a:defRPr>
            </a:lvl2pPr>
            <a:lvl3pPr marL="1214963" lvl="2" indent="-202494" algn="l">
              <a:spcBef>
                <a:spcPts val="532"/>
              </a:spcBef>
              <a:spcAft>
                <a:spcPts val="0"/>
              </a:spcAft>
              <a:buSzPts val="1840"/>
              <a:buNone/>
              <a:defRPr sz="1417">
                <a:solidFill>
                  <a:srgbClr val="888888"/>
                </a:solidFill>
              </a:defRPr>
            </a:lvl3pPr>
            <a:lvl4pPr marL="1619951" lvl="3" indent="-202494" algn="l">
              <a:spcBef>
                <a:spcPts val="532"/>
              </a:spcBef>
              <a:spcAft>
                <a:spcPts val="0"/>
              </a:spcAft>
              <a:buSzPts val="1611"/>
              <a:buNone/>
              <a:defRPr sz="1241">
                <a:solidFill>
                  <a:srgbClr val="888888"/>
                </a:solidFill>
              </a:defRPr>
            </a:lvl4pPr>
            <a:lvl5pPr marL="2024939" lvl="4" indent="-202494" algn="l">
              <a:spcBef>
                <a:spcPts val="532"/>
              </a:spcBef>
              <a:spcAft>
                <a:spcPts val="0"/>
              </a:spcAft>
              <a:buSzPts val="1611"/>
              <a:buNone/>
              <a:defRPr sz="1241">
                <a:solidFill>
                  <a:srgbClr val="888888"/>
                </a:solidFill>
              </a:defRPr>
            </a:lvl5pPr>
            <a:lvl6pPr marL="2429927" lvl="5" indent="-202494" algn="l">
              <a:spcBef>
                <a:spcPts val="532"/>
              </a:spcBef>
              <a:spcAft>
                <a:spcPts val="0"/>
              </a:spcAft>
              <a:buSzPts val="1611"/>
              <a:buNone/>
              <a:defRPr sz="1241">
                <a:solidFill>
                  <a:srgbClr val="888888"/>
                </a:solidFill>
              </a:defRPr>
            </a:lvl6pPr>
            <a:lvl7pPr marL="2834914" lvl="6" indent="-202494" algn="l">
              <a:spcBef>
                <a:spcPts val="532"/>
              </a:spcBef>
              <a:spcAft>
                <a:spcPts val="0"/>
              </a:spcAft>
              <a:buSzPts val="1611"/>
              <a:buNone/>
              <a:defRPr sz="1241">
                <a:solidFill>
                  <a:srgbClr val="888888"/>
                </a:solidFill>
              </a:defRPr>
            </a:lvl7pPr>
            <a:lvl8pPr marL="3239902" lvl="7" indent="-202494" algn="l">
              <a:spcBef>
                <a:spcPts val="532"/>
              </a:spcBef>
              <a:spcAft>
                <a:spcPts val="0"/>
              </a:spcAft>
              <a:buSzPts val="1611"/>
              <a:buNone/>
              <a:defRPr sz="1241">
                <a:solidFill>
                  <a:srgbClr val="888888"/>
                </a:solidFill>
              </a:defRPr>
            </a:lvl8pPr>
            <a:lvl9pPr marL="3644890" lvl="8" indent="-202494" algn="l">
              <a:spcBef>
                <a:spcPts val="532"/>
              </a:spcBef>
              <a:spcAft>
                <a:spcPts val="532"/>
              </a:spcAft>
              <a:buSzPts val="1611"/>
              <a:buNone/>
              <a:defRPr sz="1241">
                <a:solidFill>
                  <a:srgbClr val="888888"/>
                </a:solidFill>
              </a:defRPr>
            </a:lvl9pPr>
          </a:lstStyle>
          <a:p>
            <a:endParaRPr/>
          </a:p>
        </p:txBody>
      </p:sp>
      <p:sp>
        <p:nvSpPr>
          <p:cNvPr id="99" name="Google Shape;99;p177"/>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77"/>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77"/>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cxnSp>
        <p:nvCxnSpPr>
          <p:cNvPr id="102" name="Google Shape;102;p177"/>
          <p:cNvCxnSpPr/>
          <p:nvPr/>
        </p:nvCxnSpPr>
        <p:spPr>
          <a:xfrm>
            <a:off x="1236738" y="4346251"/>
            <a:ext cx="8333054" cy="0"/>
          </a:xfrm>
          <a:prstGeom prst="straightConnector1">
            <a:avLst/>
          </a:prstGeom>
          <a:noFill/>
          <a:ln w="15875"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16395618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03"/>
        <p:cNvGrpSpPr/>
        <p:nvPr/>
      </p:nvGrpSpPr>
      <p:grpSpPr>
        <a:xfrm>
          <a:off x="0" y="0"/>
          <a:ext cx="0" cy="0"/>
          <a:chOff x="0" y="0"/>
          <a:chExt cx="0" cy="0"/>
        </a:xfrm>
      </p:grpSpPr>
      <p:sp>
        <p:nvSpPr>
          <p:cNvPr id="104" name="Google Shape;104;p178"/>
          <p:cNvSpPr txBox="1">
            <a:spLocks noGrp="1"/>
          </p:cNvSpPr>
          <p:nvPr>
            <p:ph type="title"/>
          </p:nvPr>
        </p:nvSpPr>
        <p:spPr>
          <a:xfrm>
            <a:off x="1281066" y="1031011"/>
            <a:ext cx="8234818" cy="248865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2835"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78"/>
          <p:cNvSpPr txBox="1">
            <a:spLocks noGrp="1"/>
          </p:cNvSpPr>
          <p:nvPr>
            <p:ph type="body" idx="1"/>
          </p:nvPr>
        </p:nvSpPr>
        <p:spPr>
          <a:xfrm>
            <a:off x="1483562" y="3519664"/>
            <a:ext cx="7829830" cy="613275"/>
          </a:xfrm>
          <a:prstGeom prst="rect">
            <a:avLst/>
          </a:prstGeom>
          <a:noFill/>
          <a:ln>
            <a:noFill/>
          </a:ln>
        </p:spPr>
        <p:txBody>
          <a:bodyPr spcFirstLastPara="1" wrap="square" lIns="91425" tIns="45700" rIns="91425" bIns="45700" anchor="ctr" anchorCtr="0">
            <a:normAutofit/>
          </a:bodyPr>
          <a:lstStyle>
            <a:lvl1pPr marL="404988" lvl="0" indent="-202494" algn="r">
              <a:spcBef>
                <a:spcPts val="354"/>
              </a:spcBef>
              <a:spcAft>
                <a:spcPts val="0"/>
              </a:spcAft>
              <a:buSzPts val="2300"/>
              <a:buFont typeface="Garamond"/>
              <a:buNone/>
              <a:defRPr sz="1772"/>
            </a:lvl1pPr>
            <a:lvl2pPr marL="809976" lvl="1" indent="-202494" algn="l">
              <a:spcBef>
                <a:spcPts val="532"/>
              </a:spcBef>
              <a:spcAft>
                <a:spcPts val="0"/>
              </a:spcAft>
              <a:buSzPts val="2300"/>
              <a:buFont typeface="Garamond"/>
              <a:buNone/>
              <a:defRPr/>
            </a:lvl2pPr>
            <a:lvl3pPr marL="1214963" lvl="2" indent="-202494" algn="l">
              <a:spcBef>
                <a:spcPts val="532"/>
              </a:spcBef>
              <a:spcAft>
                <a:spcPts val="0"/>
              </a:spcAft>
              <a:buSzPts val="2071"/>
              <a:buFont typeface="Garamond"/>
              <a:buNone/>
              <a:defRPr/>
            </a:lvl3pPr>
            <a:lvl4pPr marL="1619951" lvl="3" indent="-202494" algn="l">
              <a:spcBef>
                <a:spcPts val="532"/>
              </a:spcBef>
              <a:spcAft>
                <a:spcPts val="0"/>
              </a:spcAft>
              <a:buSzPts val="1840"/>
              <a:buFont typeface="Garamond"/>
              <a:buNone/>
              <a:defRPr/>
            </a:lvl4pPr>
            <a:lvl5pPr marL="2024939" lvl="4" indent="-202494" algn="l">
              <a:spcBef>
                <a:spcPts val="532"/>
              </a:spcBef>
              <a:spcAft>
                <a:spcPts val="0"/>
              </a:spcAft>
              <a:buSzPts val="1611"/>
              <a:buFont typeface="Garamond"/>
              <a:buNone/>
              <a:defRPr/>
            </a:lvl5pPr>
            <a:lvl6pPr marL="2429927" lvl="5" indent="-318928" algn="l">
              <a:spcBef>
                <a:spcPts val="532"/>
              </a:spcBef>
              <a:spcAft>
                <a:spcPts val="0"/>
              </a:spcAft>
              <a:buSzPts val="2070"/>
              <a:buChar char="•"/>
              <a:defRPr/>
            </a:lvl6pPr>
            <a:lvl7pPr marL="2834914" lvl="6" indent="-318928" algn="l">
              <a:spcBef>
                <a:spcPts val="532"/>
              </a:spcBef>
              <a:spcAft>
                <a:spcPts val="0"/>
              </a:spcAft>
              <a:buSzPts val="2070"/>
              <a:buChar char="•"/>
              <a:defRPr/>
            </a:lvl7pPr>
            <a:lvl8pPr marL="3239902" lvl="7" indent="-318928" algn="l">
              <a:spcBef>
                <a:spcPts val="532"/>
              </a:spcBef>
              <a:spcAft>
                <a:spcPts val="0"/>
              </a:spcAft>
              <a:buSzPts val="2070"/>
              <a:buChar char="•"/>
              <a:defRPr/>
            </a:lvl8pPr>
            <a:lvl9pPr marL="3644890" lvl="8" indent="-318928" algn="l">
              <a:spcBef>
                <a:spcPts val="532"/>
              </a:spcBef>
              <a:spcAft>
                <a:spcPts val="532"/>
              </a:spcAft>
              <a:buSzPts val="2070"/>
              <a:buChar char="•"/>
              <a:defRPr/>
            </a:lvl9pPr>
          </a:lstStyle>
          <a:p>
            <a:endParaRPr/>
          </a:p>
        </p:txBody>
      </p:sp>
      <p:sp>
        <p:nvSpPr>
          <p:cNvPr id="106" name="Google Shape;106;p178"/>
          <p:cNvSpPr txBox="1">
            <a:spLocks noGrp="1"/>
          </p:cNvSpPr>
          <p:nvPr>
            <p:ph type="body" idx="2"/>
          </p:nvPr>
        </p:nvSpPr>
        <p:spPr>
          <a:xfrm>
            <a:off x="1147477" y="4559566"/>
            <a:ext cx="8512313" cy="1608736"/>
          </a:xfrm>
          <a:prstGeom prst="rect">
            <a:avLst/>
          </a:prstGeom>
          <a:noFill/>
          <a:ln>
            <a:noFill/>
          </a:ln>
        </p:spPr>
        <p:txBody>
          <a:bodyPr spcFirstLastPara="1" wrap="square" lIns="91425" tIns="45700" rIns="91425" bIns="45700" anchor="ctr" anchorCtr="0">
            <a:normAutofit/>
          </a:bodyPr>
          <a:lstStyle>
            <a:lvl1pPr marL="404988" lvl="0" indent="-202494" algn="ctr">
              <a:spcBef>
                <a:spcPts val="354"/>
              </a:spcBef>
              <a:spcAft>
                <a:spcPts val="0"/>
              </a:spcAft>
              <a:buSzPts val="2300"/>
              <a:buNone/>
              <a:defRPr sz="1772">
                <a:solidFill>
                  <a:schemeClr val="dk1"/>
                </a:solidFill>
              </a:defRPr>
            </a:lvl1pPr>
            <a:lvl2pPr marL="809976" lvl="1" indent="-202494" algn="l">
              <a:spcBef>
                <a:spcPts val="532"/>
              </a:spcBef>
              <a:spcAft>
                <a:spcPts val="0"/>
              </a:spcAft>
              <a:buSzPts val="2071"/>
              <a:buNone/>
              <a:defRPr sz="1595">
                <a:solidFill>
                  <a:srgbClr val="888888"/>
                </a:solidFill>
              </a:defRPr>
            </a:lvl2pPr>
            <a:lvl3pPr marL="1214963" lvl="2" indent="-202494" algn="l">
              <a:spcBef>
                <a:spcPts val="532"/>
              </a:spcBef>
              <a:spcAft>
                <a:spcPts val="0"/>
              </a:spcAft>
              <a:buSzPts val="1840"/>
              <a:buNone/>
              <a:defRPr sz="1417">
                <a:solidFill>
                  <a:srgbClr val="888888"/>
                </a:solidFill>
              </a:defRPr>
            </a:lvl3pPr>
            <a:lvl4pPr marL="1619951" lvl="3" indent="-202494" algn="l">
              <a:spcBef>
                <a:spcPts val="532"/>
              </a:spcBef>
              <a:spcAft>
                <a:spcPts val="0"/>
              </a:spcAft>
              <a:buSzPts val="1611"/>
              <a:buNone/>
              <a:defRPr sz="1241">
                <a:solidFill>
                  <a:srgbClr val="888888"/>
                </a:solidFill>
              </a:defRPr>
            </a:lvl4pPr>
            <a:lvl5pPr marL="2024939" lvl="4" indent="-202494" algn="l">
              <a:spcBef>
                <a:spcPts val="532"/>
              </a:spcBef>
              <a:spcAft>
                <a:spcPts val="0"/>
              </a:spcAft>
              <a:buSzPts val="1611"/>
              <a:buNone/>
              <a:defRPr sz="1241">
                <a:solidFill>
                  <a:srgbClr val="888888"/>
                </a:solidFill>
              </a:defRPr>
            </a:lvl5pPr>
            <a:lvl6pPr marL="2429927" lvl="5" indent="-202494" algn="l">
              <a:spcBef>
                <a:spcPts val="532"/>
              </a:spcBef>
              <a:spcAft>
                <a:spcPts val="0"/>
              </a:spcAft>
              <a:buSzPts val="1611"/>
              <a:buNone/>
              <a:defRPr sz="1241">
                <a:solidFill>
                  <a:srgbClr val="888888"/>
                </a:solidFill>
              </a:defRPr>
            </a:lvl6pPr>
            <a:lvl7pPr marL="2834914" lvl="6" indent="-202494" algn="l">
              <a:spcBef>
                <a:spcPts val="532"/>
              </a:spcBef>
              <a:spcAft>
                <a:spcPts val="0"/>
              </a:spcAft>
              <a:buSzPts val="1611"/>
              <a:buNone/>
              <a:defRPr sz="1241">
                <a:solidFill>
                  <a:srgbClr val="888888"/>
                </a:solidFill>
              </a:defRPr>
            </a:lvl7pPr>
            <a:lvl8pPr marL="3239902" lvl="7" indent="-202494" algn="l">
              <a:spcBef>
                <a:spcPts val="532"/>
              </a:spcBef>
              <a:spcAft>
                <a:spcPts val="0"/>
              </a:spcAft>
              <a:buSzPts val="1611"/>
              <a:buNone/>
              <a:defRPr sz="1241">
                <a:solidFill>
                  <a:srgbClr val="888888"/>
                </a:solidFill>
              </a:defRPr>
            </a:lvl8pPr>
            <a:lvl9pPr marL="3644890" lvl="8" indent="-202494" algn="l">
              <a:spcBef>
                <a:spcPts val="532"/>
              </a:spcBef>
              <a:spcAft>
                <a:spcPts val="532"/>
              </a:spcAft>
              <a:buSzPts val="1611"/>
              <a:buNone/>
              <a:defRPr sz="1241">
                <a:solidFill>
                  <a:srgbClr val="888888"/>
                </a:solidFill>
              </a:defRPr>
            </a:lvl9pPr>
          </a:lstStyle>
          <a:p>
            <a:endParaRPr/>
          </a:p>
        </p:txBody>
      </p:sp>
      <p:sp>
        <p:nvSpPr>
          <p:cNvPr id="107" name="Google Shape;107;p178"/>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78"/>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78"/>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
        <p:nvSpPr>
          <p:cNvPr id="110" name="Google Shape;110;p178"/>
          <p:cNvSpPr txBox="1"/>
          <p:nvPr/>
        </p:nvSpPr>
        <p:spPr>
          <a:xfrm>
            <a:off x="763577" y="923756"/>
            <a:ext cx="539988" cy="613879"/>
          </a:xfrm>
          <a:prstGeom prst="rect">
            <a:avLst/>
          </a:prstGeom>
          <a:noFill/>
          <a:ln>
            <a:noFill/>
          </a:ln>
        </p:spPr>
        <p:txBody>
          <a:bodyPr spcFirstLastPara="1" wrap="square" lIns="80985" tIns="40481" rIns="80985" bIns="40481" anchor="ctr" anchorCtr="0">
            <a:noAutofit/>
          </a:bodyPr>
          <a:lstStyle/>
          <a:p>
            <a:pPr marL="0" marR="0" lvl="0" indent="0" algn="l" rtl="0">
              <a:spcBef>
                <a:spcPts val="0"/>
              </a:spcBef>
              <a:spcAft>
                <a:spcPts val="0"/>
              </a:spcAft>
              <a:buNone/>
            </a:pPr>
            <a:r>
              <a:rPr lang="en-US" sz="7086">
                <a:solidFill>
                  <a:schemeClr val="dk1"/>
                </a:solidFill>
                <a:latin typeface="Garamond"/>
                <a:ea typeface="Garamond"/>
                <a:cs typeface="Garamond"/>
                <a:sym typeface="Garamond"/>
              </a:rPr>
              <a:t>“</a:t>
            </a:r>
            <a:endParaRPr sz="1686"/>
          </a:p>
        </p:txBody>
      </p:sp>
      <p:sp>
        <p:nvSpPr>
          <p:cNvPr id="111" name="Google Shape;111;p178"/>
          <p:cNvSpPr txBox="1"/>
          <p:nvPr/>
        </p:nvSpPr>
        <p:spPr>
          <a:xfrm>
            <a:off x="9389794" y="2968609"/>
            <a:ext cx="539988" cy="613879"/>
          </a:xfrm>
          <a:prstGeom prst="rect">
            <a:avLst/>
          </a:prstGeom>
          <a:noFill/>
          <a:ln>
            <a:noFill/>
          </a:ln>
        </p:spPr>
        <p:txBody>
          <a:bodyPr spcFirstLastPara="1" wrap="square" lIns="80985" tIns="40481" rIns="80985" bIns="40481" anchor="ctr" anchorCtr="0">
            <a:noAutofit/>
          </a:bodyPr>
          <a:lstStyle/>
          <a:p>
            <a:pPr marL="0" marR="0" lvl="0" indent="0" algn="r" rtl="0">
              <a:spcBef>
                <a:spcPts val="0"/>
              </a:spcBef>
              <a:spcAft>
                <a:spcPts val="0"/>
              </a:spcAft>
              <a:buNone/>
            </a:pPr>
            <a:r>
              <a:rPr lang="en-US" sz="7086">
                <a:solidFill>
                  <a:schemeClr val="dk1"/>
                </a:solidFill>
                <a:latin typeface="Garamond"/>
                <a:ea typeface="Garamond"/>
                <a:cs typeface="Garamond"/>
                <a:sym typeface="Garamond"/>
              </a:rPr>
              <a:t>”</a:t>
            </a:r>
            <a:endParaRPr sz="1686"/>
          </a:p>
        </p:txBody>
      </p:sp>
      <p:cxnSp>
        <p:nvCxnSpPr>
          <p:cNvPr id="112" name="Google Shape;112;p178"/>
          <p:cNvCxnSpPr/>
          <p:nvPr/>
        </p:nvCxnSpPr>
        <p:spPr>
          <a:xfrm>
            <a:off x="1236738" y="4346251"/>
            <a:ext cx="8333054" cy="0"/>
          </a:xfrm>
          <a:prstGeom prst="straightConnector1">
            <a:avLst/>
          </a:prstGeom>
          <a:noFill/>
          <a:ln w="15875"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167788153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13"/>
        <p:cNvGrpSpPr/>
        <p:nvPr/>
      </p:nvGrpSpPr>
      <p:grpSpPr>
        <a:xfrm>
          <a:off x="0" y="0"/>
          <a:ext cx="0" cy="0"/>
          <a:chOff x="0" y="0"/>
          <a:chExt cx="0" cy="0"/>
        </a:xfrm>
      </p:grpSpPr>
      <p:sp>
        <p:nvSpPr>
          <p:cNvPr id="114" name="Google Shape;114;p179"/>
          <p:cNvSpPr txBox="1">
            <a:spLocks noGrp="1"/>
          </p:cNvSpPr>
          <p:nvPr>
            <p:ph type="title"/>
          </p:nvPr>
        </p:nvSpPr>
        <p:spPr>
          <a:xfrm>
            <a:off x="1147477" y="3473244"/>
            <a:ext cx="8512314" cy="15419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3200"/>
              <a:buFont typeface="Garamond"/>
              <a:buNone/>
              <a:defRPr sz="2835"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179"/>
          <p:cNvSpPr txBox="1">
            <a:spLocks noGrp="1"/>
          </p:cNvSpPr>
          <p:nvPr>
            <p:ph type="body" idx="1"/>
          </p:nvPr>
        </p:nvSpPr>
        <p:spPr>
          <a:xfrm>
            <a:off x="1147476" y="5015144"/>
            <a:ext cx="8512314" cy="903221"/>
          </a:xfrm>
          <a:prstGeom prst="rect">
            <a:avLst/>
          </a:prstGeom>
          <a:noFill/>
          <a:ln>
            <a:noFill/>
          </a:ln>
        </p:spPr>
        <p:txBody>
          <a:bodyPr spcFirstLastPara="1" wrap="square" lIns="91425" tIns="45700" rIns="91425" bIns="45700" anchor="t" anchorCtr="0">
            <a:normAutofit/>
          </a:bodyPr>
          <a:lstStyle>
            <a:lvl1pPr marL="404988" lvl="0" indent="-202494" algn="l">
              <a:spcBef>
                <a:spcPts val="354"/>
              </a:spcBef>
              <a:spcAft>
                <a:spcPts val="0"/>
              </a:spcAft>
              <a:buSzPts val="2300"/>
              <a:buNone/>
              <a:defRPr sz="1772">
                <a:solidFill>
                  <a:schemeClr val="dk1"/>
                </a:solidFill>
              </a:defRPr>
            </a:lvl1pPr>
            <a:lvl2pPr marL="809976" lvl="1" indent="-202494" algn="l">
              <a:spcBef>
                <a:spcPts val="532"/>
              </a:spcBef>
              <a:spcAft>
                <a:spcPts val="0"/>
              </a:spcAft>
              <a:buSzPts val="2071"/>
              <a:buNone/>
              <a:defRPr sz="1595">
                <a:solidFill>
                  <a:srgbClr val="888888"/>
                </a:solidFill>
              </a:defRPr>
            </a:lvl2pPr>
            <a:lvl3pPr marL="1214963" lvl="2" indent="-202494" algn="l">
              <a:spcBef>
                <a:spcPts val="532"/>
              </a:spcBef>
              <a:spcAft>
                <a:spcPts val="0"/>
              </a:spcAft>
              <a:buSzPts val="1840"/>
              <a:buNone/>
              <a:defRPr sz="1417">
                <a:solidFill>
                  <a:srgbClr val="888888"/>
                </a:solidFill>
              </a:defRPr>
            </a:lvl3pPr>
            <a:lvl4pPr marL="1619951" lvl="3" indent="-202494" algn="l">
              <a:spcBef>
                <a:spcPts val="532"/>
              </a:spcBef>
              <a:spcAft>
                <a:spcPts val="0"/>
              </a:spcAft>
              <a:buSzPts val="1611"/>
              <a:buNone/>
              <a:defRPr sz="1241">
                <a:solidFill>
                  <a:srgbClr val="888888"/>
                </a:solidFill>
              </a:defRPr>
            </a:lvl4pPr>
            <a:lvl5pPr marL="2024939" lvl="4" indent="-202494" algn="l">
              <a:spcBef>
                <a:spcPts val="532"/>
              </a:spcBef>
              <a:spcAft>
                <a:spcPts val="0"/>
              </a:spcAft>
              <a:buSzPts val="1611"/>
              <a:buNone/>
              <a:defRPr sz="1241">
                <a:solidFill>
                  <a:srgbClr val="888888"/>
                </a:solidFill>
              </a:defRPr>
            </a:lvl5pPr>
            <a:lvl6pPr marL="2429927" lvl="5" indent="-202494" algn="l">
              <a:spcBef>
                <a:spcPts val="532"/>
              </a:spcBef>
              <a:spcAft>
                <a:spcPts val="0"/>
              </a:spcAft>
              <a:buSzPts val="1611"/>
              <a:buNone/>
              <a:defRPr sz="1241">
                <a:solidFill>
                  <a:srgbClr val="888888"/>
                </a:solidFill>
              </a:defRPr>
            </a:lvl6pPr>
            <a:lvl7pPr marL="2834914" lvl="6" indent="-202494" algn="l">
              <a:spcBef>
                <a:spcPts val="532"/>
              </a:spcBef>
              <a:spcAft>
                <a:spcPts val="0"/>
              </a:spcAft>
              <a:buSzPts val="1611"/>
              <a:buNone/>
              <a:defRPr sz="1241">
                <a:solidFill>
                  <a:srgbClr val="888888"/>
                </a:solidFill>
              </a:defRPr>
            </a:lvl7pPr>
            <a:lvl8pPr marL="3239902" lvl="7" indent="-202494" algn="l">
              <a:spcBef>
                <a:spcPts val="532"/>
              </a:spcBef>
              <a:spcAft>
                <a:spcPts val="0"/>
              </a:spcAft>
              <a:buSzPts val="1611"/>
              <a:buNone/>
              <a:defRPr sz="1241">
                <a:solidFill>
                  <a:srgbClr val="888888"/>
                </a:solidFill>
              </a:defRPr>
            </a:lvl8pPr>
            <a:lvl9pPr marL="3644890" lvl="8" indent="-202494" algn="l">
              <a:spcBef>
                <a:spcPts val="532"/>
              </a:spcBef>
              <a:spcAft>
                <a:spcPts val="532"/>
              </a:spcAft>
              <a:buSzPts val="1611"/>
              <a:buNone/>
              <a:defRPr sz="1241">
                <a:solidFill>
                  <a:srgbClr val="888888"/>
                </a:solidFill>
              </a:defRPr>
            </a:lvl9pPr>
          </a:lstStyle>
          <a:p>
            <a:endParaRPr/>
          </a:p>
        </p:txBody>
      </p:sp>
      <p:sp>
        <p:nvSpPr>
          <p:cNvPr id="116" name="Google Shape;116;p179"/>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79"/>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179"/>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59205702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9"/>
        <p:cNvGrpSpPr/>
        <p:nvPr/>
      </p:nvGrpSpPr>
      <p:grpSpPr>
        <a:xfrm>
          <a:off x="0" y="0"/>
          <a:ext cx="0" cy="0"/>
          <a:chOff x="0" y="0"/>
          <a:chExt cx="0" cy="0"/>
        </a:xfrm>
      </p:grpSpPr>
      <p:sp>
        <p:nvSpPr>
          <p:cNvPr id="120" name="Google Shape;120;p180"/>
          <p:cNvSpPr txBox="1">
            <a:spLocks noGrp="1"/>
          </p:cNvSpPr>
          <p:nvPr>
            <p:ph type="title"/>
          </p:nvPr>
        </p:nvSpPr>
        <p:spPr>
          <a:xfrm>
            <a:off x="1281066" y="1031011"/>
            <a:ext cx="8234818" cy="2355332"/>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2835"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180"/>
          <p:cNvSpPr txBox="1">
            <a:spLocks noGrp="1"/>
          </p:cNvSpPr>
          <p:nvPr>
            <p:ph type="body" idx="1"/>
          </p:nvPr>
        </p:nvSpPr>
        <p:spPr>
          <a:xfrm>
            <a:off x="1147476" y="3820436"/>
            <a:ext cx="8512314" cy="931111"/>
          </a:xfrm>
          <a:prstGeom prst="rect">
            <a:avLst/>
          </a:prstGeom>
          <a:noFill/>
          <a:ln>
            <a:noFill/>
          </a:ln>
        </p:spPr>
        <p:txBody>
          <a:bodyPr spcFirstLastPara="1" wrap="square" lIns="91425" tIns="45700" rIns="91425" bIns="45700" anchor="b" anchorCtr="0">
            <a:normAutofit/>
          </a:bodyPr>
          <a:lstStyle>
            <a:lvl1pPr marL="404988" lvl="0" indent="-202494" algn="l">
              <a:spcBef>
                <a:spcPts val="0"/>
              </a:spcBef>
              <a:spcAft>
                <a:spcPts val="0"/>
              </a:spcAft>
              <a:buSzPts val="2760"/>
              <a:buNone/>
              <a:defRPr sz="2126">
                <a:solidFill>
                  <a:schemeClr val="dk1"/>
                </a:solidFill>
              </a:defRPr>
            </a:lvl1pPr>
            <a:lvl2pPr marL="809976" lvl="1" indent="-202494" algn="l">
              <a:spcBef>
                <a:spcPts val="532"/>
              </a:spcBef>
              <a:spcAft>
                <a:spcPts val="0"/>
              </a:spcAft>
              <a:buSzPts val="2071"/>
              <a:buNone/>
              <a:defRPr sz="1595">
                <a:solidFill>
                  <a:srgbClr val="888888"/>
                </a:solidFill>
              </a:defRPr>
            </a:lvl2pPr>
            <a:lvl3pPr marL="1214963" lvl="2" indent="-202494" algn="l">
              <a:spcBef>
                <a:spcPts val="532"/>
              </a:spcBef>
              <a:spcAft>
                <a:spcPts val="0"/>
              </a:spcAft>
              <a:buSzPts val="1840"/>
              <a:buNone/>
              <a:defRPr sz="1417">
                <a:solidFill>
                  <a:srgbClr val="888888"/>
                </a:solidFill>
              </a:defRPr>
            </a:lvl3pPr>
            <a:lvl4pPr marL="1619951" lvl="3" indent="-202494" algn="l">
              <a:spcBef>
                <a:spcPts val="532"/>
              </a:spcBef>
              <a:spcAft>
                <a:spcPts val="0"/>
              </a:spcAft>
              <a:buSzPts val="1611"/>
              <a:buNone/>
              <a:defRPr sz="1241">
                <a:solidFill>
                  <a:srgbClr val="888888"/>
                </a:solidFill>
              </a:defRPr>
            </a:lvl4pPr>
            <a:lvl5pPr marL="2024939" lvl="4" indent="-202494" algn="l">
              <a:spcBef>
                <a:spcPts val="532"/>
              </a:spcBef>
              <a:spcAft>
                <a:spcPts val="0"/>
              </a:spcAft>
              <a:buSzPts val="1611"/>
              <a:buNone/>
              <a:defRPr sz="1241">
                <a:solidFill>
                  <a:srgbClr val="888888"/>
                </a:solidFill>
              </a:defRPr>
            </a:lvl5pPr>
            <a:lvl6pPr marL="2429927" lvl="5" indent="-202494" algn="l">
              <a:spcBef>
                <a:spcPts val="532"/>
              </a:spcBef>
              <a:spcAft>
                <a:spcPts val="0"/>
              </a:spcAft>
              <a:buSzPts val="1611"/>
              <a:buNone/>
              <a:defRPr sz="1241">
                <a:solidFill>
                  <a:srgbClr val="888888"/>
                </a:solidFill>
              </a:defRPr>
            </a:lvl6pPr>
            <a:lvl7pPr marL="2834914" lvl="6" indent="-202494" algn="l">
              <a:spcBef>
                <a:spcPts val="532"/>
              </a:spcBef>
              <a:spcAft>
                <a:spcPts val="0"/>
              </a:spcAft>
              <a:buSzPts val="1611"/>
              <a:buNone/>
              <a:defRPr sz="1241">
                <a:solidFill>
                  <a:srgbClr val="888888"/>
                </a:solidFill>
              </a:defRPr>
            </a:lvl7pPr>
            <a:lvl8pPr marL="3239902" lvl="7" indent="-202494" algn="l">
              <a:spcBef>
                <a:spcPts val="532"/>
              </a:spcBef>
              <a:spcAft>
                <a:spcPts val="0"/>
              </a:spcAft>
              <a:buSzPts val="1611"/>
              <a:buNone/>
              <a:defRPr sz="1241">
                <a:solidFill>
                  <a:srgbClr val="888888"/>
                </a:solidFill>
              </a:defRPr>
            </a:lvl8pPr>
            <a:lvl9pPr marL="3644890" lvl="8" indent="-202494" algn="l">
              <a:spcBef>
                <a:spcPts val="532"/>
              </a:spcBef>
              <a:spcAft>
                <a:spcPts val="532"/>
              </a:spcAft>
              <a:buSzPts val="1611"/>
              <a:buNone/>
              <a:defRPr sz="1241">
                <a:solidFill>
                  <a:srgbClr val="888888"/>
                </a:solidFill>
              </a:defRPr>
            </a:lvl9pPr>
          </a:lstStyle>
          <a:p>
            <a:endParaRPr/>
          </a:p>
        </p:txBody>
      </p:sp>
      <p:sp>
        <p:nvSpPr>
          <p:cNvPr id="122" name="Google Shape;122;p180"/>
          <p:cNvSpPr txBox="1">
            <a:spLocks noGrp="1"/>
          </p:cNvSpPr>
          <p:nvPr>
            <p:ph type="body" idx="2"/>
          </p:nvPr>
        </p:nvSpPr>
        <p:spPr>
          <a:xfrm>
            <a:off x="1147476" y="4755102"/>
            <a:ext cx="8512314" cy="1413198"/>
          </a:xfrm>
          <a:prstGeom prst="rect">
            <a:avLst/>
          </a:prstGeom>
          <a:noFill/>
          <a:ln>
            <a:noFill/>
          </a:ln>
        </p:spPr>
        <p:txBody>
          <a:bodyPr spcFirstLastPara="1" wrap="square" lIns="91425" tIns="45700" rIns="91425" bIns="45700" anchor="t" anchorCtr="0">
            <a:normAutofit/>
          </a:bodyPr>
          <a:lstStyle>
            <a:lvl1pPr marL="404988" lvl="0" indent="-202494" algn="l">
              <a:spcBef>
                <a:spcPts val="319"/>
              </a:spcBef>
              <a:spcAft>
                <a:spcPts val="0"/>
              </a:spcAft>
              <a:buSzPts val="2071"/>
              <a:buNone/>
              <a:defRPr sz="1595">
                <a:solidFill>
                  <a:schemeClr val="dk1"/>
                </a:solidFill>
              </a:defRPr>
            </a:lvl1pPr>
            <a:lvl2pPr marL="809976" lvl="1" indent="-202494" algn="l">
              <a:spcBef>
                <a:spcPts val="532"/>
              </a:spcBef>
              <a:spcAft>
                <a:spcPts val="0"/>
              </a:spcAft>
              <a:buSzPts val="2071"/>
              <a:buNone/>
              <a:defRPr sz="1595">
                <a:solidFill>
                  <a:srgbClr val="888888"/>
                </a:solidFill>
              </a:defRPr>
            </a:lvl2pPr>
            <a:lvl3pPr marL="1214963" lvl="2" indent="-202494" algn="l">
              <a:spcBef>
                <a:spcPts val="532"/>
              </a:spcBef>
              <a:spcAft>
                <a:spcPts val="0"/>
              </a:spcAft>
              <a:buSzPts val="1840"/>
              <a:buNone/>
              <a:defRPr sz="1417">
                <a:solidFill>
                  <a:srgbClr val="888888"/>
                </a:solidFill>
              </a:defRPr>
            </a:lvl3pPr>
            <a:lvl4pPr marL="1619951" lvl="3" indent="-202494" algn="l">
              <a:spcBef>
                <a:spcPts val="532"/>
              </a:spcBef>
              <a:spcAft>
                <a:spcPts val="0"/>
              </a:spcAft>
              <a:buSzPts val="1611"/>
              <a:buNone/>
              <a:defRPr sz="1241">
                <a:solidFill>
                  <a:srgbClr val="888888"/>
                </a:solidFill>
              </a:defRPr>
            </a:lvl4pPr>
            <a:lvl5pPr marL="2024939" lvl="4" indent="-202494" algn="l">
              <a:spcBef>
                <a:spcPts val="532"/>
              </a:spcBef>
              <a:spcAft>
                <a:spcPts val="0"/>
              </a:spcAft>
              <a:buSzPts val="1611"/>
              <a:buNone/>
              <a:defRPr sz="1241">
                <a:solidFill>
                  <a:srgbClr val="888888"/>
                </a:solidFill>
              </a:defRPr>
            </a:lvl5pPr>
            <a:lvl6pPr marL="2429927" lvl="5" indent="-202494" algn="l">
              <a:spcBef>
                <a:spcPts val="532"/>
              </a:spcBef>
              <a:spcAft>
                <a:spcPts val="0"/>
              </a:spcAft>
              <a:buSzPts val="1611"/>
              <a:buNone/>
              <a:defRPr sz="1241">
                <a:solidFill>
                  <a:srgbClr val="888888"/>
                </a:solidFill>
              </a:defRPr>
            </a:lvl6pPr>
            <a:lvl7pPr marL="2834914" lvl="6" indent="-202494" algn="l">
              <a:spcBef>
                <a:spcPts val="532"/>
              </a:spcBef>
              <a:spcAft>
                <a:spcPts val="0"/>
              </a:spcAft>
              <a:buSzPts val="1611"/>
              <a:buNone/>
              <a:defRPr sz="1241">
                <a:solidFill>
                  <a:srgbClr val="888888"/>
                </a:solidFill>
              </a:defRPr>
            </a:lvl7pPr>
            <a:lvl8pPr marL="3239902" lvl="7" indent="-202494" algn="l">
              <a:spcBef>
                <a:spcPts val="532"/>
              </a:spcBef>
              <a:spcAft>
                <a:spcPts val="0"/>
              </a:spcAft>
              <a:buSzPts val="1611"/>
              <a:buNone/>
              <a:defRPr sz="1241">
                <a:solidFill>
                  <a:srgbClr val="888888"/>
                </a:solidFill>
              </a:defRPr>
            </a:lvl8pPr>
            <a:lvl9pPr marL="3644890" lvl="8" indent="-202494" algn="l">
              <a:spcBef>
                <a:spcPts val="532"/>
              </a:spcBef>
              <a:spcAft>
                <a:spcPts val="532"/>
              </a:spcAft>
              <a:buSzPts val="1611"/>
              <a:buNone/>
              <a:defRPr sz="1241">
                <a:solidFill>
                  <a:srgbClr val="888888"/>
                </a:solidFill>
              </a:defRPr>
            </a:lvl9pPr>
          </a:lstStyle>
          <a:p>
            <a:endParaRPr/>
          </a:p>
        </p:txBody>
      </p:sp>
      <p:sp>
        <p:nvSpPr>
          <p:cNvPr id="123" name="Google Shape;123;p180"/>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80"/>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180"/>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
        <p:nvSpPr>
          <p:cNvPr id="126" name="Google Shape;126;p180"/>
          <p:cNvSpPr txBox="1"/>
          <p:nvPr/>
        </p:nvSpPr>
        <p:spPr>
          <a:xfrm>
            <a:off x="763577" y="923756"/>
            <a:ext cx="539988" cy="613879"/>
          </a:xfrm>
          <a:prstGeom prst="rect">
            <a:avLst/>
          </a:prstGeom>
          <a:noFill/>
          <a:ln>
            <a:noFill/>
          </a:ln>
        </p:spPr>
        <p:txBody>
          <a:bodyPr spcFirstLastPara="1" wrap="square" lIns="80985" tIns="40481" rIns="80985" bIns="40481" anchor="ctr" anchorCtr="0">
            <a:noAutofit/>
          </a:bodyPr>
          <a:lstStyle/>
          <a:p>
            <a:pPr marL="0" marR="0" lvl="0" indent="0" algn="l" rtl="0">
              <a:spcBef>
                <a:spcPts val="0"/>
              </a:spcBef>
              <a:spcAft>
                <a:spcPts val="0"/>
              </a:spcAft>
              <a:buNone/>
            </a:pPr>
            <a:r>
              <a:rPr lang="en-US" sz="7086">
                <a:solidFill>
                  <a:schemeClr val="dk1"/>
                </a:solidFill>
                <a:latin typeface="Garamond"/>
                <a:ea typeface="Garamond"/>
                <a:cs typeface="Garamond"/>
                <a:sym typeface="Garamond"/>
              </a:rPr>
              <a:t>“</a:t>
            </a:r>
            <a:endParaRPr sz="1686"/>
          </a:p>
        </p:txBody>
      </p:sp>
      <p:sp>
        <p:nvSpPr>
          <p:cNvPr id="127" name="Google Shape;127;p180"/>
          <p:cNvSpPr txBox="1"/>
          <p:nvPr/>
        </p:nvSpPr>
        <p:spPr>
          <a:xfrm>
            <a:off x="9389794" y="2728623"/>
            <a:ext cx="539988" cy="613879"/>
          </a:xfrm>
          <a:prstGeom prst="rect">
            <a:avLst/>
          </a:prstGeom>
          <a:noFill/>
          <a:ln>
            <a:noFill/>
          </a:ln>
        </p:spPr>
        <p:txBody>
          <a:bodyPr spcFirstLastPara="1" wrap="square" lIns="80985" tIns="40481" rIns="80985" bIns="40481" anchor="ctr" anchorCtr="0">
            <a:noAutofit/>
          </a:bodyPr>
          <a:lstStyle/>
          <a:p>
            <a:pPr marL="0" marR="0" lvl="0" indent="0" algn="r" rtl="0">
              <a:spcBef>
                <a:spcPts val="0"/>
              </a:spcBef>
              <a:spcAft>
                <a:spcPts val="0"/>
              </a:spcAft>
              <a:buNone/>
            </a:pPr>
            <a:r>
              <a:rPr lang="en-US" sz="7086">
                <a:solidFill>
                  <a:schemeClr val="dk1"/>
                </a:solidFill>
                <a:latin typeface="Garamond"/>
                <a:ea typeface="Garamond"/>
                <a:cs typeface="Garamond"/>
                <a:sym typeface="Garamond"/>
              </a:rPr>
              <a:t>”</a:t>
            </a:r>
            <a:endParaRPr sz="1686"/>
          </a:p>
        </p:txBody>
      </p:sp>
      <p:cxnSp>
        <p:nvCxnSpPr>
          <p:cNvPr id="128" name="Google Shape;128;p180"/>
          <p:cNvCxnSpPr/>
          <p:nvPr/>
        </p:nvCxnSpPr>
        <p:spPr>
          <a:xfrm>
            <a:off x="1236738" y="3599657"/>
            <a:ext cx="8333054" cy="0"/>
          </a:xfrm>
          <a:prstGeom prst="straightConnector1">
            <a:avLst/>
          </a:prstGeom>
          <a:noFill/>
          <a:ln w="15875"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248344223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9"/>
        <p:cNvGrpSpPr/>
        <p:nvPr/>
      </p:nvGrpSpPr>
      <p:grpSpPr>
        <a:xfrm>
          <a:off x="0" y="0"/>
          <a:ext cx="0" cy="0"/>
          <a:chOff x="0" y="0"/>
          <a:chExt cx="0" cy="0"/>
        </a:xfrm>
      </p:grpSpPr>
      <p:sp>
        <p:nvSpPr>
          <p:cNvPr id="130" name="Google Shape;130;p181"/>
          <p:cNvSpPr txBox="1">
            <a:spLocks noGrp="1"/>
          </p:cNvSpPr>
          <p:nvPr>
            <p:ph type="title"/>
          </p:nvPr>
        </p:nvSpPr>
        <p:spPr>
          <a:xfrm>
            <a:off x="1147477" y="1031011"/>
            <a:ext cx="8512313" cy="2355332"/>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81"/>
          <p:cNvSpPr txBox="1">
            <a:spLocks noGrp="1"/>
          </p:cNvSpPr>
          <p:nvPr>
            <p:ph type="body" idx="1"/>
          </p:nvPr>
        </p:nvSpPr>
        <p:spPr>
          <a:xfrm>
            <a:off x="1147476" y="3810836"/>
            <a:ext cx="8512314" cy="883116"/>
          </a:xfrm>
          <a:prstGeom prst="rect">
            <a:avLst/>
          </a:prstGeom>
          <a:noFill/>
          <a:ln>
            <a:noFill/>
          </a:ln>
        </p:spPr>
        <p:txBody>
          <a:bodyPr spcFirstLastPara="1" wrap="square" lIns="91425" tIns="45700" rIns="91425" bIns="45700" anchor="b" anchorCtr="0">
            <a:normAutofit/>
          </a:bodyPr>
          <a:lstStyle>
            <a:lvl1pPr marL="404988" lvl="0" indent="-202494" algn="l">
              <a:spcBef>
                <a:spcPts val="0"/>
              </a:spcBef>
              <a:spcAft>
                <a:spcPts val="0"/>
              </a:spcAft>
              <a:buSzPts val="3220"/>
              <a:buNone/>
              <a:defRPr sz="2480">
                <a:solidFill>
                  <a:schemeClr val="dk1"/>
                </a:solidFill>
              </a:defRPr>
            </a:lvl1pPr>
            <a:lvl2pPr marL="809976" lvl="1" indent="-202494" algn="l">
              <a:spcBef>
                <a:spcPts val="532"/>
              </a:spcBef>
              <a:spcAft>
                <a:spcPts val="0"/>
              </a:spcAft>
              <a:buSzPts val="2071"/>
              <a:buNone/>
              <a:defRPr sz="1595">
                <a:solidFill>
                  <a:srgbClr val="888888"/>
                </a:solidFill>
              </a:defRPr>
            </a:lvl2pPr>
            <a:lvl3pPr marL="1214963" lvl="2" indent="-202494" algn="l">
              <a:spcBef>
                <a:spcPts val="532"/>
              </a:spcBef>
              <a:spcAft>
                <a:spcPts val="0"/>
              </a:spcAft>
              <a:buSzPts val="1840"/>
              <a:buNone/>
              <a:defRPr sz="1417">
                <a:solidFill>
                  <a:srgbClr val="888888"/>
                </a:solidFill>
              </a:defRPr>
            </a:lvl3pPr>
            <a:lvl4pPr marL="1619951" lvl="3" indent="-202494" algn="l">
              <a:spcBef>
                <a:spcPts val="532"/>
              </a:spcBef>
              <a:spcAft>
                <a:spcPts val="0"/>
              </a:spcAft>
              <a:buSzPts val="1611"/>
              <a:buNone/>
              <a:defRPr sz="1241">
                <a:solidFill>
                  <a:srgbClr val="888888"/>
                </a:solidFill>
              </a:defRPr>
            </a:lvl4pPr>
            <a:lvl5pPr marL="2024939" lvl="4" indent="-202494" algn="l">
              <a:spcBef>
                <a:spcPts val="532"/>
              </a:spcBef>
              <a:spcAft>
                <a:spcPts val="0"/>
              </a:spcAft>
              <a:buSzPts val="1611"/>
              <a:buNone/>
              <a:defRPr sz="1241">
                <a:solidFill>
                  <a:srgbClr val="888888"/>
                </a:solidFill>
              </a:defRPr>
            </a:lvl5pPr>
            <a:lvl6pPr marL="2429927" lvl="5" indent="-202494" algn="l">
              <a:spcBef>
                <a:spcPts val="532"/>
              </a:spcBef>
              <a:spcAft>
                <a:spcPts val="0"/>
              </a:spcAft>
              <a:buSzPts val="1611"/>
              <a:buNone/>
              <a:defRPr sz="1241">
                <a:solidFill>
                  <a:srgbClr val="888888"/>
                </a:solidFill>
              </a:defRPr>
            </a:lvl6pPr>
            <a:lvl7pPr marL="2834914" lvl="6" indent="-202494" algn="l">
              <a:spcBef>
                <a:spcPts val="532"/>
              </a:spcBef>
              <a:spcAft>
                <a:spcPts val="0"/>
              </a:spcAft>
              <a:buSzPts val="1611"/>
              <a:buNone/>
              <a:defRPr sz="1241">
                <a:solidFill>
                  <a:srgbClr val="888888"/>
                </a:solidFill>
              </a:defRPr>
            </a:lvl7pPr>
            <a:lvl8pPr marL="3239902" lvl="7" indent="-202494" algn="l">
              <a:spcBef>
                <a:spcPts val="532"/>
              </a:spcBef>
              <a:spcAft>
                <a:spcPts val="0"/>
              </a:spcAft>
              <a:buSzPts val="1611"/>
              <a:buNone/>
              <a:defRPr sz="1241">
                <a:solidFill>
                  <a:srgbClr val="888888"/>
                </a:solidFill>
              </a:defRPr>
            </a:lvl8pPr>
            <a:lvl9pPr marL="3644890" lvl="8" indent="-202494" algn="l">
              <a:spcBef>
                <a:spcPts val="532"/>
              </a:spcBef>
              <a:spcAft>
                <a:spcPts val="532"/>
              </a:spcAft>
              <a:buSzPts val="1611"/>
              <a:buNone/>
              <a:defRPr sz="1241">
                <a:solidFill>
                  <a:srgbClr val="888888"/>
                </a:solidFill>
              </a:defRPr>
            </a:lvl9pPr>
          </a:lstStyle>
          <a:p>
            <a:endParaRPr/>
          </a:p>
        </p:txBody>
      </p:sp>
      <p:sp>
        <p:nvSpPr>
          <p:cNvPr id="132" name="Google Shape;132;p181"/>
          <p:cNvSpPr txBox="1">
            <a:spLocks noGrp="1"/>
          </p:cNvSpPr>
          <p:nvPr>
            <p:ph type="body" idx="2"/>
          </p:nvPr>
        </p:nvSpPr>
        <p:spPr>
          <a:xfrm>
            <a:off x="1147479" y="4692887"/>
            <a:ext cx="8512315" cy="1475415"/>
          </a:xfrm>
          <a:prstGeom prst="rect">
            <a:avLst/>
          </a:prstGeom>
          <a:noFill/>
          <a:ln>
            <a:noFill/>
          </a:ln>
        </p:spPr>
        <p:txBody>
          <a:bodyPr spcFirstLastPara="1" wrap="square" lIns="91425" tIns="45700" rIns="91425" bIns="45700" anchor="t" anchorCtr="0">
            <a:normAutofit/>
          </a:bodyPr>
          <a:lstStyle>
            <a:lvl1pPr marL="404988" lvl="0" indent="-202494" algn="l">
              <a:spcBef>
                <a:spcPts val="319"/>
              </a:spcBef>
              <a:spcAft>
                <a:spcPts val="0"/>
              </a:spcAft>
              <a:buSzPts val="2071"/>
              <a:buNone/>
              <a:defRPr sz="1595">
                <a:solidFill>
                  <a:schemeClr val="dk1"/>
                </a:solidFill>
              </a:defRPr>
            </a:lvl1pPr>
            <a:lvl2pPr marL="809976" lvl="1" indent="-202494" algn="l">
              <a:spcBef>
                <a:spcPts val="532"/>
              </a:spcBef>
              <a:spcAft>
                <a:spcPts val="0"/>
              </a:spcAft>
              <a:buSzPts val="2071"/>
              <a:buNone/>
              <a:defRPr sz="1595">
                <a:solidFill>
                  <a:srgbClr val="888888"/>
                </a:solidFill>
              </a:defRPr>
            </a:lvl2pPr>
            <a:lvl3pPr marL="1214963" lvl="2" indent="-202494" algn="l">
              <a:spcBef>
                <a:spcPts val="532"/>
              </a:spcBef>
              <a:spcAft>
                <a:spcPts val="0"/>
              </a:spcAft>
              <a:buSzPts val="1840"/>
              <a:buNone/>
              <a:defRPr sz="1417">
                <a:solidFill>
                  <a:srgbClr val="888888"/>
                </a:solidFill>
              </a:defRPr>
            </a:lvl3pPr>
            <a:lvl4pPr marL="1619951" lvl="3" indent="-202494" algn="l">
              <a:spcBef>
                <a:spcPts val="532"/>
              </a:spcBef>
              <a:spcAft>
                <a:spcPts val="0"/>
              </a:spcAft>
              <a:buSzPts val="1611"/>
              <a:buNone/>
              <a:defRPr sz="1241">
                <a:solidFill>
                  <a:srgbClr val="888888"/>
                </a:solidFill>
              </a:defRPr>
            </a:lvl4pPr>
            <a:lvl5pPr marL="2024939" lvl="4" indent="-202494" algn="l">
              <a:spcBef>
                <a:spcPts val="532"/>
              </a:spcBef>
              <a:spcAft>
                <a:spcPts val="0"/>
              </a:spcAft>
              <a:buSzPts val="1611"/>
              <a:buNone/>
              <a:defRPr sz="1241">
                <a:solidFill>
                  <a:srgbClr val="888888"/>
                </a:solidFill>
              </a:defRPr>
            </a:lvl5pPr>
            <a:lvl6pPr marL="2429927" lvl="5" indent="-202494" algn="l">
              <a:spcBef>
                <a:spcPts val="532"/>
              </a:spcBef>
              <a:spcAft>
                <a:spcPts val="0"/>
              </a:spcAft>
              <a:buSzPts val="1611"/>
              <a:buNone/>
              <a:defRPr sz="1241">
                <a:solidFill>
                  <a:srgbClr val="888888"/>
                </a:solidFill>
              </a:defRPr>
            </a:lvl6pPr>
            <a:lvl7pPr marL="2834914" lvl="6" indent="-202494" algn="l">
              <a:spcBef>
                <a:spcPts val="532"/>
              </a:spcBef>
              <a:spcAft>
                <a:spcPts val="0"/>
              </a:spcAft>
              <a:buSzPts val="1611"/>
              <a:buNone/>
              <a:defRPr sz="1241">
                <a:solidFill>
                  <a:srgbClr val="888888"/>
                </a:solidFill>
              </a:defRPr>
            </a:lvl7pPr>
            <a:lvl8pPr marL="3239902" lvl="7" indent="-202494" algn="l">
              <a:spcBef>
                <a:spcPts val="532"/>
              </a:spcBef>
              <a:spcAft>
                <a:spcPts val="0"/>
              </a:spcAft>
              <a:buSzPts val="1611"/>
              <a:buNone/>
              <a:defRPr sz="1241">
                <a:solidFill>
                  <a:srgbClr val="888888"/>
                </a:solidFill>
              </a:defRPr>
            </a:lvl8pPr>
            <a:lvl9pPr marL="3644890" lvl="8" indent="-202494" algn="l">
              <a:spcBef>
                <a:spcPts val="532"/>
              </a:spcBef>
              <a:spcAft>
                <a:spcPts val="532"/>
              </a:spcAft>
              <a:buSzPts val="1611"/>
              <a:buNone/>
              <a:defRPr sz="1241">
                <a:solidFill>
                  <a:srgbClr val="888888"/>
                </a:solidFill>
              </a:defRPr>
            </a:lvl9pPr>
          </a:lstStyle>
          <a:p>
            <a:endParaRPr/>
          </a:p>
        </p:txBody>
      </p:sp>
      <p:sp>
        <p:nvSpPr>
          <p:cNvPr id="133" name="Google Shape;133;p181"/>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81"/>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181"/>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cxnSp>
        <p:nvCxnSpPr>
          <p:cNvPr id="136" name="Google Shape;136;p181"/>
          <p:cNvCxnSpPr/>
          <p:nvPr/>
        </p:nvCxnSpPr>
        <p:spPr>
          <a:xfrm>
            <a:off x="1236738" y="3599657"/>
            <a:ext cx="8333054" cy="0"/>
          </a:xfrm>
          <a:prstGeom prst="straightConnector1">
            <a:avLst/>
          </a:prstGeom>
          <a:noFill/>
          <a:ln w="15875"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309502365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7"/>
        <p:cNvGrpSpPr/>
        <p:nvPr/>
      </p:nvGrpSpPr>
      <p:grpSpPr>
        <a:xfrm>
          <a:off x="0" y="0"/>
          <a:ext cx="0" cy="0"/>
          <a:chOff x="0" y="0"/>
          <a:chExt cx="0" cy="0"/>
        </a:xfrm>
      </p:grpSpPr>
      <p:sp>
        <p:nvSpPr>
          <p:cNvPr id="138" name="Google Shape;138;p182"/>
          <p:cNvSpPr txBox="1">
            <a:spLocks noGrp="1"/>
          </p:cNvSpPr>
          <p:nvPr>
            <p:ph type="title"/>
          </p:nvPr>
        </p:nvSpPr>
        <p:spPr>
          <a:xfrm>
            <a:off x="1147480" y="1031012"/>
            <a:ext cx="8504810" cy="136875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182"/>
          <p:cNvSpPr txBox="1">
            <a:spLocks noGrp="1"/>
          </p:cNvSpPr>
          <p:nvPr>
            <p:ph type="body" idx="1"/>
          </p:nvPr>
        </p:nvSpPr>
        <p:spPr>
          <a:xfrm rot="5400000">
            <a:off x="3657826" y="173839"/>
            <a:ext cx="3484115" cy="8504810"/>
          </a:xfrm>
          <a:prstGeom prst="rect">
            <a:avLst/>
          </a:prstGeom>
          <a:noFill/>
          <a:ln>
            <a:noFill/>
          </a:ln>
        </p:spPr>
        <p:txBody>
          <a:bodyPr spcFirstLastPara="1" wrap="square" lIns="91425" tIns="45700" rIns="91425" bIns="45700" anchor="t" anchorCtr="0">
            <a:normAutofit/>
          </a:bodyPr>
          <a:lstStyle>
            <a:lvl1pPr marL="404988" lvl="0" indent="-318928" algn="l">
              <a:spcBef>
                <a:spcPts val="319"/>
              </a:spcBef>
              <a:spcAft>
                <a:spcPts val="0"/>
              </a:spcAft>
              <a:buSzPts val="2070"/>
              <a:buChar char="•"/>
              <a:defRPr/>
            </a:lvl1pPr>
            <a:lvl2pPr marL="809976" lvl="1" indent="-318927" algn="l">
              <a:spcBef>
                <a:spcPts val="532"/>
              </a:spcBef>
              <a:spcAft>
                <a:spcPts val="0"/>
              </a:spcAft>
              <a:buSzPts val="2070"/>
              <a:buChar char="•"/>
              <a:defRPr/>
            </a:lvl2pPr>
            <a:lvl3pPr marL="1214963" lvl="2" indent="-318927" algn="l">
              <a:spcBef>
                <a:spcPts val="532"/>
              </a:spcBef>
              <a:spcAft>
                <a:spcPts val="0"/>
              </a:spcAft>
              <a:buSzPts val="2070"/>
              <a:buChar char="•"/>
              <a:defRPr/>
            </a:lvl3pPr>
            <a:lvl4pPr marL="1619951" lvl="3" indent="-318927" algn="l">
              <a:spcBef>
                <a:spcPts val="532"/>
              </a:spcBef>
              <a:spcAft>
                <a:spcPts val="0"/>
              </a:spcAft>
              <a:buSzPts val="2070"/>
              <a:buChar char="•"/>
              <a:defRPr/>
            </a:lvl4pPr>
            <a:lvl5pPr marL="2024939" lvl="4" indent="-318928" algn="l">
              <a:spcBef>
                <a:spcPts val="532"/>
              </a:spcBef>
              <a:spcAft>
                <a:spcPts val="0"/>
              </a:spcAft>
              <a:buSzPts val="2070"/>
              <a:buChar char="•"/>
              <a:defRPr/>
            </a:lvl5pPr>
            <a:lvl6pPr marL="2429927" lvl="5" indent="-318928" algn="l">
              <a:spcBef>
                <a:spcPts val="532"/>
              </a:spcBef>
              <a:spcAft>
                <a:spcPts val="0"/>
              </a:spcAft>
              <a:buSzPts val="2070"/>
              <a:buChar char="•"/>
              <a:defRPr/>
            </a:lvl6pPr>
            <a:lvl7pPr marL="2834914" lvl="6" indent="-318928" algn="l">
              <a:spcBef>
                <a:spcPts val="532"/>
              </a:spcBef>
              <a:spcAft>
                <a:spcPts val="0"/>
              </a:spcAft>
              <a:buSzPts val="2070"/>
              <a:buChar char="•"/>
              <a:defRPr/>
            </a:lvl7pPr>
            <a:lvl8pPr marL="3239902" lvl="7" indent="-318928" algn="l">
              <a:spcBef>
                <a:spcPts val="532"/>
              </a:spcBef>
              <a:spcAft>
                <a:spcPts val="0"/>
              </a:spcAft>
              <a:buSzPts val="2070"/>
              <a:buChar char="•"/>
              <a:defRPr/>
            </a:lvl8pPr>
            <a:lvl9pPr marL="3644890" lvl="8" indent="-318928" algn="l">
              <a:spcBef>
                <a:spcPts val="532"/>
              </a:spcBef>
              <a:spcAft>
                <a:spcPts val="532"/>
              </a:spcAft>
              <a:buSzPts val="2070"/>
              <a:buChar char="•"/>
              <a:defRPr/>
            </a:lvl9pPr>
          </a:lstStyle>
          <a:p>
            <a:endParaRPr/>
          </a:p>
        </p:txBody>
      </p:sp>
      <p:sp>
        <p:nvSpPr>
          <p:cNvPr id="140" name="Google Shape;140;p182"/>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182"/>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182"/>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cxnSp>
        <p:nvCxnSpPr>
          <p:cNvPr id="143" name="Google Shape;143;p182"/>
          <p:cNvCxnSpPr/>
          <p:nvPr/>
        </p:nvCxnSpPr>
        <p:spPr>
          <a:xfrm>
            <a:off x="1236738" y="2541979"/>
            <a:ext cx="8333054" cy="0"/>
          </a:xfrm>
          <a:prstGeom prst="straightConnector1">
            <a:avLst/>
          </a:prstGeom>
          <a:noFill/>
          <a:ln w="15875"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198704213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4"/>
        <p:cNvGrpSpPr/>
        <p:nvPr/>
      </p:nvGrpSpPr>
      <p:grpSpPr>
        <a:xfrm>
          <a:off x="0" y="0"/>
          <a:ext cx="0" cy="0"/>
          <a:chOff x="0" y="0"/>
          <a:chExt cx="0" cy="0"/>
        </a:xfrm>
      </p:grpSpPr>
      <p:sp>
        <p:nvSpPr>
          <p:cNvPr id="145" name="Google Shape;145;p183"/>
          <p:cNvSpPr txBox="1">
            <a:spLocks noGrp="1"/>
          </p:cNvSpPr>
          <p:nvPr>
            <p:ph type="title"/>
          </p:nvPr>
        </p:nvSpPr>
        <p:spPr>
          <a:xfrm rot="5400000">
            <a:off x="6240536" y="2762174"/>
            <a:ext cx="5137289" cy="16749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183"/>
          <p:cNvSpPr txBox="1">
            <a:spLocks noGrp="1"/>
          </p:cNvSpPr>
          <p:nvPr>
            <p:ph type="body" idx="1"/>
          </p:nvPr>
        </p:nvSpPr>
        <p:spPr>
          <a:xfrm rot="5400000">
            <a:off x="1870944" y="307541"/>
            <a:ext cx="5137288" cy="6584229"/>
          </a:xfrm>
          <a:prstGeom prst="rect">
            <a:avLst/>
          </a:prstGeom>
          <a:noFill/>
          <a:ln>
            <a:noFill/>
          </a:ln>
        </p:spPr>
        <p:txBody>
          <a:bodyPr spcFirstLastPara="1" wrap="square" lIns="91425" tIns="45700" rIns="91425" bIns="45700" anchor="t" anchorCtr="0">
            <a:normAutofit/>
          </a:bodyPr>
          <a:lstStyle>
            <a:lvl1pPr marL="404988" lvl="0" indent="-318928" algn="l">
              <a:spcBef>
                <a:spcPts val="319"/>
              </a:spcBef>
              <a:spcAft>
                <a:spcPts val="0"/>
              </a:spcAft>
              <a:buSzPts val="2070"/>
              <a:buChar char="•"/>
              <a:defRPr/>
            </a:lvl1pPr>
            <a:lvl2pPr marL="809976" lvl="1" indent="-318927" algn="l">
              <a:spcBef>
                <a:spcPts val="532"/>
              </a:spcBef>
              <a:spcAft>
                <a:spcPts val="0"/>
              </a:spcAft>
              <a:buSzPts val="2070"/>
              <a:buChar char="•"/>
              <a:defRPr/>
            </a:lvl2pPr>
            <a:lvl3pPr marL="1214963" lvl="2" indent="-318927" algn="l">
              <a:spcBef>
                <a:spcPts val="532"/>
              </a:spcBef>
              <a:spcAft>
                <a:spcPts val="0"/>
              </a:spcAft>
              <a:buSzPts val="2070"/>
              <a:buChar char="•"/>
              <a:defRPr/>
            </a:lvl3pPr>
            <a:lvl4pPr marL="1619951" lvl="3" indent="-318927" algn="l">
              <a:spcBef>
                <a:spcPts val="532"/>
              </a:spcBef>
              <a:spcAft>
                <a:spcPts val="0"/>
              </a:spcAft>
              <a:buSzPts val="2070"/>
              <a:buChar char="•"/>
              <a:defRPr/>
            </a:lvl4pPr>
            <a:lvl5pPr marL="2024939" lvl="4" indent="-318928" algn="l">
              <a:spcBef>
                <a:spcPts val="532"/>
              </a:spcBef>
              <a:spcAft>
                <a:spcPts val="0"/>
              </a:spcAft>
              <a:buSzPts val="2070"/>
              <a:buChar char="•"/>
              <a:defRPr/>
            </a:lvl5pPr>
            <a:lvl6pPr marL="2429927" lvl="5" indent="-318928" algn="l">
              <a:spcBef>
                <a:spcPts val="532"/>
              </a:spcBef>
              <a:spcAft>
                <a:spcPts val="0"/>
              </a:spcAft>
              <a:buSzPts val="2070"/>
              <a:buChar char="•"/>
              <a:defRPr/>
            </a:lvl6pPr>
            <a:lvl7pPr marL="2834914" lvl="6" indent="-318928" algn="l">
              <a:spcBef>
                <a:spcPts val="532"/>
              </a:spcBef>
              <a:spcAft>
                <a:spcPts val="0"/>
              </a:spcAft>
              <a:buSzPts val="2070"/>
              <a:buChar char="•"/>
              <a:defRPr/>
            </a:lvl7pPr>
            <a:lvl8pPr marL="3239902" lvl="7" indent="-318928" algn="l">
              <a:spcBef>
                <a:spcPts val="532"/>
              </a:spcBef>
              <a:spcAft>
                <a:spcPts val="0"/>
              </a:spcAft>
              <a:buSzPts val="2070"/>
              <a:buChar char="•"/>
              <a:defRPr/>
            </a:lvl8pPr>
            <a:lvl9pPr marL="3644890" lvl="8" indent="-318928" algn="l">
              <a:spcBef>
                <a:spcPts val="532"/>
              </a:spcBef>
              <a:spcAft>
                <a:spcPts val="532"/>
              </a:spcAft>
              <a:buSzPts val="2070"/>
              <a:buChar char="•"/>
              <a:defRPr/>
            </a:lvl9pPr>
          </a:lstStyle>
          <a:p>
            <a:endParaRPr/>
          </a:p>
        </p:txBody>
      </p:sp>
      <p:sp>
        <p:nvSpPr>
          <p:cNvPr id="147" name="Google Shape;147;p183"/>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183"/>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183"/>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cxnSp>
        <p:nvCxnSpPr>
          <p:cNvPr id="150" name="Google Shape;150;p183"/>
          <p:cNvCxnSpPr/>
          <p:nvPr/>
        </p:nvCxnSpPr>
        <p:spPr>
          <a:xfrm>
            <a:off x="7851699" y="1039902"/>
            <a:ext cx="0" cy="5119511"/>
          </a:xfrm>
          <a:prstGeom prst="straightConnector1">
            <a:avLst/>
          </a:prstGeom>
          <a:noFill/>
          <a:ln w="15875"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37415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image" Target="../media/image1.jp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theme" Target="../theme/theme5.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image" Target="../media/image3.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19" Type="http://schemas.openxmlformats.org/officeDocument/2006/relationships/image" Target="../media/image2.png"/><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9990" y="288306"/>
            <a:ext cx="9719787" cy="119988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39990" y="1679841"/>
            <a:ext cx="9719787" cy="47512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39990" y="6672700"/>
            <a:ext cx="2519944" cy="383297"/>
          </a:xfrm>
          <a:prstGeom prst="rect">
            <a:avLst/>
          </a:prstGeom>
        </p:spPr>
        <p:txBody>
          <a:bodyPr vert="horz" lIns="91440" tIns="45720" rIns="91440" bIns="45720" rtlCol="0" anchor="ctr"/>
          <a:lstStyle>
            <a:lvl1pPr algn="l">
              <a:defRPr sz="1400">
                <a:solidFill>
                  <a:schemeClr val="tx1">
                    <a:tint val="75000"/>
                  </a:schemeClr>
                </a:solidFill>
              </a:defRPr>
            </a:lvl1pPr>
          </a:lstStyle>
          <a:p>
            <a:fld id="{5BCAD085-E8A6-8845-BD4E-CB4CCA059FC4}" type="datetimeFigureOut">
              <a:rPr lang="en-US" smtClean="0"/>
              <a:t>4/30/2025</a:t>
            </a:fld>
            <a:endParaRPr lang="en-US"/>
          </a:p>
        </p:txBody>
      </p:sp>
      <p:sp>
        <p:nvSpPr>
          <p:cNvPr id="5" name="Footer Placeholder 4"/>
          <p:cNvSpPr>
            <a:spLocks noGrp="1"/>
          </p:cNvSpPr>
          <p:nvPr>
            <p:ph type="ftr" sz="quarter" idx="3"/>
          </p:nvPr>
        </p:nvSpPr>
        <p:spPr>
          <a:xfrm>
            <a:off x="3689921" y="6672700"/>
            <a:ext cx="3419924" cy="383297"/>
          </a:xfrm>
          <a:prstGeom prst="rect">
            <a:avLst/>
          </a:prstGeom>
        </p:spPr>
        <p:txBody>
          <a:bodyPr vert="horz" lIns="91440" tIns="45720" rIns="91440" bIns="45720" rtlCol="0" anchor="ctr"/>
          <a:lstStyle>
            <a:lvl1pPr algn="ctr">
              <a:defRPr sz="1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39832" y="6672700"/>
            <a:ext cx="2519944" cy="383297"/>
          </a:xfrm>
          <a:prstGeom prst="rect">
            <a:avLst/>
          </a:prstGeom>
        </p:spPr>
        <p:txBody>
          <a:bodyPr vert="horz" lIns="91440" tIns="45720" rIns="91440" bIns="45720" rtlCol="0" anchor="ctr"/>
          <a:lstStyle>
            <a:lvl1pPr algn="r">
              <a:defRPr sz="14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533265" rtl="0" eaLnBrk="1" latinLnBrk="0" hangingPunct="1">
        <a:spcBef>
          <a:spcPct val="0"/>
        </a:spcBef>
        <a:buNone/>
        <a:defRPr sz="5132" kern="1200">
          <a:solidFill>
            <a:schemeClr val="tx1"/>
          </a:solidFill>
          <a:latin typeface="+mj-lt"/>
          <a:ea typeface="+mj-ea"/>
          <a:cs typeface="+mj-cs"/>
        </a:defRPr>
      </a:lvl1pPr>
    </p:titleStyle>
    <p:bodyStyle>
      <a:lvl1pPr marL="399947" indent="-399947" algn="l" defTabSz="533265" rtl="0" eaLnBrk="1" latinLnBrk="0" hangingPunct="1">
        <a:spcBef>
          <a:spcPct val="20000"/>
        </a:spcBef>
        <a:buFont typeface="Arial"/>
        <a:buChar char="•"/>
        <a:defRPr sz="3732" kern="1200">
          <a:solidFill>
            <a:schemeClr val="tx1"/>
          </a:solidFill>
          <a:latin typeface="+mn-lt"/>
          <a:ea typeface="+mn-ea"/>
          <a:cs typeface="+mn-cs"/>
        </a:defRPr>
      </a:lvl1pPr>
      <a:lvl2pPr marL="866554" indent="-333289" algn="l" defTabSz="533265" rtl="0" eaLnBrk="1" latinLnBrk="0" hangingPunct="1">
        <a:spcBef>
          <a:spcPct val="20000"/>
        </a:spcBef>
        <a:buFont typeface="Arial"/>
        <a:buChar char="–"/>
        <a:defRPr sz="3266" kern="1200">
          <a:solidFill>
            <a:schemeClr val="tx1"/>
          </a:solidFill>
          <a:latin typeface="+mn-lt"/>
          <a:ea typeface="+mn-ea"/>
          <a:cs typeface="+mn-cs"/>
        </a:defRPr>
      </a:lvl2pPr>
      <a:lvl3pPr marL="1333159" indent="-266631" algn="l" defTabSz="533265" rtl="0" eaLnBrk="1" latinLnBrk="0" hangingPunct="1">
        <a:spcBef>
          <a:spcPct val="20000"/>
        </a:spcBef>
        <a:buFont typeface="Arial"/>
        <a:buChar char="•"/>
        <a:defRPr sz="2800" kern="1200">
          <a:solidFill>
            <a:schemeClr val="tx1"/>
          </a:solidFill>
          <a:latin typeface="+mn-lt"/>
          <a:ea typeface="+mn-ea"/>
          <a:cs typeface="+mn-cs"/>
        </a:defRPr>
      </a:lvl3pPr>
      <a:lvl4pPr marL="1866423" indent="-266631" algn="l" defTabSz="533265" rtl="0" eaLnBrk="1" latinLnBrk="0" hangingPunct="1">
        <a:spcBef>
          <a:spcPct val="20000"/>
        </a:spcBef>
        <a:buFont typeface="Arial"/>
        <a:buChar char="–"/>
        <a:defRPr sz="2333" kern="1200">
          <a:solidFill>
            <a:schemeClr val="tx1"/>
          </a:solidFill>
          <a:latin typeface="+mn-lt"/>
          <a:ea typeface="+mn-ea"/>
          <a:cs typeface="+mn-cs"/>
        </a:defRPr>
      </a:lvl4pPr>
      <a:lvl5pPr marL="2399687" indent="-266631" algn="l" defTabSz="533265" rtl="0" eaLnBrk="1" latinLnBrk="0" hangingPunct="1">
        <a:spcBef>
          <a:spcPct val="20000"/>
        </a:spcBef>
        <a:buFont typeface="Arial"/>
        <a:buChar char="»"/>
        <a:defRPr sz="2333" kern="1200">
          <a:solidFill>
            <a:schemeClr val="tx1"/>
          </a:solidFill>
          <a:latin typeface="+mn-lt"/>
          <a:ea typeface="+mn-ea"/>
          <a:cs typeface="+mn-cs"/>
        </a:defRPr>
      </a:lvl5pPr>
      <a:lvl6pPr marL="2932950" indent="-266631" algn="l" defTabSz="533265" rtl="0" eaLnBrk="1" latinLnBrk="0" hangingPunct="1">
        <a:spcBef>
          <a:spcPct val="20000"/>
        </a:spcBef>
        <a:buFont typeface="Arial"/>
        <a:buChar char="•"/>
        <a:defRPr sz="2333" kern="1200">
          <a:solidFill>
            <a:schemeClr val="tx1"/>
          </a:solidFill>
          <a:latin typeface="+mn-lt"/>
          <a:ea typeface="+mn-ea"/>
          <a:cs typeface="+mn-cs"/>
        </a:defRPr>
      </a:lvl6pPr>
      <a:lvl7pPr marL="3466215" indent="-266631" algn="l" defTabSz="533265" rtl="0" eaLnBrk="1" latinLnBrk="0" hangingPunct="1">
        <a:spcBef>
          <a:spcPct val="20000"/>
        </a:spcBef>
        <a:buFont typeface="Arial"/>
        <a:buChar char="•"/>
        <a:defRPr sz="2333" kern="1200">
          <a:solidFill>
            <a:schemeClr val="tx1"/>
          </a:solidFill>
          <a:latin typeface="+mn-lt"/>
          <a:ea typeface="+mn-ea"/>
          <a:cs typeface="+mn-cs"/>
        </a:defRPr>
      </a:lvl7pPr>
      <a:lvl8pPr marL="3999477" indent="-266631" algn="l" defTabSz="533265" rtl="0" eaLnBrk="1" latinLnBrk="0" hangingPunct="1">
        <a:spcBef>
          <a:spcPct val="20000"/>
        </a:spcBef>
        <a:buFont typeface="Arial"/>
        <a:buChar char="•"/>
        <a:defRPr sz="2333" kern="1200">
          <a:solidFill>
            <a:schemeClr val="tx1"/>
          </a:solidFill>
          <a:latin typeface="+mn-lt"/>
          <a:ea typeface="+mn-ea"/>
          <a:cs typeface="+mn-cs"/>
        </a:defRPr>
      </a:lvl8pPr>
      <a:lvl9pPr marL="4532742" indent="-266631" algn="l" defTabSz="533265" rtl="0" eaLnBrk="1" latinLnBrk="0" hangingPunct="1">
        <a:spcBef>
          <a:spcPct val="20000"/>
        </a:spcBef>
        <a:buFont typeface="Arial"/>
        <a:buChar char="•"/>
        <a:defRPr sz="2333" kern="1200">
          <a:solidFill>
            <a:schemeClr val="tx1"/>
          </a:solidFill>
          <a:latin typeface="+mn-lt"/>
          <a:ea typeface="+mn-ea"/>
          <a:cs typeface="+mn-cs"/>
        </a:defRPr>
      </a:lvl9pPr>
    </p:bodyStyle>
    <p:otherStyle>
      <a:defPPr>
        <a:defRPr lang="en-US"/>
      </a:defPPr>
      <a:lvl1pPr marL="0" algn="l" defTabSz="533265" rtl="0" eaLnBrk="1" latinLnBrk="0" hangingPunct="1">
        <a:defRPr sz="2100" kern="1200">
          <a:solidFill>
            <a:schemeClr val="tx1"/>
          </a:solidFill>
          <a:latin typeface="+mn-lt"/>
          <a:ea typeface="+mn-ea"/>
          <a:cs typeface="+mn-cs"/>
        </a:defRPr>
      </a:lvl1pPr>
      <a:lvl2pPr marL="533265" algn="l" defTabSz="533265" rtl="0" eaLnBrk="1" latinLnBrk="0" hangingPunct="1">
        <a:defRPr sz="2100" kern="1200">
          <a:solidFill>
            <a:schemeClr val="tx1"/>
          </a:solidFill>
          <a:latin typeface="+mn-lt"/>
          <a:ea typeface="+mn-ea"/>
          <a:cs typeface="+mn-cs"/>
        </a:defRPr>
      </a:lvl2pPr>
      <a:lvl3pPr marL="1066527" algn="l" defTabSz="533265" rtl="0" eaLnBrk="1" latinLnBrk="0" hangingPunct="1">
        <a:defRPr sz="2100" kern="1200">
          <a:solidFill>
            <a:schemeClr val="tx1"/>
          </a:solidFill>
          <a:latin typeface="+mn-lt"/>
          <a:ea typeface="+mn-ea"/>
          <a:cs typeface="+mn-cs"/>
        </a:defRPr>
      </a:lvl3pPr>
      <a:lvl4pPr marL="1599792" algn="l" defTabSz="533265" rtl="0" eaLnBrk="1" latinLnBrk="0" hangingPunct="1">
        <a:defRPr sz="2100" kern="1200">
          <a:solidFill>
            <a:schemeClr val="tx1"/>
          </a:solidFill>
          <a:latin typeface="+mn-lt"/>
          <a:ea typeface="+mn-ea"/>
          <a:cs typeface="+mn-cs"/>
        </a:defRPr>
      </a:lvl4pPr>
      <a:lvl5pPr marL="2133055" algn="l" defTabSz="533265" rtl="0" eaLnBrk="1" latinLnBrk="0" hangingPunct="1">
        <a:defRPr sz="2100" kern="1200">
          <a:solidFill>
            <a:schemeClr val="tx1"/>
          </a:solidFill>
          <a:latin typeface="+mn-lt"/>
          <a:ea typeface="+mn-ea"/>
          <a:cs typeface="+mn-cs"/>
        </a:defRPr>
      </a:lvl5pPr>
      <a:lvl6pPr marL="2666319" algn="l" defTabSz="533265" rtl="0" eaLnBrk="1" latinLnBrk="0" hangingPunct="1">
        <a:defRPr sz="2100" kern="1200">
          <a:solidFill>
            <a:schemeClr val="tx1"/>
          </a:solidFill>
          <a:latin typeface="+mn-lt"/>
          <a:ea typeface="+mn-ea"/>
          <a:cs typeface="+mn-cs"/>
        </a:defRPr>
      </a:lvl6pPr>
      <a:lvl7pPr marL="3199582" algn="l" defTabSz="533265" rtl="0" eaLnBrk="1" latinLnBrk="0" hangingPunct="1">
        <a:defRPr sz="2100" kern="1200">
          <a:solidFill>
            <a:schemeClr val="tx1"/>
          </a:solidFill>
          <a:latin typeface="+mn-lt"/>
          <a:ea typeface="+mn-ea"/>
          <a:cs typeface="+mn-cs"/>
        </a:defRPr>
      </a:lvl7pPr>
      <a:lvl8pPr marL="3732847" algn="l" defTabSz="533265" rtl="0" eaLnBrk="1" latinLnBrk="0" hangingPunct="1">
        <a:defRPr sz="2100" kern="1200">
          <a:solidFill>
            <a:schemeClr val="tx1"/>
          </a:solidFill>
          <a:latin typeface="+mn-lt"/>
          <a:ea typeface="+mn-ea"/>
          <a:cs typeface="+mn-cs"/>
        </a:defRPr>
      </a:lvl8pPr>
      <a:lvl9pPr marL="4266110" algn="l" defTabSz="533265"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CB9430-747E-4796-9DA9-17081B9E0F73}"/>
              </a:ext>
            </a:extLst>
          </p:cNvPr>
          <p:cNvSpPr>
            <a:spLocks noGrp="1"/>
          </p:cNvSpPr>
          <p:nvPr>
            <p:ph type="title"/>
          </p:nvPr>
        </p:nvSpPr>
        <p:spPr>
          <a:xfrm>
            <a:off x="742484" y="383297"/>
            <a:ext cx="9314796" cy="1391534"/>
          </a:xfrm>
          <a:prstGeom prst="rect">
            <a:avLst/>
          </a:prstGeom>
        </p:spPr>
        <p:txBody>
          <a:bodyPr vert="horz" lIns="91440" tIns="45720" rIns="91440" bIns="45720" rtlCol="0" anchor="ctr">
            <a:normAutofit/>
          </a:bodyPr>
          <a:lstStyle/>
          <a:p>
            <a:r>
              <a:rPr lang="en-US"/>
              <a:t>Click to edit Master title style</a:t>
            </a:r>
            <a:endParaRPr lang="sq-AL"/>
          </a:p>
        </p:txBody>
      </p:sp>
      <p:sp>
        <p:nvSpPr>
          <p:cNvPr id="3" name="Text Placeholder 2">
            <a:extLst>
              <a:ext uri="{FF2B5EF4-FFF2-40B4-BE49-F238E27FC236}">
                <a16:creationId xmlns:a16="http://schemas.microsoft.com/office/drawing/2014/main" id="{5DB40719-FC7F-462D-B9F1-FB3FF4994CD2}"/>
              </a:ext>
            </a:extLst>
          </p:cNvPr>
          <p:cNvSpPr>
            <a:spLocks noGrp="1"/>
          </p:cNvSpPr>
          <p:nvPr>
            <p:ph type="body" idx="1"/>
          </p:nvPr>
        </p:nvSpPr>
        <p:spPr>
          <a:xfrm>
            <a:off x="742484" y="1916484"/>
            <a:ext cx="9314796" cy="45678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q-AL"/>
          </a:p>
        </p:txBody>
      </p:sp>
      <p:sp>
        <p:nvSpPr>
          <p:cNvPr id="4" name="Date Placeholder 3">
            <a:extLst>
              <a:ext uri="{FF2B5EF4-FFF2-40B4-BE49-F238E27FC236}">
                <a16:creationId xmlns:a16="http://schemas.microsoft.com/office/drawing/2014/main" id="{DAD07892-FDAE-475A-B2BB-CFDA833B5453}"/>
              </a:ext>
            </a:extLst>
          </p:cNvPr>
          <p:cNvSpPr>
            <a:spLocks noGrp="1"/>
          </p:cNvSpPr>
          <p:nvPr>
            <p:ph type="dt" sz="half" idx="2"/>
          </p:nvPr>
        </p:nvSpPr>
        <p:spPr>
          <a:xfrm>
            <a:off x="742484" y="6672697"/>
            <a:ext cx="2429947" cy="383297"/>
          </a:xfrm>
          <a:prstGeom prst="rect">
            <a:avLst/>
          </a:prstGeom>
        </p:spPr>
        <p:txBody>
          <a:bodyPr vert="horz" lIns="91440" tIns="45720" rIns="91440" bIns="45720" rtlCol="0" anchor="ctr"/>
          <a:lstStyle>
            <a:lvl1pPr algn="l">
              <a:defRPr sz="1063">
                <a:solidFill>
                  <a:schemeClr val="tx1">
                    <a:tint val="75000"/>
                  </a:schemeClr>
                </a:solidFill>
              </a:defRPr>
            </a:lvl1pPr>
          </a:lstStyle>
          <a:p>
            <a:fld id="{46EBB9C6-EC39-4C17-8EEE-0EE8928A5792}" type="datetimeFigureOut">
              <a:rPr lang="sq-AL" smtClean="0"/>
              <a:t>30.4.2025</a:t>
            </a:fld>
            <a:endParaRPr lang="sq-AL"/>
          </a:p>
        </p:txBody>
      </p:sp>
      <p:sp>
        <p:nvSpPr>
          <p:cNvPr id="5" name="Footer Placeholder 4">
            <a:extLst>
              <a:ext uri="{FF2B5EF4-FFF2-40B4-BE49-F238E27FC236}">
                <a16:creationId xmlns:a16="http://schemas.microsoft.com/office/drawing/2014/main" id="{0326556F-D597-4269-9397-C1BE902CD7B8}"/>
              </a:ext>
            </a:extLst>
          </p:cNvPr>
          <p:cNvSpPr>
            <a:spLocks noGrp="1"/>
          </p:cNvSpPr>
          <p:nvPr>
            <p:ph type="ftr" sz="quarter" idx="3"/>
          </p:nvPr>
        </p:nvSpPr>
        <p:spPr>
          <a:xfrm>
            <a:off x="3577422" y="6672697"/>
            <a:ext cx="3644920" cy="383297"/>
          </a:xfrm>
          <a:prstGeom prst="rect">
            <a:avLst/>
          </a:prstGeom>
        </p:spPr>
        <p:txBody>
          <a:bodyPr vert="horz" lIns="91440" tIns="45720" rIns="91440" bIns="45720" rtlCol="0" anchor="ctr"/>
          <a:lstStyle>
            <a:lvl1pPr algn="ctr">
              <a:defRPr sz="1063">
                <a:solidFill>
                  <a:schemeClr val="tx1">
                    <a:tint val="75000"/>
                  </a:schemeClr>
                </a:solidFill>
              </a:defRPr>
            </a:lvl1pPr>
          </a:lstStyle>
          <a:p>
            <a:endParaRPr lang="sq-AL"/>
          </a:p>
        </p:txBody>
      </p:sp>
      <p:sp>
        <p:nvSpPr>
          <p:cNvPr id="6" name="Slide Number Placeholder 5">
            <a:extLst>
              <a:ext uri="{FF2B5EF4-FFF2-40B4-BE49-F238E27FC236}">
                <a16:creationId xmlns:a16="http://schemas.microsoft.com/office/drawing/2014/main" id="{0AF8D770-9787-421E-BDB5-E2D10466B913}"/>
              </a:ext>
            </a:extLst>
          </p:cNvPr>
          <p:cNvSpPr>
            <a:spLocks noGrp="1"/>
          </p:cNvSpPr>
          <p:nvPr>
            <p:ph type="sldNum" sz="quarter" idx="4"/>
          </p:nvPr>
        </p:nvSpPr>
        <p:spPr>
          <a:xfrm>
            <a:off x="7627332" y="6672697"/>
            <a:ext cx="2429947" cy="383297"/>
          </a:xfrm>
          <a:prstGeom prst="rect">
            <a:avLst/>
          </a:prstGeom>
        </p:spPr>
        <p:txBody>
          <a:bodyPr vert="horz" lIns="91440" tIns="45720" rIns="91440" bIns="45720" rtlCol="0" anchor="ctr"/>
          <a:lstStyle>
            <a:lvl1pPr algn="r">
              <a:defRPr sz="1063">
                <a:solidFill>
                  <a:schemeClr val="tx1">
                    <a:tint val="75000"/>
                  </a:schemeClr>
                </a:solidFill>
              </a:defRPr>
            </a:lvl1pPr>
          </a:lstStyle>
          <a:p>
            <a:fld id="{C8C55C36-1DB5-4259-A3BC-72FB9BBC616A}" type="slidenum">
              <a:rPr lang="sq-AL" smtClean="0"/>
              <a:t>‹#›</a:t>
            </a:fld>
            <a:endParaRPr lang="sq-AL"/>
          </a:p>
        </p:txBody>
      </p:sp>
    </p:spTree>
    <p:extLst>
      <p:ext uri="{BB962C8B-B14F-4D97-AF65-F5344CB8AC3E}">
        <p14:creationId xmlns:p14="http://schemas.microsoft.com/office/powerpoint/2010/main" val="15191515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09976" rtl="0" eaLnBrk="1" latinLnBrk="0" hangingPunct="1">
        <a:lnSpc>
          <a:spcPct val="90000"/>
        </a:lnSpc>
        <a:spcBef>
          <a:spcPct val="0"/>
        </a:spcBef>
        <a:buNone/>
        <a:defRPr sz="3898" kern="1200">
          <a:solidFill>
            <a:schemeClr val="tx1"/>
          </a:solidFill>
          <a:latin typeface="+mj-lt"/>
          <a:ea typeface="+mj-ea"/>
          <a:cs typeface="+mj-cs"/>
        </a:defRPr>
      </a:lvl1pPr>
    </p:titleStyle>
    <p:bodyStyle>
      <a:lvl1pPr marL="202494" indent="-202494" algn="l" defTabSz="809976" rtl="0" eaLnBrk="1" latinLnBrk="0" hangingPunct="1">
        <a:lnSpc>
          <a:spcPct val="90000"/>
        </a:lnSpc>
        <a:spcBef>
          <a:spcPts val="886"/>
        </a:spcBef>
        <a:buFont typeface="Arial" panose="020B0604020202020204" pitchFamily="34" charset="0"/>
        <a:buChar char="•"/>
        <a:defRPr sz="2480" kern="1200">
          <a:solidFill>
            <a:schemeClr val="tx1"/>
          </a:solidFill>
          <a:latin typeface="+mn-lt"/>
          <a:ea typeface="+mn-ea"/>
          <a:cs typeface="+mn-cs"/>
        </a:defRPr>
      </a:lvl1pPr>
      <a:lvl2pPr marL="607482" indent="-202494" algn="l" defTabSz="809976" rtl="0" eaLnBrk="1" latinLnBrk="0" hangingPunct="1">
        <a:lnSpc>
          <a:spcPct val="90000"/>
        </a:lnSpc>
        <a:spcBef>
          <a:spcPts val="443"/>
        </a:spcBef>
        <a:buFont typeface="Arial" panose="020B0604020202020204" pitchFamily="34" charset="0"/>
        <a:buChar char="•"/>
        <a:defRPr sz="2126" kern="1200">
          <a:solidFill>
            <a:schemeClr val="tx1"/>
          </a:solidFill>
          <a:latin typeface="+mn-lt"/>
          <a:ea typeface="+mn-ea"/>
          <a:cs typeface="+mn-cs"/>
        </a:defRPr>
      </a:lvl2pPr>
      <a:lvl3pPr marL="1012469" indent="-202494" algn="l" defTabSz="809976" rtl="0" eaLnBrk="1" latinLnBrk="0" hangingPunct="1">
        <a:lnSpc>
          <a:spcPct val="90000"/>
        </a:lnSpc>
        <a:spcBef>
          <a:spcPts val="443"/>
        </a:spcBef>
        <a:buFont typeface="Arial" panose="020B0604020202020204" pitchFamily="34" charset="0"/>
        <a:buChar char="•"/>
        <a:defRPr sz="1772" kern="1200">
          <a:solidFill>
            <a:schemeClr val="tx1"/>
          </a:solidFill>
          <a:latin typeface="+mn-lt"/>
          <a:ea typeface="+mn-ea"/>
          <a:cs typeface="+mn-cs"/>
        </a:defRPr>
      </a:lvl3pPr>
      <a:lvl4pPr marL="1417457"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4pPr>
      <a:lvl5pPr marL="1822445"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5pPr>
      <a:lvl6pPr marL="2227433"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6pPr>
      <a:lvl7pPr marL="2632420"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7pPr>
      <a:lvl8pPr marL="3037408"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8pPr>
      <a:lvl9pPr marL="3442396"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9pPr>
    </p:bodyStyle>
    <p:otherStyle>
      <a:defPPr>
        <a:defRPr lang="sq-XK"/>
      </a:defPPr>
      <a:lvl1pPr marL="0" algn="l" defTabSz="809976" rtl="0" eaLnBrk="1" latinLnBrk="0" hangingPunct="1">
        <a:defRPr sz="1594" kern="1200">
          <a:solidFill>
            <a:schemeClr val="tx1"/>
          </a:solidFill>
          <a:latin typeface="+mn-lt"/>
          <a:ea typeface="+mn-ea"/>
          <a:cs typeface="+mn-cs"/>
        </a:defRPr>
      </a:lvl1pPr>
      <a:lvl2pPr marL="404988" algn="l" defTabSz="809976" rtl="0" eaLnBrk="1" latinLnBrk="0" hangingPunct="1">
        <a:defRPr sz="1594" kern="1200">
          <a:solidFill>
            <a:schemeClr val="tx1"/>
          </a:solidFill>
          <a:latin typeface="+mn-lt"/>
          <a:ea typeface="+mn-ea"/>
          <a:cs typeface="+mn-cs"/>
        </a:defRPr>
      </a:lvl2pPr>
      <a:lvl3pPr marL="809976" algn="l" defTabSz="809976" rtl="0" eaLnBrk="1" latinLnBrk="0" hangingPunct="1">
        <a:defRPr sz="1594" kern="1200">
          <a:solidFill>
            <a:schemeClr val="tx1"/>
          </a:solidFill>
          <a:latin typeface="+mn-lt"/>
          <a:ea typeface="+mn-ea"/>
          <a:cs typeface="+mn-cs"/>
        </a:defRPr>
      </a:lvl3pPr>
      <a:lvl4pPr marL="1214963" algn="l" defTabSz="809976" rtl="0" eaLnBrk="1" latinLnBrk="0" hangingPunct="1">
        <a:defRPr sz="1594" kern="1200">
          <a:solidFill>
            <a:schemeClr val="tx1"/>
          </a:solidFill>
          <a:latin typeface="+mn-lt"/>
          <a:ea typeface="+mn-ea"/>
          <a:cs typeface="+mn-cs"/>
        </a:defRPr>
      </a:lvl4pPr>
      <a:lvl5pPr marL="1619951" algn="l" defTabSz="809976" rtl="0" eaLnBrk="1" latinLnBrk="0" hangingPunct="1">
        <a:defRPr sz="1594" kern="1200">
          <a:solidFill>
            <a:schemeClr val="tx1"/>
          </a:solidFill>
          <a:latin typeface="+mn-lt"/>
          <a:ea typeface="+mn-ea"/>
          <a:cs typeface="+mn-cs"/>
        </a:defRPr>
      </a:lvl5pPr>
      <a:lvl6pPr marL="2024939" algn="l" defTabSz="809976" rtl="0" eaLnBrk="1" latinLnBrk="0" hangingPunct="1">
        <a:defRPr sz="1594" kern="1200">
          <a:solidFill>
            <a:schemeClr val="tx1"/>
          </a:solidFill>
          <a:latin typeface="+mn-lt"/>
          <a:ea typeface="+mn-ea"/>
          <a:cs typeface="+mn-cs"/>
        </a:defRPr>
      </a:lvl6pPr>
      <a:lvl7pPr marL="2429927" algn="l" defTabSz="809976" rtl="0" eaLnBrk="1" latinLnBrk="0" hangingPunct="1">
        <a:defRPr sz="1594" kern="1200">
          <a:solidFill>
            <a:schemeClr val="tx1"/>
          </a:solidFill>
          <a:latin typeface="+mn-lt"/>
          <a:ea typeface="+mn-ea"/>
          <a:cs typeface="+mn-cs"/>
        </a:defRPr>
      </a:lvl7pPr>
      <a:lvl8pPr marL="2834914" algn="l" defTabSz="809976" rtl="0" eaLnBrk="1" latinLnBrk="0" hangingPunct="1">
        <a:defRPr sz="1594" kern="1200">
          <a:solidFill>
            <a:schemeClr val="tx1"/>
          </a:solidFill>
          <a:latin typeface="+mn-lt"/>
          <a:ea typeface="+mn-ea"/>
          <a:cs typeface="+mn-cs"/>
        </a:defRPr>
      </a:lvl8pPr>
      <a:lvl9pPr marL="3239902" algn="l" defTabSz="809976" rtl="0" eaLnBrk="1" latinLnBrk="0" hangingPunct="1">
        <a:defRPr sz="1594"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9988" y="288306"/>
            <a:ext cx="9719787" cy="119988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39988" y="1679840"/>
            <a:ext cx="9719787" cy="47512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39988" y="6672697"/>
            <a:ext cx="2519945" cy="383297"/>
          </a:xfrm>
          <a:prstGeom prst="rect">
            <a:avLst/>
          </a:prstGeom>
        </p:spPr>
        <p:txBody>
          <a:bodyPr vert="horz" lIns="91440" tIns="45720" rIns="91440" bIns="45720" rtlCol="0" anchor="ctr"/>
          <a:lstStyle>
            <a:lvl1pPr algn="l">
              <a:defRPr sz="1260">
                <a:solidFill>
                  <a:schemeClr val="tx1">
                    <a:tint val="75000"/>
                  </a:schemeClr>
                </a:solidFill>
              </a:defRPr>
            </a:lvl1pPr>
          </a:lstStyle>
          <a:p>
            <a:fld id="{5BCAD085-E8A6-8845-BD4E-CB4CCA059FC4}" type="datetimeFigureOut">
              <a:rPr lang="en-US" smtClean="0"/>
              <a:t>4/30/2025</a:t>
            </a:fld>
            <a:endParaRPr lang="en-US"/>
          </a:p>
        </p:txBody>
      </p:sp>
      <p:sp>
        <p:nvSpPr>
          <p:cNvPr id="5" name="Footer Placeholder 4"/>
          <p:cNvSpPr>
            <a:spLocks noGrp="1"/>
          </p:cNvSpPr>
          <p:nvPr>
            <p:ph type="ftr" sz="quarter" idx="3"/>
          </p:nvPr>
        </p:nvSpPr>
        <p:spPr>
          <a:xfrm>
            <a:off x="3689919" y="6672697"/>
            <a:ext cx="3419925" cy="383297"/>
          </a:xfrm>
          <a:prstGeom prst="rect">
            <a:avLst/>
          </a:prstGeom>
        </p:spPr>
        <p:txBody>
          <a:bodyPr vert="horz" lIns="91440" tIns="45720" rIns="91440" bIns="45720" rtlCol="0" anchor="ctr"/>
          <a:lstStyle>
            <a:lvl1pPr algn="ctr">
              <a:defRPr sz="12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39830" y="6672697"/>
            <a:ext cx="2519945" cy="383297"/>
          </a:xfrm>
          <a:prstGeom prst="rect">
            <a:avLst/>
          </a:prstGeom>
        </p:spPr>
        <p:txBody>
          <a:bodyPr vert="horz" lIns="91440" tIns="45720" rIns="91440" bIns="45720" rtlCol="0" anchor="ctr"/>
          <a:lstStyle>
            <a:lvl1pPr algn="r">
              <a:defRPr sz="126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729805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479969" rtl="0" eaLnBrk="1" latinLnBrk="0" hangingPunct="1">
        <a:spcBef>
          <a:spcPct val="0"/>
        </a:spcBef>
        <a:buNone/>
        <a:defRPr sz="4619" kern="1200">
          <a:solidFill>
            <a:schemeClr val="tx1"/>
          </a:solidFill>
          <a:latin typeface="+mj-lt"/>
          <a:ea typeface="+mj-ea"/>
          <a:cs typeface="+mj-cs"/>
        </a:defRPr>
      </a:lvl1pPr>
    </p:titleStyle>
    <p:bodyStyle>
      <a:lvl1pPr marL="359976" indent="-359976" algn="l" defTabSz="479969" rtl="0" eaLnBrk="1" latinLnBrk="0" hangingPunct="1">
        <a:spcBef>
          <a:spcPct val="20000"/>
        </a:spcBef>
        <a:buFont typeface="Arial"/>
        <a:buChar char="•"/>
        <a:defRPr sz="3359" kern="1200">
          <a:solidFill>
            <a:schemeClr val="tx1"/>
          </a:solidFill>
          <a:latin typeface="+mn-lt"/>
          <a:ea typeface="+mn-ea"/>
          <a:cs typeface="+mn-cs"/>
        </a:defRPr>
      </a:lvl1pPr>
      <a:lvl2pPr marL="779949" indent="-299980" algn="l" defTabSz="479969" rtl="0" eaLnBrk="1" latinLnBrk="0" hangingPunct="1">
        <a:spcBef>
          <a:spcPct val="20000"/>
        </a:spcBef>
        <a:buFont typeface="Arial"/>
        <a:buChar char="–"/>
        <a:defRPr sz="2939" kern="1200">
          <a:solidFill>
            <a:schemeClr val="tx1"/>
          </a:solidFill>
          <a:latin typeface="+mn-lt"/>
          <a:ea typeface="+mn-ea"/>
          <a:cs typeface="+mn-cs"/>
        </a:defRPr>
      </a:lvl2pPr>
      <a:lvl3pPr marL="1199921" indent="-239984" algn="l" defTabSz="479969" rtl="0" eaLnBrk="1" latinLnBrk="0" hangingPunct="1">
        <a:spcBef>
          <a:spcPct val="20000"/>
        </a:spcBef>
        <a:buFont typeface="Arial"/>
        <a:buChar char="•"/>
        <a:defRPr sz="2520" kern="1200">
          <a:solidFill>
            <a:schemeClr val="tx1"/>
          </a:solidFill>
          <a:latin typeface="+mn-lt"/>
          <a:ea typeface="+mn-ea"/>
          <a:cs typeface="+mn-cs"/>
        </a:defRPr>
      </a:lvl3pPr>
      <a:lvl4pPr marL="1679890" indent="-239984" algn="l" defTabSz="479969" rtl="0" eaLnBrk="1" latinLnBrk="0" hangingPunct="1">
        <a:spcBef>
          <a:spcPct val="20000"/>
        </a:spcBef>
        <a:buFont typeface="Arial"/>
        <a:buChar char="–"/>
        <a:defRPr sz="2100" kern="1200">
          <a:solidFill>
            <a:schemeClr val="tx1"/>
          </a:solidFill>
          <a:latin typeface="+mn-lt"/>
          <a:ea typeface="+mn-ea"/>
          <a:cs typeface="+mn-cs"/>
        </a:defRPr>
      </a:lvl4pPr>
      <a:lvl5pPr marL="2159859" indent="-239984" algn="l" defTabSz="479969" rtl="0" eaLnBrk="1" latinLnBrk="0" hangingPunct="1">
        <a:spcBef>
          <a:spcPct val="20000"/>
        </a:spcBef>
        <a:buFont typeface="Arial"/>
        <a:buChar char="»"/>
        <a:defRPr sz="2100" kern="1200">
          <a:solidFill>
            <a:schemeClr val="tx1"/>
          </a:solidFill>
          <a:latin typeface="+mn-lt"/>
          <a:ea typeface="+mn-ea"/>
          <a:cs typeface="+mn-cs"/>
        </a:defRPr>
      </a:lvl5pPr>
      <a:lvl6pPr marL="2639827" indent="-239984" algn="l" defTabSz="479969" rtl="0" eaLnBrk="1" latinLnBrk="0" hangingPunct="1">
        <a:spcBef>
          <a:spcPct val="20000"/>
        </a:spcBef>
        <a:buFont typeface="Arial"/>
        <a:buChar char="•"/>
        <a:defRPr sz="2100" kern="1200">
          <a:solidFill>
            <a:schemeClr val="tx1"/>
          </a:solidFill>
          <a:latin typeface="+mn-lt"/>
          <a:ea typeface="+mn-ea"/>
          <a:cs typeface="+mn-cs"/>
        </a:defRPr>
      </a:lvl6pPr>
      <a:lvl7pPr marL="3119796" indent="-239984" algn="l" defTabSz="479969" rtl="0" eaLnBrk="1" latinLnBrk="0" hangingPunct="1">
        <a:spcBef>
          <a:spcPct val="20000"/>
        </a:spcBef>
        <a:buFont typeface="Arial"/>
        <a:buChar char="•"/>
        <a:defRPr sz="2100" kern="1200">
          <a:solidFill>
            <a:schemeClr val="tx1"/>
          </a:solidFill>
          <a:latin typeface="+mn-lt"/>
          <a:ea typeface="+mn-ea"/>
          <a:cs typeface="+mn-cs"/>
        </a:defRPr>
      </a:lvl7pPr>
      <a:lvl8pPr marL="3599764" indent="-239984" algn="l" defTabSz="479969" rtl="0" eaLnBrk="1" latinLnBrk="0" hangingPunct="1">
        <a:spcBef>
          <a:spcPct val="20000"/>
        </a:spcBef>
        <a:buFont typeface="Arial"/>
        <a:buChar char="•"/>
        <a:defRPr sz="2100" kern="1200">
          <a:solidFill>
            <a:schemeClr val="tx1"/>
          </a:solidFill>
          <a:latin typeface="+mn-lt"/>
          <a:ea typeface="+mn-ea"/>
          <a:cs typeface="+mn-cs"/>
        </a:defRPr>
      </a:lvl8pPr>
      <a:lvl9pPr marL="4079733" indent="-239984" algn="l" defTabSz="479969" rtl="0" eaLnBrk="1" latinLnBrk="0" hangingPunct="1">
        <a:spcBef>
          <a:spcPct val="20000"/>
        </a:spcBef>
        <a:buFont typeface="Arial"/>
        <a:buChar char="•"/>
        <a:defRPr sz="2100" kern="1200">
          <a:solidFill>
            <a:schemeClr val="tx1"/>
          </a:solidFill>
          <a:latin typeface="+mn-lt"/>
          <a:ea typeface="+mn-ea"/>
          <a:cs typeface="+mn-cs"/>
        </a:defRPr>
      </a:lvl9pPr>
    </p:bodyStyle>
    <p:otherStyle>
      <a:defPPr>
        <a:defRPr lang="en-US"/>
      </a:defPPr>
      <a:lvl1pPr marL="0" algn="l" defTabSz="479969" rtl="0" eaLnBrk="1" latinLnBrk="0" hangingPunct="1">
        <a:defRPr sz="1890" kern="1200">
          <a:solidFill>
            <a:schemeClr val="tx1"/>
          </a:solidFill>
          <a:latin typeface="+mn-lt"/>
          <a:ea typeface="+mn-ea"/>
          <a:cs typeface="+mn-cs"/>
        </a:defRPr>
      </a:lvl1pPr>
      <a:lvl2pPr marL="479969" algn="l" defTabSz="479969" rtl="0" eaLnBrk="1" latinLnBrk="0" hangingPunct="1">
        <a:defRPr sz="1890" kern="1200">
          <a:solidFill>
            <a:schemeClr val="tx1"/>
          </a:solidFill>
          <a:latin typeface="+mn-lt"/>
          <a:ea typeface="+mn-ea"/>
          <a:cs typeface="+mn-cs"/>
        </a:defRPr>
      </a:lvl2pPr>
      <a:lvl3pPr marL="959937" algn="l" defTabSz="479969" rtl="0" eaLnBrk="1" latinLnBrk="0" hangingPunct="1">
        <a:defRPr sz="1890" kern="1200">
          <a:solidFill>
            <a:schemeClr val="tx1"/>
          </a:solidFill>
          <a:latin typeface="+mn-lt"/>
          <a:ea typeface="+mn-ea"/>
          <a:cs typeface="+mn-cs"/>
        </a:defRPr>
      </a:lvl3pPr>
      <a:lvl4pPr marL="1439906" algn="l" defTabSz="479969" rtl="0" eaLnBrk="1" latinLnBrk="0" hangingPunct="1">
        <a:defRPr sz="1890" kern="1200">
          <a:solidFill>
            <a:schemeClr val="tx1"/>
          </a:solidFill>
          <a:latin typeface="+mn-lt"/>
          <a:ea typeface="+mn-ea"/>
          <a:cs typeface="+mn-cs"/>
        </a:defRPr>
      </a:lvl4pPr>
      <a:lvl5pPr marL="1919874" algn="l" defTabSz="479969" rtl="0" eaLnBrk="1" latinLnBrk="0" hangingPunct="1">
        <a:defRPr sz="1890" kern="1200">
          <a:solidFill>
            <a:schemeClr val="tx1"/>
          </a:solidFill>
          <a:latin typeface="+mn-lt"/>
          <a:ea typeface="+mn-ea"/>
          <a:cs typeface="+mn-cs"/>
        </a:defRPr>
      </a:lvl5pPr>
      <a:lvl6pPr marL="2399843" algn="l" defTabSz="479969" rtl="0" eaLnBrk="1" latinLnBrk="0" hangingPunct="1">
        <a:defRPr sz="1890" kern="1200">
          <a:solidFill>
            <a:schemeClr val="tx1"/>
          </a:solidFill>
          <a:latin typeface="+mn-lt"/>
          <a:ea typeface="+mn-ea"/>
          <a:cs typeface="+mn-cs"/>
        </a:defRPr>
      </a:lvl6pPr>
      <a:lvl7pPr marL="2879811" algn="l" defTabSz="479969" rtl="0" eaLnBrk="1" latinLnBrk="0" hangingPunct="1">
        <a:defRPr sz="1890" kern="1200">
          <a:solidFill>
            <a:schemeClr val="tx1"/>
          </a:solidFill>
          <a:latin typeface="+mn-lt"/>
          <a:ea typeface="+mn-ea"/>
          <a:cs typeface="+mn-cs"/>
        </a:defRPr>
      </a:lvl7pPr>
      <a:lvl8pPr marL="3359780" algn="l" defTabSz="479969" rtl="0" eaLnBrk="1" latinLnBrk="0" hangingPunct="1">
        <a:defRPr sz="1890" kern="1200">
          <a:solidFill>
            <a:schemeClr val="tx1"/>
          </a:solidFill>
          <a:latin typeface="+mn-lt"/>
          <a:ea typeface="+mn-ea"/>
          <a:cs typeface="+mn-cs"/>
        </a:defRPr>
      </a:lvl8pPr>
      <a:lvl9pPr marL="3839748" algn="l" defTabSz="479969" rtl="0" eaLnBrk="1" latinLnBrk="0" hangingPunct="1">
        <a:defRPr sz="189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42484" y="383297"/>
            <a:ext cx="9314796" cy="139153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42484" y="1916484"/>
            <a:ext cx="9314796" cy="45678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2484" y="6672697"/>
            <a:ext cx="2429947" cy="383297"/>
          </a:xfrm>
          <a:prstGeom prst="rect">
            <a:avLst/>
          </a:prstGeom>
        </p:spPr>
        <p:txBody>
          <a:bodyPr vert="horz" lIns="91440" tIns="45720" rIns="91440" bIns="45720" rtlCol="0" anchor="ctr"/>
          <a:lstStyle>
            <a:lvl1pPr algn="l">
              <a:defRPr sz="1063">
                <a:solidFill>
                  <a:schemeClr val="tx1">
                    <a:tint val="75000"/>
                  </a:schemeClr>
                </a:solidFill>
              </a:defRPr>
            </a:lvl1pPr>
          </a:lstStyle>
          <a:p>
            <a:endParaRPr lang="sq-XK"/>
          </a:p>
        </p:txBody>
      </p:sp>
      <p:sp>
        <p:nvSpPr>
          <p:cNvPr id="5" name="Footer Placeholder 4"/>
          <p:cNvSpPr>
            <a:spLocks noGrp="1"/>
          </p:cNvSpPr>
          <p:nvPr>
            <p:ph type="ftr" sz="quarter" idx="3"/>
          </p:nvPr>
        </p:nvSpPr>
        <p:spPr>
          <a:xfrm>
            <a:off x="3577422" y="6672697"/>
            <a:ext cx="3644920" cy="383297"/>
          </a:xfrm>
          <a:prstGeom prst="rect">
            <a:avLst/>
          </a:prstGeom>
        </p:spPr>
        <p:txBody>
          <a:bodyPr vert="horz" lIns="91440" tIns="45720" rIns="91440" bIns="45720" rtlCol="0" anchor="ctr"/>
          <a:lstStyle>
            <a:lvl1pPr algn="ctr">
              <a:defRPr sz="1063">
                <a:solidFill>
                  <a:schemeClr val="tx1">
                    <a:tint val="75000"/>
                  </a:schemeClr>
                </a:solidFill>
              </a:defRPr>
            </a:lvl1pPr>
          </a:lstStyle>
          <a:p>
            <a:endParaRPr lang="sq-XK"/>
          </a:p>
        </p:txBody>
      </p:sp>
      <p:sp>
        <p:nvSpPr>
          <p:cNvPr id="6" name="Slide Number Placeholder 5"/>
          <p:cNvSpPr>
            <a:spLocks noGrp="1"/>
          </p:cNvSpPr>
          <p:nvPr>
            <p:ph type="sldNum" sz="quarter" idx="4"/>
          </p:nvPr>
        </p:nvSpPr>
        <p:spPr>
          <a:xfrm>
            <a:off x="7627332" y="6672697"/>
            <a:ext cx="2429947" cy="383297"/>
          </a:xfrm>
          <a:prstGeom prst="rect">
            <a:avLst/>
          </a:prstGeom>
        </p:spPr>
        <p:txBody>
          <a:bodyPr vert="horz" lIns="91440" tIns="45720" rIns="91440" bIns="45720" rtlCol="0" anchor="ctr"/>
          <a:lstStyle>
            <a:lvl1pPr algn="r">
              <a:defRPr sz="1063">
                <a:solidFill>
                  <a:schemeClr val="tx1">
                    <a:tint val="75000"/>
                  </a:schemeClr>
                </a:solidFill>
              </a:defRPr>
            </a:lvl1pPr>
          </a:lstStyle>
          <a:p>
            <a:fld id="{00000000-1234-1234-1234-123412341234}" type="slidenum">
              <a:rPr lang="en-US" smtClean="0"/>
              <a:pPr/>
              <a:t>‹#›</a:t>
            </a:fld>
            <a:endParaRPr lang="en-US"/>
          </a:p>
        </p:txBody>
      </p:sp>
    </p:spTree>
    <p:extLst>
      <p:ext uri="{BB962C8B-B14F-4D97-AF65-F5344CB8AC3E}">
        <p14:creationId xmlns:p14="http://schemas.microsoft.com/office/powerpoint/2010/main" val="154511908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809976" rtl="0" eaLnBrk="1" latinLnBrk="0" hangingPunct="1">
        <a:lnSpc>
          <a:spcPct val="90000"/>
        </a:lnSpc>
        <a:spcBef>
          <a:spcPct val="0"/>
        </a:spcBef>
        <a:buNone/>
        <a:defRPr sz="3898" kern="1200">
          <a:solidFill>
            <a:schemeClr val="tx1"/>
          </a:solidFill>
          <a:latin typeface="+mj-lt"/>
          <a:ea typeface="+mj-ea"/>
          <a:cs typeface="+mj-cs"/>
        </a:defRPr>
      </a:lvl1pPr>
    </p:titleStyle>
    <p:bodyStyle>
      <a:lvl1pPr marL="202494" indent="-202494" algn="l" defTabSz="809976" rtl="0" eaLnBrk="1" latinLnBrk="0" hangingPunct="1">
        <a:lnSpc>
          <a:spcPct val="90000"/>
        </a:lnSpc>
        <a:spcBef>
          <a:spcPts val="886"/>
        </a:spcBef>
        <a:buFont typeface="Arial" panose="020B0604020202020204" pitchFamily="34" charset="0"/>
        <a:buChar char="•"/>
        <a:defRPr sz="2480" kern="1200">
          <a:solidFill>
            <a:schemeClr val="tx1"/>
          </a:solidFill>
          <a:latin typeface="+mn-lt"/>
          <a:ea typeface="+mn-ea"/>
          <a:cs typeface="+mn-cs"/>
        </a:defRPr>
      </a:lvl1pPr>
      <a:lvl2pPr marL="607482" indent="-202494" algn="l" defTabSz="809976" rtl="0" eaLnBrk="1" latinLnBrk="0" hangingPunct="1">
        <a:lnSpc>
          <a:spcPct val="90000"/>
        </a:lnSpc>
        <a:spcBef>
          <a:spcPts val="443"/>
        </a:spcBef>
        <a:buFont typeface="Arial" panose="020B0604020202020204" pitchFamily="34" charset="0"/>
        <a:buChar char="•"/>
        <a:defRPr sz="2126" kern="1200">
          <a:solidFill>
            <a:schemeClr val="tx1"/>
          </a:solidFill>
          <a:latin typeface="+mn-lt"/>
          <a:ea typeface="+mn-ea"/>
          <a:cs typeface="+mn-cs"/>
        </a:defRPr>
      </a:lvl2pPr>
      <a:lvl3pPr marL="1012469" indent="-202494" algn="l" defTabSz="809976" rtl="0" eaLnBrk="1" latinLnBrk="0" hangingPunct="1">
        <a:lnSpc>
          <a:spcPct val="90000"/>
        </a:lnSpc>
        <a:spcBef>
          <a:spcPts val="443"/>
        </a:spcBef>
        <a:buFont typeface="Arial" panose="020B0604020202020204" pitchFamily="34" charset="0"/>
        <a:buChar char="•"/>
        <a:defRPr sz="1772" kern="1200">
          <a:solidFill>
            <a:schemeClr val="tx1"/>
          </a:solidFill>
          <a:latin typeface="+mn-lt"/>
          <a:ea typeface="+mn-ea"/>
          <a:cs typeface="+mn-cs"/>
        </a:defRPr>
      </a:lvl3pPr>
      <a:lvl4pPr marL="1417457"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4pPr>
      <a:lvl5pPr marL="1822445"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5pPr>
      <a:lvl6pPr marL="2227433"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6pPr>
      <a:lvl7pPr marL="2632420"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7pPr>
      <a:lvl8pPr marL="3037408"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8pPr>
      <a:lvl9pPr marL="3442396" indent="-202494" algn="l" defTabSz="809976" rtl="0" eaLnBrk="1" latinLnBrk="0" hangingPunct="1">
        <a:lnSpc>
          <a:spcPct val="90000"/>
        </a:lnSpc>
        <a:spcBef>
          <a:spcPts val="443"/>
        </a:spcBef>
        <a:buFont typeface="Arial" panose="020B0604020202020204" pitchFamily="34" charset="0"/>
        <a:buChar char="•"/>
        <a:defRPr sz="1594" kern="1200">
          <a:solidFill>
            <a:schemeClr val="tx1"/>
          </a:solidFill>
          <a:latin typeface="+mn-lt"/>
          <a:ea typeface="+mn-ea"/>
          <a:cs typeface="+mn-cs"/>
        </a:defRPr>
      </a:lvl9pPr>
    </p:bodyStyle>
    <p:otherStyle>
      <a:defPPr>
        <a:defRPr lang="en-US"/>
      </a:defPPr>
      <a:lvl1pPr marL="0" algn="l" defTabSz="809976" rtl="0" eaLnBrk="1" latinLnBrk="0" hangingPunct="1">
        <a:defRPr sz="1594" kern="1200">
          <a:solidFill>
            <a:schemeClr val="tx1"/>
          </a:solidFill>
          <a:latin typeface="+mn-lt"/>
          <a:ea typeface="+mn-ea"/>
          <a:cs typeface="+mn-cs"/>
        </a:defRPr>
      </a:lvl1pPr>
      <a:lvl2pPr marL="404988" algn="l" defTabSz="809976" rtl="0" eaLnBrk="1" latinLnBrk="0" hangingPunct="1">
        <a:defRPr sz="1594" kern="1200">
          <a:solidFill>
            <a:schemeClr val="tx1"/>
          </a:solidFill>
          <a:latin typeface="+mn-lt"/>
          <a:ea typeface="+mn-ea"/>
          <a:cs typeface="+mn-cs"/>
        </a:defRPr>
      </a:lvl2pPr>
      <a:lvl3pPr marL="809976" algn="l" defTabSz="809976" rtl="0" eaLnBrk="1" latinLnBrk="0" hangingPunct="1">
        <a:defRPr sz="1594" kern="1200">
          <a:solidFill>
            <a:schemeClr val="tx1"/>
          </a:solidFill>
          <a:latin typeface="+mn-lt"/>
          <a:ea typeface="+mn-ea"/>
          <a:cs typeface="+mn-cs"/>
        </a:defRPr>
      </a:lvl3pPr>
      <a:lvl4pPr marL="1214963" algn="l" defTabSz="809976" rtl="0" eaLnBrk="1" latinLnBrk="0" hangingPunct="1">
        <a:defRPr sz="1594" kern="1200">
          <a:solidFill>
            <a:schemeClr val="tx1"/>
          </a:solidFill>
          <a:latin typeface="+mn-lt"/>
          <a:ea typeface="+mn-ea"/>
          <a:cs typeface="+mn-cs"/>
        </a:defRPr>
      </a:lvl4pPr>
      <a:lvl5pPr marL="1619951" algn="l" defTabSz="809976" rtl="0" eaLnBrk="1" latinLnBrk="0" hangingPunct="1">
        <a:defRPr sz="1594" kern="1200">
          <a:solidFill>
            <a:schemeClr val="tx1"/>
          </a:solidFill>
          <a:latin typeface="+mn-lt"/>
          <a:ea typeface="+mn-ea"/>
          <a:cs typeface="+mn-cs"/>
        </a:defRPr>
      </a:lvl5pPr>
      <a:lvl6pPr marL="2024939" algn="l" defTabSz="809976" rtl="0" eaLnBrk="1" latinLnBrk="0" hangingPunct="1">
        <a:defRPr sz="1594" kern="1200">
          <a:solidFill>
            <a:schemeClr val="tx1"/>
          </a:solidFill>
          <a:latin typeface="+mn-lt"/>
          <a:ea typeface="+mn-ea"/>
          <a:cs typeface="+mn-cs"/>
        </a:defRPr>
      </a:lvl6pPr>
      <a:lvl7pPr marL="2429927" algn="l" defTabSz="809976" rtl="0" eaLnBrk="1" latinLnBrk="0" hangingPunct="1">
        <a:defRPr sz="1594" kern="1200">
          <a:solidFill>
            <a:schemeClr val="tx1"/>
          </a:solidFill>
          <a:latin typeface="+mn-lt"/>
          <a:ea typeface="+mn-ea"/>
          <a:cs typeface="+mn-cs"/>
        </a:defRPr>
      </a:lvl7pPr>
      <a:lvl8pPr marL="2834914" algn="l" defTabSz="809976" rtl="0" eaLnBrk="1" latinLnBrk="0" hangingPunct="1">
        <a:defRPr sz="1594" kern="1200">
          <a:solidFill>
            <a:schemeClr val="tx1"/>
          </a:solidFill>
          <a:latin typeface="+mn-lt"/>
          <a:ea typeface="+mn-ea"/>
          <a:cs typeface="+mn-cs"/>
        </a:defRPr>
      </a:lvl8pPr>
      <a:lvl9pPr marL="3239902" algn="l" defTabSz="809976" rtl="0" eaLnBrk="1" latinLnBrk="0" hangingPunct="1">
        <a:defRPr sz="1594"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a:blip r:embed="rId18">
            <a:alphaModFix/>
          </a:blip>
          <a:stretch>
            <a:fillRect/>
          </a:stretch>
        </a:blipFill>
        <a:effectLst/>
      </p:bgPr>
    </p:bg>
    <p:spTree>
      <p:nvGrpSpPr>
        <p:cNvPr id="1" name="Shape 9"/>
        <p:cNvGrpSpPr/>
        <p:nvPr/>
      </p:nvGrpSpPr>
      <p:grpSpPr>
        <a:xfrm>
          <a:off x="0" y="0"/>
          <a:ext cx="0" cy="0"/>
          <a:chOff x="0" y="0"/>
          <a:chExt cx="0" cy="0"/>
        </a:xfrm>
      </p:grpSpPr>
      <p:grpSp>
        <p:nvGrpSpPr>
          <p:cNvPr id="10" name="Google Shape;10;p117"/>
          <p:cNvGrpSpPr/>
          <p:nvPr/>
        </p:nvGrpSpPr>
        <p:grpSpPr>
          <a:xfrm>
            <a:off x="-13940" y="0"/>
            <a:ext cx="10833391" cy="7197438"/>
            <a:chOff x="-15736" y="0"/>
            <a:chExt cx="12229962" cy="6856214"/>
          </a:xfrm>
        </p:grpSpPr>
        <p:pic>
          <p:nvPicPr>
            <p:cNvPr id="11" name="Google Shape;11;p117" descr="HD-PanelContent.png"/>
            <p:cNvPicPr preferRelativeResize="0"/>
            <p:nvPr/>
          </p:nvPicPr>
          <p:blipFill rotWithShape="1">
            <a:blip r:embed="rId19">
              <a:alphaModFix/>
            </a:blip>
            <a:srcRect/>
            <a:stretch/>
          </p:blipFill>
          <p:spPr>
            <a:xfrm>
              <a:off x="0" y="0"/>
              <a:ext cx="12188825" cy="6856214"/>
            </a:xfrm>
            <a:prstGeom prst="rect">
              <a:avLst/>
            </a:prstGeom>
            <a:noFill/>
            <a:ln>
              <a:noFill/>
            </a:ln>
          </p:spPr>
        </p:pic>
        <p:sp>
          <p:nvSpPr>
            <p:cNvPr id="12" name="Google Shape;12;p117"/>
            <p:cNvSpPr/>
            <p:nvPr/>
          </p:nvSpPr>
          <p:spPr>
            <a:xfrm>
              <a:off x="608012" y="609600"/>
              <a:ext cx="10972800" cy="5638800"/>
            </a:xfrm>
            <a:prstGeom prst="rect">
              <a:avLst/>
            </a:prstGeom>
            <a:noFill/>
            <a:ln w="15875"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86"/>
            </a:p>
          </p:txBody>
        </p:sp>
        <p:pic>
          <p:nvPicPr>
            <p:cNvPr id="13" name="Google Shape;13;p117" descr="HDRibbonContent-UniformTrim.png"/>
            <p:cNvPicPr preferRelativeResize="0"/>
            <p:nvPr/>
          </p:nvPicPr>
          <p:blipFill rotWithShape="1">
            <a:blip r:embed="rId20">
              <a:alphaModFix/>
            </a:blip>
            <a:srcRect/>
            <a:stretch/>
          </p:blipFill>
          <p:spPr>
            <a:xfrm>
              <a:off x="-15736" y="3153832"/>
              <a:ext cx="777240" cy="606425"/>
            </a:xfrm>
            <a:prstGeom prst="rect">
              <a:avLst/>
            </a:prstGeom>
            <a:noFill/>
            <a:ln>
              <a:noFill/>
            </a:ln>
          </p:spPr>
        </p:pic>
        <p:pic>
          <p:nvPicPr>
            <p:cNvPr id="14" name="Google Shape;14;p117" descr="HDRibbonContent-UniformTrim.png"/>
            <p:cNvPicPr preferRelativeResize="0"/>
            <p:nvPr/>
          </p:nvPicPr>
          <p:blipFill rotWithShape="1">
            <a:blip r:embed="rId20">
              <a:alphaModFix/>
            </a:blip>
            <a:srcRect/>
            <a:stretch/>
          </p:blipFill>
          <p:spPr>
            <a:xfrm>
              <a:off x="11436986" y="3153832"/>
              <a:ext cx="777240" cy="606425"/>
            </a:xfrm>
            <a:prstGeom prst="rect">
              <a:avLst/>
            </a:prstGeom>
            <a:noFill/>
            <a:ln>
              <a:noFill/>
            </a:ln>
          </p:spPr>
        </p:pic>
      </p:grpSp>
      <p:sp>
        <p:nvSpPr>
          <p:cNvPr id="15" name="Google Shape;15;p117"/>
          <p:cNvSpPr txBox="1">
            <a:spLocks noGrp="1"/>
          </p:cNvSpPr>
          <p:nvPr>
            <p:ph type="title"/>
          </p:nvPr>
        </p:nvSpPr>
        <p:spPr>
          <a:xfrm>
            <a:off x="1147480" y="1031012"/>
            <a:ext cx="8504810" cy="1368759"/>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262626"/>
              </a:buClr>
              <a:buSzPts val="4400"/>
              <a:buFont typeface="Garamond"/>
              <a:buNone/>
              <a:defRPr sz="4400" b="0" i="0" u="none" strike="noStrike" cap="none">
                <a:solidFill>
                  <a:srgbClr val="262626"/>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6" name="Google Shape;16;p117"/>
          <p:cNvSpPr txBox="1">
            <a:spLocks noGrp="1"/>
          </p:cNvSpPr>
          <p:nvPr>
            <p:ph type="body" idx="1"/>
          </p:nvPr>
        </p:nvSpPr>
        <p:spPr>
          <a:xfrm>
            <a:off x="1147478" y="2684187"/>
            <a:ext cx="8504810" cy="3484115"/>
          </a:xfrm>
          <a:prstGeom prst="rect">
            <a:avLst/>
          </a:prstGeom>
          <a:noFill/>
          <a:ln>
            <a:noFill/>
          </a:ln>
        </p:spPr>
        <p:txBody>
          <a:bodyPr spcFirstLastPara="1" wrap="square" lIns="91425" tIns="45700" rIns="91425" bIns="45700" anchor="t" anchorCtr="0">
            <a:normAutofit/>
          </a:bodyPr>
          <a:lstStyle>
            <a:lvl1pPr marL="457200" marR="0" lvl="0" indent="-403860" algn="l" rtl="0">
              <a:spcBef>
                <a:spcPts val="480"/>
              </a:spcBef>
              <a:spcAft>
                <a:spcPts val="0"/>
              </a:spcAft>
              <a:buClr>
                <a:schemeClr val="accent1"/>
              </a:buClr>
              <a:buSzPts val="2760"/>
              <a:buFont typeface="Arial"/>
              <a:buChar char="•"/>
              <a:defRPr sz="2400" b="0" i="0" u="none" strike="noStrike" cap="none">
                <a:solidFill>
                  <a:srgbClr val="262626"/>
                </a:solidFill>
                <a:latin typeface="Garamond"/>
                <a:ea typeface="Garamond"/>
                <a:cs typeface="Garamond"/>
                <a:sym typeface="Garamond"/>
              </a:defRPr>
            </a:lvl1pPr>
            <a:lvl2pPr marL="914400" marR="0" lvl="1" indent="-374650" algn="l" rtl="0">
              <a:spcBef>
                <a:spcPts val="601"/>
              </a:spcBef>
              <a:spcAft>
                <a:spcPts val="0"/>
              </a:spcAft>
              <a:buClr>
                <a:schemeClr val="accent1"/>
              </a:buClr>
              <a:buSzPts val="2300"/>
              <a:buFont typeface="Arial"/>
              <a:buChar char="•"/>
              <a:defRPr sz="2000" b="0" i="0" u="none" strike="noStrike" cap="none">
                <a:solidFill>
                  <a:srgbClr val="262626"/>
                </a:solidFill>
                <a:latin typeface="Garamond"/>
                <a:ea typeface="Garamond"/>
                <a:cs typeface="Garamond"/>
                <a:sym typeface="Garamond"/>
              </a:defRPr>
            </a:lvl2pPr>
            <a:lvl3pPr marL="1371600" marR="0" lvl="2" indent="-360118" algn="l" rtl="0">
              <a:spcBef>
                <a:spcPts val="601"/>
              </a:spcBef>
              <a:spcAft>
                <a:spcPts val="0"/>
              </a:spcAft>
              <a:buClr>
                <a:schemeClr val="accent1"/>
              </a:buClr>
              <a:buSzPts val="2071"/>
              <a:buFont typeface="Arial"/>
              <a:buChar char="•"/>
              <a:defRPr sz="1801" b="0" i="0" u="none" strike="noStrike" cap="none">
                <a:solidFill>
                  <a:srgbClr val="262626"/>
                </a:solidFill>
                <a:latin typeface="Garamond"/>
                <a:ea typeface="Garamond"/>
                <a:cs typeface="Garamond"/>
                <a:sym typeface="Garamond"/>
              </a:defRPr>
            </a:lvl3pPr>
            <a:lvl4pPr marL="1828800" marR="0" lvl="3" indent="-345439" algn="l" rtl="0">
              <a:spcBef>
                <a:spcPts val="601"/>
              </a:spcBef>
              <a:spcAft>
                <a:spcPts val="0"/>
              </a:spcAft>
              <a:buClr>
                <a:schemeClr val="accent1"/>
              </a:buClr>
              <a:buSzPts val="1840"/>
              <a:buFont typeface="Arial"/>
              <a:buChar char="•"/>
              <a:defRPr sz="1600" b="0" i="0" u="none" strike="noStrike" cap="none">
                <a:solidFill>
                  <a:srgbClr val="262626"/>
                </a:solidFill>
                <a:latin typeface="Garamond"/>
                <a:ea typeface="Garamond"/>
                <a:cs typeface="Garamond"/>
                <a:sym typeface="Garamond"/>
              </a:defRPr>
            </a:lvl4pPr>
            <a:lvl5pPr marL="2286000" marR="0" lvl="4" indent="-330908" algn="l" rtl="0">
              <a:spcBef>
                <a:spcPts val="601"/>
              </a:spcBef>
              <a:spcAft>
                <a:spcPts val="0"/>
              </a:spcAft>
              <a:buClr>
                <a:schemeClr val="accent1"/>
              </a:buClr>
              <a:buSzPts val="1611"/>
              <a:buFont typeface="Arial"/>
              <a:buChar char="•"/>
              <a:defRPr sz="1401" b="0" i="0" u="none" strike="noStrike" cap="none">
                <a:solidFill>
                  <a:srgbClr val="262626"/>
                </a:solidFill>
                <a:latin typeface="Garamond"/>
                <a:ea typeface="Garamond"/>
                <a:cs typeface="Garamond"/>
                <a:sym typeface="Garamond"/>
              </a:defRPr>
            </a:lvl5pPr>
            <a:lvl6pPr marL="2743200" marR="0" lvl="5" indent="-330908" algn="l" rtl="0">
              <a:spcBef>
                <a:spcPts val="601"/>
              </a:spcBef>
              <a:spcAft>
                <a:spcPts val="0"/>
              </a:spcAft>
              <a:buClr>
                <a:schemeClr val="accent1"/>
              </a:buClr>
              <a:buSzPts val="1611"/>
              <a:buFont typeface="Arial"/>
              <a:buChar char="•"/>
              <a:defRPr sz="1401" b="0" i="0" u="none" strike="noStrike" cap="none">
                <a:solidFill>
                  <a:srgbClr val="262626"/>
                </a:solidFill>
                <a:latin typeface="Garamond"/>
                <a:ea typeface="Garamond"/>
                <a:cs typeface="Garamond"/>
                <a:sym typeface="Garamond"/>
              </a:defRPr>
            </a:lvl6pPr>
            <a:lvl7pPr marL="3200400" marR="0" lvl="6" indent="-330908" algn="l" rtl="0">
              <a:spcBef>
                <a:spcPts val="601"/>
              </a:spcBef>
              <a:spcAft>
                <a:spcPts val="0"/>
              </a:spcAft>
              <a:buClr>
                <a:schemeClr val="accent1"/>
              </a:buClr>
              <a:buSzPts val="1611"/>
              <a:buFont typeface="Arial"/>
              <a:buChar char="•"/>
              <a:defRPr sz="1401" b="0" i="0" u="none" strike="noStrike" cap="none">
                <a:solidFill>
                  <a:srgbClr val="262626"/>
                </a:solidFill>
                <a:latin typeface="Garamond"/>
                <a:ea typeface="Garamond"/>
                <a:cs typeface="Garamond"/>
                <a:sym typeface="Garamond"/>
              </a:defRPr>
            </a:lvl7pPr>
            <a:lvl8pPr marL="3657600" marR="0" lvl="7" indent="-330908" algn="l" rtl="0">
              <a:spcBef>
                <a:spcPts val="601"/>
              </a:spcBef>
              <a:spcAft>
                <a:spcPts val="0"/>
              </a:spcAft>
              <a:buClr>
                <a:schemeClr val="accent1"/>
              </a:buClr>
              <a:buSzPts val="1611"/>
              <a:buFont typeface="Arial"/>
              <a:buChar char="•"/>
              <a:defRPr sz="1401" b="0" i="0" u="none" strike="noStrike" cap="none">
                <a:solidFill>
                  <a:srgbClr val="262626"/>
                </a:solidFill>
                <a:latin typeface="Garamond"/>
                <a:ea typeface="Garamond"/>
                <a:cs typeface="Garamond"/>
                <a:sym typeface="Garamond"/>
              </a:defRPr>
            </a:lvl8pPr>
            <a:lvl9pPr marL="4114800" marR="0" lvl="8" indent="-330908" algn="l" rtl="0">
              <a:spcBef>
                <a:spcPts val="601"/>
              </a:spcBef>
              <a:spcAft>
                <a:spcPts val="601"/>
              </a:spcAft>
              <a:buClr>
                <a:schemeClr val="accent1"/>
              </a:buClr>
              <a:buSzPts val="1611"/>
              <a:buFont typeface="Arial"/>
              <a:buChar char="•"/>
              <a:defRPr sz="1401" b="0" i="0" u="none" strike="noStrike" cap="none">
                <a:solidFill>
                  <a:srgbClr val="262626"/>
                </a:solidFill>
                <a:latin typeface="Garamond"/>
                <a:ea typeface="Garamond"/>
                <a:cs typeface="Garamond"/>
                <a:sym typeface="Garamond"/>
              </a:defRPr>
            </a:lvl9pPr>
          </a:lstStyle>
          <a:p>
            <a:endParaRPr/>
          </a:p>
        </p:txBody>
      </p:sp>
      <p:sp>
        <p:nvSpPr>
          <p:cNvPr id="17" name="Google Shape;17;p117"/>
          <p:cNvSpPr txBox="1">
            <a:spLocks noGrp="1"/>
          </p:cNvSpPr>
          <p:nvPr>
            <p:ph type="dt" idx="10"/>
          </p:nvPr>
        </p:nvSpPr>
        <p:spPr>
          <a:xfrm>
            <a:off x="7686596" y="6266070"/>
            <a:ext cx="1417470" cy="29330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887"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9pPr>
          </a:lstStyle>
          <a:p>
            <a:endParaRPr/>
          </a:p>
        </p:txBody>
      </p:sp>
      <p:sp>
        <p:nvSpPr>
          <p:cNvPr id="18" name="Google Shape;18;p117"/>
          <p:cNvSpPr txBox="1">
            <a:spLocks noGrp="1"/>
          </p:cNvSpPr>
          <p:nvPr>
            <p:ph type="ftr" idx="11"/>
          </p:nvPr>
        </p:nvSpPr>
        <p:spPr>
          <a:xfrm>
            <a:off x="1147478" y="6266070"/>
            <a:ext cx="6471620" cy="29330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87"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594" b="0" i="0" u="none" strike="noStrike" cap="none">
                <a:solidFill>
                  <a:schemeClr val="dk1"/>
                </a:solidFill>
                <a:latin typeface="Garamond"/>
                <a:ea typeface="Garamond"/>
                <a:cs typeface="Garamond"/>
                <a:sym typeface="Garamond"/>
              </a:defRPr>
            </a:lvl9pPr>
          </a:lstStyle>
          <a:p>
            <a:endParaRPr/>
          </a:p>
        </p:txBody>
      </p:sp>
      <p:sp>
        <p:nvSpPr>
          <p:cNvPr id="19" name="Google Shape;19;p117"/>
          <p:cNvSpPr txBox="1">
            <a:spLocks noGrp="1"/>
          </p:cNvSpPr>
          <p:nvPr>
            <p:ph type="sldNum" idx="12"/>
          </p:nvPr>
        </p:nvSpPr>
        <p:spPr>
          <a:xfrm>
            <a:off x="9171565" y="6266070"/>
            <a:ext cx="480725" cy="29330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887" b="0" i="0" u="none" strike="noStrike" cap="none">
                <a:solidFill>
                  <a:schemeClr val="dk1"/>
                </a:solidFill>
                <a:latin typeface="Garamond"/>
                <a:ea typeface="Garamond"/>
                <a:cs typeface="Garamond"/>
                <a:sym typeface="Garamond"/>
              </a:defRPr>
            </a:lvl1pPr>
            <a:lvl2pPr marL="0" marR="0" lvl="1" indent="0" algn="r" rtl="0">
              <a:spcBef>
                <a:spcPts val="0"/>
              </a:spcBef>
              <a:buNone/>
              <a:defRPr sz="887" b="0" i="0" u="none" strike="noStrike" cap="none">
                <a:solidFill>
                  <a:schemeClr val="dk1"/>
                </a:solidFill>
                <a:latin typeface="Garamond"/>
                <a:ea typeface="Garamond"/>
                <a:cs typeface="Garamond"/>
                <a:sym typeface="Garamond"/>
              </a:defRPr>
            </a:lvl2pPr>
            <a:lvl3pPr marL="0" marR="0" lvl="2" indent="0" algn="r" rtl="0">
              <a:spcBef>
                <a:spcPts val="0"/>
              </a:spcBef>
              <a:buNone/>
              <a:defRPr sz="887" b="0" i="0" u="none" strike="noStrike" cap="none">
                <a:solidFill>
                  <a:schemeClr val="dk1"/>
                </a:solidFill>
                <a:latin typeface="Garamond"/>
                <a:ea typeface="Garamond"/>
                <a:cs typeface="Garamond"/>
                <a:sym typeface="Garamond"/>
              </a:defRPr>
            </a:lvl3pPr>
            <a:lvl4pPr marL="0" marR="0" lvl="3" indent="0" algn="r" rtl="0">
              <a:spcBef>
                <a:spcPts val="0"/>
              </a:spcBef>
              <a:buNone/>
              <a:defRPr sz="887" b="0" i="0" u="none" strike="noStrike" cap="none">
                <a:solidFill>
                  <a:schemeClr val="dk1"/>
                </a:solidFill>
                <a:latin typeface="Garamond"/>
                <a:ea typeface="Garamond"/>
                <a:cs typeface="Garamond"/>
                <a:sym typeface="Garamond"/>
              </a:defRPr>
            </a:lvl4pPr>
            <a:lvl5pPr marL="0" marR="0" lvl="4" indent="0" algn="r" rtl="0">
              <a:spcBef>
                <a:spcPts val="0"/>
              </a:spcBef>
              <a:buNone/>
              <a:defRPr sz="887" b="0" i="0" u="none" strike="noStrike" cap="none">
                <a:solidFill>
                  <a:schemeClr val="dk1"/>
                </a:solidFill>
                <a:latin typeface="Garamond"/>
                <a:ea typeface="Garamond"/>
                <a:cs typeface="Garamond"/>
                <a:sym typeface="Garamond"/>
              </a:defRPr>
            </a:lvl5pPr>
            <a:lvl6pPr marL="0" marR="0" lvl="5" indent="0" algn="r" rtl="0">
              <a:spcBef>
                <a:spcPts val="0"/>
              </a:spcBef>
              <a:buNone/>
              <a:defRPr sz="887" b="0" i="0" u="none" strike="noStrike" cap="none">
                <a:solidFill>
                  <a:schemeClr val="dk1"/>
                </a:solidFill>
                <a:latin typeface="Garamond"/>
                <a:ea typeface="Garamond"/>
                <a:cs typeface="Garamond"/>
                <a:sym typeface="Garamond"/>
              </a:defRPr>
            </a:lvl6pPr>
            <a:lvl7pPr marL="0" marR="0" lvl="6" indent="0" algn="r" rtl="0">
              <a:spcBef>
                <a:spcPts val="0"/>
              </a:spcBef>
              <a:buNone/>
              <a:defRPr sz="887" b="0" i="0" u="none" strike="noStrike" cap="none">
                <a:solidFill>
                  <a:schemeClr val="dk1"/>
                </a:solidFill>
                <a:latin typeface="Garamond"/>
                <a:ea typeface="Garamond"/>
                <a:cs typeface="Garamond"/>
                <a:sym typeface="Garamond"/>
              </a:defRPr>
            </a:lvl7pPr>
            <a:lvl8pPr marL="0" marR="0" lvl="7" indent="0" algn="r" rtl="0">
              <a:spcBef>
                <a:spcPts val="0"/>
              </a:spcBef>
              <a:buNone/>
              <a:defRPr sz="887" b="0" i="0" u="none" strike="noStrike" cap="none">
                <a:solidFill>
                  <a:schemeClr val="dk1"/>
                </a:solidFill>
                <a:latin typeface="Garamond"/>
                <a:ea typeface="Garamond"/>
                <a:cs typeface="Garamond"/>
                <a:sym typeface="Garamond"/>
              </a:defRPr>
            </a:lvl8pPr>
            <a:lvl9pPr marL="0" marR="0" lvl="8" indent="0" algn="r" rtl="0">
              <a:spcBef>
                <a:spcPts val="0"/>
              </a:spcBef>
              <a:buNone/>
              <a:defRPr sz="887" b="0" i="0" u="none" strike="noStrike" cap="none">
                <a:solidFill>
                  <a:schemeClr val="dk1"/>
                </a:solidFill>
                <a:latin typeface="Garamond"/>
                <a:ea typeface="Garamond"/>
                <a:cs typeface="Garamond"/>
                <a:sym typeface="Garamond"/>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65938152"/>
      </p:ext>
    </p:extLst>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4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uperuser.com/questions/410973/emulate-number-pad-with-lenovo-x220-laptop" TargetMode="External"/><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uperuser.com/questions/410973/emulate-number-pad-with-lenovo-x220-laptop" TargetMode="External"/><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courses.lumenlearning.com/suny-wm-compapp/chapter/excel-table-in-powerpoint/" TargetMode="External"/><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0.jpg"/><Relationship Id="rId4" Type="http://schemas.openxmlformats.org/officeDocument/2006/relationships/image" Target="../media/image19.jpg"/></Relationships>
</file>

<file path=ppt/slides/_rels/slide23.xml.rels><?xml version="1.0" encoding="UTF-8" standalone="yes"?>
<Relationships xmlns="http://schemas.openxmlformats.org/package/2006/relationships"><Relationship Id="rId3" Type="http://schemas.openxmlformats.org/officeDocument/2006/relationships/hyperlink" Target="https://courses.lumenlearning.com/wmopen-compapp/chapter/changing-width-of-columns-and-rows/" TargetMode="External"/><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7.xml"/><Relationship Id="rId4" Type="http://schemas.openxmlformats.org/officeDocument/2006/relationships/image" Target="../media/image37.jpg"/></Relationships>
</file>

<file path=ppt/slides/_rels/slide39.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7.xml"/><Relationship Id="rId5" Type="http://schemas.openxmlformats.org/officeDocument/2006/relationships/image" Target="../media/image41.emf"/><Relationship Id="rId4" Type="http://schemas.openxmlformats.org/officeDocument/2006/relationships/image" Target="../media/image40.emf"/></Relationships>
</file>

<file path=ppt/slides/_rels/slide40.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4.xml.rels><?xml version="1.0" encoding="UTF-8" standalone="yes"?>
<Relationships xmlns="http://schemas.openxmlformats.org/package/2006/relationships"><Relationship Id="rId3" Type="http://schemas.openxmlformats.org/officeDocument/2006/relationships/package" Target="../embeddings/Microsoft_PowerPoint_Presentation.pptx"/><Relationship Id="rId2" Type="http://schemas.openxmlformats.org/officeDocument/2006/relationships/slideLayout" Target="../slideLayouts/slideLayout29.xml"/><Relationship Id="rId1" Type="http://schemas.openxmlformats.org/officeDocument/2006/relationships/vmlDrawing" Target="../drawings/vmlDrawing1.vml"/><Relationship Id="rId4" Type="http://schemas.openxmlformats.org/officeDocument/2006/relationships/image" Target="../media/image48.emf"/></Relationships>
</file>

<file path=ppt/slides/_rels/slide75.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F03661-92BC-479E-84E0-0683104DD4F5}"/>
              </a:ext>
            </a:extLst>
          </p:cNvPr>
          <p:cNvPicPr>
            <a:picLocks noChangeAspect="1"/>
          </p:cNvPicPr>
          <p:nvPr/>
        </p:nvPicPr>
        <p:blipFill>
          <a:blip r:embed="rId2"/>
          <a:stretch>
            <a:fillRect/>
          </a:stretch>
        </p:blipFill>
        <p:spPr>
          <a:xfrm>
            <a:off x="2521974" y="505374"/>
            <a:ext cx="7256207" cy="6903964"/>
          </a:xfrm>
          <a:prstGeom prst="rect">
            <a:avLst/>
          </a:prstGeom>
        </p:spPr>
      </p:pic>
      <p:pic>
        <p:nvPicPr>
          <p:cNvPr id="4" name="object 4">
            <a:extLst>
              <a:ext uri="{FF2B5EF4-FFF2-40B4-BE49-F238E27FC236}">
                <a16:creationId xmlns:a16="http://schemas.microsoft.com/office/drawing/2014/main" id="{20713E39-3072-4D91-87B2-969AEF0194FD}"/>
              </a:ext>
            </a:extLst>
          </p:cNvPr>
          <p:cNvPicPr/>
          <p:nvPr/>
        </p:nvPicPr>
        <p:blipFill>
          <a:blip r:embed="rId3" cstate="print"/>
          <a:stretch>
            <a:fillRect/>
          </a:stretch>
        </p:blipFill>
        <p:spPr>
          <a:xfrm>
            <a:off x="154048" y="402135"/>
            <a:ext cx="4010086" cy="1413127"/>
          </a:xfrm>
          <a:prstGeom prst="rect">
            <a:avLst/>
          </a:prstGeom>
        </p:spPr>
      </p:pic>
      <p:sp>
        <p:nvSpPr>
          <p:cNvPr id="7" name="object 2">
            <a:extLst>
              <a:ext uri="{FF2B5EF4-FFF2-40B4-BE49-F238E27FC236}">
                <a16:creationId xmlns:a16="http://schemas.microsoft.com/office/drawing/2014/main" id="{6D379EF9-D8E8-4360-868C-7B393CF832FF}"/>
              </a:ext>
            </a:extLst>
          </p:cNvPr>
          <p:cNvSpPr txBox="1">
            <a:spLocks noGrp="1"/>
          </p:cNvSpPr>
          <p:nvPr>
            <p:ph type="ctrTitle"/>
          </p:nvPr>
        </p:nvSpPr>
        <p:spPr>
          <a:xfrm>
            <a:off x="309717" y="1708114"/>
            <a:ext cx="10309122" cy="1677698"/>
          </a:xfrm>
          <a:prstGeom prst="rect">
            <a:avLst/>
          </a:prstGeom>
        </p:spPr>
        <p:txBody>
          <a:bodyPr vert="horz" wrap="square" lIns="0" tIns="15553" rIns="0" bIns="0" rtlCol="0" anchor="ctr">
            <a:spAutoFit/>
          </a:bodyPr>
          <a:lstStyle/>
          <a:p>
            <a:pPr marL="14813">
              <a:spcBef>
                <a:spcPts val="123"/>
              </a:spcBef>
            </a:pPr>
            <a:r>
              <a:rPr sz="3600" b="1" spc="-11" dirty="0">
                <a:latin typeface="Times New Roman" panose="02020603050405020304" pitchFamily="18" charset="0"/>
                <a:cs typeface="Times New Roman" panose="02020603050405020304" pitchFamily="18" charset="0"/>
              </a:rPr>
              <a:t>APLIKIMI</a:t>
            </a:r>
            <a:r>
              <a:rPr sz="3600" b="1" dirty="0">
                <a:latin typeface="Times New Roman" panose="02020603050405020304" pitchFamily="18" charset="0"/>
                <a:cs typeface="Times New Roman" panose="02020603050405020304" pitchFamily="18" charset="0"/>
              </a:rPr>
              <a:t> I</a:t>
            </a:r>
            <a:r>
              <a:rPr sz="3600" b="1" spc="6" dirty="0">
                <a:latin typeface="Times New Roman" panose="02020603050405020304" pitchFamily="18" charset="0"/>
                <a:cs typeface="Times New Roman" panose="02020603050405020304" pitchFamily="18" charset="0"/>
              </a:rPr>
              <a:t> </a:t>
            </a:r>
            <a:r>
              <a:rPr sz="3600" b="1" spc="-11" dirty="0">
                <a:latin typeface="Times New Roman" panose="02020603050405020304" pitchFamily="18" charset="0"/>
                <a:cs typeface="Times New Roman" panose="02020603050405020304" pitchFamily="18" charset="0"/>
              </a:rPr>
              <a:t>PROGRAMEVE</a:t>
            </a:r>
            <a:r>
              <a:rPr sz="3600" b="1" dirty="0">
                <a:latin typeface="Times New Roman" panose="02020603050405020304" pitchFamily="18" charset="0"/>
                <a:cs typeface="Times New Roman" panose="02020603050405020304" pitchFamily="18" charset="0"/>
              </a:rPr>
              <a:t> </a:t>
            </a:r>
            <a:r>
              <a:rPr sz="3600" b="1" spc="-11" dirty="0">
                <a:latin typeface="Times New Roman" panose="02020603050405020304" pitchFamily="18" charset="0"/>
                <a:cs typeface="Times New Roman" panose="02020603050405020304" pitchFamily="18" charset="0"/>
              </a:rPr>
              <a:t>KOMPJUTERIKE</a:t>
            </a:r>
            <a:r>
              <a:rPr sz="3600" b="1" spc="6" dirty="0">
                <a:latin typeface="Times New Roman" panose="02020603050405020304" pitchFamily="18" charset="0"/>
                <a:cs typeface="Times New Roman" panose="02020603050405020304" pitchFamily="18" charset="0"/>
              </a:rPr>
              <a:t> </a:t>
            </a:r>
            <a:r>
              <a:rPr sz="3600" b="1" dirty="0">
                <a:latin typeface="Times New Roman" panose="02020603050405020304" pitchFamily="18" charset="0"/>
                <a:cs typeface="Times New Roman" panose="02020603050405020304" pitchFamily="18" charset="0"/>
              </a:rPr>
              <a:t>NË</a:t>
            </a:r>
            <a:r>
              <a:rPr sz="3600" b="1" spc="11" dirty="0">
                <a:latin typeface="Times New Roman" panose="02020603050405020304" pitchFamily="18" charset="0"/>
                <a:cs typeface="Times New Roman" panose="02020603050405020304" pitchFamily="18" charset="0"/>
              </a:rPr>
              <a:t> </a:t>
            </a:r>
            <a:r>
              <a:rPr sz="3600" b="1" spc="-11" dirty="0">
                <a:latin typeface="Times New Roman" panose="02020603050405020304" pitchFamily="18" charset="0"/>
                <a:cs typeface="Times New Roman" panose="02020603050405020304" pitchFamily="18" charset="0"/>
              </a:rPr>
              <a:t>MËSIMDHËNIE</a:t>
            </a:r>
            <a:endParaRPr sz="3600" dirty="0">
              <a:latin typeface="Times New Roman" panose="02020603050405020304" pitchFamily="18" charset="0"/>
              <a:cs typeface="Times New Roman" panose="02020603050405020304" pitchFamily="18" charset="0"/>
            </a:endParaRPr>
          </a:p>
          <a:p>
            <a:pPr marR="368101">
              <a:spcBef>
                <a:spcPts val="6"/>
              </a:spcBef>
            </a:pPr>
            <a:r>
              <a:rPr sz="3600" dirty="0">
                <a:latin typeface="Times New Roman" panose="02020603050405020304" pitchFamily="18" charset="0"/>
                <a:cs typeface="Times New Roman" panose="02020603050405020304" pitchFamily="18" charset="0"/>
              </a:rPr>
              <a:t>(Program</a:t>
            </a:r>
            <a:r>
              <a:rPr sz="3600" spc="-64" dirty="0">
                <a:latin typeface="Times New Roman" panose="02020603050405020304" pitchFamily="18" charset="0"/>
                <a:cs typeface="Times New Roman" panose="02020603050405020304" pitchFamily="18" charset="0"/>
              </a:rPr>
              <a:t> </a:t>
            </a:r>
            <a:r>
              <a:rPr sz="3600" spc="-11" dirty="0">
                <a:latin typeface="Times New Roman" panose="02020603050405020304" pitchFamily="18" charset="0"/>
                <a:cs typeface="Times New Roman" panose="02020603050405020304" pitchFamily="18" charset="0"/>
              </a:rPr>
              <a:t>Trajnimi)</a:t>
            </a:r>
            <a:endParaRPr sz="36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3B807164-C837-4EDE-8CE0-41B70AC83C47}"/>
              </a:ext>
            </a:extLst>
          </p:cNvPr>
          <p:cNvSpPr/>
          <p:nvPr/>
        </p:nvSpPr>
        <p:spPr>
          <a:xfrm>
            <a:off x="4164134" y="191729"/>
            <a:ext cx="5368413" cy="131260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q-AL" sz="4800" b="1"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EXCEL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879FBF-F299-4341-9D14-FA6A75218E55}"/>
              </a:ext>
            </a:extLst>
          </p:cNvPr>
          <p:cNvSpPr txBox="1"/>
          <p:nvPr/>
        </p:nvSpPr>
        <p:spPr>
          <a:xfrm>
            <a:off x="265472" y="825910"/>
            <a:ext cx="10279626" cy="5078313"/>
          </a:xfrm>
          <a:prstGeom prst="rect">
            <a:avLst/>
          </a:prstGeom>
          <a:noFill/>
        </p:spPr>
        <p:txBody>
          <a:bodyPr wrap="square">
            <a:spAutoFit/>
          </a:bodyPr>
          <a:lstStyle/>
          <a:p>
            <a:pPr marL="0" marR="0" lvl="0" indent="0" algn="l" defTabSz="483367" rtl="0" eaLnBrk="1" fontAlgn="auto" latinLnBrk="0" hangingPunct="1">
              <a:lnSpc>
                <a:spcPct val="100000"/>
              </a:lnSpc>
              <a:spcBef>
                <a:spcPts val="0"/>
              </a:spcBef>
              <a:spcAft>
                <a:spcPts val="0"/>
              </a:spcAft>
              <a:buClrTx/>
              <a:buSzTx/>
              <a:buFontTx/>
              <a:buNone/>
              <a:tabLst/>
              <a:defRPr/>
            </a:pPr>
            <a:endParaRPr lang="sq-AL" sz="3600" dirty="0">
              <a:solidFill>
                <a:prstClr val="black"/>
              </a:solidFill>
              <a:latin typeface="Times New Roman" panose="02020603050405020304" pitchFamily="18" charset="0"/>
              <a:cs typeface="Times New Roman" panose="02020603050405020304" pitchFamily="18" charset="0"/>
            </a:endParaRPr>
          </a:p>
          <a:p>
            <a:pPr marL="0" marR="0" lvl="0" indent="0" algn="l" defTabSz="483367" rtl="0" eaLnBrk="1" fontAlgn="auto" latinLnBrk="0" hangingPunct="1">
              <a:lnSpc>
                <a:spcPct val="100000"/>
              </a:lnSpc>
              <a:spcBef>
                <a:spcPts val="0"/>
              </a:spcBef>
              <a:spcAft>
                <a:spcPts val="0"/>
              </a:spcAft>
              <a:buClrTx/>
              <a:buSzTx/>
              <a:buFontTx/>
              <a:buNone/>
              <a:tabLst/>
              <a:defRPr/>
            </a:pPr>
            <a:r>
              <a:rPr lang="sq-AL" sz="3600" dirty="0">
                <a:solidFill>
                  <a:prstClr val="black"/>
                </a:solidFill>
                <a:latin typeface="Times New Roman" panose="02020603050405020304" pitchFamily="18" charset="0"/>
                <a:cs typeface="Times New Roman" panose="02020603050405020304" pitchFamily="18" charset="0"/>
              </a:rPr>
              <a:t>-</a:t>
            </a:r>
            <a:r>
              <a:rPr lang="en-US" sz="3600" dirty="0" err="1">
                <a:solidFill>
                  <a:prstClr val="black"/>
                </a:solidFill>
                <a:latin typeface="Times New Roman" panose="02020603050405020304" pitchFamily="18" charset="0"/>
                <a:cs typeface="Times New Roman" panose="02020603050405020304" pitchFamily="18" charset="0"/>
              </a:rPr>
              <a:t>Ndihmon</a:t>
            </a:r>
            <a:r>
              <a:rPr lang="en-US" sz="3600" dirty="0">
                <a:solidFill>
                  <a:prstClr val="black"/>
                </a:solidFill>
                <a:latin typeface="Times New Roman" panose="02020603050405020304" pitchFamily="18" charset="0"/>
                <a:cs typeface="Times New Roman" panose="02020603050405020304" pitchFamily="18" charset="0"/>
              </a:rPr>
              <a:t> q</a:t>
            </a:r>
            <a:r>
              <a:rPr kumimoji="0" lang="sq-AL"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ë</a:t>
            </a:r>
            <a:r>
              <a:rPr kumimoji="0" lang="en-US"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t</a:t>
            </a:r>
            <a:r>
              <a:rPr kumimoji="0" lang="sq-AL"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ë përmirësohet aftësia e </a:t>
            </a:r>
            <a:r>
              <a:rPr lang="sq-AL" sz="3600" dirty="0">
                <a:solidFill>
                  <a:prstClr val="black"/>
                </a:solidFill>
                <a:latin typeface="Times New Roman" panose="02020603050405020304" pitchFamily="18" charset="0"/>
                <a:cs typeface="Times New Roman" panose="02020603050405020304" pitchFamily="18" charset="0"/>
              </a:rPr>
              <a:t>mësimdhënësve</a:t>
            </a:r>
            <a:r>
              <a:rPr kumimoji="0" lang="sq-AL"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për të përdorur </a:t>
            </a:r>
            <a:r>
              <a:rPr lang="sq-AL" sz="3600" dirty="0" err="1">
                <a:solidFill>
                  <a:prstClr val="black"/>
                </a:solidFill>
                <a:latin typeface="Times New Roman" panose="02020603050405020304" pitchFamily="18" charset="0"/>
                <a:cs typeface="Times New Roman" panose="02020603050405020304" pitchFamily="18" charset="0"/>
              </a:rPr>
              <a:t>Excelin</a:t>
            </a:r>
            <a:r>
              <a:rPr kumimoji="0" lang="sq-AL"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në mënyrë efektive për menaxhimin, analizën dhe prezantimin e të dhënave në procesin arsimor. </a:t>
            </a:r>
          </a:p>
          <a:p>
            <a:pPr marL="0" marR="0" lvl="0" indent="0" algn="l" defTabSz="483367" rtl="0" eaLnBrk="1" fontAlgn="auto" latinLnBrk="0" hangingPunct="1">
              <a:lnSpc>
                <a:spcPct val="100000"/>
              </a:lnSpc>
              <a:spcBef>
                <a:spcPts val="0"/>
              </a:spcBef>
              <a:spcAft>
                <a:spcPts val="0"/>
              </a:spcAft>
              <a:buClrTx/>
              <a:buSzTx/>
              <a:buFontTx/>
              <a:buNone/>
              <a:tabLst/>
              <a:defRPr/>
            </a:pPr>
            <a:r>
              <a:rPr lang="sq-AL" sz="3600" dirty="0">
                <a:latin typeface="Times New Roman" panose="02020603050405020304" pitchFamily="18" charset="0"/>
                <a:cs typeface="Times New Roman" panose="02020603050405020304" pitchFamily="18" charset="0"/>
              </a:rPr>
              <a:t>-Trajnimi ndihmon mësimdhënësit që të rrisin produktivitetin, të marrin vendime më të informuara bazuar në analiza të sakta dhe të ofrojnë një përvojë më të mirë mësimore për nxënësit.</a:t>
            </a:r>
            <a:endParaRPr kumimoji="0" lang="sq-AL" sz="3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FB1B66BC-012A-4F90-8F83-301E2F23898F}"/>
              </a:ext>
            </a:extLst>
          </p:cNvPr>
          <p:cNvSpPr/>
          <p:nvPr/>
        </p:nvSpPr>
        <p:spPr>
          <a:xfrm>
            <a:off x="265472" y="250723"/>
            <a:ext cx="10073147" cy="57518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0" lang="sq-AL" sz="3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Qëllimi i trajnimit të mësimdhënësve për Microsoft Excel</a:t>
            </a:r>
            <a:endParaRPr lang="sq-AL" sz="3200" b="1" dirty="0"/>
          </a:p>
        </p:txBody>
      </p:sp>
    </p:spTree>
    <p:extLst>
      <p:ext uri="{BB962C8B-B14F-4D97-AF65-F5344CB8AC3E}">
        <p14:creationId xmlns:p14="http://schemas.microsoft.com/office/powerpoint/2010/main" val="3115132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5EE8D1-D366-4AAE-91A5-E3DD03618959}"/>
              </a:ext>
            </a:extLst>
          </p:cNvPr>
          <p:cNvSpPr txBox="1"/>
          <p:nvPr/>
        </p:nvSpPr>
        <p:spPr>
          <a:xfrm>
            <a:off x="176980" y="353496"/>
            <a:ext cx="10456607" cy="6617196"/>
          </a:xfrm>
          <a:prstGeom prst="rect">
            <a:avLst/>
          </a:prstGeom>
          <a:noFill/>
        </p:spPr>
        <p:txBody>
          <a:bodyPr wrap="square">
            <a:spAutoFit/>
          </a:bodyPr>
          <a:lstStyle/>
          <a:p>
            <a:pPr marL="0" marR="0" lvl="0" indent="0" algn="l" defTabSz="483367" rtl="0" eaLnBrk="1" fontAlgn="auto" latinLnBrk="0" hangingPunct="1">
              <a:lnSpc>
                <a:spcPct val="100000"/>
              </a:lnSpc>
              <a:spcBef>
                <a:spcPts val="0"/>
              </a:spcBef>
              <a:spcAft>
                <a:spcPts val="0"/>
              </a:spcAft>
              <a:buClrTx/>
              <a:buSzTx/>
              <a:buFontTx/>
              <a:buNone/>
              <a:tabLst/>
              <a:defRPr/>
            </a:pPr>
            <a:r>
              <a:rPr lang="sq-AL" sz="2800" b="1" dirty="0">
                <a:solidFill>
                  <a:prstClr val="black"/>
                </a:solidFill>
                <a:latin typeface="Times New Roman" panose="02020603050405020304" pitchFamily="18" charset="0"/>
                <a:cs typeface="Times New Roman" panose="02020603050405020304" pitchFamily="18" charset="0"/>
              </a:rPr>
              <a:t>Rezultatet e pritshme dhe kompetencat</a:t>
            </a:r>
            <a:r>
              <a:rPr kumimoji="0" lang="sq-AL" sz="2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përfshijnë:</a:t>
            </a:r>
            <a:endParaRPr kumimoji="0" lang="sq-AL" sz="2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1. Menaxhimin </a:t>
            </a:r>
            <a:r>
              <a:rPr lang="sq-AL" sz="2200" b="1" dirty="0">
                <a:solidFill>
                  <a:prstClr val="black"/>
                </a:solidFill>
                <a:latin typeface="Times New Roman" panose="02020603050405020304" pitchFamily="18" charset="0"/>
                <a:cs typeface="Times New Roman" panose="02020603050405020304" pitchFamily="18" charset="0"/>
              </a:rPr>
              <a:t>e</a:t>
            </a:r>
            <a:r>
              <a:rPr kumimoji="0" lang="sq-AL" sz="2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të dhënave të nxënësve: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Krijimi i listave të klasës, orareve dhe regjistrave të notave.</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Përdorimi i Excel-it për të mbajtur shënime për pjesëmarrjen dhe rezultatet e nxënësve.</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 Analiza e </a:t>
            </a:r>
            <a:r>
              <a:rPr kumimoji="0" lang="sq-AL" sz="2200" b="1"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performancës</a:t>
            </a:r>
            <a:r>
              <a:rPr kumimoji="0" lang="sq-AL" sz="2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Përpunimi dhe analizimi i të dhënave për të identifikuar tendencat në </a:t>
            </a:r>
            <a:r>
              <a:rPr kumimoji="0" lang="sq-AL" sz="2200"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performancën</a:t>
            </a:r>
            <a:r>
              <a:rPr kumimoji="0" lang="sq-AL" sz="2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e nxënësve.</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a:t>
            </a:r>
            <a:r>
              <a:rPr kumimoji="0" lang="sq-AL" sz="2200"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Vizualizimi</a:t>
            </a:r>
            <a:r>
              <a:rPr kumimoji="0" lang="sq-AL" sz="2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i të dhënave përmes grafikëve dhe tabelave.</a:t>
            </a:r>
          </a:p>
          <a:p>
            <a:r>
              <a:rPr lang="it-IT" sz="2200" b="1" dirty="0">
                <a:latin typeface="Times New Roman" panose="02020603050405020304" pitchFamily="18" charset="0"/>
                <a:cs typeface="Times New Roman" panose="02020603050405020304" pitchFamily="18" charset="0"/>
              </a:rPr>
              <a:t>3. Automatizimi i detyrave rutinore:</a:t>
            </a:r>
          </a:p>
          <a:p>
            <a:r>
              <a:rPr lang="sq-AL" sz="2200" dirty="0">
                <a:latin typeface="Times New Roman" panose="02020603050405020304" pitchFamily="18" charset="0"/>
                <a:cs typeface="Times New Roman" panose="02020603050405020304" pitchFamily="18" charset="0"/>
              </a:rPr>
              <a:t>- Krijimi i formulave dhe funksioneve për llogaritjet automatike (mesataret, totalet, etj.).</a:t>
            </a:r>
          </a:p>
          <a:p>
            <a:r>
              <a:rPr lang="sq-AL" sz="2200" b="1" dirty="0">
                <a:latin typeface="Times New Roman" panose="02020603050405020304" pitchFamily="18" charset="0"/>
                <a:cs typeface="Times New Roman" panose="02020603050405020304" pitchFamily="18" charset="0"/>
              </a:rPr>
              <a:t>4. Krijimi i materialeve mësimore:</a:t>
            </a:r>
          </a:p>
          <a:p>
            <a:r>
              <a:rPr lang="sq-AL" sz="2200" dirty="0">
                <a:latin typeface="Times New Roman" panose="02020603050405020304" pitchFamily="18" charset="0"/>
                <a:cs typeface="Times New Roman" panose="02020603050405020304" pitchFamily="18" charset="0"/>
              </a:rPr>
              <a:t>   - Përdorimi i Excel-it për të zhvilluar teste </a:t>
            </a:r>
            <a:r>
              <a:rPr lang="sq-AL" sz="2200" dirty="0" err="1">
                <a:latin typeface="Times New Roman" panose="02020603050405020304" pitchFamily="18" charset="0"/>
                <a:cs typeface="Times New Roman" panose="02020603050405020304" pitchFamily="18" charset="0"/>
              </a:rPr>
              <a:t>interaktive</a:t>
            </a:r>
            <a:r>
              <a:rPr lang="sq-AL" sz="2200" dirty="0">
                <a:latin typeface="Times New Roman" panose="02020603050405020304" pitchFamily="18" charset="0"/>
                <a:cs typeface="Times New Roman" panose="02020603050405020304" pitchFamily="18" charset="0"/>
              </a:rPr>
              <a:t>, tabela dhe fletë pune për nxënësit.</a:t>
            </a:r>
          </a:p>
          <a:p>
            <a:r>
              <a:rPr lang="sq-AL" sz="2200" b="1" dirty="0">
                <a:latin typeface="Times New Roman" panose="02020603050405020304" pitchFamily="18" charset="0"/>
                <a:cs typeface="Times New Roman" panose="02020603050405020304" pitchFamily="18" charset="0"/>
              </a:rPr>
              <a:t>5. Zhvillimi i aftësive të organizimit dhe planifikimit:</a:t>
            </a:r>
          </a:p>
          <a:p>
            <a:r>
              <a:rPr lang="sq-AL" sz="2200" dirty="0">
                <a:latin typeface="Times New Roman" panose="02020603050405020304" pitchFamily="18" charset="0"/>
                <a:cs typeface="Times New Roman" panose="02020603050405020304" pitchFamily="18" charset="0"/>
              </a:rPr>
              <a:t>   - Menaxhimi i planeve mësimore, buxheteve të klasës dhe aktiviteteve me ndihmën e Excel-it.</a:t>
            </a:r>
          </a:p>
          <a:p>
            <a:r>
              <a:rPr lang="sq-AL" sz="2200" b="1" dirty="0">
                <a:latin typeface="Times New Roman" panose="02020603050405020304" pitchFamily="18" charset="0"/>
                <a:cs typeface="Times New Roman" panose="02020603050405020304" pitchFamily="18" charset="0"/>
              </a:rPr>
              <a:t>6. Inkurajimi i përdorimit të teknologjisë në klasë:</a:t>
            </a:r>
          </a:p>
          <a:p>
            <a:r>
              <a:rPr lang="sq-AL" sz="2200" dirty="0">
                <a:latin typeface="Times New Roman" panose="02020603050405020304" pitchFamily="18" charset="0"/>
                <a:cs typeface="Times New Roman" panose="02020603050405020304" pitchFamily="18" charset="0"/>
              </a:rPr>
              <a:t>   - Aftësimi i mësimdhënësve për të përdorur Excel-in si një mjet për mësimdhënie dhe bashkëveprim me nxënësit.</a:t>
            </a:r>
          </a:p>
          <a:p>
            <a:endParaRPr lang="sq-AL"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6267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53179EE-D6B0-442D-971A-C2F7DD1CAB5C}"/>
              </a:ext>
            </a:extLst>
          </p:cNvPr>
          <p:cNvGraphicFramePr>
            <a:graphicFrameLocks noGrp="1"/>
          </p:cNvGraphicFramePr>
          <p:nvPr>
            <p:extLst>
              <p:ext uri="{D42A27DB-BD31-4B8C-83A1-F6EECF244321}">
                <p14:modId xmlns:p14="http://schemas.microsoft.com/office/powerpoint/2010/main" val="1813628421"/>
              </p:ext>
            </p:extLst>
          </p:nvPr>
        </p:nvGraphicFramePr>
        <p:xfrm>
          <a:off x="265471" y="117987"/>
          <a:ext cx="10368116" cy="7573993"/>
        </p:xfrm>
        <a:graphic>
          <a:graphicData uri="http://schemas.openxmlformats.org/drawingml/2006/table">
            <a:tbl>
              <a:tblPr firstRow="1" firstCol="1" bandRow="1">
                <a:tableStyleId>{5C22544A-7EE6-4342-B048-85BDC9FD1C3A}</a:tableStyleId>
              </a:tblPr>
              <a:tblGrid>
                <a:gridCol w="1945301">
                  <a:extLst>
                    <a:ext uri="{9D8B030D-6E8A-4147-A177-3AD203B41FA5}">
                      <a16:colId xmlns:a16="http://schemas.microsoft.com/office/drawing/2014/main" val="50114311"/>
                    </a:ext>
                  </a:extLst>
                </a:gridCol>
                <a:gridCol w="8422815">
                  <a:extLst>
                    <a:ext uri="{9D8B030D-6E8A-4147-A177-3AD203B41FA5}">
                      <a16:colId xmlns:a16="http://schemas.microsoft.com/office/drawing/2014/main" val="146590922"/>
                    </a:ext>
                  </a:extLst>
                </a:gridCol>
              </a:tblGrid>
              <a:tr h="540442">
                <a:tc gridSpan="2">
                  <a:txBody>
                    <a:bodyPr/>
                    <a:lstStyle/>
                    <a:p>
                      <a:pPr algn="just">
                        <a:lnSpc>
                          <a:spcPct val="150000"/>
                        </a:lnSpc>
                        <a:spcAft>
                          <a:spcPts val="1000"/>
                        </a:spcAft>
                      </a:pPr>
                      <a:r>
                        <a:rPr lang="sq-AL" sz="2200" u="sng" dirty="0">
                          <a:effectLst/>
                          <a:latin typeface="Times New Roman" panose="02020603050405020304" pitchFamily="18" charset="0"/>
                          <a:cs typeface="Times New Roman" panose="02020603050405020304" pitchFamily="18" charset="0"/>
                        </a:rPr>
                        <a:t>Agjenda  Excel </a:t>
                      </a:r>
                      <a:endParaRPr lang="sq-XK" sz="2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sq-AL"/>
                    </a:p>
                  </a:txBody>
                  <a:tcPr/>
                </a:tc>
                <a:extLst>
                  <a:ext uri="{0D108BD9-81ED-4DB2-BD59-A6C34878D82A}">
                    <a16:rowId xmlns:a16="http://schemas.microsoft.com/office/drawing/2014/main" val="4197019214"/>
                  </a:ext>
                </a:extLst>
              </a:tr>
              <a:tr h="1501037">
                <a:tc>
                  <a:txBody>
                    <a:bodyPr/>
                    <a:lstStyle/>
                    <a:p>
                      <a:pPr algn="just">
                        <a:lnSpc>
                          <a:spcPct val="115000"/>
                        </a:lnSpc>
                        <a:spcAft>
                          <a:spcPts val="300"/>
                        </a:spcAft>
                      </a:pPr>
                      <a:r>
                        <a:rPr lang="sq-AL" sz="2200">
                          <a:effectLst/>
                          <a:latin typeface="Times New Roman" panose="02020603050405020304" pitchFamily="18" charset="0"/>
                          <a:cs typeface="Times New Roman" panose="02020603050405020304" pitchFamily="18" charset="0"/>
                        </a:rPr>
                        <a:t>09.00-10.30</a:t>
                      </a:r>
                      <a:endParaRPr lang="sq-XK" sz="2200">
                        <a:effectLst/>
                        <a:latin typeface="Times New Roman" panose="02020603050405020304" pitchFamily="18" charset="0"/>
                        <a:cs typeface="Times New Roman" panose="02020603050405020304" pitchFamily="18" charset="0"/>
                      </a:endParaRPr>
                    </a:p>
                    <a:p>
                      <a:pPr algn="just">
                        <a:lnSpc>
                          <a:spcPct val="115000"/>
                        </a:lnSpc>
                        <a:spcAft>
                          <a:spcPts val="300"/>
                        </a:spcAft>
                      </a:pPr>
                      <a:r>
                        <a:rPr lang="sq-AL" sz="2200">
                          <a:effectLst/>
                          <a:latin typeface="Times New Roman" panose="02020603050405020304" pitchFamily="18" charset="0"/>
                          <a:cs typeface="Times New Roman" panose="02020603050405020304" pitchFamily="18" charset="0"/>
                        </a:rPr>
                        <a:t> </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r>
                        <a:rPr lang="sq-AL" sz="2200">
                          <a:effectLst/>
                          <a:latin typeface="Times New Roman" panose="02020603050405020304" pitchFamily="18" charset="0"/>
                          <a:cs typeface="Times New Roman" panose="02020603050405020304" pitchFamily="18" charset="0"/>
                        </a:rPr>
                        <a:t>Programi Excel, Hapja e Excelit, Lëvizja në fletën  punuese të programit Excel,Zgjedhja (selektimi) në programin Excel, Shkrimi në Excel,Tipi,madhësia dhe përshtatja e shkrimit Ndryshimi i gjerësisë së rreshtave dhe kolonave</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3176900"/>
                  </a:ext>
                </a:extLst>
              </a:tr>
              <a:tr h="434970">
                <a:tc>
                  <a:txBody>
                    <a:bodyPr/>
                    <a:lstStyle/>
                    <a:p>
                      <a:pPr algn="just">
                        <a:lnSpc>
                          <a:spcPct val="115000"/>
                        </a:lnSpc>
                        <a:spcAft>
                          <a:spcPts val="300"/>
                        </a:spcAft>
                      </a:pPr>
                      <a:r>
                        <a:rPr lang="sq-AL" sz="2200">
                          <a:effectLst/>
                          <a:latin typeface="Times New Roman" panose="02020603050405020304" pitchFamily="18" charset="0"/>
                          <a:cs typeface="Times New Roman" panose="02020603050405020304" pitchFamily="18" charset="0"/>
                        </a:rPr>
                        <a:t>10:30-10:45</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300"/>
                        </a:spcAft>
                      </a:pPr>
                      <a:r>
                        <a:rPr lang="sq-AL" sz="2200">
                          <a:effectLst/>
                          <a:latin typeface="Times New Roman" panose="02020603050405020304" pitchFamily="18" charset="0"/>
                          <a:cs typeface="Times New Roman" panose="02020603050405020304" pitchFamily="18" charset="0"/>
                        </a:rPr>
                        <a:t>Pushim</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45112365"/>
                  </a:ext>
                </a:extLst>
              </a:tr>
              <a:tr h="1205376">
                <a:tc>
                  <a:txBody>
                    <a:bodyPr/>
                    <a:lstStyle/>
                    <a:p>
                      <a:pPr algn="just">
                        <a:lnSpc>
                          <a:spcPct val="115000"/>
                        </a:lnSpc>
                        <a:spcAft>
                          <a:spcPts val="300"/>
                        </a:spcAft>
                      </a:pPr>
                      <a:r>
                        <a:rPr lang="sq-AL" sz="2200">
                          <a:effectLst/>
                          <a:latin typeface="Times New Roman" panose="02020603050405020304" pitchFamily="18" charset="0"/>
                          <a:cs typeface="Times New Roman" panose="02020603050405020304" pitchFamily="18" charset="0"/>
                        </a:rPr>
                        <a:t>10:45-11:45</a:t>
                      </a:r>
                      <a:endParaRPr lang="sq-XK" sz="2200">
                        <a:effectLst/>
                        <a:latin typeface="Times New Roman" panose="02020603050405020304" pitchFamily="18" charset="0"/>
                        <a:cs typeface="Times New Roman" panose="02020603050405020304" pitchFamily="18" charset="0"/>
                      </a:endParaRPr>
                    </a:p>
                    <a:p>
                      <a:pPr algn="just">
                        <a:lnSpc>
                          <a:spcPct val="115000"/>
                        </a:lnSpc>
                        <a:spcAft>
                          <a:spcPts val="300"/>
                        </a:spcAft>
                      </a:pPr>
                      <a:r>
                        <a:rPr lang="sq-AL" sz="2200">
                          <a:effectLst/>
                          <a:latin typeface="Times New Roman" panose="02020603050405020304" pitchFamily="18" charset="0"/>
                          <a:cs typeface="Times New Roman" panose="02020603050405020304" pitchFamily="18" charset="0"/>
                        </a:rPr>
                        <a:t> </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r>
                        <a:rPr lang="sq-AL" sz="2200" dirty="0">
                          <a:effectLst/>
                          <a:latin typeface="Times New Roman" panose="02020603050405020304" pitchFamily="18" charset="0"/>
                          <a:cs typeface="Times New Roman" panose="02020603050405020304" pitchFamily="18" charset="0"/>
                        </a:rPr>
                        <a:t>Krijimi i tabelave në </a:t>
                      </a:r>
                      <a:r>
                        <a:rPr lang="sq-AL" sz="2200" dirty="0" err="1">
                          <a:effectLst/>
                          <a:latin typeface="Times New Roman" panose="02020603050405020304" pitchFamily="18" charset="0"/>
                          <a:cs typeface="Times New Roman" panose="02020603050405020304" pitchFamily="18" charset="0"/>
                        </a:rPr>
                        <a:t>Excel,Hijezimi</a:t>
                      </a:r>
                      <a:r>
                        <a:rPr lang="sq-AL" sz="2200" dirty="0">
                          <a:effectLst/>
                          <a:latin typeface="Times New Roman" panose="02020603050405020304" pitchFamily="18" charset="0"/>
                          <a:cs typeface="Times New Roman" panose="02020603050405020304" pitchFamily="18" charset="0"/>
                        </a:rPr>
                        <a:t> (vendosja e ngjyrave) në </a:t>
                      </a:r>
                      <a:r>
                        <a:rPr lang="sq-AL" sz="2200" dirty="0" err="1">
                          <a:effectLst/>
                          <a:latin typeface="Times New Roman" panose="02020603050405020304" pitchFamily="18" charset="0"/>
                          <a:cs typeface="Times New Roman" panose="02020603050405020304" pitchFamily="18" charset="0"/>
                        </a:rPr>
                        <a:t>tabelë,Fshirja</a:t>
                      </a:r>
                      <a:r>
                        <a:rPr lang="sq-AL" sz="2200" dirty="0">
                          <a:effectLst/>
                          <a:latin typeface="Times New Roman" panose="02020603050405020304" pitchFamily="18" charset="0"/>
                          <a:cs typeface="Times New Roman" panose="02020603050405020304" pitchFamily="18" charset="0"/>
                        </a:rPr>
                        <a:t> e hijezimeve (ngjyrave) nga  </a:t>
                      </a:r>
                      <a:r>
                        <a:rPr lang="sq-AL" sz="2200" dirty="0" err="1">
                          <a:effectLst/>
                          <a:latin typeface="Times New Roman" panose="02020603050405020304" pitchFamily="18" charset="0"/>
                          <a:cs typeface="Times New Roman" panose="02020603050405020304" pitchFamily="18" charset="0"/>
                        </a:rPr>
                        <a:t>tabela,Vendosja</a:t>
                      </a:r>
                      <a:r>
                        <a:rPr lang="sq-AL" sz="2200" dirty="0">
                          <a:effectLst/>
                          <a:latin typeface="Times New Roman" panose="02020603050405020304" pitchFamily="18" charset="0"/>
                          <a:cs typeface="Times New Roman" panose="02020603050405020304" pitchFamily="18" charset="0"/>
                        </a:rPr>
                        <a:t> e të dhënave në forma të </a:t>
                      </a:r>
                      <a:r>
                        <a:rPr lang="sq-AL" sz="2200" dirty="0" err="1">
                          <a:effectLst/>
                          <a:latin typeface="Times New Roman" panose="02020603050405020304" pitchFamily="18" charset="0"/>
                          <a:cs typeface="Times New Roman" panose="02020603050405020304" pitchFamily="18" charset="0"/>
                        </a:rPr>
                        <a:t>ndryshme,Bashkimi</a:t>
                      </a:r>
                      <a:r>
                        <a:rPr lang="sq-AL" sz="2200" dirty="0">
                          <a:effectLst/>
                          <a:latin typeface="Times New Roman" panose="02020603050405020304" pitchFamily="18" charset="0"/>
                          <a:cs typeface="Times New Roman" panose="02020603050405020304" pitchFamily="18" charset="0"/>
                        </a:rPr>
                        <a:t> i qelizave</a:t>
                      </a:r>
                      <a:endParaRPr lang="sq-XK" sz="2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37970552"/>
                  </a:ext>
                </a:extLst>
              </a:tr>
              <a:tr h="434970">
                <a:tc>
                  <a:txBody>
                    <a:bodyPr/>
                    <a:lstStyle/>
                    <a:p>
                      <a:pPr algn="just">
                        <a:lnSpc>
                          <a:spcPct val="115000"/>
                        </a:lnSpc>
                        <a:spcAft>
                          <a:spcPts val="300"/>
                        </a:spcAft>
                      </a:pPr>
                      <a:r>
                        <a:rPr lang="sq-AL" sz="2200">
                          <a:effectLst/>
                          <a:latin typeface="Times New Roman" panose="02020603050405020304" pitchFamily="18" charset="0"/>
                          <a:cs typeface="Times New Roman" panose="02020603050405020304" pitchFamily="18" charset="0"/>
                        </a:rPr>
                        <a:t>11:45-12:30</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r>
                        <a:rPr lang="sq-AL" sz="2200">
                          <a:effectLst/>
                          <a:latin typeface="Times New Roman" panose="02020603050405020304" pitchFamily="18" charset="0"/>
                          <a:cs typeface="Times New Roman" panose="02020603050405020304" pitchFamily="18" charset="0"/>
                        </a:rPr>
                        <a:t>Fletët punuese, Ruajtja e dokumentit</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65911989"/>
                  </a:ext>
                </a:extLst>
              </a:tr>
              <a:tr h="434970">
                <a:tc>
                  <a:txBody>
                    <a:bodyPr/>
                    <a:lstStyle/>
                    <a:p>
                      <a:pPr algn="just">
                        <a:lnSpc>
                          <a:spcPct val="115000"/>
                        </a:lnSpc>
                        <a:spcAft>
                          <a:spcPts val="300"/>
                        </a:spcAft>
                      </a:pPr>
                      <a:r>
                        <a:rPr lang="sq-AL" sz="2200">
                          <a:effectLst/>
                          <a:latin typeface="Times New Roman" panose="02020603050405020304" pitchFamily="18" charset="0"/>
                          <a:cs typeface="Times New Roman" panose="02020603050405020304" pitchFamily="18" charset="0"/>
                        </a:rPr>
                        <a:t>12:30 – 13:30</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300"/>
                        </a:spcAft>
                      </a:pPr>
                      <a:r>
                        <a:rPr lang="sq-AL" sz="2200">
                          <a:effectLst/>
                          <a:latin typeface="Times New Roman" panose="02020603050405020304" pitchFamily="18" charset="0"/>
                          <a:cs typeface="Times New Roman" panose="02020603050405020304" pitchFamily="18" charset="0"/>
                        </a:rPr>
                        <a:t>Dreka</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0711950"/>
                  </a:ext>
                </a:extLst>
              </a:tr>
              <a:tr h="988348">
                <a:tc>
                  <a:txBody>
                    <a:bodyPr/>
                    <a:lstStyle/>
                    <a:p>
                      <a:pPr algn="just">
                        <a:lnSpc>
                          <a:spcPct val="115000"/>
                        </a:lnSpc>
                        <a:spcAft>
                          <a:spcPts val="300"/>
                        </a:spcAft>
                      </a:pPr>
                      <a:r>
                        <a:rPr lang="sq-AL" sz="2200">
                          <a:effectLst/>
                          <a:latin typeface="Times New Roman" panose="02020603050405020304" pitchFamily="18" charset="0"/>
                          <a:cs typeface="Times New Roman" panose="02020603050405020304" pitchFamily="18" charset="0"/>
                        </a:rPr>
                        <a:t>13:30-14:30</a:t>
                      </a:r>
                      <a:endParaRPr lang="sq-XK" sz="2200">
                        <a:effectLst/>
                        <a:latin typeface="Times New Roman" panose="02020603050405020304" pitchFamily="18" charset="0"/>
                        <a:cs typeface="Times New Roman" panose="02020603050405020304" pitchFamily="18" charset="0"/>
                      </a:endParaRPr>
                    </a:p>
                    <a:p>
                      <a:pPr algn="just">
                        <a:lnSpc>
                          <a:spcPct val="115000"/>
                        </a:lnSpc>
                        <a:spcAft>
                          <a:spcPts val="300"/>
                        </a:spcAft>
                      </a:pPr>
                      <a:r>
                        <a:rPr lang="sq-AL" sz="2200">
                          <a:effectLst/>
                          <a:latin typeface="Times New Roman" panose="02020603050405020304" pitchFamily="18" charset="0"/>
                          <a:cs typeface="Times New Roman" panose="02020603050405020304" pitchFamily="18" charset="0"/>
                        </a:rPr>
                        <a:t> </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r>
                        <a:rPr lang="sq-AL" sz="2200" dirty="0">
                          <a:effectLst/>
                          <a:latin typeface="Times New Roman" panose="02020603050405020304" pitchFamily="18" charset="0"/>
                          <a:cs typeface="Times New Roman" panose="02020603050405020304" pitchFamily="18" charset="0"/>
                        </a:rPr>
                        <a:t>Kopjimi i të dhënave, Zhvendosja e </a:t>
                      </a:r>
                      <a:r>
                        <a:rPr lang="sq-AL" sz="2200" dirty="0" err="1">
                          <a:effectLst/>
                          <a:latin typeface="Times New Roman" panose="02020603050405020304" pitchFamily="18" charset="0"/>
                          <a:cs typeface="Times New Roman" panose="02020603050405020304" pitchFamily="18" charset="0"/>
                        </a:rPr>
                        <a:t>tekstit,Fshirja</a:t>
                      </a:r>
                      <a:r>
                        <a:rPr lang="sq-AL" sz="2200" dirty="0">
                          <a:effectLst/>
                          <a:latin typeface="Times New Roman" panose="02020603050405020304" pitchFamily="18" charset="0"/>
                          <a:cs typeface="Times New Roman" panose="02020603050405020304" pitchFamily="18" charset="0"/>
                        </a:rPr>
                        <a:t> e </a:t>
                      </a:r>
                      <a:r>
                        <a:rPr lang="sq-AL" sz="2200" dirty="0" err="1">
                          <a:effectLst/>
                          <a:latin typeface="Times New Roman" panose="02020603050405020304" pitchFamily="18" charset="0"/>
                          <a:cs typeface="Times New Roman" panose="02020603050405020304" pitchFamily="18" charset="0"/>
                        </a:rPr>
                        <a:t>tekstit,Gjetja</a:t>
                      </a:r>
                      <a:r>
                        <a:rPr lang="sq-AL" sz="2200" dirty="0">
                          <a:effectLst/>
                          <a:latin typeface="Times New Roman" panose="02020603050405020304" pitchFamily="18" charset="0"/>
                          <a:cs typeface="Times New Roman" panose="02020603050405020304" pitchFamily="18" charset="0"/>
                        </a:rPr>
                        <a:t> dhe zëvendësimi i tekstit</a:t>
                      </a:r>
                      <a:endParaRPr lang="sq-XK" sz="2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76749594"/>
                  </a:ext>
                </a:extLst>
              </a:tr>
              <a:tr h="401792">
                <a:tc>
                  <a:txBody>
                    <a:bodyPr/>
                    <a:lstStyle/>
                    <a:p>
                      <a:r>
                        <a:rPr lang="sq-AL" sz="2200">
                          <a:effectLst/>
                          <a:latin typeface="Times New Roman" panose="02020603050405020304" pitchFamily="18" charset="0"/>
                          <a:cs typeface="Times New Roman" panose="02020603050405020304" pitchFamily="18" charset="0"/>
                        </a:rPr>
                        <a:t>14:30-14:45</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r>
                        <a:rPr lang="sq-AL" sz="2200">
                          <a:effectLst/>
                          <a:latin typeface="Times New Roman" panose="02020603050405020304" pitchFamily="18" charset="0"/>
                          <a:cs typeface="Times New Roman" panose="02020603050405020304" pitchFamily="18" charset="0"/>
                        </a:rPr>
                        <a:t>Pushim</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85740956"/>
                  </a:ext>
                </a:extLst>
              </a:tr>
              <a:tr h="803585">
                <a:tc>
                  <a:txBody>
                    <a:bodyPr/>
                    <a:lstStyle/>
                    <a:p>
                      <a:pPr algn="just">
                        <a:lnSpc>
                          <a:spcPct val="115000"/>
                        </a:lnSpc>
                        <a:spcAft>
                          <a:spcPts val="300"/>
                        </a:spcAft>
                      </a:pPr>
                      <a:r>
                        <a:rPr lang="sq-AL" sz="2200">
                          <a:effectLst/>
                          <a:latin typeface="Times New Roman" panose="02020603050405020304" pitchFamily="18" charset="0"/>
                          <a:cs typeface="Times New Roman" panose="02020603050405020304" pitchFamily="18" charset="0"/>
                        </a:rPr>
                        <a:t>14:45-15:45</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r>
                        <a:rPr lang="sq-AL" sz="2200">
                          <a:effectLst/>
                          <a:latin typeface="Times New Roman" panose="02020603050405020304" pitchFamily="18" charset="0"/>
                          <a:cs typeface="Times New Roman" panose="02020603050405020304" pitchFamily="18" charset="0"/>
                        </a:rPr>
                        <a:t>Kalkulimet (Llogaritjet) në Excel,Mbledhja e numrave,Zbritja e numrave,Shumëzimi i numrave,Pjesëtimi i numrave</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40482676"/>
                  </a:ext>
                </a:extLst>
              </a:tr>
              <a:tr h="828503">
                <a:tc>
                  <a:txBody>
                    <a:bodyPr/>
                    <a:lstStyle/>
                    <a:p>
                      <a:pPr algn="just">
                        <a:lnSpc>
                          <a:spcPct val="115000"/>
                        </a:lnSpc>
                        <a:spcAft>
                          <a:spcPts val="300"/>
                        </a:spcAft>
                      </a:pPr>
                      <a:r>
                        <a:rPr lang="sq-AL" sz="2200">
                          <a:effectLst/>
                          <a:latin typeface="Times New Roman" panose="02020603050405020304" pitchFamily="18" charset="0"/>
                          <a:cs typeface="Times New Roman" panose="02020603050405020304" pitchFamily="18" charset="0"/>
                        </a:rPr>
                        <a:t>15:45-16:30</a:t>
                      </a:r>
                      <a:endParaRPr lang="sq-XK" sz="2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sq-AL" sz="2200" dirty="0">
                          <a:effectLst/>
                          <a:latin typeface="Times New Roman" panose="02020603050405020304" pitchFamily="18" charset="0"/>
                          <a:cs typeface="Times New Roman" panose="02020603050405020304" pitchFamily="18" charset="0"/>
                        </a:rPr>
                        <a:t>Fuqizimi i </a:t>
                      </a:r>
                      <a:r>
                        <a:rPr lang="sq-AL" sz="2200" dirty="0" err="1">
                          <a:effectLst/>
                          <a:latin typeface="Times New Roman" panose="02020603050405020304" pitchFamily="18" charset="0"/>
                          <a:cs typeface="Times New Roman" panose="02020603050405020304" pitchFamily="18" charset="0"/>
                        </a:rPr>
                        <a:t>numrave,Vlera</a:t>
                      </a:r>
                      <a:r>
                        <a:rPr lang="sq-AL" sz="2200" dirty="0">
                          <a:effectLst/>
                          <a:latin typeface="Times New Roman" panose="02020603050405020304" pitchFamily="18" charset="0"/>
                          <a:cs typeface="Times New Roman" panose="02020603050405020304" pitchFamily="18" charset="0"/>
                        </a:rPr>
                        <a:t> minimale dhe vlera </a:t>
                      </a:r>
                      <a:r>
                        <a:rPr lang="sq-AL" sz="2200" dirty="0" err="1">
                          <a:effectLst/>
                          <a:latin typeface="Times New Roman" panose="02020603050405020304" pitchFamily="18" charset="0"/>
                          <a:cs typeface="Times New Roman" panose="02020603050405020304" pitchFamily="18" charset="0"/>
                        </a:rPr>
                        <a:t>maksimale,Vlera</a:t>
                      </a:r>
                      <a:r>
                        <a:rPr lang="sq-AL" sz="2200" dirty="0">
                          <a:effectLst/>
                          <a:latin typeface="Times New Roman" panose="02020603050405020304" pitchFamily="18" charset="0"/>
                          <a:cs typeface="Times New Roman" panose="02020603050405020304" pitchFamily="18" charset="0"/>
                        </a:rPr>
                        <a:t> mesatare</a:t>
                      </a:r>
                      <a:endParaRPr lang="sq-XK" sz="2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7939492"/>
                  </a:ext>
                </a:extLst>
              </a:tr>
            </a:tbl>
          </a:graphicData>
        </a:graphic>
      </p:graphicFrame>
    </p:spTree>
    <p:extLst>
      <p:ext uri="{BB962C8B-B14F-4D97-AF65-F5344CB8AC3E}">
        <p14:creationId xmlns:p14="http://schemas.microsoft.com/office/powerpoint/2010/main" val="2910842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5400" dirty="0" err="1">
                <a:latin typeface="Times New Roman" panose="02020603050405020304" pitchFamily="18" charset="0"/>
                <a:cs typeface="Times New Roman" panose="02020603050405020304" pitchFamily="18" charset="0"/>
              </a:rPr>
              <a:t>Çfarë</a:t>
            </a:r>
            <a:r>
              <a:rPr sz="5400" dirty="0">
                <a:latin typeface="Times New Roman" panose="02020603050405020304" pitchFamily="18" charset="0"/>
                <a:cs typeface="Times New Roman" panose="02020603050405020304" pitchFamily="18" charset="0"/>
              </a:rPr>
              <a:t> </a:t>
            </a:r>
            <a:r>
              <a:rPr sz="5400" dirty="0" err="1">
                <a:latin typeface="Times New Roman" panose="02020603050405020304" pitchFamily="18" charset="0"/>
                <a:cs typeface="Times New Roman" panose="02020603050405020304" pitchFamily="18" charset="0"/>
              </a:rPr>
              <a:t>është</a:t>
            </a:r>
            <a:r>
              <a:rPr sz="5400" dirty="0">
                <a:latin typeface="Times New Roman" panose="02020603050405020304" pitchFamily="18" charset="0"/>
                <a:cs typeface="Times New Roman" panose="02020603050405020304" pitchFamily="18" charset="0"/>
              </a:rPr>
              <a:t> Excel?</a:t>
            </a:r>
          </a:p>
        </p:txBody>
      </p:sp>
      <p:sp>
        <p:nvSpPr>
          <p:cNvPr id="3" name="Content Placeholder 2"/>
          <p:cNvSpPr>
            <a:spLocks noGrp="1"/>
          </p:cNvSpPr>
          <p:nvPr>
            <p:ph idx="1"/>
          </p:nvPr>
        </p:nvSpPr>
        <p:spPr>
          <a:xfrm>
            <a:off x="309716" y="1679841"/>
            <a:ext cx="9950061" cy="4751214"/>
          </a:xfrm>
        </p:spPr>
        <p:txBody>
          <a:bodyPr>
            <a:normAutofit/>
          </a:bodyPr>
          <a:lstStyle/>
          <a:p>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Një</a:t>
            </a:r>
            <a:r>
              <a:rPr sz="2800" dirty="0">
                <a:latin typeface="Times New Roman" panose="02020603050405020304" pitchFamily="18" charset="0"/>
                <a:cs typeface="Times New Roman" panose="02020603050405020304" pitchFamily="18" charset="0"/>
              </a:rPr>
              <a:t> program </a:t>
            </a:r>
            <a:r>
              <a:rPr sz="2800" dirty="0" err="1">
                <a:latin typeface="Times New Roman" panose="02020603050405020304" pitchFamily="18" charset="0"/>
                <a:cs typeface="Times New Roman" panose="02020603050405020304" pitchFamily="18" charset="0"/>
              </a:rPr>
              <a:t>për</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menaxhimin</a:t>
            </a:r>
            <a:r>
              <a:rPr sz="2800" dirty="0">
                <a:latin typeface="Times New Roman" panose="02020603050405020304" pitchFamily="18" charset="0"/>
                <a:cs typeface="Times New Roman" panose="02020603050405020304" pitchFamily="18" charset="0"/>
              </a:rPr>
              <a:t> e të </a:t>
            </a:r>
            <a:r>
              <a:rPr sz="2800" dirty="0" err="1">
                <a:latin typeface="Times New Roman" panose="02020603050405020304" pitchFamily="18" charset="0"/>
                <a:cs typeface="Times New Roman" panose="02020603050405020304" pitchFamily="18" charset="0"/>
              </a:rPr>
              <a:t>dhënave</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dhe</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analizën</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numerike</a:t>
            </a:r>
            <a:r>
              <a:rPr sz="2800" dirty="0">
                <a:latin typeface="Times New Roman" panose="02020603050405020304" pitchFamily="18" charset="0"/>
                <a:cs typeface="Times New Roman" panose="02020603050405020304" pitchFamily="18" charset="0"/>
              </a:rPr>
              <a:t>.</a:t>
            </a:r>
          </a:p>
          <a:p>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Pjesë</a:t>
            </a:r>
            <a:r>
              <a:rPr sz="2800" dirty="0">
                <a:latin typeface="Times New Roman" panose="02020603050405020304" pitchFamily="18" charset="0"/>
                <a:cs typeface="Times New Roman" panose="02020603050405020304" pitchFamily="18" charset="0"/>
              </a:rPr>
              <a:t> e </a:t>
            </a:r>
            <a:r>
              <a:rPr sz="2800" dirty="0" err="1">
                <a:latin typeface="Times New Roman" panose="02020603050405020304" pitchFamily="18" charset="0"/>
                <a:cs typeface="Times New Roman" panose="02020603050405020304" pitchFamily="18" charset="0"/>
              </a:rPr>
              <a:t>paketës</a:t>
            </a:r>
            <a:r>
              <a:rPr sz="2800" dirty="0">
                <a:latin typeface="Times New Roman" panose="02020603050405020304" pitchFamily="18" charset="0"/>
                <a:cs typeface="Times New Roman" panose="02020603050405020304" pitchFamily="18" charset="0"/>
              </a:rPr>
              <a:t> Microsoft Office.</a:t>
            </a:r>
          </a:p>
          <a:p>
            <a:r>
              <a:rPr sz="2800" dirty="0">
                <a:latin typeface="Times New Roman" panose="02020603050405020304" pitchFamily="18" charset="0"/>
                <a:cs typeface="Times New Roman" panose="02020603050405020304" pitchFamily="18" charset="0"/>
              </a:rPr>
              <a:t>- I </a:t>
            </a:r>
            <a:r>
              <a:rPr sz="2800" dirty="0" err="1">
                <a:latin typeface="Times New Roman" panose="02020603050405020304" pitchFamily="18" charset="0"/>
                <a:cs typeface="Times New Roman" panose="02020603050405020304" pitchFamily="18" charset="0"/>
              </a:rPr>
              <a:t>përdorur</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për</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tabela</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llogaritje</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dhe</a:t>
            </a:r>
            <a:r>
              <a:rPr sz="2800"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grafikë</a:t>
            </a:r>
            <a:r>
              <a:rPr sz="2800" dirty="0">
                <a:latin typeface="Times New Roman" panose="02020603050405020304" pitchFamily="18" charset="0"/>
                <a:cs typeface="Times New Roman" panose="02020603050405020304" pitchFamily="18" charset="0"/>
              </a:rPr>
              <a:t>.</a:t>
            </a:r>
          </a:p>
        </p:txBody>
      </p:sp>
      <p:sp>
        <p:nvSpPr>
          <p:cNvPr id="4" name="object 4">
            <a:extLst>
              <a:ext uri="{FF2B5EF4-FFF2-40B4-BE49-F238E27FC236}">
                <a16:creationId xmlns:a16="http://schemas.microsoft.com/office/drawing/2014/main" id="{A1132A3F-F448-4986-AD6B-2FDFE575DBD3}"/>
              </a:ext>
            </a:extLst>
          </p:cNvPr>
          <p:cNvSpPr txBox="1"/>
          <p:nvPr/>
        </p:nvSpPr>
        <p:spPr>
          <a:xfrm>
            <a:off x="428293" y="3938902"/>
            <a:ext cx="9598612" cy="2492153"/>
          </a:xfrm>
          <a:prstGeom prst="rect">
            <a:avLst/>
          </a:prstGeom>
        </p:spPr>
        <p:txBody>
          <a:bodyPr vert="horz" wrap="square" lIns="0" tIns="13331" rIns="0" bIns="0" rtlCol="0">
            <a:spAutoFit/>
          </a:bodyPr>
          <a:lstStyle/>
          <a:p>
            <a:pPr marL="14813" marR="17034">
              <a:lnSpc>
                <a:spcPct val="117300"/>
              </a:lnSpc>
              <a:spcBef>
                <a:spcPts val="1149"/>
              </a:spcBef>
            </a:pPr>
            <a:r>
              <a:rPr sz="2800" dirty="0" err="1">
                <a:latin typeface="Times New Roman" panose="02020603050405020304" pitchFamily="18" charset="0"/>
                <a:cs typeface="Times New Roman" panose="02020603050405020304" pitchFamily="18" charset="0"/>
              </a:rPr>
              <a:t>Programi</a:t>
            </a:r>
            <a:r>
              <a:rPr sz="2800" spc="-2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Excel</a:t>
            </a:r>
            <a:r>
              <a:rPr sz="2800" spc="-2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ka</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disa</a:t>
            </a:r>
            <a:r>
              <a:rPr sz="2800" spc="-2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ngjashmeri</a:t>
            </a:r>
            <a:r>
              <a:rPr sz="2800" spc="-42"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me</a:t>
            </a:r>
            <a:r>
              <a:rPr sz="2800" spc="-11"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programin</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Word,ata</a:t>
            </a:r>
            <a:r>
              <a:rPr sz="2800" spc="-2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të</a:t>
            </a:r>
            <a:r>
              <a:rPr sz="2800" spc="-2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cilët</a:t>
            </a:r>
            <a:r>
              <a:rPr sz="2800" spc="-2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kanë</a:t>
            </a:r>
            <a:r>
              <a:rPr sz="2800" spc="-2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njohuri</a:t>
            </a:r>
            <a:r>
              <a:rPr sz="2800" spc="-52"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me</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programin</a:t>
            </a:r>
            <a:r>
              <a:rPr sz="2800" spc="-42"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Word</a:t>
            </a:r>
            <a:r>
              <a:rPr sz="2800" spc="-24" dirty="0">
                <a:latin typeface="Times New Roman" panose="02020603050405020304" pitchFamily="18" charset="0"/>
                <a:cs typeface="Times New Roman" panose="02020603050405020304" pitchFamily="18" charset="0"/>
              </a:rPr>
              <a:t> </a:t>
            </a:r>
            <a:r>
              <a:rPr sz="2800" spc="-29" dirty="0">
                <a:latin typeface="Times New Roman" panose="02020603050405020304" pitchFamily="18" charset="0"/>
                <a:cs typeface="Times New Roman" panose="02020603050405020304" pitchFamily="18" charset="0"/>
              </a:rPr>
              <a:t>nuk </a:t>
            </a:r>
            <a:r>
              <a:rPr sz="2800" dirty="0">
                <a:latin typeface="Times New Roman" panose="02020603050405020304" pitchFamily="18" charset="0"/>
                <a:cs typeface="Times New Roman" panose="02020603050405020304" pitchFamily="18" charset="0"/>
              </a:rPr>
              <a:t>do</a:t>
            </a:r>
            <a:r>
              <a:rPr sz="2800" spc="-2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të</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kenë</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shumë</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vështërsi</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të</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punojnë</a:t>
            </a:r>
            <a:r>
              <a:rPr sz="2800" spc="-2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edhe</a:t>
            </a:r>
            <a:r>
              <a:rPr sz="2800" spc="-2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me</a:t>
            </a:r>
            <a:r>
              <a:rPr sz="2800" spc="-18"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programi</a:t>
            </a:r>
            <a:r>
              <a:rPr lang="sq-AL" sz="2800" dirty="0">
                <a:latin typeface="Times New Roman" panose="02020603050405020304" pitchFamily="18" charset="0"/>
                <a:cs typeface="Times New Roman" panose="02020603050405020304" pitchFamily="18" charset="0"/>
              </a:rPr>
              <a:t>n</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Excel,</a:t>
            </a:r>
            <a:r>
              <a:rPr sz="2800" spc="-2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disa</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veprime</a:t>
            </a:r>
            <a:r>
              <a:rPr sz="2800" spc="-2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të</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cilat</a:t>
            </a:r>
            <a:r>
              <a:rPr sz="2800" spc="-2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kemi</a:t>
            </a:r>
            <a:r>
              <a:rPr sz="2800" spc="-18" dirty="0">
                <a:latin typeface="Times New Roman" panose="02020603050405020304" pitchFamily="18" charset="0"/>
                <a:cs typeface="Times New Roman" panose="02020603050405020304" pitchFamily="18" charset="0"/>
              </a:rPr>
              <a:t> </a:t>
            </a:r>
            <a:r>
              <a:rPr sz="2800" spc="-11" dirty="0">
                <a:latin typeface="Times New Roman" panose="02020603050405020304" pitchFamily="18" charset="0"/>
                <a:cs typeface="Times New Roman" panose="02020603050405020304" pitchFamily="18" charset="0"/>
              </a:rPr>
              <a:t>sqaruar </a:t>
            </a:r>
            <a:r>
              <a:rPr sz="2800" dirty="0">
                <a:latin typeface="Times New Roman" panose="02020603050405020304" pitchFamily="18" charset="0"/>
                <a:cs typeface="Times New Roman" panose="02020603050405020304" pitchFamily="18" charset="0"/>
              </a:rPr>
              <a:t>hollsisht</a:t>
            </a:r>
            <a:r>
              <a:rPr sz="2800" spc="-2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në</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programin</a:t>
            </a:r>
            <a:r>
              <a:rPr sz="2800" spc="-42"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Word</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në</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programin</a:t>
            </a:r>
            <a:r>
              <a:rPr sz="2800" spc="-2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Excel</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nuk</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do</a:t>
            </a:r>
            <a:r>
              <a:rPr sz="2800" spc="-2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ndalemi</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shumë</a:t>
            </a:r>
            <a:r>
              <a:rPr sz="2800" spc="-2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me</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të</a:t>
            </a:r>
            <a:r>
              <a:rPr sz="2800" spc="-2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njejtat</a:t>
            </a:r>
            <a:r>
              <a:rPr sz="2800" spc="-18" dirty="0">
                <a:latin typeface="Times New Roman" panose="02020603050405020304" pitchFamily="18" charset="0"/>
                <a:cs typeface="Times New Roman" panose="02020603050405020304" pitchFamily="18" charset="0"/>
              </a:rPr>
              <a:t> </a:t>
            </a:r>
            <a:r>
              <a:rPr sz="2800" spc="-11" dirty="0">
                <a:latin typeface="Times New Roman" panose="02020603050405020304" pitchFamily="18" charset="0"/>
                <a:cs typeface="Times New Roman" panose="02020603050405020304" pitchFamily="18" charset="0"/>
              </a:rPr>
              <a:t>sqarime.</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
            <a:extLst>
              <a:ext uri="{FF2B5EF4-FFF2-40B4-BE49-F238E27FC236}">
                <a16:creationId xmlns:a16="http://schemas.microsoft.com/office/drawing/2014/main" id="{04E23D6F-6D0B-49CA-9B23-BED16D60C76D}"/>
              </a:ext>
            </a:extLst>
          </p:cNvPr>
          <p:cNvSpPr txBox="1"/>
          <p:nvPr/>
        </p:nvSpPr>
        <p:spPr>
          <a:xfrm>
            <a:off x="559557" y="268539"/>
            <a:ext cx="9565797" cy="889556"/>
          </a:xfrm>
          <a:prstGeom prst="rect">
            <a:avLst/>
          </a:prstGeom>
        </p:spPr>
        <p:txBody>
          <a:bodyPr vert="horz" wrap="square" lIns="0" tIns="14813" rIns="0" bIns="0" rtlCol="0">
            <a:spAutoFit/>
          </a:bodyPr>
          <a:lstStyle/>
          <a:p>
            <a:pPr marL="14812">
              <a:spcBef>
                <a:spcPts val="117"/>
              </a:spcBef>
            </a:pPr>
            <a:r>
              <a:rPr sz="2800" b="1" dirty="0">
                <a:latin typeface="Times New Roman" panose="02020603050405020304" pitchFamily="18" charset="0"/>
                <a:cs typeface="Times New Roman" panose="02020603050405020304" pitchFamily="18" charset="0"/>
              </a:rPr>
              <a:t>Hapja</a:t>
            </a:r>
            <a:r>
              <a:rPr sz="2800" b="1" spc="-29"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e</a:t>
            </a:r>
            <a:r>
              <a:rPr sz="2800" b="1" spc="-24" dirty="0">
                <a:latin typeface="Times New Roman" panose="02020603050405020304" pitchFamily="18" charset="0"/>
                <a:cs typeface="Times New Roman" panose="02020603050405020304" pitchFamily="18" charset="0"/>
              </a:rPr>
              <a:t> </a:t>
            </a:r>
            <a:r>
              <a:rPr sz="2800" b="1" spc="-11" dirty="0" err="1">
                <a:latin typeface="Times New Roman" panose="02020603050405020304" pitchFamily="18" charset="0"/>
                <a:cs typeface="Times New Roman" panose="02020603050405020304" pitchFamily="18" charset="0"/>
              </a:rPr>
              <a:t>Excelit</a:t>
            </a:r>
            <a:endParaRPr lang="sq-AL" sz="2800" b="1" spc="-11" dirty="0">
              <a:latin typeface="Times New Roman" panose="02020603050405020304" pitchFamily="18" charset="0"/>
              <a:cs typeface="Times New Roman" panose="02020603050405020304" pitchFamily="18" charset="0"/>
            </a:endParaRPr>
          </a:p>
          <a:p>
            <a:pPr marL="14812">
              <a:spcBef>
                <a:spcPts val="117"/>
              </a:spcBef>
            </a:pPr>
            <a:r>
              <a:rPr sz="2800" dirty="0" err="1">
                <a:latin typeface="Times New Roman" panose="02020603050405020304" pitchFamily="18" charset="0"/>
                <a:cs typeface="Times New Roman" panose="02020603050405020304" pitchFamily="18" charset="0"/>
              </a:rPr>
              <a:t>Hapja</a:t>
            </a:r>
            <a:r>
              <a:rPr sz="2800" spc="-2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a:t>
            </a:r>
            <a:r>
              <a:rPr sz="2800" spc="-11"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excel</a:t>
            </a:r>
            <a:r>
              <a:rPr lang="en-US" sz="2800" dirty="0" err="1">
                <a:latin typeface="Times New Roman" panose="02020603050405020304" pitchFamily="18" charset="0"/>
                <a:cs typeface="Times New Roman" panose="02020603050405020304" pitchFamily="18" charset="0"/>
              </a:rPr>
              <a:t>i</a:t>
            </a:r>
            <a:r>
              <a:rPr sz="2800" dirty="0" err="1">
                <a:latin typeface="Times New Roman" panose="02020603050405020304" pitchFamily="18" charset="0"/>
                <a:cs typeface="Times New Roman" panose="02020603050405020304" pitchFamily="18" charset="0"/>
              </a:rPr>
              <a:t>t</a:t>
            </a:r>
            <a:r>
              <a:rPr sz="2800" spc="-2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është</a:t>
            </a:r>
            <a:r>
              <a:rPr sz="2800" spc="-1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a:t>
            </a:r>
            <a:r>
              <a:rPr sz="2800" spc="-29"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ngjashme</a:t>
            </a:r>
            <a:r>
              <a:rPr sz="2800" spc="-2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me</a:t>
            </a:r>
            <a:r>
              <a:rPr lang="en-US" sz="2800" dirty="0">
                <a:latin typeface="Times New Roman" panose="02020603050405020304" pitchFamily="18" charset="0"/>
                <a:cs typeface="Times New Roman" panose="02020603050405020304" pitchFamily="18" charset="0"/>
              </a:rPr>
              <a:t> t</a:t>
            </a:r>
            <a:r>
              <a:rPr lang="sq-AL" sz="2800" dirty="0">
                <a:latin typeface="Times New Roman" panose="02020603050405020304" pitchFamily="18" charset="0"/>
                <a:cs typeface="Times New Roman" panose="02020603050405020304" pitchFamily="18" charset="0"/>
              </a:rPr>
              <a:t>ë</a:t>
            </a:r>
            <a:r>
              <a:rPr sz="2800" spc="-11"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programit</a:t>
            </a:r>
            <a:r>
              <a:rPr sz="2800" spc="-2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Word</a:t>
            </a:r>
            <a:r>
              <a:rPr sz="2800" spc="-11" dirty="0">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p:txBody>
      </p:sp>
      <p:sp>
        <p:nvSpPr>
          <p:cNvPr id="3" name="object 2">
            <a:extLst>
              <a:ext uri="{FF2B5EF4-FFF2-40B4-BE49-F238E27FC236}">
                <a16:creationId xmlns:a16="http://schemas.microsoft.com/office/drawing/2014/main" id="{4BAD9640-5A85-461F-8062-1C5F335CB24F}"/>
              </a:ext>
            </a:extLst>
          </p:cNvPr>
          <p:cNvSpPr txBox="1"/>
          <p:nvPr/>
        </p:nvSpPr>
        <p:spPr>
          <a:xfrm>
            <a:off x="559557" y="1411937"/>
            <a:ext cx="9085888" cy="1302490"/>
          </a:xfrm>
          <a:prstGeom prst="rect">
            <a:avLst/>
          </a:prstGeom>
        </p:spPr>
        <p:txBody>
          <a:bodyPr vert="horz" wrap="square" lIns="0" tIns="14813" rIns="0" bIns="0" rtlCol="0">
            <a:spAutoFit/>
          </a:bodyPr>
          <a:lstStyle/>
          <a:p>
            <a:r>
              <a:rPr lang="sq-AL" sz="2400" dirty="0">
                <a:latin typeface="Times New Roman" panose="02020603050405020304" pitchFamily="18" charset="0"/>
                <a:cs typeface="Times New Roman" panose="02020603050405020304" pitchFamily="18" charset="0"/>
              </a:rPr>
              <a:t>Klikoni ikonën «Excel» në </a:t>
            </a:r>
            <a:r>
              <a:rPr lang="sq-AL" sz="2400" dirty="0" err="1">
                <a:latin typeface="Times New Roman" panose="02020603050405020304" pitchFamily="18" charset="0"/>
                <a:cs typeface="Times New Roman" panose="02020603050405020304" pitchFamily="18" charset="0"/>
              </a:rPr>
              <a:t>desktop</a:t>
            </a:r>
            <a:r>
              <a:rPr lang="sq-AL" sz="2400" dirty="0">
                <a:latin typeface="Times New Roman" panose="02020603050405020304" pitchFamily="18" charset="0"/>
                <a:cs typeface="Times New Roman" panose="02020603050405020304" pitchFamily="18" charset="0"/>
              </a:rPr>
              <a:t> ose start </a:t>
            </a:r>
            <a:r>
              <a:rPr lang="sq-AL" sz="2400" dirty="0" err="1">
                <a:latin typeface="Times New Roman" panose="02020603050405020304" pitchFamily="18" charset="0"/>
                <a:cs typeface="Times New Roman" panose="02020603050405020304" pitchFamily="18" charset="0"/>
              </a:rPr>
              <a:t>menu</a:t>
            </a:r>
            <a:r>
              <a:rPr lang="sq-AL" sz="2400" dirty="0">
                <a:latin typeface="Times New Roman" panose="02020603050405020304" pitchFamily="18" charset="0"/>
                <a:cs typeface="Times New Roman" panose="02020603050405020304" pitchFamily="18" charset="0"/>
              </a:rPr>
              <a:t>.</a:t>
            </a:r>
          </a:p>
          <a:p>
            <a:r>
              <a:rPr lang="sq-AL" sz="2400" dirty="0">
                <a:latin typeface="Times New Roman" panose="02020603050405020304" pitchFamily="18" charset="0"/>
                <a:cs typeface="Times New Roman" panose="02020603050405020304" pitchFamily="18" charset="0"/>
              </a:rPr>
              <a:t>2. Pasi të hapet programi, zgjidhni opsionin «</a:t>
            </a:r>
            <a:r>
              <a:rPr lang="sq-AL" sz="2400" dirty="0" err="1">
                <a:latin typeface="Times New Roman" panose="02020603050405020304" pitchFamily="18" charset="0"/>
                <a:cs typeface="Times New Roman" panose="02020603050405020304" pitchFamily="18" charset="0"/>
              </a:rPr>
              <a:t>Blank</a:t>
            </a:r>
            <a:r>
              <a:rPr lang="sq-AL" sz="2400" dirty="0">
                <a:latin typeface="Times New Roman" panose="02020603050405020304" pitchFamily="18" charset="0"/>
                <a:cs typeface="Times New Roman" panose="02020603050405020304" pitchFamily="18" charset="0"/>
              </a:rPr>
              <a:t> </a:t>
            </a:r>
            <a:r>
              <a:rPr lang="sq-AL" sz="2400" dirty="0" err="1">
                <a:latin typeface="Times New Roman" panose="02020603050405020304" pitchFamily="18" charset="0"/>
                <a:cs typeface="Times New Roman" panose="02020603050405020304" pitchFamily="18" charset="0"/>
              </a:rPr>
              <a:t>Workbook</a:t>
            </a:r>
            <a:r>
              <a:rPr lang="sq-AL" sz="240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547297" lvl="1" indent="-265872">
              <a:spcBef>
                <a:spcPts val="1418"/>
              </a:spcBef>
              <a:buFont typeface="Wingdings"/>
              <a:buChar char=""/>
              <a:tabLst>
                <a:tab pos="547297" algn="l"/>
              </a:tabLst>
            </a:pPr>
            <a:r>
              <a:rPr sz="2400" dirty="0">
                <a:latin typeface="Times New Roman" panose="02020603050405020304" pitchFamily="18" charset="0"/>
                <a:cs typeface="Times New Roman" panose="02020603050405020304" pitchFamily="18" charset="0"/>
              </a:rPr>
              <a:t>Figura në</a:t>
            </a:r>
            <a:r>
              <a:rPr sz="2400" spc="6" dirty="0">
                <a:latin typeface="Times New Roman" panose="02020603050405020304" pitchFamily="18" charset="0"/>
                <a:cs typeface="Times New Roman" panose="02020603050405020304" pitchFamily="18" charset="0"/>
              </a:rPr>
              <a:t> </a:t>
            </a:r>
            <a:r>
              <a:rPr sz="2400" spc="-11" dirty="0">
                <a:latin typeface="Times New Roman" panose="02020603050405020304" pitchFamily="18" charset="0"/>
                <a:cs typeface="Times New Roman" panose="02020603050405020304" pitchFamily="18" charset="0"/>
              </a:rPr>
              <a:t>vazhdim</a:t>
            </a:r>
            <a:endParaRPr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A2DADD2-3387-4C86-A260-9CE5983BF369}"/>
              </a:ext>
            </a:extLst>
          </p:cNvPr>
          <p:cNvPicPr>
            <a:picLocks noChangeAspect="1"/>
          </p:cNvPicPr>
          <p:nvPr/>
        </p:nvPicPr>
        <p:blipFill>
          <a:blip r:embed="rId2"/>
          <a:stretch>
            <a:fillRect/>
          </a:stretch>
        </p:blipFill>
        <p:spPr>
          <a:xfrm>
            <a:off x="0" y="2924306"/>
            <a:ext cx="10665125" cy="3876801"/>
          </a:xfrm>
          <a:prstGeom prst="rect">
            <a:avLst/>
          </a:prstGeom>
        </p:spPr>
      </p:pic>
    </p:spTree>
    <p:extLst>
      <p:ext uri="{BB962C8B-B14F-4D97-AF65-F5344CB8AC3E}">
        <p14:creationId xmlns:p14="http://schemas.microsoft.com/office/powerpoint/2010/main" val="3040648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E72CA6C3-5C3E-478C-BC92-BEAEC9CC9DCA}"/>
              </a:ext>
            </a:extLst>
          </p:cNvPr>
          <p:cNvSpPr txBox="1"/>
          <p:nvPr/>
        </p:nvSpPr>
        <p:spPr>
          <a:xfrm>
            <a:off x="412955" y="575607"/>
            <a:ext cx="9925664" cy="2198038"/>
          </a:xfrm>
          <a:prstGeom prst="rect">
            <a:avLst/>
          </a:prstGeom>
        </p:spPr>
        <p:txBody>
          <a:bodyPr vert="horz" wrap="square" lIns="0" tIns="12700" rIns="0" bIns="0" rtlCol="0">
            <a:spAutoFit/>
          </a:bodyPr>
          <a:lstStyle/>
          <a:p>
            <a:pPr marL="12699">
              <a:spcBef>
                <a:spcPts val="100"/>
              </a:spcBef>
            </a:pPr>
            <a:r>
              <a:rPr sz="3600" b="1" u="sng" dirty="0">
                <a:uFill>
                  <a:solidFill>
                    <a:srgbClr val="000000"/>
                  </a:solidFill>
                </a:uFill>
                <a:latin typeface="Times New Roman" panose="02020603050405020304" pitchFamily="18" charset="0"/>
                <a:cs typeface="Times New Roman" panose="02020603050405020304" pitchFamily="18" charset="0"/>
              </a:rPr>
              <a:t>Mënyra</a:t>
            </a:r>
            <a:r>
              <a:rPr sz="3600" b="1" u="sng" spc="-40" dirty="0">
                <a:uFill>
                  <a:solidFill>
                    <a:srgbClr val="000000"/>
                  </a:solidFill>
                </a:uFill>
                <a:latin typeface="Times New Roman" panose="02020603050405020304" pitchFamily="18" charset="0"/>
                <a:cs typeface="Times New Roman" panose="02020603050405020304" pitchFamily="18" charset="0"/>
              </a:rPr>
              <a:t> </a:t>
            </a:r>
            <a:r>
              <a:rPr sz="3600" b="1" u="sng" dirty="0">
                <a:uFill>
                  <a:solidFill>
                    <a:srgbClr val="000000"/>
                  </a:solidFill>
                </a:uFill>
                <a:latin typeface="Times New Roman" panose="02020603050405020304" pitchFamily="18" charset="0"/>
                <a:cs typeface="Times New Roman" panose="02020603050405020304" pitchFamily="18" charset="0"/>
              </a:rPr>
              <a:t>e</a:t>
            </a:r>
            <a:r>
              <a:rPr sz="3600" b="1" u="sng" spc="-35" dirty="0">
                <a:uFill>
                  <a:solidFill>
                    <a:srgbClr val="000000"/>
                  </a:solidFill>
                </a:uFill>
                <a:latin typeface="Times New Roman" panose="02020603050405020304" pitchFamily="18" charset="0"/>
                <a:cs typeface="Times New Roman" panose="02020603050405020304" pitchFamily="18" charset="0"/>
              </a:rPr>
              <a:t> </a:t>
            </a:r>
            <a:r>
              <a:rPr sz="3600" b="1" u="sng" spc="-20" dirty="0" err="1">
                <a:uFill>
                  <a:solidFill>
                    <a:srgbClr val="000000"/>
                  </a:solidFill>
                </a:uFill>
                <a:latin typeface="Times New Roman" panose="02020603050405020304" pitchFamily="18" charset="0"/>
                <a:cs typeface="Times New Roman" panose="02020603050405020304" pitchFamily="18" charset="0"/>
              </a:rPr>
              <a:t>dytë</a:t>
            </a:r>
            <a:endParaRPr sz="3600" dirty="0">
              <a:latin typeface="Times New Roman" panose="02020603050405020304" pitchFamily="18" charset="0"/>
              <a:cs typeface="Times New Roman" panose="02020603050405020304" pitchFamily="18" charset="0"/>
            </a:endParaRPr>
          </a:p>
          <a:p>
            <a:pPr marL="151754" indent="-139055">
              <a:spcBef>
                <a:spcPts val="5"/>
              </a:spcBef>
              <a:buAutoNum type="arabicPeriod" startAt="2"/>
              <a:tabLst>
                <a:tab pos="151754" algn="l"/>
              </a:tabLst>
            </a:pPr>
            <a:r>
              <a:rPr sz="3200" b="1" i="1" dirty="0">
                <a:latin typeface="Times New Roman" panose="02020603050405020304" pitchFamily="18" charset="0"/>
                <a:cs typeface="Times New Roman" panose="02020603050405020304" pitchFamily="18" charset="0"/>
              </a:rPr>
              <a:t>START/</a:t>
            </a:r>
            <a:r>
              <a:rPr sz="3200" b="1" i="1" spc="200" dirty="0">
                <a:latin typeface="Times New Roman" panose="02020603050405020304" pitchFamily="18" charset="0"/>
                <a:cs typeface="Times New Roman" panose="02020603050405020304" pitchFamily="18" charset="0"/>
              </a:rPr>
              <a:t> </a:t>
            </a:r>
            <a:r>
              <a:rPr sz="3200" b="1" i="1" dirty="0">
                <a:latin typeface="Times New Roman" panose="02020603050405020304" pitchFamily="18" charset="0"/>
                <a:cs typeface="Times New Roman" panose="02020603050405020304" pitchFamily="18" charset="0"/>
              </a:rPr>
              <a:t>Search</a:t>
            </a:r>
            <a:r>
              <a:rPr sz="3200" dirty="0">
                <a:latin typeface="Times New Roman" panose="02020603050405020304" pitchFamily="18" charset="0"/>
                <a:cs typeface="Times New Roman" panose="02020603050405020304" pitchFamily="18" charset="0"/>
              </a:rPr>
              <a:t>,pastaj</a:t>
            </a:r>
            <a:r>
              <a:rPr sz="3200" spc="-25"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në</a:t>
            </a:r>
            <a:r>
              <a:rPr sz="3200" spc="-15"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fushë</a:t>
            </a:r>
            <a:r>
              <a:rPr lang="sq-AL" sz="3200" dirty="0">
                <a:latin typeface="Times New Roman" panose="02020603050405020304" pitchFamily="18" charset="0"/>
                <a:cs typeface="Times New Roman" panose="02020603050405020304" pitchFamily="18" charset="0"/>
              </a:rPr>
              <a:t> </a:t>
            </a:r>
            <a:r>
              <a:rPr sz="3200" dirty="0" err="1">
                <a:latin typeface="Times New Roman" panose="02020603050405020304" pitchFamily="18" charset="0"/>
                <a:cs typeface="Times New Roman" panose="02020603050405020304" pitchFamily="18" charset="0"/>
              </a:rPr>
              <a:t>shënojm</a:t>
            </a:r>
            <a:r>
              <a:rPr lang="sq-AL" sz="3200" dirty="0">
                <a:latin typeface="Times New Roman" panose="02020603050405020304" pitchFamily="18" charset="0"/>
                <a:cs typeface="Times New Roman" panose="02020603050405020304" pitchFamily="18" charset="0"/>
              </a:rPr>
              <a:t>ë</a:t>
            </a:r>
            <a:r>
              <a:rPr sz="3200" spc="-2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emrin</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e</a:t>
            </a:r>
            <a:r>
              <a:rPr sz="3200" spc="-1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programit</a:t>
            </a:r>
            <a:r>
              <a:rPr sz="3200" spc="-10" dirty="0">
                <a:latin typeface="Times New Roman" panose="02020603050405020304" pitchFamily="18" charset="0"/>
                <a:cs typeface="Times New Roman" panose="02020603050405020304" pitchFamily="18" charset="0"/>
              </a:rPr>
              <a:t> </a:t>
            </a:r>
            <a:r>
              <a:rPr sz="3200" b="1" i="1" dirty="0">
                <a:latin typeface="Times New Roman" panose="02020603050405020304" pitchFamily="18" charset="0"/>
                <a:cs typeface="Times New Roman" panose="02020603050405020304" pitchFamily="18" charset="0"/>
              </a:rPr>
              <a:t>Excel</a:t>
            </a:r>
            <a:r>
              <a:rPr sz="3200" b="1" i="1" spc="-1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dhe</a:t>
            </a:r>
            <a:r>
              <a:rPr sz="3200" spc="-3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shtypim</a:t>
            </a:r>
            <a:r>
              <a:rPr sz="3200" spc="-25" dirty="0">
                <a:latin typeface="Times New Roman" panose="02020603050405020304" pitchFamily="18" charset="0"/>
                <a:cs typeface="Times New Roman" panose="02020603050405020304" pitchFamily="18" charset="0"/>
              </a:rPr>
              <a:t> </a:t>
            </a:r>
            <a:r>
              <a:rPr sz="3200" b="1" i="1" spc="-25" dirty="0">
                <a:latin typeface="Times New Roman" panose="02020603050405020304" pitchFamily="18" charset="0"/>
                <a:cs typeface="Times New Roman" panose="02020603050405020304" pitchFamily="18" charset="0"/>
              </a:rPr>
              <a:t>OK</a:t>
            </a:r>
            <a:endParaRPr sz="3200" dirty="0">
              <a:latin typeface="Times New Roman" panose="02020603050405020304" pitchFamily="18" charset="0"/>
              <a:cs typeface="Times New Roman" panose="02020603050405020304" pitchFamily="18" charset="0"/>
            </a:endParaRPr>
          </a:p>
          <a:p>
            <a:pPr marL="469231" lvl="1" indent="-227949">
              <a:spcBef>
                <a:spcPts val="1210"/>
              </a:spcBef>
              <a:buFont typeface="Wingdings"/>
              <a:buChar char=""/>
              <a:tabLst>
                <a:tab pos="469231" algn="l"/>
              </a:tabLst>
            </a:pPr>
            <a:r>
              <a:rPr sz="3200" b="1" i="1" dirty="0">
                <a:latin typeface="Times New Roman" panose="02020603050405020304" pitchFamily="18" charset="0"/>
                <a:cs typeface="Times New Roman" panose="02020603050405020304" pitchFamily="18" charset="0"/>
              </a:rPr>
              <a:t>Figura në</a:t>
            </a:r>
            <a:r>
              <a:rPr sz="3200" b="1" i="1" spc="5" dirty="0">
                <a:latin typeface="Times New Roman" panose="02020603050405020304" pitchFamily="18" charset="0"/>
                <a:cs typeface="Times New Roman" panose="02020603050405020304" pitchFamily="18" charset="0"/>
              </a:rPr>
              <a:t> </a:t>
            </a:r>
            <a:r>
              <a:rPr sz="3200" b="1" i="1" spc="-10" dirty="0">
                <a:latin typeface="Times New Roman" panose="02020603050405020304" pitchFamily="18" charset="0"/>
                <a:cs typeface="Times New Roman" panose="02020603050405020304" pitchFamily="18" charset="0"/>
              </a:rPr>
              <a:t>vazhdim</a:t>
            </a:r>
            <a:endParaRPr sz="3200" dirty="0">
              <a:latin typeface="Times New Roman" panose="02020603050405020304" pitchFamily="18" charset="0"/>
              <a:cs typeface="Times New Roman" panose="02020603050405020304" pitchFamily="18" charset="0"/>
            </a:endParaRPr>
          </a:p>
        </p:txBody>
      </p:sp>
      <p:pic>
        <p:nvPicPr>
          <p:cNvPr id="3" name="object 6">
            <a:extLst>
              <a:ext uri="{FF2B5EF4-FFF2-40B4-BE49-F238E27FC236}">
                <a16:creationId xmlns:a16="http://schemas.microsoft.com/office/drawing/2014/main" id="{F1FFB932-79CC-4905-B938-6F6A25B7DBB6}"/>
              </a:ext>
            </a:extLst>
          </p:cNvPr>
          <p:cNvPicPr/>
          <p:nvPr/>
        </p:nvPicPr>
        <p:blipFill>
          <a:blip r:embed="rId2" cstate="print"/>
          <a:stretch>
            <a:fillRect/>
          </a:stretch>
        </p:blipFill>
        <p:spPr>
          <a:xfrm>
            <a:off x="752167" y="2971800"/>
            <a:ext cx="9586452" cy="3945194"/>
          </a:xfrm>
          <a:prstGeom prst="rect">
            <a:avLst/>
          </a:prstGeom>
        </p:spPr>
      </p:pic>
    </p:spTree>
    <p:extLst>
      <p:ext uri="{BB962C8B-B14F-4D97-AF65-F5344CB8AC3E}">
        <p14:creationId xmlns:p14="http://schemas.microsoft.com/office/powerpoint/2010/main" val="1605189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5400" dirty="0" err="1">
                <a:latin typeface="Times New Roman" panose="02020603050405020304" pitchFamily="18" charset="0"/>
                <a:cs typeface="Times New Roman" panose="02020603050405020304" pitchFamily="18" charset="0"/>
              </a:rPr>
              <a:t>Ndërfaqja</a:t>
            </a:r>
            <a:r>
              <a:rPr sz="5400" dirty="0">
                <a:latin typeface="Times New Roman" panose="02020603050405020304" pitchFamily="18" charset="0"/>
                <a:cs typeface="Times New Roman" panose="02020603050405020304" pitchFamily="18" charset="0"/>
              </a:rPr>
              <a:t> </a:t>
            </a:r>
            <a:r>
              <a:rPr sz="5400" dirty="0" err="1">
                <a:latin typeface="Times New Roman" panose="02020603050405020304" pitchFamily="18" charset="0"/>
                <a:cs typeface="Times New Roman" panose="02020603050405020304" pitchFamily="18" charset="0"/>
              </a:rPr>
              <a:t>Kryesore</a:t>
            </a:r>
            <a:r>
              <a:rPr sz="5400" dirty="0">
                <a:latin typeface="Times New Roman" panose="02020603050405020304" pitchFamily="18" charset="0"/>
                <a:cs typeface="Times New Roman" panose="02020603050405020304" pitchFamily="18" charset="0"/>
              </a:rPr>
              <a:t> e Excel-it</a:t>
            </a:r>
          </a:p>
        </p:txBody>
      </p:sp>
      <p:sp>
        <p:nvSpPr>
          <p:cNvPr id="3" name="Content Placeholder 2"/>
          <p:cNvSpPr>
            <a:spLocks noGrp="1"/>
          </p:cNvSpPr>
          <p:nvPr>
            <p:ph idx="1"/>
          </p:nvPr>
        </p:nvSpPr>
        <p:spPr>
          <a:xfrm>
            <a:off x="309716" y="1679841"/>
            <a:ext cx="10264878" cy="2051501"/>
          </a:xfrm>
        </p:spPr>
        <p:txBody>
          <a:bodyPr>
            <a:normAutofit/>
          </a:bodyPr>
          <a:lstStyle/>
          <a:p>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Shiritat</a:t>
            </a:r>
            <a:r>
              <a:rPr sz="3600" dirty="0">
                <a:latin typeface="Times New Roman" panose="02020603050405020304" pitchFamily="18" charset="0"/>
                <a:cs typeface="Times New Roman" panose="02020603050405020304" pitchFamily="18" charset="0"/>
              </a:rPr>
              <a:t> e </a:t>
            </a:r>
            <a:r>
              <a:rPr sz="3600" dirty="0" err="1">
                <a:latin typeface="Times New Roman" panose="02020603050405020304" pitchFamily="18" charset="0"/>
                <a:cs typeface="Times New Roman" panose="02020603050405020304" pitchFamily="18" charset="0"/>
              </a:rPr>
              <a:t>komandave</a:t>
            </a:r>
            <a:r>
              <a:rPr sz="3600" dirty="0">
                <a:latin typeface="Times New Roman" panose="02020603050405020304" pitchFamily="18" charset="0"/>
                <a:cs typeface="Times New Roman" panose="02020603050405020304" pitchFamily="18" charset="0"/>
              </a:rPr>
              <a:t>: Home, Insert, Formulas, </a:t>
            </a:r>
            <a:r>
              <a:rPr sz="3600" dirty="0" err="1">
                <a:latin typeface="Times New Roman" panose="02020603050405020304" pitchFamily="18" charset="0"/>
                <a:cs typeface="Times New Roman" panose="02020603050405020304" pitchFamily="18" charset="0"/>
              </a:rPr>
              <a:t>etj</a:t>
            </a:r>
            <a:r>
              <a:rPr sz="3600" dirty="0">
                <a:latin typeface="Times New Roman" panose="02020603050405020304" pitchFamily="18" charset="0"/>
                <a:cs typeface="Times New Roman" panose="02020603050405020304" pitchFamily="18" charset="0"/>
              </a:rPr>
              <a:t>.</a:t>
            </a:r>
          </a:p>
          <a:p>
            <a:r>
              <a:rPr sz="3600" dirty="0">
                <a:latin typeface="Times New Roman" panose="02020603050405020304" pitchFamily="18" charset="0"/>
                <a:cs typeface="Times New Roman" panose="02020603050405020304" pitchFamily="18" charset="0"/>
              </a:rPr>
              <a:t>- Workbook </a:t>
            </a:r>
            <a:r>
              <a:rPr sz="3600" dirty="0" err="1">
                <a:latin typeface="Times New Roman" panose="02020603050405020304" pitchFamily="18" charset="0"/>
                <a:cs typeface="Times New Roman" panose="02020603050405020304" pitchFamily="18" charset="0"/>
              </a:rPr>
              <a:t>dhe</a:t>
            </a:r>
            <a:r>
              <a:rPr sz="3600" dirty="0">
                <a:latin typeface="Times New Roman" panose="02020603050405020304" pitchFamily="18" charset="0"/>
                <a:cs typeface="Times New Roman" panose="02020603050405020304" pitchFamily="18" charset="0"/>
              </a:rPr>
              <a:t> Sheets: </a:t>
            </a:r>
            <a:r>
              <a:rPr sz="3600" dirty="0" err="1">
                <a:latin typeface="Times New Roman" panose="02020603050405020304" pitchFamily="18" charset="0"/>
                <a:cs typeface="Times New Roman" panose="02020603050405020304" pitchFamily="18" charset="0"/>
              </a:rPr>
              <a:t>Skedar</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dhe</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fletë</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pune</a:t>
            </a:r>
            <a:r>
              <a:rPr sz="3600" dirty="0">
                <a:latin typeface="Times New Roman" panose="02020603050405020304" pitchFamily="18" charset="0"/>
                <a:cs typeface="Times New Roman" panose="02020603050405020304" pitchFamily="18" charset="0"/>
              </a:rPr>
              <a:t>.</a:t>
            </a:r>
          </a:p>
          <a:p>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Qelizat</a:t>
            </a:r>
            <a:r>
              <a:rPr sz="3600" dirty="0">
                <a:latin typeface="Times New Roman" panose="02020603050405020304" pitchFamily="18" charset="0"/>
                <a:cs typeface="Times New Roman" panose="02020603050405020304" pitchFamily="18" charset="0"/>
              </a:rPr>
              <a:t>: </a:t>
            </a:r>
            <a:r>
              <a:rPr lang="sq-AL" sz="3600" dirty="0">
                <a:latin typeface="Times New Roman" panose="02020603050405020304" pitchFamily="18" charset="0"/>
                <a:cs typeface="Times New Roman" panose="02020603050405020304" pitchFamily="18" charset="0"/>
              </a:rPr>
              <a:t>Vendet</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ku</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futen</a:t>
            </a:r>
            <a:r>
              <a:rPr sz="3600" dirty="0">
                <a:latin typeface="Times New Roman" panose="02020603050405020304" pitchFamily="18" charset="0"/>
                <a:cs typeface="Times New Roman" panose="02020603050405020304" pitchFamily="18" charset="0"/>
              </a:rPr>
              <a:t> të </a:t>
            </a:r>
            <a:r>
              <a:rPr sz="3600" dirty="0" err="1">
                <a:latin typeface="Times New Roman" panose="02020603050405020304" pitchFamily="18" charset="0"/>
                <a:cs typeface="Times New Roman" panose="02020603050405020304" pitchFamily="18" charset="0"/>
              </a:rPr>
              <a:t>dhënat</a:t>
            </a:r>
            <a:r>
              <a:rPr sz="3600"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38447773-76D6-41E3-882C-0AB3C80AAE98}"/>
              </a:ext>
            </a:extLst>
          </p:cNvPr>
          <p:cNvPicPr>
            <a:picLocks noChangeAspect="1"/>
          </p:cNvPicPr>
          <p:nvPr/>
        </p:nvPicPr>
        <p:blipFill>
          <a:blip r:embed="rId2"/>
          <a:stretch>
            <a:fillRect/>
          </a:stretch>
        </p:blipFill>
        <p:spPr>
          <a:xfrm>
            <a:off x="6459794" y="3731342"/>
            <a:ext cx="3799983" cy="3157732"/>
          </a:xfrm>
          <a:prstGeom prst="rect">
            <a:avLst/>
          </a:prstGeom>
        </p:spPr>
      </p:pic>
      <p:pic>
        <p:nvPicPr>
          <p:cNvPr id="7" name="Picture 6">
            <a:extLst>
              <a:ext uri="{FF2B5EF4-FFF2-40B4-BE49-F238E27FC236}">
                <a16:creationId xmlns:a16="http://schemas.microsoft.com/office/drawing/2014/main" id="{5E713F4F-EFB1-4DBD-A150-70F357131344}"/>
              </a:ext>
            </a:extLst>
          </p:cNvPr>
          <p:cNvPicPr>
            <a:picLocks noChangeAspect="1"/>
          </p:cNvPicPr>
          <p:nvPr/>
        </p:nvPicPr>
        <p:blipFill>
          <a:blip r:embed="rId3"/>
          <a:stretch>
            <a:fillRect/>
          </a:stretch>
        </p:blipFill>
        <p:spPr>
          <a:xfrm>
            <a:off x="309716" y="3883101"/>
            <a:ext cx="5908326" cy="28864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B6B939A5-9453-4985-B347-15F26EB72705}"/>
              </a:ext>
            </a:extLst>
          </p:cNvPr>
          <p:cNvSpPr txBox="1"/>
          <p:nvPr/>
        </p:nvSpPr>
        <p:spPr>
          <a:xfrm>
            <a:off x="898448" y="705899"/>
            <a:ext cx="9067800" cy="5146679"/>
          </a:xfrm>
          <a:prstGeom prst="rect">
            <a:avLst/>
          </a:prstGeom>
        </p:spPr>
        <p:txBody>
          <a:bodyPr vert="horz" wrap="square" lIns="0" tIns="16905" rIns="0" bIns="0" rtlCol="0">
            <a:spAutoFit/>
          </a:bodyPr>
          <a:lstStyle/>
          <a:p>
            <a:pPr marL="17794">
              <a:spcBef>
                <a:spcPts val="133"/>
              </a:spcBef>
            </a:pPr>
            <a:r>
              <a:rPr sz="4000" b="1" dirty="0">
                <a:latin typeface="Times New Roman" panose="02020603050405020304" pitchFamily="18" charset="0"/>
                <a:cs typeface="Times New Roman" panose="02020603050405020304" pitchFamily="18" charset="0"/>
              </a:rPr>
              <a:t>Fleta</a:t>
            </a:r>
            <a:r>
              <a:rPr sz="4000" b="1" spc="-35" dirty="0">
                <a:latin typeface="Times New Roman" panose="02020603050405020304" pitchFamily="18" charset="0"/>
                <a:cs typeface="Times New Roman" panose="02020603050405020304" pitchFamily="18" charset="0"/>
              </a:rPr>
              <a:t> </a:t>
            </a:r>
            <a:r>
              <a:rPr sz="4000" b="1" spc="-14" dirty="0">
                <a:latin typeface="Times New Roman" panose="02020603050405020304" pitchFamily="18" charset="0"/>
                <a:cs typeface="Times New Roman" panose="02020603050405020304" pitchFamily="18" charset="0"/>
              </a:rPr>
              <a:t>punuese</a:t>
            </a:r>
            <a:endParaRPr sz="4000" dirty="0">
              <a:latin typeface="Times New Roman" panose="02020603050405020304" pitchFamily="18" charset="0"/>
              <a:cs typeface="Times New Roman" panose="02020603050405020304" pitchFamily="18" charset="0"/>
            </a:endParaRPr>
          </a:p>
          <a:p>
            <a:pPr marL="17794" marR="348768">
              <a:spcBef>
                <a:spcPts val="160"/>
              </a:spcBef>
            </a:pPr>
            <a:r>
              <a:rPr sz="2800" dirty="0">
                <a:latin typeface="Times New Roman" panose="02020603050405020304" pitchFamily="18" charset="0"/>
                <a:cs typeface="Times New Roman" panose="02020603050405020304" pitchFamily="18" charset="0"/>
              </a:rPr>
              <a:t>Fleta</a:t>
            </a:r>
            <a:r>
              <a:rPr sz="2800" spc="-2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punuese</a:t>
            </a:r>
            <a:r>
              <a:rPr sz="2800" spc="-1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përbëhet</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nga</a:t>
            </a:r>
            <a:r>
              <a:rPr sz="2800" spc="-21"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rreshtat</a:t>
            </a:r>
            <a:r>
              <a:rPr sz="2800" spc="-43"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dhe</a:t>
            </a:r>
            <a:r>
              <a:rPr sz="2800" spc="-1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kolonat</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a:t>
            </a:r>
            <a:r>
              <a:rPr sz="2800" spc="-1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gërshëtuara</a:t>
            </a:r>
            <a:r>
              <a:rPr sz="2800" spc="-2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në</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mes</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vetes</a:t>
            </a:r>
            <a:r>
              <a:rPr sz="2800" spc="-21"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ne këndë</a:t>
            </a:r>
            <a:r>
              <a:rPr sz="2800" spc="-1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të</a:t>
            </a:r>
            <a:r>
              <a:rPr sz="2800" spc="-14" dirty="0">
                <a:latin typeface="Times New Roman" panose="02020603050405020304" pitchFamily="18" charset="0"/>
                <a:cs typeface="Times New Roman" panose="02020603050405020304" pitchFamily="18" charset="0"/>
              </a:rPr>
              <a:t> drejtë. </a:t>
            </a:r>
            <a:r>
              <a:rPr sz="2800" dirty="0">
                <a:latin typeface="Times New Roman" panose="02020603050405020304" pitchFamily="18" charset="0"/>
                <a:cs typeface="Times New Roman" panose="02020603050405020304" pitchFamily="18" charset="0"/>
              </a:rPr>
              <a:t>Një</a:t>
            </a:r>
            <a:r>
              <a:rPr sz="2800" spc="-2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fletë</a:t>
            </a:r>
            <a:r>
              <a:rPr sz="2800" spc="-2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punuese</a:t>
            </a:r>
            <a:r>
              <a:rPr sz="2800" spc="-2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në</a:t>
            </a:r>
            <a:r>
              <a:rPr sz="2800" spc="-2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Excel</a:t>
            </a:r>
            <a:r>
              <a:rPr sz="2800" spc="-4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përbëhet</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nga</a:t>
            </a:r>
            <a:r>
              <a:rPr sz="2800" spc="-21"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256</a:t>
            </a:r>
            <a:r>
              <a:rPr sz="2800" b="1" spc="-28"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kolona</a:t>
            </a:r>
            <a:r>
              <a:rPr sz="2800" b="1"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dhe</a:t>
            </a:r>
            <a:r>
              <a:rPr sz="2800" spc="-28"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65536</a:t>
            </a:r>
            <a:r>
              <a:rPr sz="2800" b="1" spc="-35" dirty="0">
                <a:latin typeface="Times New Roman" panose="02020603050405020304" pitchFamily="18" charset="0"/>
                <a:cs typeface="Times New Roman" panose="02020603050405020304" pitchFamily="18" charset="0"/>
              </a:rPr>
              <a:t> </a:t>
            </a:r>
            <a:r>
              <a:rPr sz="2800" b="1" spc="-14" dirty="0">
                <a:latin typeface="Times New Roman" panose="02020603050405020304" pitchFamily="18" charset="0"/>
                <a:cs typeface="Times New Roman" panose="02020603050405020304" pitchFamily="18" charset="0"/>
              </a:rPr>
              <a:t>rreshta.</a:t>
            </a:r>
            <a:endParaRPr sz="2800" dirty="0">
              <a:latin typeface="Times New Roman" panose="02020603050405020304" pitchFamily="18" charset="0"/>
              <a:cs typeface="Times New Roman" panose="02020603050405020304" pitchFamily="18" charset="0"/>
            </a:endParaRPr>
          </a:p>
          <a:p>
            <a:pPr marL="17794" marR="7118">
              <a:spcBef>
                <a:spcPts val="1373"/>
              </a:spcBef>
            </a:pPr>
            <a:r>
              <a:rPr sz="2800" dirty="0">
                <a:latin typeface="Times New Roman" panose="02020603050405020304" pitchFamily="18" charset="0"/>
                <a:cs typeface="Times New Roman" panose="02020603050405020304" pitchFamily="18" charset="0"/>
              </a:rPr>
              <a:t>Kolonat</a:t>
            </a:r>
            <a:r>
              <a:rPr sz="2800" spc="-2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janë</a:t>
            </a:r>
            <a:r>
              <a:rPr sz="2800" spc="-21"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të</a:t>
            </a:r>
            <a:r>
              <a:rPr sz="2800" spc="-43"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emëruara</a:t>
            </a:r>
            <a:r>
              <a:rPr sz="2800" spc="-56"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me</a:t>
            </a:r>
            <a:r>
              <a:rPr sz="2800" spc="-43"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shkronja</a:t>
            </a:r>
            <a:r>
              <a:rPr sz="2800" spc="-21"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A,B,C,D,E</a:t>
            </a:r>
            <a:r>
              <a:rPr sz="2800" b="1" spc="-14"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t>
            </a:r>
            <a:r>
              <a:rPr sz="2800" spc="-49"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AA,AB,AC,AD</a:t>
            </a:r>
            <a:r>
              <a:rPr sz="2800" b="1" spc="-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t>
            </a:r>
            <a:r>
              <a:rPr sz="2800" spc="-2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kurse</a:t>
            </a:r>
            <a:r>
              <a:rPr sz="2800" spc="-43"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rreshtat</a:t>
            </a:r>
            <a:r>
              <a:rPr sz="2800" spc="-2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janë</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me</a:t>
            </a:r>
            <a:r>
              <a:rPr sz="2800" spc="-21" dirty="0">
                <a:latin typeface="Times New Roman" panose="02020603050405020304" pitchFamily="18" charset="0"/>
                <a:cs typeface="Times New Roman" panose="02020603050405020304" pitchFamily="18" charset="0"/>
              </a:rPr>
              <a:t> </a:t>
            </a:r>
            <a:r>
              <a:rPr sz="2800" spc="-14" dirty="0">
                <a:latin typeface="Times New Roman" panose="02020603050405020304" pitchFamily="18" charset="0"/>
                <a:cs typeface="Times New Roman" panose="02020603050405020304" pitchFamily="18" charset="0"/>
              </a:rPr>
              <a:t>numra </a:t>
            </a:r>
            <a:r>
              <a:rPr sz="2800" dirty="0">
                <a:latin typeface="Times New Roman" panose="02020603050405020304" pitchFamily="18" charset="0"/>
                <a:cs typeface="Times New Roman" panose="02020603050405020304" pitchFamily="18" charset="0"/>
              </a:rPr>
              <a:t>prej</a:t>
            </a:r>
            <a:r>
              <a:rPr sz="2800" spc="-35"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1</a:t>
            </a:r>
            <a:r>
              <a:rPr sz="2800" b="1" spc="-2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deri</a:t>
            </a:r>
            <a:r>
              <a:rPr sz="2800" spc="-28"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65536</a:t>
            </a:r>
            <a:r>
              <a:rPr sz="2800" dirty="0">
                <a:latin typeface="Times New Roman" panose="02020603050405020304" pitchFamily="18" charset="0"/>
                <a:cs typeface="Times New Roman" panose="02020603050405020304" pitchFamily="18" charset="0"/>
              </a:rPr>
              <a:t>.</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Prerja</a:t>
            </a:r>
            <a:r>
              <a:rPr sz="2800" spc="-43"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a:t>
            </a:r>
            <a:r>
              <a:rPr sz="2800" spc="-43"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kolonave</a:t>
            </a:r>
            <a:r>
              <a:rPr sz="2800" spc="-2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dhe</a:t>
            </a:r>
            <a:r>
              <a:rPr sz="2800" spc="-21"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rreshtave</a:t>
            </a:r>
            <a:r>
              <a:rPr sz="2800" spc="-28"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formojnë</a:t>
            </a:r>
            <a:r>
              <a:rPr sz="2800" spc="-28"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qelize</a:t>
            </a:r>
            <a:r>
              <a:rPr sz="2800" dirty="0" err="1">
                <a:latin typeface="Times New Roman" panose="02020603050405020304" pitchFamily="18" charset="0"/>
                <a:cs typeface="Times New Roman" panose="02020603050405020304" pitchFamily="18" charset="0"/>
              </a:rPr>
              <a:t>n.</a:t>
            </a:r>
            <a:r>
              <a:rPr sz="2800" b="1" i="1" dirty="0" err="1">
                <a:latin typeface="Times New Roman" panose="02020603050405020304" pitchFamily="18" charset="0"/>
                <a:cs typeface="Times New Roman" panose="02020603050405020304" pitchFamily="18" charset="0"/>
              </a:rPr>
              <a:t>Shembull</a:t>
            </a:r>
            <a:r>
              <a:rPr sz="2800" dirty="0">
                <a:latin typeface="Times New Roman" panose="02020603050405020304" pitchFamily="18" charset="0"/>
                <a:cs typeface="Times New Roman" panose="02020603050405020304" pitchFamily="18" charset="0"/>
              </a:rPr>
              <a:t>:</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Prerja</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a:t>
            </a:r>
            <a:r>
              <a:rPr sz="2800" spc="-43"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kolones</a:t>
            </a:r>
            <a:r>
              <a:rPr sz="2800" spc="-21"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A</a:t>
            </a:r>
            <a:r>
              <a:rPr sz="2800" b="1" spc="-35" dirty="0">
                <a:latin typeface="Times New Roman" panose="02020603050405020304" pitchFamily="18" charset="0"/>
                <a:cs typeface="Times New Roman" panose="02020603050405020304" pitchFamily="18" charset="0"/>
              </a:rPr>
              <a:t> </a:t>
            </a:r>
            <a:r>
              <a:rPr sz="2800" spc="-35" dirty="0">
                <a:latin typeface="Times New Roman" panose="02020603050405020304" pitchFamily="18" charset="0"/>
                <a:cs typeface="Times New Roman" panose="02020603050405020304" pitchFamily="18" charset="0"/>
              </a:rPr>
              <a:t>me </a:t>
            </a:r>
            <a:r>
              <a:rPr sz="2800" dirty="0">
                <a:latin typeface="Times New Roman" panose="02020603050405020304" pitchFamily="18" charset="0"/>
                <a:cs typeface="Times New Roman" panose="02020603050405020304" pitchFamily="18" charset="0"/>
              </a:rPr>
              <a:t>rreshtin</a:t>
            </a:r>
            <a:r>
              <a:rPr sz="2800" spc="-28"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1</a:t>
            </a:r>
            <a:r>
              <a:rPr sz="2800" b="1" spc="-35"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formojnë</a:t>
            </a:r>
            <a:r>
              <a:rPr sz="2800" spc="-21"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qelize</a:t>
            </a:r>
            <a:r>
              <a:rPr sz="2800" dirty="0" err="1">
                <a:latin typeface="Times New Roman" panose="02020603050405020304" pitchFamily="18" charset="0"/>
                <a:cs typeface="Times New Roman" panose="02020603050405020304" pitchFamily="18" charset="0"/>
              </a:rPr>
              <a:t>n</a:t>
            </a:r>
            <a:r>
              <a:rPr sz="2800" spc="-28"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A1</a:t>
            </a:r>
            <a:r>
              <a:rPr sz="2800" dirty="0">
                <a:latin typeface="Times New Roman" panose="02020603050405020304" pitchFamily="18" charset="0"/>
                <a:cs typeface="Times New Roman" panose="02020603050405020304" pitchFamily="18" charset="0"/>
              </a:rPr>
              <a:t>,prerja</a:t>
            </a:r>
            <a:r>
              <a:rPr sz="2800" spc="-28"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a:t>
            </a:r>
            <a:r>
              <a:rPr sz="2800" spc="-43"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qelize</a:t>
            </a:r>
            <a:r>
              <a:rPr sz="2800" dirty="0" err="1">
                <a:latin typeface="Times New Roman" panose="02020603050405020304" pitchFamily="18" charset="0"/>
                <a:cs typeface="Times New Roman" panose="02020603050405020304" pitchFamily="18" charset="0"/>
              </a:rPr>
              <a:t>s</a:t>
            </a:r>
            <a:r>
              <a:rPr sz="2800" spc="-28"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B</a:t>
            </a:r>
            <a:r>
              <a:rPr sz="2800" b="1"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me</a:t>
            </a:r>
            <a:r>
              <a:rPr sz="2800" spc="-56"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rreshtin</a:t>
            </a:r>
            <a:r>
              <a:rPr sz="2800" spc="-21"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4</a:t>
            </a:r>
            <a:r>
              <a:rPr sz="2800" b="1" spc="-28" dirty="0">
                <a:latin typeface="Times New Roman" panose="02020603050405020304" pitchFamily="18" charset="0"/>
                <a:cs typeface="Times New Roman" panose="02020603050405020304" pitchFamily="18" charset="0"/>
              </a:rPr>
              <a:t> </a:t>
            </a:r>
            <a:r>
              <a:rPr sz="2800" dirty="0" err="1">
                <a:latin typeface="Times New Roman" panose="02020603050405020304" pitchFamily="18" charset="0"/>
                <a:cs typeface="Times New Roman" panose="02020603050405020304" pitchFamily="18" charset="0"/>
              </a:rPr>
              <a:t>formojnë</a:t>
            </a:r>
            <a:r>
              <a:rPr sz="2800" spc="-21"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qelize</a:t>
            </a:r>
            <a:r>
              <a:rPr sz="2800" spc="-35"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B4</a:t>
            </a:r>
            <a:r>
              <a:rPr sz="2800" b="1" spc="294" dirty="0">
                <a:latin typeface="Times New Roman" panose="02020603050405020304" pitchFamily="18" charset="0"/>
                <a:cs typeface="Times New Roman" panose="02020603050405020304" pitchFamily="18" charset="0"/>
              </a:rPr>
              <a:t> </a:t>
            </a:r>
            <a:r>
              <a:rPr sz="2800" spc="-28" dirty="0" err="1">
                <a:latin typeface="Times New Roman" panose="02020603050405020304" pitchFamily="18" charset="0"/>
                <a:cs typeface="Times New Roman" panose="02020603050405020304" pitchFamily="18" charset="0"/>
              </a:rPr>
              <a:t>etj</a:t>
            </a:r>
            <a:r>
              <a:rPr sz="2800" spc="-28" dirty="0">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1826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54FDA6-A211-4785-AA59-9D9708BECC3E}"/>
              </a:ext>
            </a:extLst>
          </p:cNvPr>
          <p:cNvSpPr txBox="1"/>
          <p:nvPr/>
        </p:nvSpPr>
        <p:spPr>
          <a:xfrm>
            <a:off x="221225" y="326276"/>
            <a:ext cx="10117394" cy="624786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sq-AL" sz="4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Lëvizja në Fletën Punuese</a:t>
            </a:r>
            <a:endPar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Përshkrim:</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Si të lëvizni në qeliza dhe seksione të ndryshme të një flete.</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Procedura:</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1. Përdorni tastet «</a:t>
            </a:r>
            <a:r>
              <a:rPr kumimoji="0" lang="sq-AL" sz="32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Arrow</a:t>
            </a:r>
            <a:r>
              <a:rPr lang="sq-AL" sz="3200" kern="0" dirty="0">
                <a:solidFill>
                  <a:prstClr val="black"/>
                </a:solidFill>
                <a:latin typeface="Times New Roman" panose="02020603050405020304" pitchFamily="18" charset="0"/>
                <a:cs typeface="Times New Roman" panose="02020603050405020304" pitchFamily="18" charset="0"/>
              </a:rPr>
              <a:t>»</a:t>
            </a:r>
            <a:r>
              <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në tastierë për lëvizje një qelizë për çdo drejtim.</a:t>
            </a:r>
          </a:p>
          <a:p>
            <a:pPr marL="0" marR="0" lvl="0" indent="0" defTabSz="914400" eaLnBrk="1" fontAlgn="auto" latinLnBrk="0" hangingPunct="1">
              <a:lnSpc>
                <a:spcPct val="100000"/>
              </a:lnSpc>
              <a:spcBef>
                <a:spcPts val="0"/>
              </a:spcBef>
              <a:spcAft>
                <a:spcPts val="0"/>
              </a:spcAft>
              <a:buClrTx/>
              <a:buSzTx/>
              <a:buFontTx/>
              <a:buNone/>
              <a:tabLst/>
              <a:defRPr/>
            </a:pPr>
            <a:endPar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sq-AL" sz="3200" kern="0" dirty="0">
              <a:solidFill>
                <a:prstClr val="black"/>
              </a:solidFill>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 Klikoni me </a:t>
            </a:r>
            <a:r>
              <a:rPr kumimoji="0" lang="sq-AL" sz="32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maus</a:t>
            </a:r>
            <a:r>
              <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mbi një qelizë për ta zgjedhur.</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3. Përdorni «</a:t>
            </a:r>
            <a:r>
              <a:rPr kumimoji="0" lang="sq-AL" sz="32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Ctrl</a:t>
            </a:r>
            <a:r>
              <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a:t>
            </a:r>
            <a:r>
              <a:rPr kumimoji="0" lang="sq-AL" sz="32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Arrow</a:t>
            </a:r>
            <a:r>
              <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sq-AL" sz="32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Keys</a:t>
            </a:r>
            <a:r>
              <a:rPr lang="sq-AL" sz="3200" kern="0" dirty="0">
                <a:solidFill>
                  <a:prstClr val="black"/>
                </a:solidFill>
                <a:latin typeface="Times New Roman" panose="02020603050405020304" pitchFamily="18" charset="0"/>
                <a:cs typeface="Times New Roman" panose="02020603050405020304" pitchFamily="18" charset="0"/>
              </a:rPr>
              <a:t>»</a:t>
            </a:r>
            <a:r>
              <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për të shkuar në fund të </a:t>
            </a:r>
            <a:r>
              <a:rPr kumimoji="0" lang="sq-AL" sz="32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të</a:t>
            </a:r>
            <a:r>
              <a:rPr kumimoji="0" lang="sq-AL" sz="3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dhënave.</a:t>
            </a:r>
          </a:p>
        </p:txBody>
      </p:sp>
      <p:pic>
        <p:nvPicPr>
          <p:cNvPr id="3" name="Picture 2">
            <a:extLst>
              <a:ext uri="{FF2B5EF4-FFF2-40B4-BE49-F238E27FC236}">
                <a16:creationId xmlns:a16="http://schemas.microsoft.com/office/drawing/2014/main" id="{F6E71A29-AC76-40E4-B0A4-F2FE6D329DF7}"/>
              </a:ext>
            </a:extLst>
          </p:cNvPr>
          <p:cNvPicPr>
            <a:picLocks noChangeAspect="1"/>
          </p:cNvPicPr>
          <p:nvPr/>
        </p:nvPicPr>
        <p:blipFill>
          <a:blip r:embed="rId2"/>
          <a:stretch>
            <a:fillRect/>
          </a:stretch>
        </p:blipFill>
        <p:spPr>
          <a:xfrm>
            <a:off x="3372868" y="3798868"/>
            <a:ext cx="2320009" cy="1150257"/>
          </a:xfrm>
          <a:prstGeom prst="rect">
            <a:avLst/>
          </a:prstGeom>
        </p:spPr>
      </p:pic>
    </p:spTree>
    <p:extLst>
      <p:ext uri="{BB962C8B-B14F-4D97-AF65-F5344CB8AC3E}">
        <p14:creationId xmlns:p14="http://schemas.microsoft.com/office/powerpoint/2010/main" val="3409959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2">
            <a:extLst>
              <a:ext uri="{FF2B5EF4-FFF2-40B4-BE49-F238E27FC236}">
                <a16:creationId xmlns:a16="http://schemas.microsoft.com/office/drawing/2014/main" id="{7FE6B38E-A132-42D1-B3EB-208220AE086A}"/>
              </a:ext>
            </a:extLst>
          </p:cNvPr>
          <p:cNvGraphicFramePr>
            <a:graphicFrameLocks noGrp="1"/>
          </p:cNvGraphicFramePr>
          <p:nvPr>
            <p:extLst>
              <p:ext uri="{D42A27DB-BD31-4B8C-83A1-F6EECF244321}">
                <p14:modId xmlns:p14="http://schemas.microsoft.com/office/powerpoint/2010/main" val="173577852"/>
              </p:ext>
            </p:extLst>
          </p:nvPr>
        </p:nvGraphicFramePr>
        <p:xfrm>
          <a:off x="1032387" y="179301"/>
          <a:ext cx="8790039" cy="6882152"/>
        </p:xfrm>
        <a:graphic>
          <a:graphicData uri="http://schemas.openxmlformats.org/drawingml/2006/table">
            <a:tbl>
              <a:tblPr firstRow="1" bandRow="1">
                <a:tableStyleId>{2D5ABB26-0587-4C30-8999-92F81FD0307C}</a:tableStyleId>
              </a:tblPr>
              <a:tblGrid>
                <a:gridCol w="3284315">
                  <a:extLst>
                    <a:ext uri="{9D8B030D-6E8A-4147-A177-3AD203B41FA5}">
                      <a16:colId xmlns:a16="http://schemas.microsoft.com/office/drawing/2014/main" val="20000"/>
                    </a:ext>
                  </a:extLst>
                </a:gridCol>
                <a:gridCol w="5505724">
                  <a:extLst>
                    <a:ext uri="{9D8B030D-6E8A-4147-A177-3AD203B41FA5}">
                      <a16:colId xmlns:a16="http://schemas.microsoft.com/office/drawing/2014/main" val="20001"/>
                    </a:ext>
                  </a:extLst>
                </a:gridCol>
              </a:tblGrid>
              <a:tr h="735099">
                <a:tc>
                  <a:txBody>
                    <a:bodyPr/>
                    <a:lstStyle/>
                    <a:p>
                      <a:pPr>
                        <a:lnSpc>
                          <a:spcPct val="100000"/>
                        </a:lnSpc>
                      </a:pPr>
                      <a:endParaRPr sz="2000" dirty="0">
                        <a:latin typeface="Times New Roman"/>
                        <a:cs typeface="Times New Roman"/>
                      </a:endParaRPr>
                    </a:p>
                  </a:txBody>
                  <a:tcPr marL="0" marR="0" marT="0"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70"/>
                        </a:spcBef>
                      </a:pPr>
                      <a:r>
                        <a:rPr sz="2400" dirty="0">
                          <a:latin typeface="Times New Roman" panose="02020603050405020304" pitchFamily="18" charset="0"/>
                          <a:cs typeface="Times New Roman" panose="02020603050405020304" pitchFamily="18" charset="0"/>
                        </a:rPr>
                        <a:t>Lëvizja</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për</a:t>
                      </a:r>
                      <a:r>
                        <a:rPr sz="2400" spc="5"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një</a:t>
                      </a:r>
                      <a:r>
                        <a:rPr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lartë,poshtë,majtas</a:t>
                      </a:r>
                      <a:r>
                        <a:rPr sz="2400" dirty="0">
                          <a:latin typeface="Times New Roman" panose="02020603050405020304" pitchFamily="18" charset="0"/>
                          <a:cs typeface="Times New Roman" panose="02020603050405020304" pitchFamily="18" charset="0"/>
                        </a:rPr>
                        <a:t> dhe</a:t>
                      </a:r>
                      <a:r>
                        <a:rPr sz="2400" spc="1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djathtas</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387508">
                <a:tc>
                  <a:txBody>
                    <a:bodyPr/>
                    <a:lstStyle/>
                    <a:p>
                      <a:pPr marL="69850">
                        <a:lnSpc>
                          <a:spcPct val="100000"/>
                        </a:lnSpc>
                        <a:spcBef>
                          <a:spcPts val="70"/>
                        </a:spcBef>
                      </a:pPr>
                      <a:r>
                        <a:rPr sz="2400" b="1" spc="-10" dirty="0">
                          <a:latin typeface="Times New Roman" panose="02020603050405020304" pitchFamily="18" charset="0"/>
                          <a:cs typeface="Times New Roman" panose="02020603050405020304" pitchFamily="18" charset="0"/>
                        </a:rPr>
                        <a:t>Enter</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70"/>
                        </a:spcBef>
                      </a:pPr>
                      <a:r>
                        <a:rPr sz="2400" dirty="0">
                          <a:latin typeface="Times New Roman" panose="02020603050405020304" pitchFamily="18" charset="0"/>
                          <a:cs typeface="Times New Roman" panose="02020603050405020304" pitchFamily="18" charset="0"/>
                        </a:rPr>
                        <a:t>Kursori</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kalon</a:t>
                      </a:r>
                      <a:r>
                        <a:rPr sz="2400" spc="-25"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një</a:t>
                      </a:r>
                      <a:r>
                        <a:rPr sz="2400" spc="-15"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ë</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më</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poshtë</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387508">
                <a:tc>
                  <a:txBody>
                    <a:bodyPr/>
                    <a:lstStyle/>
                    <a:p>
                      <a:pPr marL="69850">
                        <a:lnSpc>
                          <a:spcPct val="100000"/>
                        </a:lnSpc>
                        <a:spcBef>
                          <a:spcPts val="70"/>
                        </a:spcBef>
                      </a:pPr>
                      <a:r>
                        <a:rPr sz="2400" b="1" spc="-25" dirty="0">
                          <a:latin typeface="Times New Roman" panose="02020603050405020304" pitchFamily="18" charset="0"/>
                          <a:cs typeface="Times New Roman" panose="02020603050405020304" pitchFamily="18" charset="0"/>
                        </a:rPr>
                        <a:t>Tab</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70"/>
                        </a:spcBef>
                      </a:pPr>
                      <a:r>
                        <a:rPr sz="2400" dirty="0" err="1">
                          <a:latin typeface="Times New Roman" panose="02020603050405020304" pitchFamily="18" charset="0"/>
                          <a:cs typeface="Times New Roman" panose="02020603050405020304" pitchFamily="18" charset="0"/>
                        </a:rPr>
                        <a:t>Një</a:t>
                      </a:r>
                      <a:r>
                        <a:rPr sz="2400" spc="-15"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ë</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në</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djathtë</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387508">
                <a:tc>
                  <a:txBody>
                    <a:bodyPr/>
                    <a:lstStyle/>
                    <a:p>
                      <a:pPr marL="69850">
                        <a:lnSpc>
                          <a:spcPct val="100000"/>
                        </a:lnSpc>
                        <a:spcBef>
                          <a:spcPts val="70"/>
                        </a:spcBef>
                      </a:pPr>
                      <a:r>
                        <a:rPr sz="2400" b="1" dirty="0">
                          <a:latin typeface="Times New Roman" panose="02020603050405020304" pitchFamily="18" charset="0"/>
                          <a:cs typeface="Times New Roman" panose="02020603050405020304" pitchFamily="18" charset="0"/>
                        </a:rPr>
                        <a:t>Shift</a:t>
                      </a:r>
                      <a:r>
                        <a:rPr sz="2400" b="1" spc="-2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a:t>
                      </a:r>
                      <a:r>
                        <a:rPr sz="2400" b="1" spc="-30" dirty="0">
                          <a:latin typeface="Times New Roman" panose="02020603050405020304" pitchFamily="18" charset="0"/>
                          <a:cs typeface="Times New Roman" panose="02020603050405020304" pitchFamily="18" charset="0"/>
                        </a:rPr>
                        <a:t> </a:t>
                      </a:r>
                      <a:r>
                        <a:rPr sz="2400" b="1" spc="-25" dirty="0">
                          <a:latin typeface="Times New Roman" panose="02020603050405020304" pitchFamily="18" charset="0"/>
                          <a:cs typeface="Times New Roman" panose="02020603050405020304" pitchFamily="18" charset="0"/>
                        </a:rPr>
                        <a:t>Tab</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70"/>
                        </a:spcBef>
                      </a:pPr>
                      <a:r>
                        <a:rPr sz="2400" dirty="0" err="1">
                          <a:latin typeface="Times New Roman" panose="02020603050405020304" pitchFamily="18" charset="0"/>
                          <a:cs typeface="Times New Roman" panose="02020603050405020304" pitchFamily="18" charset="0"/>
                        </a:rPr>
                        <a:t>Një</a:t>
                      </a:r>
                      <a:r>
                        <a:rPr sz="2400" spc="-15"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ë</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në</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2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majtë</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3"/>
                  </a:ext>
                </a:extLst>
              </a:tr>
              <a:tr h="386109">
                <a:tc>
                  <a:txBody>
                    <a:bodyPr/>
                    <a:lstStyle/>
                    <a:p>
                      <a:pPr marL="69850">
                        <a:lnSpc>
                          <a:spcPct val="100000"/>
                        </a:lnSpc>
                        <a:spcBef>
                          <a:spcPts val="55"/>
                        </a:spcBef>
                      </a:pPr>
                      <a:r>
                        <a:rPr sz="2400" b="1" dirty="0">
                          <a:latin typeface="Times New Roman" panose="02020603050405020304" pitchFamily="18" charset="0"/>
                          <a:cs typeface="Times New Roman" panose="02020603050405020304" pitchFamily="18" charset="0"/>
                        </a:rPr>
                        <a:t>Shift</a:t>
                      </a:r>
                      <a:r>
                        <a:rPr sz="2400" b="1" spc="-2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a:t>
                      </a:r>
                      <a:r>
                        <a:rPr sz="2400" b="1" spc="-20"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Enter</a:t>
                      </a:r>
                      <a:endParaRPr sz="2400" dirty="0">
                        <a:latin typeface="Times New Roman" panose="02020603050405020304" pitchFamily="18" charset="0"/>
                        <a:cs typeface="Times New Roman" panose="02020603050405020304" pitchFamily="18" charset="0"/>
                      </a:endParaRPr>
                    </a:p>
                  </a:txBody>
                  <a:tcPr marL="0" marR="0" marT="9787"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55"/>
                        </a:spcBef>
                      </a:pPr>
                      <a:r>
                        <a:rPr sz="2400" dirty="0" err="1">
                          <a:latin typeface="Times New Roman" panose="02020603050405020304" pitchFamily="18" charset="0"/>
                          <a:cs typeface="Times New Roman" panose="02020603050405020304" pitchFamily="18" charset="0"/>
                        </a:rPr>
                        <a:t>Një</a:t>
                      </a:r>
                      <a:r>
                        <a:rPr sz="2400" spc="-25"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ë</a:t>
                      </a:r>
                      <a:r>
                        <a:rPr sz="2400" spc="-20" dirty="0">
                          <a:latin typeface="Times New Roman" panose="02020603050405020304" pitchFamily="18" charset="0"/>
                          <a:cs typeface="Times New Roman" panose="02020603050405020304" pitchFamily="18" charset="0"/>
                        </a:rPr>
                        <a:t> lart</a:t>
                      </a:r>
                      <a:endParaRPr sz="2400" dirty="0">
                        <a:latin typeface="Times New Roman" panose="02020603050405020304" pitchFamily="18" charset="0"/>
                        <a:cs typeface="Times New Roman" panose="02020603050405020304" pitchFamily="18" charset="0"/>
                      </a:endParaRPr>
                    </a:p>
                  </a:txBody>
                  <a:tcPr marL="0" marR="0" marT="9787"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387508">
                <a:tc>
                  <a:txBody>
                    <a:bodyPr/>
                    <a:lstStyle/>
                    <a:p>
                      <a:pPr marL="69850">
                        <a:lnSpc>
                          <a:spcPct val="100000"/>
                        </a:lnSpc>
                        <a:spcBef>
                          <a:spcPts val="70"/>
                        </a:spcBef>
                      </a:pPr>
                      <a:r>
                        <a:rPr sz="2400" b="1" dirty="0">
                          <a:latin typeface="Times New Roman" panose="02020603050405020304" pitchFamily="18" charset="0"/>
                          <a:cs typeface="Times New Roman" panose="02020603050405020304" pitchFamily="18" charset="0"/>
                        </a:rPr>
                        <a:t>Ctrl</a:t>
                      </a:r>
                      <a:r>
                        <a:rPr sz="2400" b="1" spc="-25" dirty="0">
                          <a:latin typeface="Times New Roman" panose="02020603050405020304" pitchFamily="18" charset="0"/>
                          <a:cs typeface="Times New Roman" panose="02020603050405020304" pitchFamily="18" charset="0"/>
                        </a:rPr>
                        <a:t> </a:t>
                      </a:r>
                      <a:r>
                        <a:rPr sz="2400" b="1" spc="-50" dirty="0">
                          <a:latin typeface="Times New Roman" panose="02020603050405020304" pitchFamily="18" charset="0"/>
                          <a:cs typeface="Times New Roman" panose="02020603050405020304" pitchFamily="18" charset="0"/>
                        </a:rPr>
                        <a:t>+</a:t>
                      </a:r>
                      <a:r>
                        <a:rPr lang="sq-AL" sz="2400" b="1" spc="-50" dirty="0">
                          <a:latin typeface="Times New Roman" panose="02020603050405020304" pitchFamily="18" charset="0"/>
                          <a:cs typeface="Times New Roman" panose="02020603050405020304" pitchFamily="18" charset="0"/>
                        </a:rPr>
                        <a:t> </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70"/>
                        </a:spcBef>
                      </a:pPr>
                      <a:r>
                        <a:rPr sz="2400" dirty="0" err="1">
                          <a:latin typeface="Times New Roman" panose="02020603050405020304" pitchFamily="18" charset="0"/>
                          <a:cs typeface="Times New Roman" panose="02020603050405020304" pitchFamily="18" charset="0"/>
                        </a:rPr>
                        <a:t>Në</a:t>
                      </a:r>
                      <a:r>
                        <a:rPr sz="2400" spc="-1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ën</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fundit</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njejtit</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rresht</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r h="387508">
                <a:tc>
                  <a:txBody>
                    <a:bodyPr/>
                    <a:lstStyle/>
                    <a:p>
                      <a:pPr marL="69850">
                        <a:lnSpc>
                          <a:spcPct val="100000"/>
                        </a:lnSpc>
                        <a:spcBef>
                          <a:spcPts val="70"/>
                        </a:spcBef>
                      </a:pPr>
                      <a:r>
                        <a:rPr sz="2400" b="1" dirty="0">
                          <a:latin typeface="Times New Roman" panose="02020603050405020304" pitchFamily="18" charset="0"/>
                          <a:cs typeface="Times New Roman" panose="02020603050405020304" pitchFamily="18" charset="0"/>
                        </a:rPr>
                        <a:t>Ctrl</a:t>
                      </a:r>
                      <a:r>
                        <a:rPr sz="2400" b="1" spc="-25" dirty="0">
                          <a:latin typeface="Times New Roman" panose="02020603050405020304" pitchFamily="18" charset="0"/>
                          <a:cs typeface="Times New Roman" panose="02020603050405020304" pitchFamily="18" charset="0"/>
                        </a:rPr>
                        <a:t> </a:t>
                      </a:r>
                      <a:r>
                        <a:rPr sz="2400" b="1" spc="-50" dirty="0">
                          <a:latin typeface="Times New Roman" panose="02020603050405020304" pitchFamily="18" charset="0"/>
                          <a:cs typeface="Times New Roman" panose="02020603050405020304" pitchFamily="18" charset="0"/>
                        </a:rPr>
                        <a:t>+</a:t>
                      </a:r>
                      <a:r>
                        <a:rPr lang="sq-AL" sz="2400" b="1" spc="-50" dirty="0">
                          <a:latin typeface="Times New Roman" panose="02020603050405020304" pitchFamily="18" charset="0"/>
                          <a:cs typeface="Times New Roman" panose="02020603050405020304" pitchFamily="18" charset="0"/>
                        </a:rPr>
                        <a:t>           </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70"/>
                        </a:spcBef>
                      </a:pPr>
                      <a:r>
                        <a:rPr sz="2400" dirty="0" err="1">
                          <a:latin typeface="Times New Roman" panose="02020603050405020304" pitchFamily="18" charset="0"/>
                          <a:cs typeface="Times New Roman" panose="02020603050405020304" pitchFamily="18" charset="0"/>
                        </a:rPr>
                        <a:t>Në</a:t>
                      </a:r>
                      <a:r>
                        <a:rPr sz="2400" spc="-15"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ën</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parë</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njejtit</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rresht</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r h="387508">
                <a:tc>
                  <a:txBody>
                    <a:bodyPr/>
                    <a:lstStyle/>
                    <a:p>
                      <a:pPr marL="69850">
                        <a:lnSpc>
                          <a:spcPct val="100000"/>
                        </a:lnSpc>
                        <a:spcBef>
                          <a:spcPts val="70"/>
                        </a:spcBef>
                      </a:pPr>
                      <a:r>
                        <a:rPr sz="2400" b="1" dirty="0">
                          <a:latin typeface="Times New Roman" panose="02020603050405020304" pitchFamily="18" charset="0"/>
                          <a:cs typeface="Times New Roman" panose="02020603050405020304" pitchFamily="18" charset="0"/>
                        </a:rPr>
                        <a:t>Ctrl</a:t>
                      </a:r>
                      <a:r>
                        <a:rPr sz="2400" b="1" spc="-25" dirty="0">
                          <a:latin typeface="Times New Roman" panose="02020603050405020304" pitchFamily="18" charset="0"/>
                          <a:cs typeface="Times New Roman" panose="02020603050405020304" pitchFamily="18" charset="0"/>
                        </a:rPr>
                        <a:t> </a:t>
                      </a:r>
                      <a:r>
                        <a:rPr sz="2400" b="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70"/>
                        </a:spcBef>
                      </a:pPr>
                      <a:r>
                        <a:rPr sz="2400" dirty="0" err="1">
                          <a:latin typeface="Times New Roman" panose="02020603050405020304" pitchFamily="18" charset="0"/>
                          <a:cs typeface="Times New Roman" panose="02020603050405020304" pitchFamily="18" charset="0"/>
                        </a:rPr>
                        <a:t>Në</a:t>
                      </a:r>
                      <a:r>
                        <a:rPr sz="2400" spc="-2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ën</a:t>
                      </a:r>
                      <a:r>
                        <a:rPr sz="2400" spc="-2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A</a:t>
                      </a:r>
                      <a:r>
                        <a:rPr sz="2400" i="1" dirty="0">
                          <a:latin typeface="Times New Roman" panose="02020603050405020304" pitchFamily="18" charset="0"/>
                          <a:cs typeface="Times New Roman" panose="02020603050405020304" pitchFamily="18" charset="0"/>
                        </a:rPr>
                        <a:t>65536,</a:t>
                      </a:r>
                      <a:r>
                        <a:rPr sz="2400" i="1" spc="-15"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në</a:t>
                      </a:r>
                      <a:r>
                        <a:rPr sz="2400" spc="21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ën</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fundit</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fletës</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punuese</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7"/>
                  </a:ext>
                </a:extLst>
              </a:tr>
              <a:tr h="386109">
                <a:tc>
                  <a:txBody>
                    <a:bodyPr/>
                    <a:lstStyle/>
                    <a:p>
                      <a:pPr marL="69850">
                        <a:lnSpc>
                          <a:spcPct val="100000"/>
                        </a:lnSpc>
                        <a:spcBef>
                          <a:spcPts val="55"/>
                        </a:spcBef>
                      </a:pPr>
                      <a:r>
                        <a:rPr sz="2400" b="1" dirty="0">
                          <a:latin typeface="Times New Roman" panose="02020603050405020304" pitchFamily="18" charset="0"/>
                          <a:cs typeface="Times New Roman" panose="02020603050405020304" pitchFamily="18" charset="0"/>
                        </a:rPr>
                        <a:t>Ctrl</a:t>
                      </a:r>
                      <a:r>
                        <a:rPr sz="2400" b="1" spc="-25" dirty="0">
                          <a:latin typeface="Times New Roman" panose="02020603050405020304" pitchFamily="18" charset="0"/>
                          <a:cs typeface="Times New Roman" panose="02020603050405020304" pitchFamily="18" charset="0"/>
                        </a:rPr>
                        <a:t> </a:t>
                      </a:r>
                      <a:r>
                        <a:rPr sz="2400" b="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txBody>
                  <a:tcPr marL="0" marR="0" marT="9787"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55"/>
                        </a:spcBef>
                      </a:pPr>
                      <a:r>
                        <a:rPr sz="2400" dirty="0" err="1">
                          <a:latin typeface="Times New Roman" panose="02020603050405020304" pitchFamily="18" charset="0"/>
                          <a:cs typeface="Times New Roman" panose="02020603050405020304" pitchFamily="18" charset="0"/>
                        </a:rPr>
                        <a:t>Në</a:t>
                      </a:r>
                      <a:r>
                        <a:rPr sz="2400" spc="-15"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ën</a:t>
                      </a:r>
                      <a:r>
                        <a:rPr sz="2400" spc="-2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A</a:t>
                      </a:r>
                      <a:r>
                        <a:rPr sz="2400" b="1"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1,në</a:t>
                      </a:r>
                      <a:r>
                        <a:rPr sz="2400" spc="-15"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ën</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parë</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fletës</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punuese</a:t>
                      </a:r>
                      <a:endParaRPr sz="2400" dirty="0">
                        <a:latin typeface="Times New Roman" panose="02020603050405020304" pitchFamily="18" charset="0"/>
                        <a:cs typeface="Times New Roman" panose="02020603050405020304" pitchFamily="18" charset="0"/>
                      </a:endParaRPr>
                    </a:p>
                  </a:txBody>
                  <a:tcPr marL="0" marR="0" marT="9787"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8"/>
                  </a:ext>
                </a:extLst>
              </a:tr>
              <a:tr h="387508">
                <a:tc>
                  <a:txBody>
                    <a:bodyPr/>
                    <a:lstStyle/>
                    <a:p>
                      <a:pPr marL="69850">
                        <a:lnSpc>
                          <a:spcPct val="100000"/>
                        </a:lnSpc>
                        <a:spcBef>
                          <a:spcPts val="70"/>
                        </a:spcBef>
                      </a:pPr>
                      <a:r>
                        <a:rPr sz="2400" b="1" spc="-20" dirty="0">
                          <a:latin typeface="Times New Roman" panose="02020603050405020304" pitchFamily="18" charset="0"/>
                          <a:cs typeface="Times New Roman" panose="02020603050405020304" pitchFamily="18" charset="0"/>
                        </a:rPr>
                        <a:t>Home</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70"/>
                        </a:spcBef>
                      </a:pPr>
                      <a:r>
                        <a:rPr sz="2400" dirty="0" err="1">
                          <a:latin typeface="Times New Roman" panose="02020603050405020304" pitchFamily="18" charset="0"/>
                          <a:cs typeface="Times New Roman" panose="02020603050405020304" pitchFamily="18" charset="0"/>
                        </a:rPr>
                        <a:t>Në</a:t>
                      </a:r>
                      <a:r>
                        <a:rPr sz="2400" spc="-15"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ën</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parë</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rreshtit</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9"/>
                  </a:ext>
                </a:extLst>
              </a:tr>
              <a:tr h="387508">
                <a:tc>
                  <a:txBody>
                    <a:bodyPr/>
                    <a:lstStyle/>
                    <a:p>
                      <a:pPr marL="69850">
                        <a:lnSpc>
                          <a:spcPct val="100000"/>
                        </a:lnSpc>
                        <a:spcBef>
                          <a:spcPts val="70"/>
                        </a:spcBef>
                      </a:pPr>
                      <a:r>
                        <a:rPr sz="2400" b="1" dirty="0">
                          <a:latin typeface="Times New Roman" panose="02020603050405020304" pitchFamily="18" charset="0"/>
                          <a:cs typeface="Times New Roman" panose="02020603050405020304" pitchFamily="18" charset="0"/>
                        </a:rPr>
                        <a:t>Ctrl</a:t>
                      </a:r>
                      <a:r>
                        <a:rPr sz="2400" b="1" spc="-1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a:t>
                      </a:r>
                      <a:r>
                        <a:rPr sz="2400" b="1" spc="-25"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Home</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70"/>
                        </a:spcBef>
                      </a:pPr>
                      <a:r>
                        <a:rPr sz="2400" dirty="0" err="1">
                          <a:latin typeface="Times New Roman" panose="02020603050405020304" pitchFamily="18" charset="0"/>
                          <a:cs typeface="Times New Roman" panose="02020603050405020304" pitchFamily="18" charset="0"/>
                        </a:rPr>
                        <a:t>Në</a:t>
                      </a:r>
                      <a:r>
                        <a:rPr sz="2400" spc="-15"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ën</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parë</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fletës</a:t>
                      </a:r>
                      <a:r>
                        <a:rPr sz="2400" spc="-3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punuese</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10"/>
                  </a:ext>
                </a:extLst>
              </a:tr>
              <a:tr h="387508">
                <a:tc>
                  <a:txBody>
                    <a:bodyPr/>
                    <a:lstStyle/>
                    <a:p>
                      <a:pPr marL="69850">
                        <a:lnSpc>
                          <a:spcPct val="100000"/>
                        </a:lnSpc>
                        <a:spcBef>
                          <a:spcPts val="70"/>
                        </a:spcBef>
                      </a:pPr>
                      <a:r>
                        <a:rPr sz="2400" b="1" dirty="0">
                          <a:latin typeface="Times New Roman" panose="02020603050405020304" pitchFamily="18" charset="0"/>
                          <a:cs typeface="Times New Roman" panose="02020603050405020304" pitchFamily="18" charset="0"/>
                        </a:rPr>
                        <a:t>Page</a:t>
                      </a:r>
                      <a:r>
                        <a:rPr sz="2400" b="1" spc="-15" dirty="0">
                          <a:latin typeface="Times New Roman" panose="02020603050405020304" pitchFamily="18" charset="0"/>
                          <a:cs typeface="Times New Roman" panose="02020603050405020304" pitchFamily="18" charset="0"/>
                        </a:rPr>
                        <a:t> </a:t>
                      </a:r>
                      <a:r>
                        <a:rPr sz="2400" b="1" spc="-25" dirty="0">
                          <a:latin typeface="Times New Roman" panose="02020603050405020304" pitchFamily="18" charset="0"/>
                          <a:cs typeface="Times New Roman" panose="02020603050405020304" pitchFamily="18" charset="0"/>
                        </a:rPr>
                        <a:t>up</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70"/>
                        </a:spcBef>
                      </a:pPr>
                      <a:r>
                        <a:rPr sz="2400" dirty="0">
                          <a:latin typeface="Times New Roman" panose="02020603050405020304" pitchFamily="18" charset="0"/>
                          <a:cs typeface="Times New Roman" panose="02020603050405020304" pitchFamily="18" charset="0"/>
                        </a:rPr>
                        <a:t>Në</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fund</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ekranit,</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një</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faqe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poshtë</a:t>
                      </a:r>
                      <a:endParaRPr sz="240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11"/>
                  </a:ext>
                </a:extLst>
              </a:tr>
              <a:tr h="387508">
                <a:tc>
                  <a:txBody>
                    <a:bodyPr/>
                    <a:lstStyle/>
                    <a:p>
                      <a:pPr marL="69850">
                        <a:lnSpc>
                          <a:spcPct val="100000"/>
                        </a:lnSpc>
                        <a:spcBef>
                          <a:spcPts val="70"/>
                        </a:spcBef>
                      </a:pPr>
                      <a:r>
                        <a:rPr sz="2400" b="1" dirty="0">
                          <a:latin typeface="Times New Roman" panose="02020603050405020304" pitchFamily="18" charset="0"/>
                          <a:cs typeface="Times New Roman" panose="02020603050405020304" pitchFamily="18" charset="0"/>
                        </a:rPr>
                        <a:t>Page</a:t>
                      </a:r>
                      <a:r>
                        <a:rPr sz="2400" b="1" spc="-15"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down</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70"/>
                        </a:spcBef>
                      </a:pPr>
                      <a:r>
                        <a:rPr sz="2400" dirty="0">
                          <a:latin typeface="Times New Roman" panose="02020603050405020304" pitchFamily="18" charset="0"/>
                          <a:cs typeface="Times New Roman" panose="02020603050405020304" pitchFamily="18" charset="0"/>
                        </a:rPr>
                        <a:t>Në</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fillim</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ekranit,</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një</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faqe</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lartë</a:t>
                      </a:r>
                      <a:endParaRPr sz="240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12"/>
                  </a:ext>
                </a:extLst>
              </a:tr>
              <a:tr h="386109">
                <a:tc>
                  <a:txBody>
                    <a:bodyPr/>
                    <a:lstStyle/>
                    <a:p>
                      <a:pPr marL="69850">
                        <a:lnSpc>
                          <a:spcPct val="100000"/>
                        </a:lnSpc>
                        <a:spcBef>
                          <a:spcPts val="55"/>
                        </a:spcBef>
                      </a:pPr>
                      <a:r>
                        <a:rPr sz="2400" b="1" dirty="0">
                          <a:latin typeface="Times New Roman" panose="02020603050405020304" pitchFamily="18" charset="0"/>
                          <a:cs typeface="Times New Roman" panose="02020603050405020304" pitchFamily="18" charset="0"/>
                        </a:rPr>
                        <a:t>Alt</a:t>
                      </a:r>
                      <a:r>
                        <a:rPr sz="2400" b="1" spc="-2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a:t>
                      </a:r>
                      <a:r>
                        <a:rPr sz="2400" b="1" spc="-1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Page</a:t>
                      </a:r>
                      <a:r>
                        <a:rPr sz="2400" b="1" spc="-15"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down</a:t>
                      </a:r>
                      <a:endParaRPr sz="2400" dirty="0">
                        <a:latin typeface="Times New Roman" panose="02020603050405020304" pitchFamily="18" charset="0"/>
                        <a:cs typeface="Times New Roman" panose="02020603050405020304" pitchFamily="18" charset="0"/>
                      </a:endParaRPr>
                    </a:p>
                  </a:txBody>
                  <a:tcPr marL="0" marR="0" marT="9787"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tc>
                  <a:txBody>
                    <a:bodyPr/>
                    <a:lstStyle/>
                    <a:p>
                      <a:pPr marL="69850">
                        <a:lnSpc>
                          <a:spcPct val="100000"/>
                        </a:lnSpc>
                        <a:spcBef>
                          <a:spcPts val="55"/>
                        </a:spcBef>
                      </a:pPr>
                      <a:r>
                        <a:rPr sz="2400" dirty="0">
                          <a:latin typeface="Times New Roman" panose="02020603050405020304" pitchFamily="18" charset="0"/>
                          <a:cs typeface="Times New Roman" panose="02020603050405020304" pitchFamily="18" charset="0"/>
                        </a:rPr>
                        <a:t>Në</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djathtë</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ekranit</a:t>
                      </a:r>
                      <a:endParaRPr sz="2400">
                        <a:latin typeface="Times New Roman" panose="02020603050405020304" pitchFamily="18" charset="0"/>
                        <a:cs typeface="Times New Roman" panose="02020603050405020304" pitchFamily="18" charset="0"/>
                      </a:endParaRPr>
                    </a:p>
                  </a:txBody>
                  <a:tcPr marL="0" marR="0" marT="9787" marB="0">
                    <a:lnL w="38100">
                      <a:solidFill>
                        <a:srgbClr val="000000"/>
                      </a:solidFill>
                      <a:prstDash val="solid"/>
                    </a:lnL>
                    <a:lnR w="38100">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13"/>
                  </a:ext>
                </a:extLst>
              </a:tr>
              <a:tr h="393103">
                <a:tc>
                  <a:txBody>
                    <a:bodyPr/>
                    <a:lstStyle/>
                    <a:p>
                      <a:pPr marL="69850">
                        <a:lnSpc>
                          <a:spcPct val="100000"/>
                        </a:lnSpc>
                        <a:spcBef>
                          <a:spcPts val="70"/>
                        </a:spcBef>
                      </a:pPr>
                      <a:r>
                        <a:rPr sz="2400" b="1" dirty="0">
                          <a:latin typeface="Times New Roman" panose="02020603050405020304" pitchFamily="18" charset="0"/>
                          <a:cs typeface="Times New Roman" panose="02020603050405020304" pitchFamily="18" charset="0"/>
                        </a:rPr>
                        <a:t>Alt</a:t>
                      </a:r>
                      <a:r>
                        <a:rPr sz="2400" b="1" spc="-2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a:t>
                      </a:r>
                      <a:r>
                        <a:rPr sz="2400" b="1" spc="-1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Page</a:t>
                      </a:r>
                      <a:r>
                        <a:rPr sz="2400" b="1" spc="-15" dirty="0">
                          <a:latin typeface="Times New Roman" panose="02020603050405020304" pitchFamily="18" charset="0"/>
                          <a:cs typeface="Times New Roman" panose="02020603050405020304" pitchFamily="18" charset="0"/>
                        </a:rPr>
                        <a:t> </a:t>
                      </a:r>
                      <a:r>
                        <a:rPr sz="2400" b="1" spc="-25" dirty="0">
                          <a:latin typeface="Times New Roman" panose="02020603050405020304" pitchFamily="18" charset="0"/>
                          <a:cs typeface="Times New Roman" panose="02020603050405020304" pitchFamily="18" charset="0"/>
                        </a:rPr>
                        <a:t>up</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38100">
                      <a:solidFill>
                        <a:srgbClr val="000000"/>
                      </a:solidFill>
                      <a:prstDash val="solid"/>
                    </a:lnB>
                  </a:tcPr>
                </a:tc>
                <a:tc>
                  <a:txBody>
                    <a:bodyPr/>
                    <a:lstStyle/>
                    <a:p>
                      <a:pPr marL="69850">
                        <a:lnSpc>
                          <a:spcPct val="100000"/>
                        </a:lnSpc>
                        <a:spcBef>
                          <a:spcPts val="70"/>
                        </a:spcBef>
                      </a:pPr>
                      <a:r>
                        <a:rPr sz="2400" dirty="0">
                          <a:latin typeface="Times New Roman" panose="02020603050405020304" pitchFamily="18" charset="0"/>
                          <a:cs typeface="Times New Roman" panose="02020603050405020304" pitchFamily="18" charset="0"/>
                        </a:rPr>
                        <a:t>Në</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majtë</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ekranit</a:t>
                      </a:r>
                      <a:r>
                        <a:rPr sz="2400" spc="-20" dirty="0">
                          <a:latin typeface="Times New Roman" panose="02020603050405020304" pitchFamily="18" charset="0"/>
                          <a:cs typeface="Times New Roman" panose="02020603050405020304" pitchFamily="18" charset="0"/>
                        </a:rPr>
                        <a:t> etj.</a:t>
                      </a:r>
                      <a:endParaRPr sz="2400" dirty="0">
                        <a:latin typeface="Times New Roman" panose="02020603050405020304" pitchFamily="18" charset="0"/>
                        <a:cs typeface="Times New Roman" panose="02020603050405020304" pitchFamily="18" charset="0"/>
                      </a:endParaRPr>
                    </a:p>
                  </a:txBody>
                  <a:tcPr marL="0" marR="0" marT="12456" marB="0">
                    <a:lnL w="38100">
                      <a:solidFill>
                        <a:srgbClr val="000000"/>
                      </a:solidFill>
                      <a:prstDash val="solid"/>
                    </a:lnL>
                    <a:lnR w="38100">
                      <a:solidFill>
                        <a:srgbClr val="000000"/>
                      </a:solidFill>
                      <a:prstDash val="solid"/>
                    </a:lnR>
                    <a:lnT w="28575">
                      <a:solidFill>
                        <a:srgbClr val="000000"/>
                      </a:solidFill>
                      <a:prstDash val="solid"/>
                    </a:lnT>
                    <a:lnB w="38100">
                      <a:solidFill>
                        <a:srgbClr val="000000"/>
                      </a:solidFill>
                      <a:prstDash val="solid"/>
                    </a:lnB>
                  </a:tcPr>
                </a:tc>
                <a:extLst>
                  <a:ext uri="{0D108BD9-81ED-4DB2-BD59-A6C34878D82A}">
                    <a16:rowId xmlns:a16="http://schemas.microsoft.com/office/drawing/2014/main" val="10014"/>
                  </a:ext>
                </a:extLst>
              </a:tr>
            </a:tbl>
          </a:graphicData>
        </a:graphic>
      </p:graphicFrame>
      <p:pic>
        <p:nvPicPr>
          <p:cNvPr id="3" name="Picture 2">
            <a:extLst>
              <a:ext uri="{FF2B5EF4-FFF2-40B4-BE49-F238E27FC236}">
                <a16:creationId xmlns:a16="http://schemas.microsoft.com/office/drawing/2014/main" id="{5917BC53-1669-4E20-8AE8-F9ED55C12E50}"/>
              </a:ext>
            </a:extLst>
          </p:cNvPr>
          <p:cNvPicPr>
            <a:picLocks noChangeAspect="1"/>
          </p:cNvPicPr>
          <p:nvPr/>
        </p:nvPicPr>
        <p:blipFill>
          <a:blip r:embed="rId2"/>
          <a:stretch>
            <a:fillRect/>
          </a:stretch>
        </p:blipFill>
        <p:spPr>
          <a:xfrm>
            <a:off x="1711515" y="179301"/>
            <a:ext cx="1452911" cy="720351"/>
          </a:xfrm>
          <a:prstGeom prst="rect">
            <a:avLst/>
          </a:prstGeom>
        </p:spPr>
      </p:pic>
      <p:cxnSp>
        <p:nvCxnSpPr>
          <p:cNvPr id="4" name="Straight Arrow Connector 3">
            <a:extLst>
              <a:ext uri="{FF2B5EF4-FFF2-40B4-BE49-F238E27FC236}">
                <a16:creationId xmlns:a16="http://schemas.microsoft.com/office/drawing/2014/main" id="{9DD83E0C-C26E-478B-99C1-590FC2D2B592}"/>
              </a:ext>
            </a:extLst>
          </p:cNvPr>
          <p:cNvCxnSpPr/>
          <p:nvPr/>
        </p:nvCxnSpPr>
        <p:spPr>
          <a:xfrm>
            <a:off x="2064774" y="2698955"/>
            <a:ext cx="66367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 name="Straight Arrow Connector 5">
            <a:extLst>
              <a:ext uri="{FF2B5EF4-FFF2-40B4-BE49-F238E27FC236}">
                <a16:creationId xmlns:a16="http://schemas.microsoft.com/office/drawing/2014/main" id="{C45D5ECF-C74C-496C-8217-81518FDA1534}"/>
              </a:ext>
            </a:extLst>
          </p:cNvPr>
          <p:cNvCxnSpPr/>
          <p:nvPr/>
        </p:nvCxnSpPr>
        <p:spPr>
          <a:xfrm flipH="1">
            <a:off x="1961535" y="3067665"/>
            <a:ext cx="76691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08419ABC-F532-4BA0-99D0-DC495B1C9271}"/>
              </a:ext>
            </a:extLst>
          </p:cNvPr>
          <p:cNvCxnSpPr/>
          <p:nvPr/>
        </p:nvCxnSpPr>
        <p:spPr>
          <a:xfrm>
            <a:off x="2330245" y="3406877"/>
            <a:ext cx="0" cy="4572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262FBA8D-0425-4D22-A94C-746F3640E9A7}"/>
              </a:ext>
            </a:extLst>
          </p:cNvPr>
          <p:cNvCxnSpPr/>
          <p:nvPr/>
        </p:nvCxnSpPr>
        <p:spPr>
          <a:xfrm flipV="1">
            <a:off x="2330245" y="4114800"/>
            <a:ext cx="0" cy="44245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22783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979459B-A791-4B4F-809A-FB7EF7AA88A6}"/>
              </a:ext>
            </a:extLst>
          </p:cNvPr>
          <p:cNvGraphicFramePr>
            <a:graphicFrameLocks noGrp="1"/>
          </p:cNvGraphicFramePr>
          <p:nvPr>
            <p:extLst>
              <p:ext uri="{D42A27DB-BD31-4B8C-83A1-F6EECF244321}">
                <p14:modId xmlns:p14="http://schemas.microsoft.com/office/powerpoint/2010/main" val="453585898"/>
              </p:ext>
            </p:extLst>
          </p:nvPr>
        </p:nvGraphicFramePr>
        <p:xfrm>
          <a:off x="651353" y="588723"/>
          <a:ext cx="9594937" cy="6326632"/>
        </p:xfrm>
        <a:graphic>
          <a:graphicData uri="http://schemas.openxmlformats.org/drawingml/2006/table">
            <a:tbl>
              <a:tblPr firstRow="1" firstCol="1" bandRow="1"/>
              <a:tblGrid>
                <a:gridCol w="1284646">
                  <a:extLst>
                    <a:ext uri="{9D8B030D-6E8A-4147-A177-3AD203B41FA5}">
                      <a16:colId xmlns:a16="http://schemas.microsoft.com/office/drawing/2014/main" val="2868184106"/>
                    </a:ext>
                  </a:extLst>
                </a:gridCol>
                <a:gridCol w="8310291">
                  <a:extLst>
                    <a:ext uri="{9D8B030D-6E8A-4147-A177-3AD203B41FA5}">
                      <a16:colId xmlns:a16="http://schemas.microsoft.com/office/drawing/2014/main" val="1580969791"/>
                    </a:ext>
                  </a:extLst>
                </a:gridCol>
              </a:tblGrid>
              <a:tr h="478880">
                <a:tc gridSpan="2">
                  <a:txBody>
                    <a:bodyPr/>
                    <a:lstStyle/>
                    <a:p>
                      <a:pPr algn="ctr">
                        <a:lnSpc>
                          <a:spcPct val="107000"/>
                        </a:lnSpc>
                        <a:spcAft>
                          <a:spcPts val="800"/>
                        </a:spcAft>
                      </a:pPr>
                      <a:r>
                        <a:rPr lang="sq-AL" sz="3200" b="1" kern="100" dirty="0">
                          <a:effectLst/>
                          <a:latin typeface="Times New Roman" panose="02020603050405020304" pitchFamily="18" charset="0"/>
                          <a:ea typeface="Aptos"/>
                          <a:cs typeface="Times New Roman" panose="02020603050405020304" pitchFamily="18" charset="0"/>
                        </a:rPr>
                        <a:t>Tastet e funksioneve të kompjuterit</a:t>
                      </a:r>
                      <a:endParaRPr lang="sq-XK" sz="1600" b="1" kern="100" dirty="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sq-AL"/>
                    </a:p>
                  </a:txBody>
                  <a:tcPr/>
                </a:tc>
                <a:extLst>
                  <a:ext uri="{0D108BD9-81ED-4DB2-BD59-A6C34878D82A}">
                    <a16:rowId xmlns:a16="http://schemas.microsoft.com/office/drawing/2014/main" val="598974254"/>
                  </a:ext>
                </a:extLst>
              </a:tr>
              <a:tr h="478880">
                <a:tc>
                  <a:txBody>
                    <a:bodyPr/>
                    <a:lstStyle/>
                    <a:p>
                      <a:pPr algn="ctr">
                        <a:lnSpc>
                          <a:spcPct val="107000"/>
                        </a:lnSpc>
                        <a:spcAft>
                          <a:spcPts val="800"/>
                        </a:spcAft>
                      </a:pPr>
                      <a:r>
                        <a:rPr lang="sq-AL" sz="3200" b="1" kern="100">
                          <a:effectLst/>
                          <a:latin typeface="Times New Roman" panose="02020603050405020304" pitchFamily="18" charset="0"/>
                          <a:ea typeface="Aptos"/>
                          <a:cs typeface="Times New Roman" panose="02020603050405020304" pitchFamily="18" charset="0"/>
                        </a:rPr>
                        <a:t>F1</a:t>
                      </a:r>
                      <a:endParaRPr lang="sq-XK" sz="1600" b="1"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Merr ndihmë!</a:t>
                      </a:r>
                      <a:endParaRPr lang="sq-XK" sz="1600" kern="100" dirty="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4849930"/>
                  </a:ext>
                </a:extLst>
              </a:tr>
              <a:tr h="478880">
                <a:tc>
                  <a:txBody>
                    <a:bodyPr/>
                    <a:lstStyle/>
                    <a:p>
                      <a:pPr algn="ctr">
                        <a:lnSpc>
                          <a:spcPct val="107000"/>
                        </a:lnSpc>
                        <a:spcAft>
                          <a:spcPts val="800"/>
                        </a:spcAft>
                      </a:pPr>
                      <a:r>
                        <a:rPr lang="sq-AL" sz="3200" b="1" kern="100">
                          <a:effectLst/>
                          <a:latin typeface="Times New Roman" panose="02020603050405020304" pitchFamily="18" charset="0"/>
                          <a:ea typeface="Aptos"/>
                          <a:cs typeface="Times New Roman" panose="02020603050405020304" pitchFamily="18" charset="0"/>
                        </a:rPr>
                        <a:t>F2</a:t>
                      </a:r>
                      <a:endParaRPr lang="sq-XK" sz="1600" b="1"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nSpc>
                          <a:spcPct val="107000"/>
                        </a:lnSpc>
                        <a:spcAft>
                          <a:spcPts val="800"/>
                        </a:spcAft>
                      </a:pPr>
                      <a:r>
                        <a:rPr lang="sq-AL" sz="3200" kern="100">
                          <a:effectLst/>
                          <a:latin typeface="Times New Roman" panose="02020603050405020304" pitchFamily="18" charset="0"/>
                          <a:ea typeface="Aptos"/>
                          <a:cs typeface="Times New Roman" panose="02020603050405020304" pitchFamily="18" charset="0"/>
                        </a:rPr>
                        <a:t>Riemërto fajlin ose folderin</a:t>
                      </a:r>
                      <a:endParaRPr lang="sq-XK" sz="1600"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8878036"/>
                  </a:ext>
                </a:extLst>
              </a:tr>
              <a:tr h="478880">
                <a:tc>
                  <a:txBody>
                    <a:bodyPr/>
                    <a:lstStyle/>
                    <a:p>
                      <a:pPr algn="ctr">
                        <a:lnSpc>
                          <a:spcPct val="107000"/>
                        </a:lnSpc>
                        <a:spcAft>
                          <a:spcPts val="800"/>
                        </a:spcAft>
                      </a:pPr>
                      <a:r>
                        <a:rPr lang="sq-AL" sz="3200" b="1" kern="100">
                          <a:effectLst/>
                          <a:latin typeface="Times New Roman" panose="02020603050405020304" pitchFamily="18" charset="0"/>
                          <a:ea typeface="Aptos"/>
                          <a:cs typeface="Times New Roman" panose="02020603050405020304" pitchFamily="18" charset="0"/>
                        </a:rPr>
                        <a:t>F3</a:t>
                      </a:r>
                      <a:endParaRPr lang="sq-XK" sz="1600" b="1"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nSpc>
                          <a:spcPct val="107000"/>
                        </a:lnSpc>
                        <a:spcAft>
                          <a:spcPts val="800"/>
                        </a:spcAft>
                      </a:pPr>
                      <a:r>
                        <a:rPr lang="sq-AL" sz="3200" kern="100">
                          <a:effectLst/>
                          <a:latin typeface="Times New Roman" panose="02020603050405020304" pitchFamily="18" charset="0"/>
                          <a:ea typeface="Aptos"/>
                          <a:cs typeface="Times New Roman" panose="02020603050405020304" pitchFamily="18" charset="0"/>
                        </a:rPr>
                        <a:t>Gjej fajlin ose folderin</a:t>
                      </a:r>
                      <a:endParaRPr lang="sq-XK" sz="1600"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3887810"/>
                  </a:ext>
                </a:extLst>
              </a:tr>
              <a:tr h="478880">
                <a:tc>
                  <a:txBody>
                    <a:bodyPr/>
                    <a:lstStyle/>
                    <a:p>
                      <a:pPr algn="ctr">
                        <a:lnSpc>
                          <a:spcPct val="107000"/>
                        </a:lnSpc>
                        <a:spcAft>
                          <a:spcPts val="800"/>
                        </a:spcAft>
                      </a:pPr>
                      <a:r>
                        <a:rPr lang="sq-AL" sz="3200" b="1" kern="100">
                          <a:effectLst/>
                          <a:latin typeface="Times New Roman" panose="02020603050405020304" pitchFamily="18" charset="0"/>
                          <a:ea typeface="Aptos"/>
                          <a:cs typeface="Times New Roman" panose="02020603050405020304" pitchFamily="18" charset="0"/>
                        </a:rPr>
                        <a:t>F4</a:t>
                      </a:r>
                      <a:endParaRPr lang="sq-XK" sz="1600" b="1"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nSpc>
                          <a:spcPct val="107000"/>
                        </a:lnSpc>
                        <a:spcAft>
                          <a:spcPts val="800"/>
                        </a:spcAft>
                      </a:pPr>
                      <a:r>
                        <a:rPr lang="sq-AL" sz="3200" kern="100">
                          <a:effectLst/>
                          <a:latin typeface="Times New Roman" panose="02020603050405020304" pitchFamily="18" charset="0"/>
                          <a:ea typeface="Aptos"/>
                          <a:cs typeface="Times New Roman" panose="02020603050405020304" pitchFamily="18" charset="0"/>
                        </a:rPr>
                        <a:t>Përsërite hapin e fundit</a:t>
                      </a:r>
                      <a:endParaRPr lang="sq-XK" sz="1600"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924240"/>
                  </a:ext>
                </a:extLst>
              </a:tr>
              <a:tr h="478880">
                <a:tc>
                  <a:txBody>
                    <a:bodyPr/>
                    <a:lstStyle/>
                    <a:p>
                      <a:pPr algn="ctr">
                        <a:lnSpc>
                          <a:spcPct val="107000"/>
                        </a:lnSpc>
                        <a:spcAft>
                          <a:spcPts val="800"/>
                        </a:spcAft>
                      </a:pPr>
                      <a:r>
                        <a:rPr lang="sq-AL" sz="3200" b="1" kern="100">
                          <a:effectLst/>
                          <a:latin typeface="Times New Roman" panose="02020603050405020304" pitchFamily="18" charset="0"/>
                          <a:ea typeface="Aptos"/>
                          <a:cs typeface="Times New Roman" panose="02020603050405020304" pitchFamily="18" charset="0"/>
                        </a:rPr>
                        <a:t>F5</a:t>
                      </a:r>
                      <a:endParaRPr lang="sq-XK" sz="1600" b="1"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nSpc>
                          <a:spcPct val="107000"/>
                        </a:lnSpc>
                        <a:spcAft>
                          <a:spcPts val="800"/>
                        </a:spcAft>
                      </a:pPr>
                      <a:r>
                        <a:rPr lang="sq-AL" sz="3200" kern="100">
                          <a:effectLst/>
                          <a:latin typeface="Times New Roman" panose="02020603050405020304" pitchFamily="18" charset="0"/>
                          <a:ea typeface="Aptos"/>
                          <a:cs typeface="Times New Roman" panose="02020603050405020304" pitchFamily="18" charset="0"/>
                        </a:rPr>
                        <a:t>Rifresko </a:t>
                      </a:r>
                      <a:endParaRPr lang="sq-XK" sz="1600"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5410182"/>
                  </a:ext>
                </a:extLst>
              </a:tr>
              <a:tr h="478880">
                <a:tc>
                  <a:txBody>
                    <a:bodyPr/>
                    <a:lstStyle/>
                    <a:p>
                      <a:pPr algn="ctr">
                        <a:lnSpc>
                          <a:spcPct val="107000"/>
                        </a:lnSpc>
                        <a:spcAft>
                          <a:spcPts val="800"/>
                        </a:spcAft>
                      </a:pPr>
                      <a:r>
                        <a:rPr lang="sq-AL" sz="3200" b="1" kern="100">
                          <a:effectLst/>
                          <a:latin typeface="Times New Roman" panose="02020603050405020304" pitchFamily="18" charset="0"/>
                          <a:ea typeface="Aptos"/>
                          <a:cs typeface="Times New Roman" panose="02020603050405020304" pitchFamily="18" charset="0"/>
                        </a:rPr>
                        <a:t>F6</a:t>
                      </a:r>
                      <a:endParaRPr lang="sq-XK" sz="1600" b="1"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nSpc>
                          <a:spcPct val="107000"/>
                        </a:lnSpc>
                        <a:spcAft>
                          <a:spcPts val="800"/>
                        </a:spcAft>
                      </a:pPr>
                      <a:r>
                        <a:rPr lang="sq-AL" sz="3200" kern="100">
                          <a:effectLst/>
                          <a:latin typeface="Times New Roman" panose="02020603050405020304" pitchFamily="18" charset="0"/>
                          <a:ea typeface="Aptos"/>
                          <a:cs typeface="Times New Roman" panose="02020603050405020304" pitchFamily="18" charset="0"/>
                        </a:rPr>
                        <a:t>Stili (fotoshop)</a:t>
                      </a:r>
                      <a:endParaRPr lang="sq-XK" sz="1600"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1495514"/>
                  </a:ext>
                </a:extLst>
              </a:tr>
              <a:tr h="478880">
                <a:tc>
                  <a:txBody>
                    <a:bodyPr/>
                    <a:lstStyle/>
                    <a:p>
                      <a:pPr algn="ctr">
                        <a:lnSpc>
                          <a:spcPct val="107000"/>
                        </a:lnSpc>
                        <a:spcAft>
                          <a:spcPts val="800"/>
                        </a:spcAft>
                      </a:pPr>
                      <a:r>
                        <a:rPr lang="sq-AL" sz="3200" b="1" kern="100">
                          <a:effectLst/>
                          <a:latin typeface="Times New Roman" panose="02020603050405020304" pitchFamily="18" charset="0"/>
                          <a:ea typeface="Aptos"/>
                          <a:cs typeface="Times New Roman" panose="02020603050405020304" pitchFamily="18" charset="0"/>
                        </a:rPr>
                        <a:t>F7</a:t>
                      </a:r>
                      <a:endParaRPr lang="sq-XK" sz="1600" b="1"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nSpc>
                          <a:spcPct val="107000"/>
                        </a:lnSpc>
                        <a:spcAft>
                          <a:spcPts val="800"/>
                        </a:spcAft>
                      </a:pPr>
                      <a:r>
                        <a:rPr lang="sq-AL" sz="3200" kern="100">
                          <a:effectLst/>
                          <a:latin typeface="Times New Roman" panose="02020603050405020304" pitchFamily="18" charset="0"/>
                          <a:ea typeface="Aptos"/>
                          <a:cs typeface="Times New Roman" panose="02020603050405020304" pitchFamily="18" charset="0"/>
                        </a:rPr>
                        <a:t>Kontrollo drejtëshkrimin dhe gramatikën</a:t>
                      </a:r>
                      <a:endParaRPr lang="sq-XK" sz="1600"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6533262"/>
                  </a:ext>
                </a:extLst>
              </a:tr>
              <a:tr h="478880">
                <a:tc>
                  <a:txBody>
                    <a:bodyPr/>
                    <a:lstStyle/>
                    <a:p>
                      <a:pPr algn="ctr">
                        <a:lnSpc>
                          <a:spcPct val="107000"/>
                        </a:lnSpc>
                        <a:spcAft>
                          <a:spcPts val="800"/>
                        </a:spcAft>
                      </a:pPr>
                      <a:r>
                        <a:rPr lang="sq-AL" sz="3200" b="1" kern="100">
                          <a:effectLst/>
                          <a:latin typeface="Times New Roman" panose="02020603050405020304" pitchFamily="18" charset="0"/>
                          <a:ea typeface="Aptos"/>
                          <a:cs typeface="Times New Roman" panose="02020603050405020304" pitchFamily="18" charset="0"/>
                        </a:rPr>
                        <a:t>F8</a:t>
                      </a:r>
                      <a:endParaRPr lang="sq-XK" sz="1600" b="1"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nSpc>
                          <a:spcPct val="107000"/>
                        </a:lnSpc>
                        <a:spcAft>
                          <a:spcPts val="800"/>
                        </a:spcAft>
                      </a:pPr>
                      <a:r>
                        <a:rPr lang="sq-AL" sz="3200" kern="100">
                          <a:effectLst/>
                          <a:latin typeface="Times New Roman" panose="02020603050405020304" pitchFamily="18" charset="0"/>
                          <a:ea typeface="Aptos"/>
                          <a:cs typeface="Times New Roman" panose="02020603050405020304" pitchFamily="18" charset="0"/>
                        </a:rPr>
                        <a:t>Safe mode</a:t>
                      </a:r>
                      <a:endParaRPr lang="sq-XK" sz="1600"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3644490"/>
                  </a:ext>
                </a:extLst>
              </a:tr>
              <a:tr h="478880">
                <a:tc>
                  <a:txBody>
                    <a:bodyPr/>
                    <a:lstStyle/>
                    <a:p>
                      <a:pPr algn="ctr">
                        <a:lnSpc>
                          <a:spcPct val="107000"/>
                        </a:lnSpc>
                        <a:spcAft>
                          <a:spcPts val="800"/>
                        </a:spcAft>
                      </a:pPr>
                      <a:r>
                        <a:rPr lang="sq-AL" sz="3200" b="1" kern="100">
                          <a:effectLst/>
                          <a:latin typeface="Times New Roman" panose="02020603050405020304" pitchFamily="18" charset="0"/>
                          <a:ea typeface="Aptos"/>
                          <a:cs typeface="Times New Roman" panose="02020603050405020304" pitchFamily="18" charset="0"/>
                        </a:rPr>
                        <a:t>F9</a:t>
                      </a:r>
                      <a:endParaRPr lang="sq-XK" sz="1600" b="1"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nSpc>
                          <a:spcPct val="107000"/>
                        </a:lnSpc>
                        <a:spcAft>
                          <a:spcPts val="800"/>
                        </a:spcAft>
                      </a:pPr>
                      <a:r>
                        <a:rPr lang="sq-AL" sz="3200" kern="100">
                          <a:effectLst/>
                          <a:latin typeface="Times New Roman" panose="02020603050405020304" pitchFamily="18" charset="0"/>
                          <a:ea typeface="Aptos"/>
                          <a:cs typeface="Times New Roman" panose="02020603050405020304" pitchFamily="18" charset="0"/>
                        </a:rPr>
                        <a:t>Transparenca </a:t>
                      </a:r>
                      <a:endParaRPr lang="sq-XK" sz="1600"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8331387"/>
                  </a:ext>
                </a:extLst>
              </a:tr>
              <a:tr h="478880">
                <a:tc>
                  <a:txBody>
                    <a:bodyPr/>
                    <a:lstStyle/>
                    <a:p>
                      <a:pPr algn="ctr">
                        <a:lnSpc>
                          <a:spcPct val="107000"/>
                        </a:lnSpc>
                        <a:spcAft>
                          <a:spcPts val="800"/>
                        </a:spcAft>
                      </a:pPr>
                      <a:r>
                        <a:rPr lang="sq-AL" sz="3200" b="1" kern="100">
                          <a:effectLst/>
                          <a:latin typeface="Times New Roman" panose="02020603050405020304" pitchFamily="18" charset="0"/>
                          <a:ea typeface="Aptos"/>
                          <a:cs typeface="Times New Roman" panose="02020603050405020304" pitchFamily="18" charset="0"/>
                        </a:rPr>
                        <a:t>F10</a:t>
                      </a:r>
                      <a:endParaRPr lang="sq-XK" sz="1600" b="1"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nSpc>
                          <a:spcPct val="107000"/>
                        </a:lnSpc>
                        <a:spcAft>
                          <a:spcPts val="800"/>
                        </a:spcAft>
                      </a:pPr>
                      <a:r>
                        <a:rPr lang="sq-AL" sz="3200" kern="100">
                          <a:effectLst/>
                          <a:latin typeface="Times New Roman" panose="02020603050405020304" pitchFamily="18" charset="0"/>
                          <a:ea typeface="Aptos"/>
                          <a:cs typeface="Times New Roman" panose="02020603050405020304" pitchFamily="18" charset="0"/>
                        </a:rPr>
                        <a:t>Selektimi i file menu-së</a:t>
                      </a:r>
                      <a:endParaRPr lang="sq-XK" sz="1600"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0132070"/>
                  </a:ext>
                </a:extLst>
              </a:tr>
              <a:tr h="478880">
                <a:tc>
                  <a:txBody>
                    <a:bodyPr/>
                    <a:lstStyle/>
                    <a:p>
                      <a:pPr algn="ctr">
                        <a:lnSpc>
                          <a:spcPct val="107000"/>
                        </a:lnSpc>
                        <a:spcAft>
                          <a:spcPts val="800"/>
                        </a:spcAft>
                      </a:pPr>
                      <a:r>
                        <a:rPr lang="sq-AL" sz="3200" b="1" kern="100">
                          <a:effectLst/>
                          <a:latin typeface="Times New Roman" panose="02020603050405020304" pitchFamily="18" charset="0"/>
                          <a:ea typeface="Aptos"/>
                          <a:cs typeface="Times New Roman" panose="02020603050405020304" pitchFamily="18" charset="0"/>
                        </a:rPr>
                        <a:t>F11</a:t>
                      </a:r>
                      <a:endParaRPr lang="sq-XK" sz="1600" b="1"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nSpc>
                          <a:spcPct val="107000"/>
                        </a:lnSpc>
                        <a:spcAft>
                          <a:spcPts val="800"/>
                        </a:spcAft>
                      </a:pPr>
                      <a:r>
                        <a:rPr lang="sq-AL" sz="3200" kern="100">
                          <a:effectLst/>
                          <a:latin typeface="Times New Roman" panose="02020603050405020304" pitchFamily="18" charset="0"/>
                          <a:ea typeface="Aptos"/>
                          <a:cs typeface="Times New Roman" panose="02020603050405020304" pitchFamily="18" charset="0"/>
                        </a:rPr>
                        <a:t>Dritarja e plotë (full skreen)</a:t>
                      </a:r>
                      <a:endParaRPr lang="sq-XK" sz="1600" kern="10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5342117"/>
                  </a:ext>
                </a:extLst>
              </a:tr>
              <a:tr h="478880">
                <a:tc>
                  <a:txBody>
                    <a:bodyPr/>
                    <a:lstStyle/>
                    <a:p>
                      <a:pPr algn="ctr">
                        <a:lnSpc>
                          <a:spcPct val="107000"/>
                        </a:lnSpc>
                        <a:spcAft>
                          <a:spcPts val="800"/>
                        </a:spcAft>
                      </a:pPr>
                      <a:r>
                        <a:rPr lang="sq-AL" sz="3200" b="1" kern="100" dirty="0">
                          <a:effectLst/>
                          <a:latin typeface="Times New Roman" panose="02020603050405020304" pitchFamily="18" charset="0"/>
                          <a:ea typeface="Aptos"/>
                          <a:cs typeface="Times New Roman" panose="02020603050405020304" pitchFamily="18" charset="0"/>
                        </a:rPr>
                        <a:t>F12</a:t>
                      </a:r>
                      <a:endParaRPr lang="sq-XK" sz="1600" b="1" kern="100" dirty="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Save as (Ruaje sikur)</a:t>
                      </a:r>
                      <a:endParaRPr lang="sq-XK" sz="1600" kern="100" dirty="0">
                        <a:effectLst/>
                        <a:latin typeface="Times New Roman" panose="02020603050405020304" pitchFamily="18" charset="0"/>
                        <a:ea typeface="Aptos"/>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4311426"/>
                  </a:ext>
                </a:extLst>
              </a:tr>
            </a:tbl>
          </a:graphicData>
        </a:graphic>
      </p:graphicFrame>
    </p:spTree>
    <p:extLst>
      <p:ext uri="{BB962C8B-B14F-4D97-AF65-F5344CB8AC3E}">
        <p14:creationId xmlns:p14="http://schemas.microsoft.com/office/powerpoint/2010/main" val="3359611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4F07E2-5E94-4816-A64D-17B70689117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86697" y="355139"/>
            <a:ext cx="9792929" cy="6732639"/>
          </a:xfrm>
          <a:prstGeom prst="rect">
            <a:avLst/>
          </a:prstGeom>
        </p:spPr>
      </p:pic>
      <p:sp>
        <p:nvSpPr>
          <p:cNvPr id="4" name="Oval 3">
            <a:extLst>
              <a:ext uri="{FF2B5EF4-FFF2-40B4-BE49-F238E27FC236}">
                <a16:creationId xmlns:a16="http://schemas.microsoft.com/office/drawing/2014/main" id="{9E2E9401-7DE4-4BBA-A91C-127CA7A194D5}"/>
              </a:ext>
            </a:extLst>
          </p:cNvPr>
          <p:cNvSpPr/>
          <p:nvPr/>
        </p:nvSpPr>
        <p:spPr>
          <a:xfrm>
            <a:off x="7388942" y="3583859"/>
            <a:ext cx="2241755" cy="1076632"/>
          </a:xfrm>
          <a:prstGeom prst="ellipse">
            <a:avLst/>
          </a:prstGeom>
          <a:noFill/>
          <a:ln w="762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q-AL"/>
          </a:p>
        </p:txBody>
      </p:sp>
    </p:spTree>
    <p:extLst>
      <p:ext uri="{BB962C8B-B14F-4D97-AF65-F5344CB8AC3E}">
        <p14:creationId xmlns:p14="http://schemas.microsoft.com/office/powerpoint/2010/main" val="4097909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5400" dirty="0" err="1">
                <a:latin typeface="Times New Roman" panose="02020603050405020304" pitchFamily="18" charset="0"/>
                <a:cs typeface="Times New Roman" panose="02020603050405020304" pitchFamily="18" charset="0"/>
              </a:rPr>
              <a:t>Futja</a:t>
            </a:r>
            <a:r>
              <a:rPr sz="5400" dirty="0">
                <a:latin typeface="Times New Roman" panose="02020603050405020304" pitchFamily="18" charset="0"/>
                <a:cs typeface="Times New Roman" panose="02020603050405020304" pitchFamily="18" charset="0"/>
              </a:rPr>
              <a:t> e të </a:t>
            </a:r>
            <a:r>
              <a:rPr sz="5400" dirty="0" err="1">
                <a:latin typeface="Times New Roman" panose="02020603050405020304" pitchFamily="18" charset="0"/>
                <a:cs typeface="Times New Roman" panose="02020603050405020304" pitchFamily="18" charset="0"/>
              </a:rPr>
              <a:t>Dhënave</a:t>
            </a:r>
            <a:endParaRPr sz="5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Klikoni</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mbi</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një</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qelizë</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dhe</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shkruani</a:t>
            </a:r>
            <a:r>
              <a:rPr sz="3600" dirty="0">
                <a:latin typeface="Times New Roman" panose="02020603050405020304" pitchFamily="18" charset="0"/>
                <a:cs typeface="Times New Roman" panose="02020603050405020304" pitchFamily="18" charset="0"/>
              </a:rPr>
              <a:t>.</a:t>
            </a:r>
          </a:p>
          <a:p>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Përdorni</a:t>
            </a:r>
            <a:r>
              <a:rPr sz="3600" dirty="0">
                <a:latin typeface="Times New Roman" panose="02020603050405020304" pitchFamily="18" charset="0"/>
                <a:cs typeface="Times New Roman" panose="02020603050405020304" pitchFamily="18" charset="0"/>
              </a:rPr>
              <a:t> Enter </a:t>
            </a:r>
            <a:r>
              <a:rPr sz="3600" dirty="0" err="1">
                <a:latin typeface="Times New Roman" panose="02020603050405020304" pitchFamily="18" charset="0"/>
                <a:cs typeface="Times New Roman" panose="02020603050405020304" pitchFamily="18" charset="0"/>
              </a:rPr>
              <a:t>për</a:t>
            </a:r>
            <a:r>
              <a:rPr sz="3600" dirty="0">
                <a:latin typeface="Times New Roman" panose="02020603050405020304" pitchFamily="18" charset="0"/>
                <a:cs typeface="Times New Roman" panose="02020603050405020304" pitchFamily="18" charset="0"/>
              </a:rPr>
              <a:t> të </a:t>
            </a:r>
            <a:r>
              <a:rPr sz="3600" dirty="0" err="1">
                <a:latin typeface="Times New Roman" panose="02020603050405020304" pitchFamily="18" charset="0"/>
                <a:cs typeface="Times New Roman" panose="02020603050405020304" pitchFamily="18" charset="0"/>
              </a:rPr>
              <a:t>kaluar</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në</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qelizën</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poshtë</a:t>
            </a:r>
            <a:r>
              <a:rPr sz="3600" dirty="0">
                <a:latin typeface="Times New Roman" panose="02020603050405020304" pitchFamily="18" charset="0"/>
                <a:cs typeface="Times New Roman" panose="02020603050405020304" pitchFamily="18" charset="0"/>
              </a:rPr>
              <a:t>.</a:t>
            </a:r>
          </a:p>
          <a:p>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Përdorni</a:t>
            </a:r>
            <a:r>
              <a:rPr sz="3600" dirty="0">
                <a:latin typeface="Times New Roman" panose="02020603050405020304" pitchFamily="18" charset="0"/>
                <a:cs typeface="Times New Roman" panose="02020603050405020304" pitchFamily="18" charset="0"/>
              </a:rPr>
              <a:t> Tab </a:t>
            </a:r>
            <a:r>
              <a:rPr sz="3600" dirty="0" err="1">
                <a:latin typeface="Times New Roman" panose="02020603050405020304" pitchFamily="18" charset="0"/>
                <a:cs typeface="Times New Roman" panose="02020603050405020304" pitchFamily="18" charset="0"/>
              </a:rPr>
              <a:t>për</a:t>
            </a:r>
            <a:r>
              <a:rPr sz="3600" dirty="0">
                <a:latin typeface="Times New Roman" panose="02020603050405020304" pitchFamily="18" charset="0"/>
                <a:cs typeface="Times New Roman" panose="02020603050405020304" pitchFamily="18" charset="0"/>
              </a:rPr>
              <a:t> të </a:t>
            </a:r>
            <a:r>
              <a:rPr sz="3600" dirty="0" err="1">
                <a:latin typeface="Times New Roman" panose="02020603050405020304" pitchFamily="18" charset="0"/>
                <a:cs typeface="Times New Roman" panose="02020603050405020304" pitchFamily="18" charset="0"/>
              </a:rPr>
              <a:t>kaluar</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në</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qelizën</a:t>
            </a:r>
            <a:r>
              <a:rPr sz="3600" dirty="0">
                <a:latin typeface="Times New Roman" panose="02020603050405020304" pitchFamily="18" charset="0"/>
                <a:cs typeface="Times New Roman" panose="02020603050405020304" pitchFamily="18" charset="0"/>
              </a:rPr>
              <a:t> e </a:t>
            </a:r>
            <a:r>
              <a:rPr sz="3600" dirty="0" err="1">
                <a:latin typeface="Times New Roman" panose="02020603050405020304" pitchFamily="18" charset="0"/>
                <a:cs typeface="Times New Roman" panose="02020603050405020304" pitchFamily="18" charset="0"/>
              </a:rPr>
              <a:t>djathtë</a:t>
            </a:r>
            <a:r>
              <a:rPr sz="36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4F07E2-5E94-4816-A64D-17B70689117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86697" y="355139"/>
            <a:ext cx="9792929" cy="6732639"/>
          </a:xfrm>
          <a:prstGeom prst="rect">
            <a:avLst/>
          </a:prstGeom>
        </p:spPr>
      </p:pic>
      <p:sp>
        <p:nvSpPr>
          <p:cNvPr id="4" name="Oval 3">
            <a:extLst>
              <a:ext uri="{FF2B5EF4-FFF2-40B4-BE49-F238E27FC236}">
                <a16:creationId xmlns:a16="http://schemas.microsoft.com/office/drawing/2014/main" id="{9E2E9401-7DE4-4BBA-A91C-127CA7A194D5}"/>
              </a:ext>
            </a:extLst>
          </p:cNvPr>
          <p:cNvSpPr/>
          <p:nvPr/>
        </p:nvSpPr>
        <p:spPr>
          <a:xfrm>
            <a:off x="943898" y="2050026"/>
            <a:ext cx="1607574" cy="877530"/>
          </a:xfrm>
          <a:prstGeom prst="ellipse">
            <a:avLst/>
          </a:prstGeom>
          <a:noFill/>
          <a:ln w="762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q-AL"/>
          </a:p>
        </p:txBody>
      </p:sp>
      <p:sp>
        <p:nvSpPr>
          <p:cNvPr id="5" name="Oval 4">
            <a:extLst>
              <a:ext uri="{FF2B5EF4-FFF2-40B4-BE49-F238E27FC236}">
                <a16:creationId xmlns:a16="http://schemas.microsoft.com/office/drawing/2014/main" id="{7E1AE044-F622-4B0D-B9FA-0835733803F7}"/>
              </a:ext>
            </a:extLst>
          </p:cNvPr>
          <p:cNvSpPr/>
          <p:nvPr/>
        </p:nvSpPr>
        <p:spPr>
          <a:xfrm>
            <a:off x="7792065" y="2541640"/>
            <a:ext cx="2241755" cy="1076632"/>
          </a:xfrm>
          <a:prstGeom prst="ellipse">
            <a:avLst/>
          </a:prstGeom>
          <a:noFill/>
          <a:ln w="762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sq-AL"/>
          </a:p>
        </p:txBody>
      </p:sp>
    </p:spTree>
    <p:extLst>
      <p:ext uri="{BB962C8B-B14F-4D97-AF65-F5344CB8AC3E}">
        <p14:creationId xmlns:p14="http://schemas.microsoft.com/office/powerpoint/2010/main" val="3755731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D888FE-5608-4FF1-93D2-D7C20C678090}"/>
              </a:ext>
            </a:extLst>
          </p:cNvPr>
          <p:cNvSpPr txBox="1"/>
          <p:nvPr/>
        </p:nvSpPr>
        <p:spPr>
          <a:xfrm>
            <a:off x="221227" y="162233"/>
            <a:ext cx="9940412" cy="3108543"/>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sq-AL" sz="28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Zgjedhja (</a:t>
            </a:r>
            <a:r>
              <a:rPr kumimoji="0" lang="sq-AL" sz="2800" b="1"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Selektimi</a:t>
            </a:r>
            <a:r>
              <a:rPr kumimoji="0" lang="sq-AL" sz="28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në Excel</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Përshkrim:</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Si të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zgjedhni</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qeliza, rreshta dhe kolona.</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Procedura: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1. Klikoni dhe tërhiqni me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maus</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për të zgjedhur qeliza të shumta.</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 Klikoni mbi numrin e rreshtit ose shkronjën e kolonës për të zgjedhur të gjithë rreshtin ose kolonën.</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3. Përdorni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Ctrl</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A  për të zgjedhur të gjithë fletën.</a:t>
            </a:r>
          </a:p>
        </p:txBody>
      </p:sp>
      <p:pic>
        <p:nvPicPr>
          <p:cNvPr id="4" name="Picture 3">
            <a:extLst>
              <a:ext uri="{FF2B5EF4-FFF2-40B4-BE49-F238E27FC236}">
                <a16:creationId xmlns:a16="http://schemas.microsoft.com/office/drawing/2014/main" id="{6B8E09A4-0B53-44C4-851E-46A48D1D208E}"/>
              </a:ext>
            </a:extLst>
          </p:cNvPr>
          <p:cNvPicPr>
            <a:picLocks noChangeAspect="1"/>
          </p:cNvPicPr>
          <p:nvPr/>
        </p:nvPicPr>
        <p:blipFill>
          <a:blip r:embed="rId2"/>
          <a:stretch>
            <a:fillRect/>
          </a:stretch>
        </p:blipFill>
        <p:spPr>
          <a:xfrm>
            <a:off x="1902542" y="3430663"/>
            <a:ext cx="6474542" cy="3720789"/>
          </a:xfrm>
          <a:prstGeom prst="rect">
            <a:avLst/>
          </a:prstGeom>
        </p:spPr>
      </p:pic>
    </p:spTree>
    <p:extLst>
      <p:ext uri="{BB962C8B-B14F-4D97-AF65-F5344CB8AC3E}">
        <p14:creationId xmlns:p14="http://schemas.microsoft.com/office/powerpoint/2010/main" val="2886512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4">
            <a:extLst>
              <a:ext uri="{FF2B5EF4-FFF2-40B4-BE49-F238E27FC236}">
                <a16:creationId xmlns:a16="http://schemas.microsoft.com/office/drawing/2014/main" id="{8FF62417-1536-4C62-BD4A-2D955B1F7F5D}"/>
              </a:ext>
            </a:extLst>
          </p:cNvPr>
          <p:cNvSpPr txBox="1"/>
          <p:nvPr/>
        </p:nvSpPr>
        <p:spPr>
          <a:xfrm>
            <a:off x="368710" y="562538"/>
            <a:ext cx="10146890" cy="4524394"/>
          </a:xfrm>
          <a:prstGeom prst="rect">
            <a:avLst/>
          </a:prstGeom>
        </p:spPr>
        <p:txBody>
          <a:bodyPr vert="horz" wrap="square" lIns="0" tIns="18683" rIns="0" bIns="0" rtlCol="0">
            <a:spAutoFit/>
          </a:bodyPr>
          <a:lstStyle/>
          <a:p>
            <a:pPr marL="17794">
              <a:spcBef>
                <a:spcPts val="148"/>
              </a:spcBef>
            </a:pPr>
            <a:r>
              <a:rPr sz="2400" b="1" dirty="0">
                <a:latin typeface="Times New Roman" panose="02020603050405020304" pitchFamily="18" charset="0"/>
                <a:cs typeface="Times New Roman" panose="02020603050405020304" pitchFamily="18" charset="0"/>
              </a:rPr>
              <a:t>Edhe</a:t>
            </a:r>
            <a:r>
              <a:rPr sz="2400" b="1" spc="-3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në</a:t>
            </a:r>
            <a:r>
              <a:rPr sz="2400" b="1" spc="-28" dirty="0">
                <a:latin typeface="Times New Roman" panose="02020603050405020304" pitchFamily="18" charset="0"/>
                <a:cs typeface="Times New Roman" panose="02020603050405020304" pitchFamily="18" charset="0"/>
              </a:rPr>
              <a:t> </a:t>
            </a:r>
            <a:r>
              <a:rPr sz="2400" b="1" dirty="0" err="1">
                <a:latin typeface="Times New Roman" panose="02020603050405020304" pitchFamily="18" charset="0"/>
                <a:cs typeface="Times New Roman" panose="02020603050405020304" pitchFamily="18" charset="0"/>
              </a:rPr>
              <a:t>programin</a:t>
            </a:r>
            <a:r>
              <a:rPr sz="2400" b="1" spc="-43"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e</a:t>
            </a:r>
            <a:r>
              <a:rPr lang="sq-AL" sz="2400" b="1" dirty="0" err="1">
                <a:latin typeface="Times New Roman" panose="02020603050405020304" pitchFamily="18" charset="0"/>
                <a:cs typeface="Times New Roman" panose="02020603050405020304" pitchFamily="18" charset="0"/>
              </a:rPr>
              <a:t>xc</a:t>
            </a:r>
            <a:r>
              <a:rPr sz="2400" b="1" dirty="0" err="1">
                <a:latin typeface="Times New Roman" panose="02020603050405020304" pitchFamily="18" charset="0"/>
                <a:cs typeface="Times New Roman" panose="02020603050405020304" pitchFamily="18" charset="0"/>
              </a:rPr>
              <a:t>el</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ka</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disa</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mënyra</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për</a:t>
            </a:r>
            <a:r>
              <a:rPr sz="2400" b="1" spc="-3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zgjedhje,ne</a:t>
            </a:r>
            <a:r>
              <a:rPr sz="2400" b="1" spc="-3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do</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ti</a:t>
            </a:r>
            <a:r>
              <a:rPr sz="2400" b="1" spc="-14"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tregojmë</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disa</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prej</a:t>
            </a:r>
            <a:r>
              <a:rPr sz="2400" b="1" spc="-21" dirty="0">
                <a:latin typeface="Times New Roman" panose="02020603050405020304" pitchFamily="18" charset="0"/>
                <a:cs typeface="Times New Roman" panose="02020603050405020304" pitchFamily="18" charset="0"/>
              </a:rPr>
              <a:t> </a:t>
            </a:r>
            <a:r>
              <a:rPr sz="2400" b="1" spc="-14" dirty="0">
                <a:latin typeface="Times New Roman" panose="02020603050405020304" pitchFamily="18" charset="0"/>
                <a:cs typeface="Times New Roman" panose="02020603050405020304" pitchFamily="18" charset="0"/>
              </a:rPr>
              <a:t>tyre.</a:t>
            </a:r>
            <a:endParaRPr sz="2400" dirty="0">
              <a:latin typeface="Times New Roman" panose="02020603050405020304" pitchFamily="18" charset="0"/>
              <a:cs typeface="Times New Roman" panose="02020603050405020304" pitchFamily="18" charset="0"/>
            </a:endParaRPr>
          </a:p>
          <a:p>
            <a:pPr>
              <a:buFont typeface="Symbol"/>
              <a:buChar char=""/>
              <a:tabLst>
                <a:tab pos="657499" algn="l"/>
              </a:tabLst>
            </a:pPr>
            <a:r>
              <a:rPr sz="2400" dirty="0">
                <a:latin typeface="Times New Roman" panose="02020603050405020304" pitchFamily="18" charset="0"/>
                <a:cs typeface="Times New Roman" panose="02020603050405020304" pitchFamily="18" charset="0"/>
              </a:rPr>
              <a:t>Zgjedhja</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21"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një</a:t>
            </a:r>
            <a:r>
              <a:rPr sz="2400" spc="-21"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bëhet</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duke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shtypur</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një</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herë</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tastin</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majtë</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mbi</a:t>
            </a:r>
            <a:r>
              <a:rPr sz="2400" spc="-35" dirty="0">
                <a:latin typeface="Times New Roman" panose="02020603050405020304" pitchFamily="18" charset="0"/>
                <a:cs typeface="Times New Roman" panose="02020603050405020304" pitchFamily="18" charset="0"/>
              </a:rPr>
              <a:t> të.</a:t>
            </a:r>
            <a:endParaRPr sz="2400" dirty="0">
              <a:latin typeface="Times New Roman" panose="02020603050405020304" pitchFamily="18" charset="0"/>
              <a:cs typeface="Times New Roman" panose="02020603050405020304" pitchFamily="18" charset="0"/>
            </a:endParaRPr>
          </a:p>
          <a:p>
            <a:pPr marL="657499" indent="-319408">
              <a:spcBef>
                <a:spcPts val="119"/>
              </a:spcBef>
              <a:buFont typeface="Symbol"/>
              <a:buChar char=""/>
              <a:tabLst>
                <a:tab pos="657499" algn="l"/>
              </a:tabLst>
            </a:pPr>
            <a:r>
              <a:rPr sz="2400" dirty="0">
                <a:latin typeface="Times New Roman" panose="02020603050405020304" pitchFamily="18" charset="0"/>
                <a:cs typeface="Times New Roman" panose="02020603050405020304" pitchFamily="18" charset="0"/>
              </a:rPr>
              <a:t>Zgjedhja</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një</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kolone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bëhet</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duke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shtypur</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tastin</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majtë</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mbi</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shkronjen</a:t>
            </a:r>
            <a:r>
              <a:rPr sz="2400" spc="-43"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14" dirty="0">
                <a:latin typeface="Times New Roman" panose="02020603050405020304" pitchFamily="18" charset="0"/>
                <a:cs typeface="Times New Roman" panose="02020603050405020304" pitchFamily="18" charset="0"/>
              </a:rPr>
              <a:t> kolonës.</a:t>
            </a:r>
            <a:endParaRPr sz="2400" dirty="0">
              <a:latin typeface="Times New Roman" panose="02020603050405020304" pitchFamily="18" charset="0"/>
              <a:cs typeface="Times New Roman" panose="02020603050405020304" pitchFamily="18" charset="0"/>
            </a:endParaRPr>
          </a:p>
          <a:p>
            <a:pPr marL="657499" indent="-319408">
              <a:spcBef>
                <a:spcPts val="119"/>
              </a:spcBef>
              <a:buFont typeface="Symbol"/>
              <a:buChar char=""/>
              <a:tabLst>
                <a:tab pos="657499" algn="l"/>
              </a:tabLst>
            </a:pPr>
            <a:r>
              <a:rPr sz="2400" dirty="0">
                <a:latin typeface="Times New Roman" panose="02020603050405020304" pitchFamily="18" charset="0"/>
                <a:cs typeface="Times New Roman" panose="02020603050405020304" pitchFamily="18" charset="0"/>
              </a:rPr>
              <a:t>Zgjedhja</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një</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rreshti</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bëhet</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duke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shtypur</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tastin</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majtë</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mbi</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numrin</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35" dirty="0">
                <a:latin typeface="Times New Roman" panose="02020603050405020304" pitchFamily="18" charset="0"/>
                <a:cs typeface="Times New Roman" panose="02020603050405020304" pitchFamily="18" charset="0"/>
              </a:rPr>
              <a:t> </a:t>
            </a:r>
            <a:r>
              <a:rPr sz="2400" spc="-14" dirty="0">
                <a:latin typeface="Times New Roman" panose="02020603050405020304" pitchFamily="18" charset="0"/>
                <a:cs typeface="Times New Roman" panose="02020603050405020304" pitchFamily="18" charset="0"/>
              </a:rPr>
              <a:t>rreshtit.</a:t>
            </a:r>
            <a:endParaRPr sz="2400" dirty="0">
              <a:latin typeface="Times New Roman" panose="02020603050405020304" pitchFamily="18" charset="0"/>
              <a:cs typeface="Times New Roman" panose="02020603050405020304" pitchFamily="18" charset="0"/>
            </a:endParaRPr>
          </a:p>
          <a:p>
            <a:pPr marL="658389" marR="317628" indent="-320298">
              <a:lnSpc>
                <a:spcPct val="101800"/>
              </a:lnSpc>
              <a:spcBef>
                <a:spcPts val="84"/>
              </a:spcBef>
              <a:buFont typeface="Symbol"/>
              <a:buChar char=""/>
              <a:tabLst>
                <a:tab pos="658389" algn="l"/>
              </a:tabLst>
            </a:pPr>
            <a:r>
              <a:rPr sz="2400" dirty="0">
                <a:latin typeface="Times New Roman" panose="02020603050405020304" pitchFamily="18" charset="0"/>
                <a:cs typeface="Times New Roman" panose="02020603050405020304" pitchFamily="18" charset="0"/>
              </a:rPr>
              <a:t>Zgjedhja</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21"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disa</a:t>
            </a:r>
            <a:r>
              <a:rPr sz="2400" spc="-21"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ave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bëhet duke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shtypur</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tastin</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majtë</a:t>
            </a:r>
            <a:r>
              <a:rPr sz="2400" spc="-21"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mbi</a:t>
            </a:r>
            <a:r>
              <a:rPr sz="2400" spc="-21"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dhe</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duke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35"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mbaj</a:t>
            </a:r>
            <a:r>
              <a:rPr lang="sq-AL" sz="2400" dirty="0" err="1">
                <a:latin typeface="Times New Roman" panose="02020603050405020304" pitchFamily="18" charset="0"/>
                <a:cs typeface="Times New Roman" panose="02020603050405020304" pitchFamily="18" charset="0"/>
              </a:rPr>
              <a:t>tur</a:t>
            </a:r>
            <a:r>
              <a:rPr sz="2400" spc="-21" dirty="0">
                <a:latin typeface="Times New Roman" panose="02020603050405020304" pitchFamily="18" charset="0"/>
                <a:cs typeface="Times New Roman" panose="02020603050405020304" pitchFamily="18" charset="0"/>
              </a:rPr>
              <a:t> </a:t>
            </a:r>
            <a:r>
              <a:rPr sz="2400" spc="-35" dirty="0">
                <a:latin typeface="Times New Roman" panose="02020603050405020304" pitchFamily="18" charset="0"/>
                <a:cs typeface="Times New Roman" panose="02020603050405020304" pitchFamily="18" charset="0"/>
              </a:rPr>
              <a:t>të </a:t>
            </a:r>
            <a:r>
              <a:rPr sz="2400" dirty="0">
                <a:latin typeface="Times New Roman" panose="02020603050405020304" pitchFamily="18" charset="0"/>
                <a:cs typeface="Times New Roman" panose="02020603050405020304" pitchFamily="18" charset="0"/>
              </a:rPr>
              <a:t>shtypur</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tastin</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43"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majtë</a:t>
            </a:r>
            <a:r>
              <a:rPr sz="2400" spc="-35"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zgjedhim</a:t>
            </a:r>
            <a:r>
              <a:rPr sz="2400" spc="-14"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qeliz</a:t>
            </a:r>
            <a:r>
              <a:rPr sz="2400" dirty="0" err="1">
                <a:latin typeface="Times New Roman" panose="02020603050405020304" pitchFamily="18" charset="0"/>
                <a:cs typeface="Times New Roman" panose="02020603050405020304" pitchFamily="18" charset="0"/>
              </a:rPr>
              <a:t>at</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21" dirty="0">
                <a:latin typeface="Times New Roman" panose="02020603050405020304" pitchFamily="18" charset="0"/>
                <a:cs typeface="Times New Roman" panose="02020603050405020304" pitchFamily="18" charset="0"/>
              </a:rPr>
              <a:t> </a:t>
            </a:r>
            <a:r>
              <a:rPr sz="2400" spc="-14" dirty="0">
                <a:latin typeface="Times New Roman" panose="02020603050405020304" pitchFamily="18" charset="0"/>
                <a:cs typeface="Times New Roman" panose="02020603050405020304" pitchFamily="18" charset="0"/>
              </a:rPr>
              <a:t>dëshiruara.</a:t>
            </a:r>
            <a:endParaRPr sz="2400" dirty="0">
              <a:latin typeface="Times New Roman" panose="02020603050405020304" pitchFamily="18" charset="0"/>
              <a:cs typeface="Times New Roman" panose="02020603050405020304" pitchFamily="18" charset="0"/>
            </a:endParaRPr>
          </a:p>
          <a:p>
            <a:pPr marL="658389" marR="7118" indent="-320298">
              <a:lnSpc>
                <a:spcPct val="101800"/>
              </a:lnSpc>
              <a:spcBef>
                <a:spcPts val="63"/>
              </a:spcBef>
              <a:buFont typeface="Symbol"/>
              <a:buChar char=""/>
              <a:tabLst>
                <a:tab pos="658389" algn="l"/>
              </a:tabLst>
            </a:pPr>
            <a:r>
              <a:rPr sz="2400" dirty="0">
                <a:latin typeface="Times New Roman" panose="02020603050405020304" pitchFamily="18" charset="0"/>
                <a:cs typeface="Times New Roman" panose="02020603050405020304" pitchFamily="18" charset="0"/>
              </a:rPr>
              <a:t>Selektimi</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tërë</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fletës</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punuese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mund</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bëhet</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përmes</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kombinimit</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tasteve</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në</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tastierë</a:t>
            </a:r>
            <a:r>
              <a:rPr sz="2400" spc="49"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Ctrl</a:t>
            </a:r>
            <a:r>
              <a:rPr sz="2400" b="1" spc="-14"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a:t>
            </a:r>
            <a:r>
              <a:rPr sz="2400" b="1" spc="-43" dirty="0">
                <a:latin typeface="Times New Roman" panose="02020603050405020304" pitchFamily="18" charset="0"/>
                <a:cs typeface="Times New Roman" panose="02020603050405020304" pitchFamily="18" charset="0"/>
              </a:rPr>
              <a:t> </a:t>
            </a:r>
            <a:r>
              <a:rPr sz="2400" b="1" spc="-70" dirty="0">
                <a:latin typeface="Times New Roman" panose="02020603050405020304" pitchFamily="18" charset="0"/>
                <a:cs typeface="Times New Roman" panose="02020603050405020304" pitchFamily="18" charset="0"/>
              </a:rPr>
              <a:t>A</a:t>
            </a:r>
            <a:r>
              <a:rPr sz="2400" b="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ose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duke</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shtypur</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tastin</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majtë</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një</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herë</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në</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këndin</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majtë</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në</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krye</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fletës</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së</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punës</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ku</a:t>
            </a:r>
            <a:r>
              <a:rPr sz="2400" spc="-14" dirty="0">
                <a:latin typeface="Times New Roman" panose="02020603050405020304" pitchFamily="18" charset="0"/>
                <a:cs typeface="Times New Roman" panose="02020603050405020304" pitchFamily="18" charset="0"/>
              </a:rPr>
              <a:t> fillon </a:t>
            </a:r>
            <a:r>
              <a:rPr sz="2400" dirty="0">
                <a:latin typeface="Times New Roman" panose="02020603050405020304" pitchFamily="18" charset="0"/>
                <a:cs typeface="Times New Roman" panose="02020603050405020304" pitchFamily="18" charset="0"/>
              </a:rPr>
              <a:t>emërtimi</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a:t>
            </a:r>
            <a:r>
              <a:rPr sz="2400" spc="-43"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kolonave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dhe</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rreshtave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dhe</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si</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rezultat</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tërë</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fleta</a:t>
            </a:r>
            <a:r>
              <a:rPr sz="2400" spc="-21" dirty="0">
                <a:latin typeface="Times New Roman" panose="02020603050405020304" pitchFamily="18" charset="0"/>
                <a:cs typeface="Times New Roman" panose="02020603050405020304" pitchFamily="18" charset="0"/>
              </a:rPr>
              <a:t> </a:t>
            </a:r>
            <a:r>
              <a:rPr sz="2400" spc="-14" dirty="0">
                <a:latin typeface="Times New Roman" panose="02020603050405020304" pitchFamily="18" charset="0"/>
                <a:cs typeface="Times New Roman" panose="02020603050405020304" pitchFamily="18" charset="0"/>
              </a:rPr>
              <a:t>selektohet.</a:t>
            </a:r>
            <a:endParaRPr sz="2400" dirty="0">
              <a:latin typeface="Times New Roman" panose="02020603050405020304" pitchFamily="18" charset="0"/>
              <a:cs typeface="Times New Roman" panose="02020603050405020304" pitchFamily="18" charset="0"/>
            </a:endParaRPr>
          </a:p>
        </p:txBody>
      </p:sp>
      <p:pic>
        <p:nvPicPr>
          <p:cNvPr id="3" name="object 9">
            <a:extLst>
              <a:ext uri="{FF2B5EF4-FFF2-40B4-BE49-F238E27FC236}">
                <a16:creationId xmlns:a16="http://schemas.microsoft.com/office/drawing/2014/main" id="{1F49087F-D61D-4547-AEEB-84F37B8262EF}"/>
              </a:ext>
            </a:extLst>
          </p:cNvPr>
          <p:cNvPicPr/>
          <p:nvPr/>
        </p:nvPicPr>
        <p:blipFill>
          <a:blip r:embed="rId2" cstate="print"/>
          <a:stretch>
            <a:fillRect/>
          </a:stretch>
        </p:blipFill>
        <p:spPr>
          <a:xfrm>
            <a:off x="758338" y="5248540"/>
            <a:ext cx="7834358" cy="2002896"/>
          </a:xfrm>
          <a:prstGeom prst="rect">
            <a:avLst/>
          </a:prstGeom>
        </p:spPr>
      </p:pic>
      <p:grpSp>
        <p:nvGrpSpPr>
          <p:cNvPr id="4" name="object 8">
            <a:extLst>
              <a:ext uri="{FF2B5EF4-FFF2-40B4-BE49-F238E27FC236}">
                <a16:creationId xmlns:a16="http://schemas.microsoft.com/office/drawing/2014/main" id="{3DAF873B-B1F5-4EE3-9A9F-12F5D20E0290}"/>
              </a:ext>
            </a:extLst>
          </p:cNvPr>
          <p:cNvGrpSpPr/>
          <p:nvPr/>
        </p:nvGrpSpPr>
        <p:grpSpPr>
          <a:xfrm>
            <a:off x="1327356" y="5440269"/>
            <a:ext cx="3814152" cy="1178855"/>
            <a:chOff x="1735836" y="6781800"/>
            <a:chExt cx="2722245" cy="841375"/>
          </a:xfrm>
        </p:grpSpPr>
        <p:sp>
          <p:nvSpPr>
            <p:cNvPr id="5" name="object 10">
              <a:extLst>
                <a:ext uri="{FF2B5EF4-FFF2-40B4-BE49-F238E27FC236}">
                  <a16:creationId xmlns:a16="http://schemas.microsoft.com/office/drawing/2014/main" id="{90DF291B-2810-49A5-B193-8DD28C28AA03}"/>
                </a:ext>
              </a:extLst>
            </p:cNvPr>
            <p:cNvSpPr/>
            <p:nvPr/>
          </p:nvSpPr>
          <p:spPr>
            <a:xfrm>
              <a:off x="1735836" y="6781800"/>
              <a:ext cx="2722245" cy="841375"/>
            </a:xfrm>
            <a:custGeom>
              <a:avLst/>
              <a:gdLst/>
              <a:ahLst/>
              <a:cxnLst/>
              <a:rect l="l" t="t" r="r" b="b"/>
              <a:pathLst>
                <a:path w="2722245" h="841375">
                  <a:moveTo>
                    <a:pt x="0" y="0"/>
                  </a:moveTo>
                  <a:lnTo>
                    <a:pt x="720851" y="384048"/>
                  </a:lnTo>
                  <a:lnTo>
                    <a:pt x="321563" y="384048"/>
                  </a:lnTo>
                  <a:lnTo>
                    <a:pt x="321563" y="841248"/>
                  </a:lnTo>
                  <a:lnTo>
                    <a:pt x="2721864" y="841248"/>
                  </a:lnTo>
                  <a:lnTo>
                    <a:pt x="2721864" y="384048"/>
                  </a:lnTo>
                  <a:lnTo>
                    <a:pt x="1321308" y="384048"/>
                  </a:lnTo>
                  <a:lnTo>
                    <a:pt x="0" y="0"/>
                  </a:lnTo>
                  <a:close/>
                </a:path>
              </a:pathLst>
            </a:custGeom>
            <a:solidFill>
              <a:srgbClr val="BFBFBF"/>
            </a:solidFill>
          </p:spPr>
          <p:txBody>
            <a:bodyPr wrap="square" lIns="0" tIns="0" rIns="0" bIns="0" rtlCol="0"/>
            <a:lstStyle/>
            <a:p>
              <a:endParaRPr dirty="0"/>
            </a:p>
          </p:txBody>
        </p:sp>
        <p:sp>
          <p:nvSpPr>
            <p:cNvPr id="6" name="object 11">
              <a:extLst>
                <a:ext uri="{FF2B5EF4-FFF2-40B4-BE49-F238E27FC236}">
                  <a16:creationId xmlns:a16="http://schemas.microsoft.com/office/drawing/2014/main" id="{CE5E7923-255B-4109-BF46-78B28CA423F2}"/>
                </a:ext>
              </a:extLst>
            </p:cNvPr>
            <p:cNvSpPr/>
            <p:nvPr/>
          </p:nvSpPr>
          <p:spPr>
            <a:xfrm>
              <a:off x="1735836" y="6781800"/>
              <a:ext cx="2722245" cy="841375"/>
            </a:xfrm>
            <a:custGeom>
              <a:avLst/>
              <a:gdLst/>
              <a:ahLst/>
              <a:cxnLst/>
              <a:rect l="l" t="t" r="r" b="b"/>
              <a:pathLst>
                <a:path w="2722245" h="841375">
                  <a:moveTo>
                    <a:pt x="321563" y="384048"/>
                  </a:moveTo>
                  <a:lnTo>
                    <a:pt x="321563" y="460248"/>
                  </a:lnTo>
                  <a:lnTo>
                    <a:pt x="321563" y="574548"/>
                  </a:lnTo>
                  <a:lnTo>
                    <a:pt x="321563" y="841248"/>
                  </a:lnTo>
                  <a:lnTo>
                    <a:pt x="720851" y="841248"/>
                  </a:lnTo>
                  <a:lnTo>
                    <a:pt x="1321308" y="841248"/>
                  </a:lnTo>
                  <a:lnTo>
                    <a:pt x="2721864" y="841248"/>
                  </a:lnTo>
                  <a:lnTo>
                    <a:pt x="2721864" y="574548"/>
                  </a:lnTo>
                  <a:lnTo>
                    <a:pt x="2721864" y="460248"/>
                  </a:lnTo>
                  <a:lnTo>
                    <a:pt x="2721864" y="384048"/>
                  </a:lnTo>
                  <a:lnTo>
                    <a:pt x="1321308" y="384048"/>
                  </a:lnTo>
                  <a:lnTo>
                    <a:pt x="0" y="0"/>
                  </a:lnTo>
                  <a:lnTo>
                    <a:pt x="720851" y="384048"/>
                  </a:lnTo>
                  <a:lnTo>
                    <a:pt x="321563" y="384048"/>
                  </a:lnTo>
                  <a:close/>
                </a:path>
              </a:pathLst>
            </a:custGeom>
            <a:ln w="9144">
              <a:solidFill>
                <a:srgbClr val="000000"/>
              </a:solidFill>
            </a:ln>
          </p:spPr>
          <p:txBody>
            <a:bodyPr wrap="square" lIns="0" tIns="0" rIns="0" bIns="0" rtlCol="0"/>
            <a:lstStyle/>
            <a:p>
              <a:endParaRPr/>
            </a:p>
          </p:txBody>
        </p:sp>
      </p:grpSp>
      <p:sp>
        <p:nvSpPr>
          <p:cNvPr id="7" name="Rectangle 6">
            <a:extLst>
              <a:ext uri="{FF2B5EF4-FFF2-40B4-BE49-F238E27FC236}">
                <a16:creationId xmlns:a16="http://schemas.microsoft.com/office/drawing/2014/main" id="{7AEB85C9-A90C-4FBF-8C9E-0213C0B2D55D}"/>
              </a:ext>
            </a:extLst>
          </p:cNvPr>
          <p:cNvSpPr/>
          <p:nvPr/>
        </p:nvSpPr>
        <p:spPr>
          <a:xfrm>
            <a:off x="1784553" y="6032091"/>
            <a:ext cx="3111911" cy="368710"/>
          </a:xfrm>
          <a:prstGeom prst="rect">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q-AL" sz="2400" b="1" dirty="0" err="1">
                <a:solidFill>
                  <a:schemeClr val="accent4">
                    <a:lumMod val="75000"/>
                  </a:schemeClr>
                </a:solidFill>
                <a:latin typeface="Times New Roman" panose="02020603050405020304" pitchFamily="18" charset="0"/>
                <a:cs typeface="Times New Roman" panose="02020603050405020304" pitchFamily="18" charset="0"/>
              </a:rPr>
              <a:t>Selektimi</a:t>
            </a:r>
            <a:r>
              <a:rPr lang="sq-AL" sz="2400" b="1" dirty="0">
                <a:solidFill>
                  <a:schemeClr val="accent4">
                    <a:lumMod val="75000"/>
                  </a:schemeClr>
                </a:solidFill>
                <a:latin typeface="Times New Roman" panose="02020603050405020304" pitchFamily="18" charset="0"/>
                <a:cs typeface="Times New Roman" panose="02020603050405020304" pitchFamily="18" charset="0"/>
              </a:rPr>
              <a:t> i tërë fletës</a:t>
            </a:r>
          </a:p>
        </p:txBody>
      </p:sp>
    </p:spTree>
    <p:extLst>
      <p:ext uri="{BB962C8B-B14F-4D97-AF65-F5344CB8AC3E}">
        <p14:creationId xmlns:p14="http://schemas.microsoft.com/office/powerpoint/2010/main" val="4212643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5400" dirty="0" err="1">
                <a:latin typeface="Times New Roman" panose="02020603050405020304" pitchFamily="18" charset="0"/>
                <a:cs typeface="Times New Roman" panose="02020603050405020304" pitchFamily="18" charset="0"/>
              </a:rPr>
              <a:t>Formatimi</a:t>
            </a:r>
            <a:r>
              <a:rPr sz="5400" dirty="0">
                <a:latin typeface="Times New Roman" panose="02020603050405020304" pitchFamily="18" charset="0"/>
                <a:cs typeface="Times New Roman" panose="02020603050405020304" pitchFamily="18" charset="0"/>
              </a:rPr>
              <a:t> </a:t>
            </a:r>
            <a:r>
              <a:rPr sz="5400" dirty="0" err="1">
                <a:latin typeface="Times New Roman" panose="02020603050405020304" pitchFamily="18" charset="0"/>
                <a:cs typeface="Times New Roman" panose="02020603050405020304" pitchFamily="18" charset="0"/>
              </a:rPr>
              <a:t>Bazë</a:t>
            </a:r>
            <a:endParaRPr sz="5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9991" y="1488192"/>
            <a:ext cx="5167636" cy="2139991"/>
          </a:xfrm>
        </p:spPr>
        <p:txBody>
          <a:bodyPr>
            <a:normAutofit fontScale="92500" lnSpcReduction="20000"/>
          </a:bodyPr>
          <a:lstStyle/>
          <a:p>
            <a:r>
              <a:rPr sz="4000" dirty="0">
                <a:latin typeface="Times New Roman" panose="02020603050405020304" pitchFamily="18" charset="0"/>
                <a:cs typeface="Times New Roman" panose="02020603050405020304" pitchFamily="18" charset="0"/>
              </a:rPr>
              <a:t>- </a:t>
            </a:r>
            <a:r>
              <a:rPr sz="4000" dirty="0" err="1">
                <a:latin typeface="Times New Roman" panose="02020603050405020304" pitchFamily="18" charset="0"/>
                <a:cs typeface="Times New Roman" panose="02020603050405020304" pitchFamily="18" charset="0"/>
              </a:rPr>
              <a:t>Ndryshimi</a:t>
            </a:r>
            <a:r>
              <a:rPr sz="4000" dirty="0">
                <a:latin typeface="Times New Roman" panose="02020603050405020304" pitchFamily="18" charset="0"/>
                <a:cs typeface="Times New Roman" panose="02020603050405020304" pitchFamily="18" charset="0"/>
              </a:rPr>
              <a:t> </a:t>
            </a:r>
            <a:r>
              <a:rPr sz="4000" dirty="0" err="1">
                <a:latin typeface="Times New Roman" panose="02020603050405020304" pitchFamily="18" charset="0"/>
                <a:cs typeface="Times New Roman" panose="02020603050405020304" pitchFamily="18" charset="0"/>
              </a:rPr>
              <a:t>i</a:t>
            </a:r>
            <a:r>
              <a:rPr sz="4000" dirty="0">
                <a:latin typeface="Times New Roman" panose="02020603050405020304" pitchFamily="18" charset="0"/>
                <a:cs typeface="Times New Roman" panose="02020603050405020304" pitchFamily="18" charset="0"/>
              </a:rPr>
              <a:t> </a:t>
            </a:r>
            <a:r>
              <a:rPr sz="4000" dirty="0" err="1">
                <a:latin typeface="Times New Roman" panose="02020603050405020304" pitchFamily="18" charset="0"/>
                <a:cs typeface="Times New Roman" panose="02020603050405020304" pitchFamily="18" charset="0"/>
              </a:rPr>
              <a:t>fontit</a:t>
            </a:r>
            <a:r>
              <a:rPr sz="4000" dirty="0">
                <a:latin typeface="Times New Roman" panose="02020603050405020304" pitchFamily="18" charset="0"/>
                <a:cs typeface="Times New Roman" panose="02020603050405020304" pitchFamily="18" charset="0"/>
              </a:rPr>
              <a:t> </a:t>
            </a:r>
            <a:r>
              <a:rPr sz="4000" dirty="0" err="1">
                <a:latin typeface="Times New Roman" panose="02020603050405020304" pitchFamily="18" charset="0"/>
                <a:cs typeface="Times New Roman" panose="02020603050405020304" pitchFamily="18" charset="0"/>
              </a:rPr>
              <a:t>dhe</a:t>
            </a:r>
            <a:r>
              <a:rPr sz="4000" dirty="0">
                <a:latin typeface="Times New Roman" panose="02020603050405020304" pitchFamily="18" charset="0"/>
                <a:cs typeface="Times New Roman" panose="02020603050405020304" pitchFamily="18" charset="0"/>
              </a:rPr>
              <a:t> </a:t>
            </a:r>
            <a:r>
              <a:rPr sz="4000" dirty="0" err="1">
                <a:latin typeface="Times New Roman" panose="02020603050405020304" pitchFamily="18" charset="0"/>
                <a:cs typeface="Times New Roman" panose="02020603050405020304" pitchFamily="18" charset="0"/>
              </a:rPr>
              <a:t>madhësisë</a:t>
            </a:r>
            <a:r>
              <a:rPr sz="4000" dirty="0">
                <a:latin typeface="Times New Roman" panose="02020603050405020304" pitchFamily="18" charset="0"/>
                <a:cs typeface="Times New Roman" panose="02020603050405020304" pitchFamily="18" charset="0"/>
              </a:rPr>
              <a:t>.</a:t>
            </a:r>
          </a:p>
          <a:p>
            <a:r>
              <a:rPr sz="4000" dirty="0">
                <a:latin typeface="Times New Roman" panose="02020603050405020304" pitchFamily="18" charset="0"/>
                <a:cs typeface="Times New Roman" panose="02020603050405020304" pitchFamily="18" charset="0"/>
              </a:rPr>
              <a:t>- </a:t>
            </a:r>
            <a:r>
              <a:rPr sz="4000" dirty="0" err="1">
                <a:latin typeface="Times New Roman" panose="02020603050405020304" pitchFamily="18" charset="0"/>
                <a:cs typeface="Times New Roman" panose="02020603050405020304" pitchFamily="18" charset="0"/>
              </a:rPr>
              <a:t>Ngjyrosja</a:t>
            </a:r>
            <a:r>
              <a:rPr sz="4000" dirty="0">
                <a:latin typeface="Times New Roman" panose="02020603050405020304" pitchFamily="18" charset="0"/>
                <a:cs typeface="Times New Roman" panose="02020603050405020304" pitchFamily="18" charset="0"/>
              </a:rPr>
              <a:t> e </a:t>
            </a:r>
            <a:r>
              <a:rPr sz="4000" dirty="0" err="1">
                <a:latin typeface="Times New Roman" panose="02020603050405020304" pitchFamily="18" charset="0"/>
                <a:cs typeface="Times New Roman" panose="02020603050405020304" pitchFamily="18" charset="0"/>
              </a:rPr>
              <a:t>qelizave</a:t>
            </a:r>
            <a:r>
              <a:rPr sz="4000" dirty="0">
                <a:latin typeface="Times New Roman" panose="02020603050405020304" pitchFamily="18" charset="0"/>
                <a:cs typeface="Times New Roman" panose="02020603050405020304" pitchFamily="18" charset="0"/>
              </a:rPr>
              <a:t>.</a:t>
            </a:r>
          </a:p>
          <a:p>
            <a:r>
              <a:rPr sz="4000" dirty="0">
                <a:latin typeface="Times New Roman" panose="02020603050405020304" pitchFamily="18" charset="0"/>
                <a:cs typeface="Times New Roman" panose="02020603050405020304" pitchFamily="18" charset="0"/>
              </a:rPr>
              <a:t>- </a:t>
            </a:r>
            <a:r>
              <a:rPr sz="4000" dirty="0" err="1">
                <a:latin typeface="Times New Roman" panose="02020603050405020304" pitchFamily="18" charset="0"/>
                <a:cs typeface="Times New Roman" panose="02020603050405020304" pitchFamily="18" charset="0"/>
              </a:rPr>
              <a:t>Përdorimi</a:t>
            </a:r>
            <a:r>
              <a:rPr sz="4000" dirty="0">
                <a:latin typeface="Times New Roman" panose="02020603050405020304" pitchFamily="18" charset="0"/>
                <a:cs typeface="Times New Roman" panose="02020603050405020304" pitchFamily="18" charset="0"/>
              </a:rPr>
              <a:t> </a:t>
            </a:r>
            <a:r>
              <a:rPr sz="4000" dirty="0" err="1">
                <a:latin typeface="Times New Roman" panose="02020603050405020304" pitchFamily="18" charset="0"/>
                <a:cs typeface="Times New Roman" panose="02020603050405020304" pitchFamily="18" charset="0"/>
              </a:rPr>
              <a:t>i</a:t>
            </a:r>
            <a:r>
              <a:rPr sz="4000" dirty="0">
                <a:latin typeface="Times New Roman" panose="02020603050405020304" pitchFamily="18" charset="0"/>
                <a:cs typeface="Times New Roman" panose="02020603050405020304" pitchFamily="18" charset="0"/>
              </a:rPr>
              <a:t> </a:t>
            </a:r>
            <a:r>
              <a:rPr sz="4000" dirty="0" err="1">
                <a:latin typeface="Times New Roman" panose="02020603050405020304" pitchFamily="18" charset="0"/>
                <a:cs typeface="Times New Roman" panose="02020603050405020304" pitchFamily="18" charset="0"/>
              </a:rPr>
              <a:t>bordurave</a:t>
            </a:r>
            <a:r>
              <a:rPr sz="4000"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9A8DE715-8281-4D68-8DAB-81A97414F88D}"/>
              </a:ext>
            </a:extLst>
          </p:cNvPr>
          <p:cNvPicPr>
            <a:picLocks noChangeAspect="1"/>
          </p:cNvPicPr>
          <p:nvPr/>
        </p:nvPicPr>
        <p:blipFill>
          <a:blip r:embed="rId2"/>
          <a:stretch>
            <a:fillRect/>
          </a:stretch>
        </p:blipFill>
        <p:spPr>
          <a:xfrm>
            <a:off x="6105833" y="1396603"/>
            <a:ext cx="4385776" cy="475903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19D45C-1C82-46DB-90A0-90E90561D45A}"/>
              </a:ext>
            </a:extLst>
          </p:cNvPr>
          <p:cNvPicPr>
            <a:picLocks noChangeAspect="1"/>
          </p:cNvPicPr>
          <p:nvPr/>
        </p:nvPicPr>
        <p:blipFill>
          <a:blip r:embed="rId2"/>
          <a:stretch>
            <a:fillRect/>
          </a:stretch>
        </p:blipFill>
        <p:spPr>
          <a:xfrm>
            <a:off x="604684" y="0"/>
            <a:ext cx="9763432" cy="7057027"/>
          </a:xfrm>
          <a:prstGeom prst="rect">
            <a:avLst/>
          </a:prstGeom>
        </p:spPr>
      </p:pic>
    </p:spTree>
    <p:extLst>
      <p:ext uri="{BB962C8B-B14F-4D97-AF65-F5344CB8AC3E}">
        <p14:creationId xmlns:p14="http://schemas.microsoft.com/office/powerpoint/2010/main" val="3741582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5B5E998-B2B2-4D66-B8AA-1A9BA3296398}"/>
              </a:ext>
            </a:extLst>
          </p:cNvPr>
          <p:cNvSpPr txBox="1"/>
          <p:nvPr/>
        </p:nvSpPr>
        <p:spPr>
          <a:xfrm>
            <a:off x="619433" y="934499"/>
            <a:ext cx="9485030" cy="4325942"/>
          </a:xfrm>
          <a:prstGeom prst="rect">
            <a:avLst/>
          </a:prstGeom>
        </p:spPr>
        <p:txBody>
          <a:bodyPr vert="horz" wrap="square" lIns="0" tIns="16905" rIns="0" bIns="0" rtlCol="0">
            <a:spAutoFit/>
          </a:bodyPr>
          <a:lstStyle/>
          <a:p>
            <a:pPr marL="17794" marR="7118">
              <a:spcBef>
                <a:spcPts val="133"/>
              </a:spcBef>
            </a:pPr>
            <a:r>
              <a:rPr sz="2400" dirty="0">
                <a:latin typeface="Times New Roman" panose="02020603050405020304" pitchFamily="18" charset="0"/>
                <a:cs typeface="Times New Roman" panose="02020603050405020304" pitchFamily="18" charset="0"/>
              </a:rPr>
              <a:t>Për</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ndryshimin</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gjërsisë</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së</a:t>
            </a:r>
            <a:r>
              <a:rPr sz="2400" spc="-8" dirty="0">
                <a:latin typeface="Times New Roman" panose="02020603050405020304" pitchFamily="18" charset="0"/>
                <a:cs typeface="Times New Roman" panose="02020603050405020304" pitchFamily="18" charset="0"/>
              </a:rPr>
              <a:t> </a:t>
            </a:r>
            <a:r>
              <a:rPr sz="2400" spc="-14" dirty="0">
                <a:latin typeface="Times New Roman" panose="02020603050405020304" pitchFamily="18" charset="0"/>
                <a:cs typeface="Times New Roman" panose="02020603050405020304" pitchFamily="18" charset="0"/>
              </a:rPr>
              <a:t>rreshtave</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dhe</a:t>
            </a:r>
            <a:r>
              <a:rPr sz="2400" spc="-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kolonave</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ka</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disa</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mënya,</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në</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vazhdim</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do</a:t>
            </a:r>
            <a:r>
              <a:rPr sz="2400" spc="-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ti</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tregojmë</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disa</a:t>
            </a:r>
            <a:r>
              <a:rPr sz="2400" spc="-14" dirty="0">
                <a:latin typeface="Times New Roman" panose="02020603050405020304" pitchFamily="18" charset="0"/>
                <a:cs typeface="Times New Roman" panose="02020603050405020304" pitchFamily="18" charset="0"/>
              </a:rPr>
              <a:t> </a:t>
            </a:r>
            <a:r>
              <a:rPr sz="2400" spc="-28" dirty="0">
                <a:latin typeface="Times New Roman" panose="02020603050405020304" pitchFamily="18" charset="0"/>
                <a:cs typeface="Times New Roman" panose="02020603050405020304" pitchFamily="18" charset="0"/>
              </a:rPr>
              <a:t>prej </a:t>
            </a:r>
            <a:r>
              <a:rPr sz="2400" spc="-14" dirty="0">
                <a:latin typeface="Times New Roman" panose="02020603050405020304" pitchFamily="18" charset="0"/>
                <a:cs typeface="Times New Roman" panose="02020603050405020304" pitchFamily="18" charset="0"/>
              </a:rPr>
              <a:t>tyre.</a:t>
            </a:r>
            <a:endParaRPr sz="2400" dirty="0">
              <a:latin typeface="Times New Roman" panose="02020603050405020304" pitchFamily="18" charset="0"/>
              <a:cs typeface="Times New Roman" panose="02020603050405020304" pitchFamily="18" charset="0"/>
            </a:endParaRPr>
          </a:p>
          <a:p>
            <a:pPr marL="17794">
              <a:spcBef>
                <a:spcPts val="1716"/>
              </a:spcBef>
            </a:pPr>
            <a:r>
              <a:rPr sz="2400" b="1" dirty="0">
                <a:latin typeface="Times New Roman" panose="02020603050405020304" pitchFamily="18" charset="0"/>
                <a:cs typeface="Times New Roman" panose="02020603050405020304" pitchFamily="18" charset="0"/>
              </a:rPr>
              <a:t>Ndryshimi</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i</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gjerësis</a:t>
            </a:r>
            <a:r>
              <a:rPr sz="2400" b="1" spc="-14"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së</a:t>
            </a:r>
            <a:r>
              <a:rPr sz="2400" b="1" spc="-3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një</a:t>
            </a:r>
            <a:r>
              <a:rPr sz="2400" b="1" spc="-43"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kolone</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apo</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rreshti</a:t>
            </a:r>
            <a:r>
              <a:rPr sz="2400" b="1" spc="-14"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bëhet</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duke</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vepruar</a:t>
            </a:r>
            <a:r>
              <a:rPr sz="2400" b="1" spc="-14"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në</a:t>
            </a:r>
            <a:r>
              <a:rPr sz="2400" b="1" spc="-28"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këtë</a:t>
            </a:r>
            <a:r>
              <a:rPr sz="2400" b="1" spc="-35" dirty="0">
                <a:latin typeface="Times New Roman" panose="02020603050405020304" pitchFamily="18" charset="0"/>
                <a:cs typeface="Times New Roman" panose="02020603050405020304" pitchFamily="18" charset="0"/>
              </a:rPr>
              <a:t> </a:t>
            </a:r>
            <a:r>
              <a:rPr sz="2400" b="1" spc="-14" dirty="0">
                <a:latin typeface="Times New Roman" panose="02020603050405020304" pitchFamily="18" charset="0"/>
                <a:cs typeface="Times New Roman" panose="02020603050405020304" pitchFamily="18" charset="0"/>
              </a:rPr>
              <a:t>mënyrë:</a:t>
            </a:r>
            <a:endParaRPr sz="2400" dirty="0">
              <a:latin typeface="Times New Roman" panose="02020603050405020304" pitchFamily="18" charset="0"/>
              <a:cs typeface="Times New Roman" panose="02020603050405020304" pitchFamily="18" charset="0"/>
            </a:endParaRPr>
          </a:p>
          <a:p>
            <a:pPr marL="17794" marR="140575">
              <a:spcBef>
                <a:spcPts val="1380"/>
              </a:spcBef>
            </a:pPr>
            <a:r>
              <a:rPr sz="2400" dirty="0">
                <a:latin typeface="Times New Roman" panose="02020603050405020304" pitchFamily="18" charset="0"/>
                <a:cs typeface="Times New Roman" panose="02020603050405020304" pitchFamily="18" charset="0"/>
              </a:rPr>
              <a:t>Vendosim</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kursorin</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në</a:t>
            </a:r>
            <a:r>
              <a:rPr sz="2400" spc="-43"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vijen</a:t>
            </a:r>
            <a:r>
              <a:rPr sz="2400" spc="-43"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ndarse</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kolonave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apo</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rreshtave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dhe</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në</a:t>
            </a:r>
            <a:r>
              <a:rPr sz="2400" spc="-43"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momentin</a:t>
            </a:r>
            <a:r>
              <a:rPr sz="2400" spc="-43"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kur</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kursori</a:t>
            </a:r>
            <a:r>
              <a:rPr sz="2400" spc="-43"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14" dirty="0">
                <a:latin typeface="Times New Roman" panose="02020603050405020304" pitchFamily="18" charset="0"/>
                <a:cs typeface="Times New Roman" panose="02020603050405020304" pitchFamily="18" charset="0"/>
              </a:rPr>
              <a:t> ndrronë </a:t>
            </a:r>
            <a:r>
              <a:rPr sz="2400" dirty="0">
                <a:latin typeface="Times New Roman" panose="02020603050405020304" pitchFamily="18" charset="0"/>
                <a:cs typeface="Times New Roman" panose="02020603050405020304" pitchFamily="18" charset="0"/>
              </a:rPr>
              <a:t>formën</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nga</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një</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shigjetë</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në</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katër</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shigjeta,e</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shtypim</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tastin</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43"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majt</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dhe</a:t>
            </a:r>
            <a:r>
              <a:rPr sz="2400" spc="-1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duke</a:t>
            </a:r>
            <a:r>
              <a:rPr sz="2400" spc="-43"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mbajtur</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shtypur</a:t>
            </a:r>
            <a:r>
              <a:rPr sz="2400" spc="-43" dirty="0">
                <a:latin typeface="Times New Roman" panose="02020603050405020304" pitchFamily="18" charset="0"/>
                <a:cs typeface="Times New Roman" panose="02020603050405020304" pitchFamily="18" charset="0"/>
              </a:rPr>
              <a:t> </a:t>
            </a:r>
            <a:r>
              <a:rPr sz="2400" spc="-70" dirty="0">
                <a:latin typeface="Times New Roman" panose="02020603050405020304" pitchFamily="18" charset="0"/>
                <a:cs typeface="Times New Roman" panose="02020603050405020304" pitchFamily="18" charset="0"/>
              </a:rPr>
              <a:t>e</a:t>
            </a:r>
            <a:r>
              <a:rPr sz="2400" dirty="0">
                <a:latin typeface="Times New Roman" panose="02020603050405020304" pitchFamily="18" charset="0"/>
                <a:cs typeface="Times New Roman" panose="02020603050405020304" pitchFamily="18" charset="0"/>
              </a:rPr>
              <a:t> tërheqim</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në</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drejtim</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zgjerimit</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apo</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ngushtimit</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të</a:t>
            </a:r>
            <a:r>
              <a:rPr sz="2400" spc="-21"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kolonës</a:t>
            </a:r>
            <a:r>
              <a:rPr sz="2400" spc="-2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apo</a:t>
            </a:r>
            <a:r>
              <a:rPr sz="2400" spc="-21" dirty="0">
                <a:latin typeface="Times New Roman" panose="02020603050405020304" pitchFamily="18" charset="0"/>
                <a:cs typeface="Times New Roman" panose="02020603050405020304" pitchFamily="18" charset="0"/>
              </a:rPr>
              <a:t> </a:t>
            </a:r>
            <a:r>
              <a:rPr sz="2400" spc="-14" dirty="0">
                <a:latin typeface="Times New Roman" panose="02020603050405020304" pitchFamily="18" charset="0"/>
                <a:cs typeface="Times New Roman" panose="02020603050405020304" pitchFamily="18" charset="0"/>
              </a:rPr>
              <a:t>rreshtit.</a:t>
            </a:r>
            <a:endParaRPr sz="2400" dirty="0">
              <a:latin typeface="Times New Roman" panose="02020603050405020304" pitchFamily="18" charset="0"/>
              <a:cs typeface="Times New Roman" panose="02020603050405020304" pitchFamily="18" charset="0"/>
            </a:endParaRPr>
          </a:p>
          <a:p>
            <a:pPr marL="978686" marR="37368" indent="-320298">
              <a:spcBef>
                <a:spcPts val="1668"/>
              </a:spcBef>
              <a:buFont typeface="Wingdings"/>
              <a:buChar char=""/>
              <a:tabLst>
                <a:tab pos="978686" algn="l"/>
              </a:tabLst>
            </a:pPr>
            <a:r>
              <a:rPr sz="2400" b="1" i="1" dirty="0">
                <a:latin typeface="Times New Roman" panose="02020603050405020304" pitchFamily="18" charset="0"/>
                <a:cs typeface="Times New Roman" panose="02020603050405020304" pitchFamily="18" charset="0"/>
              </a:rPr>
              <a:t>Në</a:t>
            </a:r>
            <a:r>
              <a:rPr sz="2400" b="1" i="1" spc="-21"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figurën</a:t>
            </a:r>
            <a:r>
              <a:rPr sz="2400" b="1" i="1" spc="-28"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në</a:t>
            </a:r>
            <a:r>
              <a:rPr sz="2400" b="1" i="1" spc="-21"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vazhdim</a:t>
            </a:r>
            <a:r>
              <a:rPr sz="2400" b="1" i="1" spc="-14"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kemi</a:t>
            </a:r>
            <a:r>
              <a:rPr sz="2400" b="1" i="1" spc="-14"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treguar</a:t>
            </a:r>
            <a:r>
              <a:rPr sz="2400" b="1" i="1" spc="-28"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se</a:t>
            </a:r>
            <a:r>
              <a:rPr sz="2400" b="1" i="1" spc="-21"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ku</a:t>
            </a:r>
            <a:r>
              <a:rPr sz="2400" b="1" i="1" spc="-21"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duhet</a:t>
            </a:r>
            <a:r>
              <a:rPr sz="2400" b="1" i="1" spc="-35"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të</a:t>
            </a:r>
            <a:r>
              <a:rPr sz="2400" b="1" i="1" spc="-21"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vendosemi</a:t>
            </a:r>
            <a:r>
              <a:rPr sz="2400" b="1" i="1" spc="-14"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për</a:t>
            </a:r>
            <a:r>
              <a:rPr sz="2400" b="1" i="1" spc="-35"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ndryshimin</a:t>
            </a:r>
            <a:r>
              <a:rPr sz="2400" b="1" i="1" spc="-28"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e</a:t>
            </a:r>
            <a:r>
              <a:rPr sz="2400" b="1" i="1" spc="-21"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gjërsis</a:t>
            </a:r>
            <a:r>
              <a:rPr sz="2400" b="1" i="1" spc="-14" dirty="0">
                <a:latin typeface="Times New Roman" panose="02020603050405020304" pitchFamily="18" charset="0"/>
                <a:cs typeface="Times New Roman" panose="02020603050405020304" pitchFamily="18" charset="0"/>
              </a:rPr>
              <a:t> </a:t>
            </a:r>
            <a:r>
              <a:rPr sz="2400" b="1" i="1" spc="-35" dirty="0">
                <a:latin typeface="Times New Roman" panose="02020603050405020304" pitchFamily="18" charset="0"/>
                <a:cs typeface="Times New Roman" panose="02020603050405020304" pitchFamily="18" charset="0"/>
              </a:rPr>
              <a:t>së </a:t>
            </a:r>
            <a:r>
              <a:rPr sz="2400" b="1" i="1" dirty="0">
                <a:latin typeface="Times New Roman" panose="02020603050405020304" pitchFamily="18" charset="0"/>
                <a:cs typeface="Times New Roman" panose="02020603050405020304" pitchFamily="18" charset="0"/>
              </a:rPr>
              <a:t>rreshatve</a:t>
            </a:r>
            <a:r>
              <a:rPr sz="2400" b="1" i="1" spc="-21"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dhe</a:t>
            </a:r>
            <a:r>
              <a:rPr sz="2400" b="1" i="1" spc="-21" dirty="0">
                <a:latin typeface="Times New Roman" panose="02020603050405020304" pitchFamily="18" charset="0"/>
                <a:cs typeface="Times New Roman" panose="02020603050405020304" pitchFamily="18" charset="0"/>
              </a:rPr>
              <a:t> </a:t>
            </a:r>
            <a:r>
              <a:rPr sz="2400" b="1" i="1" spc="-14" dirty="0">
                <a:latin typeface="Times New Roman" panose="02020603050405020304" pitchFamily="18" charset="0"/>
                <a:cs typeface="Times New Roman" panose="02020603050405020304" pitchFamily="18" charset="0"/>
              </a:rPr>
              <a:t>kolonave.</a:t>
            </a:r>
            <a:endParaRPr sz="2400" dirty="0">
              <a:latin typeface="Times New Roman" panose="02020603050405020304" pitchFamily="18" charset="0"/>
              <a:cs typeface="Times New Roman" panose="02020603050405020304" pitchFamily="18" charset="0"/>
            </a:endParaRPr>
          </a:p>
        </p:txBody>
      </p:sp>
      <p:pic>
        <p:nvPicPr>
          <p:cNvPr id="3" name="object 5">
            <a:extLst>
              <a:ext uri="{FF2B5EF4-FFF2-40B4-BE49-F238E27FC236}">
                <a16:creationId xmlns:a16="http://schemas.microsoft.com/office/drawing/2014/main" id="{7969C3D5-3396-4D21-A939-B8900B85D231}"/>
              </a:ext>
            </a:extLst>
          </p:cNvPr>
          <p:cNvPicPr/>
          <p:nvPr/>
        </p:nvPicPr>
        <p:blipFill>
          <a:blip r:embed="rId2" cstate="print"/>
          <a:stretch>
            <a:fillRect/>
          </a:stretch>
        </p:blipFill>
        <p:spPr>
          <a:xfrm>
            <a:off x="1629519" y="5260441"/>
            <a:ext cx="7381746" cy="1649734"/>
          </a:xfrm>
          <a:prstGeom prst="rect">
            <a:avLst/>
          </a:prstGeom>
        </p:spPr>
      </p:pic>
    </p:spTree>
    <p:extLst>
      <p:ext uri="{BB962C8B-B14F-4D97-AF65-F5344CB8AC3E}">
        <p14:creationId xmlns:p14="http://schemas.microsoft.com/office/powerpoint/2010/main" val="981053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A959F-E205-4E40-8727-87E7A14C5943}"/>
              </a:ext>
            </a:extLst>
          </p:cNvPr>
          <p:cNvSpPr txBox="1"/>
          <p:nvPr/>
        </p:nvSpPr>
        <p:spPr>
          <a:xfrm>
            <a:off x="221226" y="668031"/>
            <a:ext cx="4586748" cy="378565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Përshkrim: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Si të ndryshoni fontin, madhësinë dhe stilin e tekstit.</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Procedura: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1. Zgjidhni qelizat me tekst.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 Klikoni në «Font» në shiritin e veglave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Home</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3. Ndryshoni tipin, madhësinë ose shtoni efektet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bold</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italic</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C4F8F268-B81E-420F-B118-5CFF06A44765}"/>
              </a:ext>
            </a:extLst>
          </p:cNvPr>
          <p:cNvPicPr>
            <a:picLocks noChangeAspect="1"/>
          </p:cNvPicPr>
          <p:nvPr/>
        </p:nvPicPr>
        <p:blipFill>
          <a:blip r:embed="rId2"/>
          <a:stretch>
            <a:fillRect/>
          </a:stretch>
        </p:blipFill>
        <p:spPr>
          <a:xfrm>
            <a:off x="5058698" y="1193174"/>
            <a:ext cx="5545392" cy="4560655"/>
          </a:xfrm>
          <a:prstGeom prst="rect">
            <a:avLst/>
          </a:prstGeom>
        </p:spPr>
      </p:pic>
      <p:sp>
        <p:nvSpPr>
          <p:cNvPr id="6" name="TextBox 5">
            <a:extLst>
              <a:ext uri="{FF2B5EF4-FFF2-40B4-BE49-F238E27FC236}">
                <a16:creationId xmlns:a16="http://schemas.microsoft.com/office/drawing/2014/main" id="{2D4C6BE1-78A1-430C-822C-866F89B0C60D}"/>
              </a:ext>
            </a:extLst>
          </p:cNvPr>
          <p:cNvSpPr txBox="1"/>
          <p:nvPr/>
        </p:nvSpPr>
        <p:spPr>
          <a:xfrm>
            <a:off x="2359744" y="158262"/>
            <a:ext cx="5397908" cy="769441"/>
          </a:xfrm>
          <a:prstGeom prst="rect">
            <a:avLst/>
          </a:prstGeom>
          <a:noFill/>
        </p:spPr>
        <p:txBody>
          <a:bodyPr wrap="square">
            <a:spAutoFit/>
          </a:bodyPr>
          <a:lstStyle/>
          <a:p>
            <a:pPr algn="ctr"/>
            <a:r>
              <a:rPr kumimoji="0" lang="sq-AL" sz="44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Formatimi i Tekstit</a:t>
            </a:r>
            <a:endParaRPr lang="sq-AL" sz="4000" b="1" dirty="0"/>
          </a:p>
        </p:txBody>
      </p:sp>
    </p:spTree>
    <p:extLst>
      <p:ext uri="{BB962C8B-B14F-4D97-AF65-F5344CB8AC3E}">
        <p14:creationId xmlns:p14="http://schemas.microsoft.com/office/powerpoint/2010/main" val="3771019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50E0E1-AD90-4E90-8B02-32CCB422A433}"/>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534458" y="3420821"/>
            <a:ext cx="2580046" cy="2580046"/>
          </a:xfrm>
          <a:prstGeom prst="rect">
            <a:avLst/>
          </a:prstGeom>
        </p:spPr>
      </p:pic>
      <p:sp>
        <p:nvSpPr>
          <p:cNvPr id="2" name="TextBox 1">
            <a:extLst>
              <a:ext uri="{FF2B5EF4-FFF2-40B4-BE49-F238E27FC236}">
                <a16:creationId xmlns:a16="http://schemas.microsoft.com/office/drawing/2014/main" id="{D2747C57-D269-4646-AA32-825842F37C35}"/>
              </a:ext>
            </a:extLst>
          </p:cNvPr>
          <p:cNvSpPr txBox="1"/>
          <p:nvPr/>
        </p:nvSpPr>
        <p:spPr>
          <a:xfrm>
            <a:off x="707923" y="250722"/>
            <a:ext cx="9114503" cy="3170099"/>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sq-AL" sz="32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Ndryshimi i Madhësisë së Rreshtave dhe Kolonave</a:t>
            </a:r>
            <a:endParaRPr kumimoji="0" lang="sq-AL" sz="24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Përshkrim: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Si të rregulloni përmasat për një paraqitje më të qartë.</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Procedura: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1. Poziciononi kursorin ndërmjet numrave të rreshtave ose shkronjave të kolonave.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 Tërhiqni për të ndryshuar përmasat.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3. Përdorni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AutoFit</a:t>
            </a:r>
            <a:r>
              <a:rPr lang="sq-AL" sz="2400" kern="0" dirty="0">
                <a:solidFill>
                  <a:prstClr val="black"/>
                </a:solidFill>
                <a:latin typeface="Times New Roman" panose="02020603050405020304" pitchFamily="18" charset="0"/>
                <a:cs typeface="Times New Roman" panose="02020603050405020304" pitchFamily="18" charset="0"/>
              </a:rPr>
              <a:t>»</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duke klikuar dy herë.</a:t>
            </a:r>
          </a:p>
        </p:txBody>
      </p:sp>
      <p:pic>
        <p:nvPicPr>
          <p:cNvPr id="5" name="Picture 4">
            <a:extLst>
              <a:ext uri="{FF2B5EF4-FFF2-40B4-BE49-F238E27FC236}">
                <a16:creationId xmlns:a16="http://schemas.microsoft.com/office/drawing/2014/main" id="{E3C5A892-EC9D-468B-B038-5556A8E86419}"/>
              </a:ext>
            </a:extLst>
          </p:cNvPr>
          <p:cNvPicPr>
            <a:picLocks noChangeAspect="1"/>
          </p:cNvPicPr>
          <p:nvPr/>
        </p:nvPicPr>
        <p:blipFill>
          <a:blip r:embed="rId4"/>
          <a:stretch>
            <a:fillRect/>
          </a:stretch>
        </p:blipFill>
        <p:spPr>
          <a:xfrm>
            <a:off x="707923" y="4248584"/>
            <a:ext cx="2406453" cy="1031337"/>
          </a:xfrm>
          <a:prstGeom prst="rect">
            <a:avLst/>
          </a:prstGeom>
        </p:spPr>
      </p:pic>
      <p:pic>
        <p:nvPicPr>
          <p:cNvPr id="8" name="Picture 7">
            <a:extLst>
              <a:ext uri="{FF2B5EF4-FFF2-40B4-BE49-F238E27FC236}">
                <a16:creationId xmlns:a16="http://schemas.microsoft.com/office/drawing/2014/main" id="{A0983F79-7723-490A-996B-734EC1953BAC}"/>
              </a:ext>
            </a:extLst>
          </p:cNvPr>
          <p:cNvPicPr>
            <a:picLocks noChangeAspect="1"/>
          </p:cNvPicPr>
          <p:nvPr/>
        </p:nvPicPr>
        <p:blipFill>
          <a:blip r:embed="rId5"/>
          <a:stretch>
            <a:fillRect/>
          </a:stretch>
        </p:blipFill>
        <p:spPr>
          <a:xfrm>
            <a:off x="4041059" y="3420821"/>
            <a:ext cx="1251744" cy="2433165"/>
          </a:xfrm>
          <a:prstGeom prst="rect">
            <a:avLst/>
          </a:prstGeom>
        </p:spPr>
      </p:pic>
      <p:sp>
        <p:nvSpPr>
          <p:cNvPr id="9" name="TextBox 8">
            <a:extLst>
              <a:ext uri="{FF2B5EF4-FFF2-40B4-BE49-F238E27FC236}">
                <a16:creationId xmlns:a16="http://schemas.microsoft.com/office/drawing/2014/main" id="{2F48B6E4-EED8-4CE2-BC74-2D0598E50E19}"/>
              </a:ext>
            </a:extLst>
          </p:cNvPr>
          <p:cNvSpPr txBox="1"/>
          <p:nvPr/>
        </p:nvSpPr>
        <p:spPr>
          <a:xfrm>
            <a:off x="457201" y="5515897"/>
            <a:ext cx="3008670" cy="1200329"/>
          </a:xfrm>
          <a:prstGeom prst="rect">
            <a:avLst/>
          </a:prstGeom>
          <a:noFill/>
        </p:spPr>
        <p:txBody>
          <a:bodyPr wrap="square" rtlCol="0">
            <a:spAutoFit/>
          </a:bodyPr>
          <a:lstStyle/>
          <a:p>
            <a:r>
              <a:rPr lang="sq-AL" sz="2400" dirty="0">
                <a:latin typeface="Times New Roman" panose="02020603050405020304" pitchFamily="18" charset="0"/>
                <a:cs typeface="Times New Roman" panose="02020603050405020304" pitchFamily="18" charset="0"/>
              </a:rPr>
              <a:t>Pamja e kursorit për ndryshim të sipërfaqes së kolonave</a:t>
            </a:r>
          </a:p>
        </p:txBody>
      </p:sp>
      <p:sp>
        <p:nvSpPr>
          <p:cNvPr id="10" name="TextBox 9">
            <a:extLst>
              <a:ext uri="{FF2B5EF4-FFF2-40B4-BE49-F238E27FC236}">
                <a16:creationId xmlns:a16="http://schemas.microsoft.com/office/drawing/2014/main" id="{5094ACC3-7C92-4341-A380-965A17BD2DDE}"/>
              </a:ext>
            </a:extLst>
          </p:cNvPr>
          <p:cNvSpPr txBox="1"/>
          <p:nvPr/>
        </p:nvSpPr>
        <p:spPr>
          <a:xfrm>
            <a:off x="3308556" y="5851500"/>
            <a:ext cx="3008670" cy="1200329"/>
          </a:xfrm>
          <a:prstGeom prst="rect">
            <a:avLst/>
          </a:prstGeom>
          <a:noFill/>
        </p:spPr>
        <p:txBody>
          <a:bodyPr wrap="square" rtlCol="0">
            <a:spAutoFit/>
          </a:bodyPr>
          <a:lstStyle/>
          <a:p>
            <a:r>
              <a:rPr lang="sq-AL" sz="2400" dirty="0">
                <a:latin typeface="Times New Roman" panose="02020603050405020304" pitchFamily="18" charset="0"/>
                <a:cs typeface="Times New Roman" panose="02020603050405020304" pitchFamily="18" charset="0"/>
              </a:rPr>
              <a:t>Pamja e kursorit për ndryshim të sipërfaqes së rreshtave.</a:t>
            </a:r>
          </a:p>
        </p:txBody>
      </p:sp>
      <p:sp>
        <p:nvSpPr>
          <p:cNvPr id="11" name="TextBox 10">
            <a:extLst>
              <a:ext uri="{FF2B5EF4-FFF2-40B4-BE49-F238E27FC236}">
                <a16:creationId xmlns:a16="http://schemas.microsoft.com/office/drawing/2014/main" id="{0801EB74-7B22-4F9E-B52D-0F12BDC682D4}"/>
              </a:ext>
            </a:extLst>
          </p:cNvPr>
          <p:cNvSpPr txBox="1"/>
          <p:nvPr/>
        </p:nvSpPr>
        <p:spPr>
          <a:xfrm>
            <a:off x="6534458" y="5851500"/>
            <a:ext cx="3008670" cy="830997"/>
          </a:xfrm>
          <a:prstGeom prst="rect">
            <a:avLst/>
          </a:prstGeom>
          <a:noFill/>
        </p:spPr>
        <p:txBody>
          <a:bodyPr wrap="square" rtlCol="0">
            <a:spAutoFit/>
          </a:bodyPr>
          <a:lstStyle/>
          <a:p>
            <a:r>
              <a:rPr lang="sq-AL" sz="2400" dirty="0">
                <a:latin typeface="Times New Roman" panose="02020603050405020304" pitchFamily="18" charset="0"/>
                <a:cs typeface="Times New Roman" panose="02020603050405020304" pitchFamily="18" charset="0"/>
              </a:rPr>
              <a:t>Pamja e kursorit për </a:t>
            </a:r>
            <a:r>
              <a:rPr lang="sq-AL" sz="2400" dirty="0" err="1">
                <a:latin typeface="Times New Roman" panose="02020603050405020304" pitchFamily="18" charset="0"/>
                <a:cs typeface="Times New Roman" panose="02020603050405020304" pitchFamily="18" charset="0"/>
              </a:rPr>
              <a:t>çvendosie</a:t>
            </a:r>
            <a:r>
              <a:rPr lang="sq-AL"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51266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85DE48-1691-4DFC-ABF8-DCE7C385CA7A}"/>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386349" y="1787999"/>
            <a:ext cx="7241457" cy="5389863"/>
          </a:xfrm>
          <a:prstGeom prst="rect">
            <a:avLst/>
          </a:prstGeom>
        </p:spPr>
      </p:pic>
      <p:sp>
        <p:nvSpPr>
          <p:cNvPr id="4" name="TextBox 3">
            <a:extLst>
              <a:ext uri="{FF2B5EF4-FFF2-40B4-BE49-F238E27FC236}">
                <a16:creationId xmlns:a16="http://schemas.microsoft.com/office/drawing/2014/main" id="{2DA98A30-2EA4-4F72-8400-7DAFBFB658FA}"/>
              </a:ext>
            </a:extLst>
          </p:cNvPr>
          <p:cNvSpPr txBox="1"/>
          <p:nvPr/>
        </p:nvSpPr>
        <p:spPr>
          <a:xfrm>
            <a:off x="368710" y="151380"/>
            <a:ext cx="10102645" cy="1569660"/>
          </a:xfrm>
          <a:prstGeom prst="rect">
            <a:avLst/>
          </a:prstGeom>
          <a:noFill/>
        </p:spPr>
        <p:txBody>
          <a:bodyPr wrap="square">
            <a:spAutoFit/>
          </a:bodyPr>
          <a:lstStyle/>
          <a:p>
            <a:pPr algn="l"/>
            <a:r>
              <a:rPr lang="sq-AL" sz="2400" b="1" i="0" u="none" strike="noStrike" baseline="0" dirty="0">
                <a:latin typeface="Times New Roman" panose="02020603050405020304" pitchFamily="18" charset="0"/>
                <a:cs typeface="Times New Roman" panose="02020603050405020304" pitchFamily="18" charset="0"/>
              </a:rPr>
              <a:t>Ndryshimi i </a:t>
            </a:r>
            <a:r>
              <a:rPr lang="sq-AL" sz="2400" b="1" i="0" u="none" strike="noStrike" baseline="0" dirty="0" err="1">
                <a:latin typeface="Times New Roman" panose="02020603050405020304" pitchFamily="18" charset="0"/>
                <a:cs typeface="Times New Roman" panose="02020603050405020304" pitchFamily="18" charset="0"/>
              </a:rPr>
              <a:t>gjërsis</a:t>
            </a:r>
            <a:r>
              <a:rPr lang="sq-AL" sz="2400" b="1" i="0" u="none" strike="noStrike" baseline="0" dirty="0">
                <a:latin typeface="Times New Roman" panose="02020603050405020304" pitchFamily="18" charset="0"/>
                <a:cs typeface="Times New Roman" panose="02020603050405020304" pitchFamily="18" charset="0"/>
              </a:rPr>
              <a:t> së disa kolonave bëhet në këtë mënyrë:</a:t>
            </a:r>
          </a:p>
          <a:p>
            <a:pPr algn="l"/>
            <a:r>
              <a:rPr lang="sq-AL" sz="2400" b="0" i="1" u="none" strike="noStrike" baseline="0" dirty="0">
                <a:latin typeface="Times New Roman" panose="02020603050405020304" pitchFamily="18" charset="0"/>
                <a:cs typeface="Times New Roman" panose="02020603050405020304" pitchFamily="18" charset="0"/>
              </a:rPr>
              <a:t>1. </a:t>
            </a:r>
            <a:r>
              <a:rPr lang="sq-AL" sz="2400" b="0" i="1" u="none" strike="noStrike" baseline="0" dirty="0" err="1">
                <a:latin typeface="Times New Roman" panose="02020603050405020304" pitchFamily="18" charset="0"/>
                <a:cs typeface="Times New Roman" panose="02020603050405020304" pitchFamily="18" charset="0"/>
              </a:rPr>
              <a:t>Selektojmë</a:t>
            </a:r>
            <a:r>
              <a:rPr lang="sq-AL" sz="2400" b="0" i="1" u="none" strike="noStrike" baseline="0" dirty="0">
                <a:latin typeface="Times New Roman" panose="02020603050405020304" pitchFamily="18" charset="0"/>
                <a:cs typeface="Times New Roman" panose="02020603050405020304" pitchFamily="18" charset="0"/>
              </a:rPr>
              <a:t> kolonat të cilave dëshirojmë ti ndryshohet forma</a:t>
            </a:r>
          </a:p>
          <a:p>
            <a:pPr algn="l"/>
            <a:r>
              <a:rPr lang="en-US" sz="2400" b="0" i="1" u="none" strike="noStrike" baseline="0" dirty="0">
                <a:latin typeface="Times New Roman" panose="02020603050405020304" pitchFamily="18" charset="0"/>
                <a:cs typeface="Times New Roman" panose="02020603050405020304" pitchFamily="18" charset="0"/>
              </a:rPr>
              <a:t>2. </a:t>
            </a:r>
            <a:r>
              <a:rPr lang="en-US" sz="2400" b="1" i="1" u="none" strike="noStrike" baseline="0" dirty="0">
                <a:latin typeface="Times New Roman" panose="02020603050405020304" pitchFamily="18" charset="0"/>
                <a:cs typeface="Times New Roman" panose="02020603050405020304" pitchFamily="18" charset="0"/>
              </a:rPr>
              <a:t>Format, 3. Column, 4. Width </a:t>
            </a:r>
            <a:r>
              <a:rPr lang="en-US" sz="2400" b="0" i="1" u="none" strike="noStrike" baseline="0" dirty="0" err="1">
                <a:latin typeface="Times New Roman" panose="02020603050405020304" pitchFamily="18" charset="0"/>
                <a:cs typeface="Times New Roman" panose="02020603050405020304" pitchFamily="18" charset="0"/>
              </a:rPr>
              <a:t>dhe</a:t>
            </a:r>
            <a:r>
              <a:rPr lang="en-US" sz="2400" b="0" i="1" u="none" strike="noStrike" baseline="0" dirty="0">
                <a:latin typeface="Times New Roman" panose="02020603050405020304" pitchFamily="18" charset="0"/>
                <a:cs typeface="Times New Roman" panose="02020603050405020304" pitchFamily="18" charset="0"/>
              </a:rPr>
              <a:t> </a:t>
            </a:r>
            <a:r>
              <a:rPr lang="en-US" sz="2400" b="0" i="1" u="none" strike="noStrike" baseline="0" dirty="0" err="1">
                <a:latin typeface="Times New Roman" panose="02020603050405020304" pitchFamily="18" charset="0"/>
                <a:cs typeface="Times New Roman" panose="02020603050405020304" pitchFamily="18" charset="0"/>
              </a:rPr>
              <a:t>si</a:t>
            </a:r>
            <a:r>
              <a:rPr lang="en-US" sz="2400" b="0" i="1" u="none" strike="noStrike" baseline="0" dirty="0">
                <a:latin typeface="Times New Roman" panose="02020603050405020304" pitchFamily="18" charset="0"/>
                <a:cs typeface="Times New Roman" panose="02020603050405020304" pitchFamily="18" charset="0"/>
              </a:rPr>
              <a:t> </a:t>
            </a:r>
            <a:r>
              <a:rPr lang="en-US" sz="2400" b="0" i="1" u="none" strike="noStrike" baseline="0" dirty="0" err="1">
                <a:latin typeface="Times New Roman" panose="02020603050405020304" pitchFamily="18" charset="0"/>
                <a:cs typeface="Times New Roman" panose="02020603050405020304" pitchFamily="18" charset="0"/>
              </a:rPr>
              <a:t>rezultat</a:t>
            </a:r>
            <a:r>
              <a:rPr lang="en-US" sz="2400" b="0" i="1" u="none" strike="noStrike" baseline="0" dirty="0">
                <a:latin typeface="Times New Roman" panose="02020603050405020304" pitchFamily="18" charset="0"/>
                <a:cs typeface="Times New Roman" panose="02020603050405020304" pitchFamily="18" charset="0"/>
              </a:rPr>
              <a:t> </a:t>
            </a:r>
            <a:r>
              <a:rPr lang="en-US" sz="2400" b="0" i="1" u="none" strike="noStrike" baseline="0" dirty="0" err="1">
                <a:latin typeface="Times New Roman" panose="02020603050405020304" pitchFamily="18" charset="0"/>
                <a:cs typeface="Times New Roman" panose="02020603050405020304" pitchFamily="18" charset="0"/>
              </a:rPr>
              <a:t>hapet</a:t>
            </a:r>
            <a:r>
              <a:rPr lang="en-US" sz="2400" b="0" i="1" u="none" strike="noStrike" baseline="0" dirty="0">
                <a:latin typeface="Times New Roman" panose="02020603050405020304" pitchFamily="18" charset="0"/>
                <a:cs typeface="Times New Roman" panose="02020603050405020304" pitchFamily="18" charset="0"/>
              </a:rPr>
              <a:t> </a:t>
            </a:r>
            <a:r>
              <a:rPr lang="en-US" sz="2400" b="0" i="1" u="none" strike="noStrike" baseline="0" dirty="0" err="1">
                <a:latin typeface="Times New Roman" panose="02020603050405020304" pitchFamily="18" charset="0"/>
                <a:cs typeface="Times New Roman" panose="02020603050405020304" pitchFamily="18" charset="0"/>
              </a:rPr>
              <a:t>korniza</a:t>
            </a:r>
            <a:r>
              <a:rPr lang="en-US" sz="2400" b="0" i="1" u="none" strike="noStrike" baseline="0" dirty="0">
                <a:latin typeface="Times New Roman" panose="02020603050405020304" pitchFamily="18" charset="0"/>
                <a:cs typeface="Times New Roman" panose="02020603050405020304" pitchFamily="18" charset="0"/>
              </a:rPr>
              <a:t> </a:t>
            </a:r>
            <a:r>
              <a:rPr lang="en-US" sz="2400" b="1" i="1" u="none" strike="noStrike" baseline="0" dirty="0">
                <a:latin typeface="Times New Roman" panose="02020603050405020304" pitchFamily="18" charset="0"/>
                <a:cs typeface="Times New Roman" panose="02020603050405020304" pitchFamily="18" charset="0"/>
              </a:rPr>
              <a:t>Column Width,</a:t>
            </a:r>
            <a:r>
              <a:rPr lang="sq-AL" sz="2400" b="1" i="1" u="none" strike="noStrike" baseline="0" dirty="0">
                <a:latin typeface="Times New Roman" panose="02020603050405020304" pitchFamily="18" charset="0"/>
                <a:cs typeface="Times New Roman" panose="02020603050405020304" pitchFamily="18" charset="0"/>
              </a:rPr>
              <a:t> njëjtë veprohet edhe me rreshtat </a:t>
            </a:r>
            <a:r>
              <a:rPr lang="en-US" sz="2400" b="1" i="0" u="none" strike="noStrike" baseline="0" dirty="0" err="1">
                <a:latin typeface="Times New Roman" panose="02020603050405020304" pitchFamily="18" charset="0"/>
                <a:cs typeface="Times New Roman" panose="02020603050405020304" pitchFamily="18" charset="0"/>
              </a:rPr>
              <a:t>figura</a:t>
            </a:r>
            <a:r>
              <a:rPr lang="en-US" sz="2400" b="1" i="0" u="none" strike="noStrike" baseline="0" dirty="0">
                <a:latin typeface="Times New Roman" panose="02020603050405020304" pitchFamily="18" charset="0"/>
                <a:cs typeface="Times New Roman" panose="02020603050405020304" pitchFamily="18" charset="0"/>
              </a:rPr>
              <a:t> </a:t>
            </a:r>
            <a:r>
              <a:rPr lang="en-US" sz="2400" b="1" i="0" u="none" strike="noStrike" baseline="0" dirty="0" err="1">
                <a:latin typeface="Times New Roman" panose="02020603050405020304" pitchFamily="18" charset="0"/>
                <a:cs typeface="Times New Roman" panose="02020603050405020304" pitchFamily="18" charset="0"/>
              </a:rPr>
              <a:t>në</a:t>
            </a:r>
            <a:r>
              <a:rPr lang="en-US" sz="2400" b="1" i="0" u="none" strike="noStrike" baseline="0" dirty="0">
                <a:latin typeface="Times New Roman" panose="02020603050405020304" pitchFamily="18" charset="0"/>
                <a:cs typeface="Times New Roman" panose="02020603050405020304" pitchFamily="18" charset="0"/>
              </a:rPr>
              <a:t> </a:t>
            </a:r>
            <a:r>
              <a:rPr lang="en-US" sz="2400" b="1" i="0" u="none" strike="noStrike" baseline="0" dirty="0" err="1">
                <a:latin typeface="Times New Roman" panose="02020603050405020304" pitchFamily="18" charset="0"/>
                <a:cs typeface="Times New Roman" panose="02020603050405020304" pitchFamily="18" charset="0"/>
              </a:rPr>
              <a:t>vazhdim</a:t>
            </a:r>
            <a:endParaRPr lang="sq-AL"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4754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6350AC-578A-4015-9BD6-7ABEF0F6801F}"/>
              </a:ext>
            </a:extLst>
          </p:cNvPr>
          <p:cNvSpPr txBox="1"/>
          <p:nvPr/>
        </p:nvSpPr>
        <p:spPr>
          <a:xfrm>
            <a:off x="221226" y="471948"/>
            <a:ext cx="10250129" cy="286232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sq-AL" sz="3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Shkrimi në Excel</a:t>
            </a:r>
            <a:endPar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Përshkrim: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Si të shkruani dhe redaktoni të dhëna në qeliza.</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Procedura: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1. Klikoni në një qelizë dhe filloni të shkruani.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 Shtypni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Enter</a:t>
            </a:r>
            <a:r>
              <a:rPr lang="sq-AL" sz="2400" kern="0" dirty="0">
                <a:solidFill>
                  <a:prstClr val="black"/>
                </a:solidFill>
                <a:latin typeface="Times New Roman" panose="02020603050405020304" pitchFamily="18" charset="0"/>
                <a:cs typeface="Times New Roman" panose="02020603050405020304" pitchFamily="18" charset="0"/>
              </a:rPr>
              <a:t>»</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për të lëvizur poshtë, ose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Tab</a:t>
            </a:r>
            <a:r>
              <a:rPr lang="sq-AL" sz="2400" kern="0" dirty="0">
                <a:solidFill>
                  <a:prstClr val="black"/>
                </a:solidFill>
                <a:latin typeface="Times New Roman" panose="02020603050405020304" pitchFamily="18" charset="0"/>
                <a:cs typeface="Times New Roman" panose="02020603050405020304" pitchFamily="18" charset="0"/>
              </a:rPr>
              <a:t>»</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për të lëvizur në të djathtë.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3. Për redaktim, klikoni dy herë në qelizë ose përdorni shiritin e formulave.</a:t>
            </a:r>
          </a:p>
        </p:txBody>
      </p:sp>
      <p:pic>
        <p:nvPicPr>
          <p:cNvPr id="6" name="Picture 5">
            <a:extLst>
              <a:ext uri="{FF2B5EF4-FFF2-40B4-BE49-F238E27FC236}">
                <a16:creationId xmlns:a16="http://schemas.microsoft.com/office/drawing/2014/main" id="{8E38E879-9B93-4579-85E3-65FAEEF8E68B}"/>
              </a:ext>
            </a:extLst>
          </p:cNvPr>
          <p:cNvPicPr>
            <a:picLocks noChangeAspect="1"/>
          </p:cNvPicPr>
          <p:nvPr/>
        </p:nvPicPr>
        <p:blipFill>
          <a:blip r:embed="rId2"/>
          <a:stretch>
            <a:fillRect/>
          </a:stretch>
        </p:blipFill>
        <p:spPr>
          <a:xfrm>
            <a:off x="383459" y="3525998"/>
            <a:ext cx="9615948" cy="2749633"/>
          </a:xfrm>
          <a:prstGeom prst="rect">
            <a:avLst/>
          </a:prstGeom>
        </p:spPr>
      </p:pic>
    </p:spTree>
    <p:extLst>
      <p:ext uri="{BB962C8B-B14F-4D97-AF65-F5344CB8AC3E}">
        <p14:creationId xmlns:p14="http://schemas.microsoft.com/office/powerpoint/2010/main" val="2721846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ECC1D0-06B8-4210-9E4E-4A8CCFE6421D}"/>
              </a:ext>
            </a:extLst>
          </p:cNvPr>
          <p:cNvSpPr txBox="1"/>
          <p:nvPr/>
        </p:nvSpPr>
        <p:spPr>
          <a:xfrm>
            <a:off x="471947" y="383458"/>
            <a:ext cx="8008376" cy="323165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sq-AL" sz="3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Krijimi i Tabelave në Excel</a:t>
            </a:r>
            <a:endPar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Përshkrim: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Si të krijoni tabela dhe të organizoni të dhënat.</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Procedura: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1. Zgjidhni të dhënat që dëshironi të përfshini.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 Klikoni «Insert &gt;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Table</a:t>
            </a:r>
            <a:r>
              <a:rPr lang="sq-AL" sz="2400" kern="0" dirty="0">
                <a:solidFill>
                  <a:prstClr val="black"/>
                </a:solidFill>
                <a:latin typeface="Times New Roman" panose="02020603050405020304" pitchFamily="18" charset="0"/>
                <a:cs typeface="Times New Roman" panose="02020603050405020304" pitchFamily="18" charset="0"/>
              </a:rPr>
              <a:t>»</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3. Kontrolloni kutinë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My</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table</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has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headers</a:t>
            </a:r>
            <a:r>
              <a:rPr lang="sq-AL" sz="2400" kern="0" dirty="0">
                <a:solidFill>
                  <a:prstClr val="black"/>
                </a:solidFill>
                <a:latin typeface="Times New Roman" panose="02020603050405020304" pitchFamily="18" charset="0"/>
                <a:cs typeface="Times New Roman" panose="02020603050405020304" pitchFamily="18" charset="0"/>
              </a:rPr>
              <a:t>»</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nëse keni tituj kolonash.   </a:t>
            </a:r>
          </a:p>
        </p:txBody>
      </p:sp>
      <p:pic>
        <p:nvPicPr>
          <p:cNvPr id="5" name="Picture 4">
            <a:extLst>
              <a:ext uri="{FF2B5EF4-FFF2-40B4-BE49-F238E27FC236}">
                <a16:creationId xmlns:a16="http://schemas.microsoft.com/office/drawing/2014/main" id="{862D13BA-00BC-4074-A045-F96A9B4005CF}"/>
              </a:ext>
            </a:extLst>
          </p:cNvPr>
          <p:cNvPicPr>
            <a:picLocks noChangeAspect="1"/>
          </p:cNvPicPr>
          <p:nvPr/>
        </p:nvPicPr>
        <p:blipFill>
          <a:blip r:embed="rId2"/>
          <a:stretch>
            <a:fillRect/>
          </a:stretch>
        </p:blipFill>
        <p:spPr>
          <a:xfrm>
            <a:off x="5043949" y="3847614"/>
            <a:ext cx="5807344" cy="3157870"/>
          </a:xfrm>
          <a:prstGeom prst="rect">
            <a:avLst/>
          </a:prstGeom>
        </p:spPr>
      </p:pic>
      <p:pic>
        <p:nvPicPr>
          <p:cNvPr id="7" name="Picture 6">
            <a:extLst>
              <a:ext uri="{FF2B5EF4-FFF2-40B4-BE49-F238E27FC236}">
                <a16:creationId xmlns:a16="http://schemas.microsoft.com/office/drawing/2014/main" id="{7455C970-CB40-42BA-BC8F-851DA15D4503}"/>
              </a:ext>
            </a:extLst>
          </p:cNvPr>
          <p:cNvPicPr>
            <a:picLocks noChangeAspect="1"/>
          </p:cNvPicPr>
          <p:nvPr/>
        </p:nvPicPr>
        <p:blipFill>
          <a:blip r:embed="rId3"/>
          <a:stretch>
            <a:fillRect/>
          </a:stretch>
        </p:blipFill>
        <p:spPr>
          <a:xfrm>
            <a:off x="0" y="3847614"/>
            <a:ext cx="5364196" cy="3157870"/>
          </a:xfrm>
          <a:prstGeom prst="rect">
            <a:avLst/>
          </a:prstGeom>
        </p:spPr>
      </p:pic>
    </p:spTree>
    <p:extLst>
      <p:ext uri="{BB962C8B-B14F-4D97-AF65-F5344CB8AC3E}">
        <p14:creationId xmlns:p14="http://schemas.microsoft.com/office/powerpoint/2010/main" val="3284089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2E6B29-FFDD-45CE-B2B8-F1BF2D7441FC}"/>
              </a:ext>
            </a:extLst>
          </p:cNvPr>
          <p:cNvSpPr txBox="1"/>
          <p:nvPr/>
        </p:nvSpPr>
        <p:spPr>
          <a:xfrm>
            <a:off x="560439" y="609999"/>
            <a:ext cx="9822426" cy="4518225"/>
          </a:xfrm>
          <a:prstGeom prst="rect">
            <a:avLst/>
          </a:prstGeom>
          <a:noFill/>
        </p:spPr>
        <p:txBody>
          <a:bodyPr wrap="square">
            <a:spAutoFit/>
          </a:bodyPr>
          <a:lstStyle/>
          <a:p>
            <a:pPr>
              <a:lnSpc>
                <a:spcPct val="107000"/>
              </a:lnSpc>
              <a:spcAft>
                <a:spcPts val="800"/>
              </a:spcAft>
            </a:pP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Çfarë është opsioni "</a:t>
            </a:r>
            <a:r>
              <a:rPr lang="sq-XK"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My</a:t>
            </a: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sq-XK"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Table</a:t>
            </a: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 Has </a:t>
            </a:r>
            <a:r>
              <a:rPr lang="sq-XK"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Headers</a:t>
            </a: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28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XK" sz="2800" kern="0" dirty="0">
                <a:effectLst/>
                <a:latin typeface="Times New Roman" panose="02020603050405020304" pitchFamily="18" charset="0"/>
                <a:ea typeface="Times New Roman" panose="02020603050405020304" pitchFamily="18" charset="0"/>
                <a:cs typeface="Times New Roman" panose="02020603050405020304" pitchFamily="18" charset="0"/>
              </a:rPr>
              <a:t>Kur krijoni një tabelë në Excel duke përdorur funksionin </a:t>
            </a: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Insert -&gt; </a:t>
            </a:r>
            <a:r>
              <a:rPr lang="sq-XK"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Table</a:t>
            </a:r>
            <a:r>
              <a:rPr lang="sq-XK" sz="2800" kern="0" dirty="0">
                <a:effectLst/>
                <a:latin typeface="Times New Roman" panose="02020603050405020304" pitchFamily="18" charset="0"/>
                <a:ea typeface="Times New Roman" panose="02020603050405020304" pitchFamily="18" charset="0"/>
                <a:cs typeface="Times New Roman" panose="02020603050405020304" pitchFamily="18" charset="0"/>
              </a:rPr>
              <a:t>, do të shfaqet një kuti dialogu ku mund të shënoni ose </a:t>
            </a:r>
            <a:r>
              <a:rPr lang="sq-XK" sz="2800" kern="0" dirty="0" err="1">
                <a:effectLst/>
                <a:latin typeface="Times New Roman" panose="02020603050405020304" pitchFamily="18" charset="0"/>
                <a:ea typeface="Times New Roman" panose="02020603050405020304" pitchFamily="18" charset="0"/>
                <a:cs typeface="Times New Roman" panose="02020603050405020304" pitchFamily="18" charset="0"/>
              </a:rPr>
              <a:t>çshënoni</a:t>
            </a:r>
            <a:r>
              <a:rPr lang="sq-XK" sz="2800" kern="0" dirty="0">
                <a:effectLst/>
                <a:latin typeface="Times New Roman" panose="02020603050405020304" pitchFamily="18" charset="0"/>
                <a:ea typeface="Times New Roman" panose="02020603050405020304" pitchFamily="18" charset="0"/>
                <a:cs typeface="Times New Roman" panose="02020603050405020304" pitchFamily="18" charset="0"/>
              </a:rPr>
              <a:t> opsionin </a:t>
            </a: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sq-XK"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My</a:t>
            </a: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sq-XK"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table</a:t>
            </a: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 has </a:t>
            </a:r>
            <a:r>
              <a:rPr lang="sq-XK"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headers</a:t>
            </a: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sq-XK" sz="2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2800" kern="100" dirty="0">
              <a:effectLst/>
              <a:latin typeface="Times New Roman" panose="02020603050405020304" pitchFamily="18" charset="0"/>
              <a:ea typeface="Aptos"/>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sq-XK"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My</a:t>
            </a: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sq-XK"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Table</a:t>
            </a: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 Has </a:t>
            </a:r>
            <a:r>
              <a:rPr lang="sq-XK"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Headers</a:t>
            </a: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sq-XK" sz="2800" kern="0" dirty="0">
                <a:effectLst/>
                <a:latin typeface="Times New Roman" panose="02020603050405020304" pitchFamily="18" charset="0"/>
                <a:ea typeface="Times New Roman" panose="02020603050405020304" pitchFamily="18" charset="0"/>
                <a:cs typeface="Times New Roman" panose="02020603050405020304" pitchFamily="18" charset="0"/>
              </a:rPr>
              <a:t> nënkupton që rreshti i parë i të dhënave tuaja përmban emrat e kolonave (si: "Nr.", "Emri dhe Mbiemri", "Lënda", etj.).</a:t>
            </a:r>
            <a:endParaRPr lang="sq-XK" sz="2800" kern="100" dirty="0">
              <a:effectLst/>
              <a:latin typeface="Times New Roman" panose="02020603050405020304" pitchFamily="18" charset="0"/>
              <a:ea typeface="Aptos"/>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sq-XK" sz="2800" kern="0" dirty="0">
                <a:effectLst/>
                <a:latin typeface="Times New Roman" panose="02020603050405020304" pitchFamily="18" charset="0"/>
                <a:ea typeface="Times New Roman" panose="02020603050405020304" pitchFamily="18" charset="0"/>
                <a:cs typeface="Times New Roman" panose="02020603050405020304" pitchFamily="18" charset="0"/>
              </a:rPr>
              <a:t>Nëse ky opsion është aktiv, Excel do të trajtojë rreshtin e parë si </a:t>
            </a:r>
            <a:r>
              <a:rPr lang="sq-XK" sz="2800" b="1" kern="0" dirty="0">
                <a:effectLst/>
                <a:latin typeface="Times New Roman" panose="02020603050405020304" pitchFamily="18" charset="0"/>
                <a:ea typeface="Times New Roman" panose="02020603050405020304" pitchFamily="18" charset="0"/>
                <a:cs typeface="Times New Roman" panose="02020603050405020304" pitchFamily="18" charset="0"/>
              </a:rPr>
              <a:t>tituj të kolonave</a:t>
            </a:r>
            <a:r>
              <a:rPr lang="sq-XK" sz="2800" kern="0" dirty="0">
                <a:effectLst/>
                <a:latin typeface="Times New Roman" panose="02020603050405020304" pitchFamily="18" charset="0"/>
                <a:ea typeface="Times New Roman" panose="02020603050405020304" pitchFamily="18" charset="0"/>
                <a:cs typeface="Times New Roman" panose="02020603050405020304" pitchFamily="18" charset="0"/>
              </a:rPr>
              <a:t>, dhe jo si pjesë e të dhënave.</a:t>
            </a:r>
            <a:endParaRPr lang="sq-XK" sz="2800" kern="100" dirty="0">
              <a:effectLst/>
              <a:latin typeface="Times New Roman" panose="02020603050405020304" pitchFamily="18" charset="0"/>
              <a:ea typeface="Aptos"/>
              <a:cs typeface="Times New Roman" panose="02020603050405020304" pitchFamily="18" charset="0"/>
            </a:endParaRPr>
          </a:p>
        </p:txBody>
      </p:sp>
    </p:spTree>
    <p:extLst>
      <p:ext uri="{BB962C8B-B14F-4D97-AF65-F5344CB8AC3E}">
        <p14:creationId xmlns:p14="http://schemas.microsoft.com/office/powerpoint/2010/main" val="23557551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1EEE71-E8EA-4162-A369-CE0B66759A54}"/>
              </a:ext>
            </a:extLst>
          </p:cNvPr>
          <p:cNvSpPr txBox="1"/>
          <p:nvPr/>
        </p:nvSpPr>
        <p:spPr>
          <a:xfrm>
            <a:off x="427703" y="477127"/>
            <a:ext cx="10028903" cy="5509200"/>
          </a:xfrm>
          <a:prstGeom prst="rect">
            <a:avLst/>
          </a:prstGeom>
          <a:noFill/>
        </p:spPr>
        <p:txBody>
          <a:bodyPr wrap="square">
            <a:spAutoFit/>
          </a:bodyPr>
          <a:lstStyle/>
          <a:p>
            <a:pPr algn="l"/>
            <a:r>
              <a:rPr lang="sq-AL" sz="4000" b="1" i="0" u="none" strike="noStrike" baseline="0" dirty="0">
                <a:latin typeface="Times New Roman" panose="02020603050405020304" pitchFamily="18" charset="0"/>
                <a:cs typeface="Times New Roman" panose="02020603050405020304" pitchFamily="18" charset="0"/>
              </a:rPr>
              <a:t>Shtimi i rreshtave dhe kolonave</a:t>
            </a:r>
          </a:p>
          <a:p>
            <a:pPr algn="l"/>
            <a:r>
              <a:rPr lang="sq-AL" sz="3600" b="1" i="0" u="none" strike="noStrike" baseline="0" dirty="0">
                <a:latin typeface="Times New Roman" panose="02020603050405020304" pitchFamily="18" charset="0"/>
                <a:cs typeface="Times New Roman" panose="02020603050405020304" pitchFamily="18" charset="0"/>
              </a:rPr>
              <a:t>Për shtimin e rreshtave ka disa mënyra:</a:t>
            </a:r>
          </a:p>
          <a:p>
            <a:pPr algn="l"/>
            <a:r>
              <a:rPr lang="sq-AL" sz="3600" b="1" i="1" u="none" strike="noStrike" baseline="0" dirty="0">
                <a:latin typeface="Times New Roman" panose="02020603050405020304" pitchFamily="18" charset="0"/>
                <a:cs typeface="Times New Roman" panose="02020603050405020304" pitchFamily="18" charset="0"/>
              </a:rPr>
              <a:t>Mënyra e parë</a:t>
            </a:r>
          </a:p>
          <a:p>
            <a:pPr algn="l"/>
            <a:r>
              <a:rPr lang="sq-AL" sz="2800" b="1" i="1" u="none" strike="noStrike" baseline="0" dirty="0">
                <a:latin typeface="Times New Roman" panose="02020603050405020304" pitchFamily="18" charset="0"/>
                <a:cs typeface="Times New Roman" panose="02020603050405020304" pitchFamily="18" charset="0"/>
              </a:rPr>
              <a:t>1. </a:t>
            </a:r>
            <a:r>
              <a:rPr lang="sq-AL" sz="2800" b="1" i="1" u="none" strike="noStrike" baseline="0" dirty="0" err="1">
                <a:latin typeface="Times New Roman" panose="02020603050405020304" pitchFamily="18" charset="0"/>
                <a:cs typeface="Times New Roman" panose="02020603050405020304" pitchFamily="18" charset="0"/>
              </a:rPr>
              <a:t>Selektojmë</a:t>
            </a:r>
            <a:r>
              <a:rPr lang="sq-AL" sz="2800" b="1" i="1" u="none" strike="noStrike" baseline="0" dirty="0">
                <a:latin typeface="Times New Roman" panose="02020603050405020304" pitchFamily="18" charset="0"/>
                <a:cs typeface="Times New Roman" panose="02020603050405020304" pitchFamily="18" charset="0"/>
              </a:rPr>
              <a:t> rreshtin,2. Insert,3. </a:t>
            </a:r>
            <a:r>
              <a:rPr lang="sq-AL" sz="2800" b="1" i="1" u="none" strike="noStrike" baseline="0" dirty="0" err="1">
                <a:latin typeface="Times New Roman" panose="02020603050405020304" pitchFamily="18" charset="0"/>
                <a:cs typeface="Times New Roman" panose="02020603050405020304" pitchFamily="18" charset="0"/>
              </a:rPr>
              <a:t>Rows</a:t>
            </a:r>
            <a:endParaRPr lang="sq-AL" sz="2800" b="1" i="1" u="none" strike="noStrike" baseline="0" dirty="0">
              <a:latin typeface="Times New Roman" panose="02020603050405020304" pitchFamily="18" charset="0"/>
              <a:cs typeface="Times New Roman" panose="02020603050405020304" pitchFamily="18" charset="0"/>
            </a:endParaRPr>
          </a:p>
          <a:p>
            <a:pPr algn="l"/>
            <a:r>
              <a:rPr lang="sq-AL" sz="3600" b="1" i="1" u="none" strike="noStrike" baseline="0" dirty="0">
                <a:latin typeface="Times New Roman" panose="02020603050405020304" pitchFamily="18" charset="0"/>
                <a:cs typeface="Times New Roman" panose="02020603050405020304" pitchFamily="18" charset="0"/>
              </a:rPr>
              <a:t>Mënyra e dytë p</a:t>
            </a:r>
            <a:r>
              <a:rPr lang="sq-AL" sz="2800" b="1" i="1" u="none" strike="noStrike" baseline="0" dirty="0">
                <a:latin typeface="Times New Roman" panose="02020603050405020304" pitchFamily="18" charset="0"/>
                <a:cs typeface="Times New Roman" panose="02020603050405020304" pitchFamily="18" charset="0"/>
              </a:rPr>
              <a:t>ërmes tastierës</a:t>
            </a:r>
          </a:p>
          <a:p>
            <a:pPr algn="l"/>
            <a:r>
              <a:rPr lang="sq-AL" sz="2800" b="1" i="1" u="none" strike="noStrike" baseline="0" dirty="0" err="1">
                <a:latin typeface="Times New Roman" panose="02020603050405020304" pitchFamily="18" charset="0"/>
                <a:cs typeface="Times New Roman" panose="02020603050405020304" pitchFamily="18" charset="0"/>
              </a:rPr>
              <a:t>Selektojmë</a:t>
            </a:r>
            <a:r>
              <a:rPr lang="sq-AL" sz="2800" b="1" i="1" u="none" strike="noStrike" baseline="0" dirty="0">
                <a:latin typeface="Times New Roman" panose="02020603050405020304" pitchFamily="18" charset="0"/>
                <a:cs typeface="Times New Roman" panose="02020603050405020304" pitchFamily="18" charset="0"/>
              </a:rPr>
              <a:t> </a:t>
            </a:r>
            <a:r>
              <a:rPr lang="sq-AL" sz="2800" b="1" i="1" u="none" strike="noStrike" baseline="0" dirty="0" err="1">
                <a:latin typeface="Times New Roman" panose="02020603050405020304" pitchFamily="18" charset="0"/>
                <a:cs typeface="Times New Roman" panose="02020603050405020304" pitchFamily="18" charset="0"/>
              </a:rPr>
              <a:t>rreshtin,</a:t>
            </a:r>
            <a:r>
              <a:rPr lang="sq-AL" sz="2800" b="0" i="1" u="none" strike="noStrike" baseline="0" dirty="0" err="1">
                <a:latin typeface="Times New Roman" panose="02020603050405020304" pitchFamily="18" charset="0"/>
                <a:cs typeface="Times New Roman" panose="02020603050405020304" pitchFamily="18" charset="0"/>
              </a:rPr>
              <a:t>dhe</a:t>
            </a:r>
            <a:r>
              <a:rPr lang="sq-AL" sz="2800" b="0" i="1" u="none" strike="noStrike" baseline="0" dirty="0">
                <a:latin typeface="Times New Roman" panose="02020603050405020304" pitchFamily="18" charset="0"/>
                <a:cs typeface="Times New Roman" panose="02020603050405020304" pitchFamily="18" charset="0"/>
              </a:rPr>
              <a:t> në tastierë shtypim </a:t>
            </a:r>
            <a:r>
              <a:rPr lang="sq-AL" sz="2800" b="1" i="1" u="none" strike="noStrike" baseline="0" dirty="0" err="1">
                <a:latin typeface="Times New Roman" panose="02020603050405020304" pitchFamily="18" charset="0"/>
                <a:cs typeface="Times New Roman" panose="02020603050405020304" pitchFamily="18" charset="0"/>
              </a:rPr>
              <a:t>Ctrl</a:t>
            </a:r>
            <a:r>
              <a:rPr lang="sq-AL" sz="2800" b="1" i="1" u="none" strike="noStrike" baseline="0" dirty="0">
                <a:latin typeface="Times New Roman" panose="02020603050405020304" pitchFamily="18" charset="0"/>
                <a:cs typeface="Times New Roman" panose="02020603050405020304" pitchFamily="18" charset="0"/>
              </a:rPr>
              <a:t> + </a:t>
            </a:r>
            <a:r>
              <a:rPr lang="sq-AL" sz="2800" b="0" i="1" u="none" strike="noStrike" baseline="0" dirty="0">
                <a:latin typeface="Times New Roman" panose="02020603050405020304" pitchFamily="18" charset="0"/>
                <a:cs typeface="Times New Roman" panose="02020603050405020304" pitchFamily="18" charset="0"/>
              </a:rPr>
              <a:t>kurse e kundërta  është </a:t>
            </a:r>
            <a:r>
              <a:rPr lang="sq-AL" sz="2800" b="1" i="1" u="none" strike="noStrike" baseline="0" dirty="0" err="1">
                <a:latin typeface="Times New Roman" panose="02020603050405020304" pitchFamily="18" charset="0"/>
                <a:cs typeface="Times New Roman" panose="02020603050405020304" pitchFamily="18" charset="0"/>
              </a:rPr>
              <a:t>Ctrl</a:t>
            </a:r>
            <a:r>
              <a:rPr lang="sq-AL" sz="2800" b="1" i="1" u="none" strike="noStrike" baseline="0" dirty="0">
                <a:latin typeface="Times New Roman" panose="02020603050405020304" pitchFamily="18" charset="0"/>
                <a:cs typeface="Times New Roman" panose="02020603050405020304" pitchFamily="18" charset="0"/>
              </a:rPr>
              <a:t> -</a:t>
            </a:r>
          </a:p>
          <a:p>
            <a:pPr algn="l"/>
            <a:r>
              <a:rPr lang="sq-AL" sz="3600" b="1" i="1" u="none" strike="noStrike" baseline="0" dirty="0">
                <a:latin typeface="Times New Roman" panose="02020603050405020304" pitchFamily="18" charset="0"/>
                <a:cs typeface="Times New Roman" panose="02020603050405020304" pitchFamily="18" charset="0"/>
              </a:rPr>
              <a:t>Mënyra e tretë</a:t>
            </a:r>
          </a:p>
          <a:p>
            <a:pPr algn="l"/>
            <a:r>
              <a:rPr lang="sq-AL" sz="2800" b="1" i="1" u="none" strike="noStrike" baseline="0" dirty="0">
                <a:latin typeface="Times New Roman" panose="02020603050405020304" pitchFamily="18" charset="0"/>
                <a:cs typeface="Times New Roman" panose="02020603050405020304" pitchFamily="18" charset="0"/>
              </a:rPr>
              <a:t>1. Shtypim tastin e djathtë mbi rreshtin të cilën dëshirojmë të shtojmë</a:t>
            </a:r>
          </a:p>
          <a:p>
            <a:pPr algn="l"/>
            <a:r>
              <a:rPr lang="sq-AL" sz="2800" b="1" i="1" u="none" strike="noStrike" baseline="0" dirty="0">
                <a:latin typeface="Times New Roman" panose="02020603050405020304" pitchFamily="18" charset="0"/>
                <a:cs typeface="Times New Roman" panose="02020603050405020304" pitchFamily="18" charset="0"/>
              </a:rPr>
              <a:t>2. </a:t>
            </a:r>
            <a:r>
              <a:rPr lang="sq-AL" sz="2800" b="0" i="1" u="none" strike="noStrike" baseline="0" dirty="0">
                <a:latin typeface="Times New Roman" panose="02020603050405020304" pitchFamily="18" charset="0"/>
                <a:cs typeface="Times New Roman" panose="02020603050405020304" pitchFamily="18" charset="0"/>
              </a:rPr>
              <a:t>Nga nënmenyja e cila hapet zgjedhim </a:t>
            </a:r>
            <a:r>
              <a:rPr lang="sq-AL" sz="2800" b="1" i="1" u="none" strike="noStrike" baseline="0" dirty="0">
                <a:latin typeface="Times New Roman" panose="02020603050405020304" pitchFamily="18" charset="0"/>
                <a:cs typeface="Times New Roman" panose="02020603050405020304" pitchFamily="18" charset="0"/>
              </a:rPr>
              <a:t>Insert</a:t>
            </a:r>
            <a:endParaRPr lang="sq-AL"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2579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91C8D9-EC24-468C-80CC-B8EEA1E5EEF7}"/>
              </a:ext>
            </a:extLst>
          </p:cNvPr>
          <p:cNvSpPr txBox="1"/>
          <p:nvPr/>
        </p:nvSpPr>
        <p:spPr>
          <a:xfrm>
            <a:off x="383458" y="349514"/>
            <a:ext cx="9969910" cy="4893647"/>
          </a:xfrm>
          <a:prstGeom prst="rect">
            <a:avLst/>
          </a:prstGeom>
          <a:noFill/>
        </p:spPr>
        <p:txBody>
          <a:bodyPr wrap="square">
            <a:spAutoFit/>
          </a:bodyPr>
          <a:lstStyle/>
          <a:p>
            <a:pPr algn="l"/>
            <a:r>
              <a:rPr lang="sq-AL" sz="3600" b="1" i="0" u="none" strike="noStrike" baseline="0" dirty="0">
                <a:latin typeface="Times New Roman" panose="02020603050405020304" pitchFamily="18" charset="0"/>
                <a:cs typeface="Times New Roman" panose="02020603050405020304" pitchFamily="18" charset="0"/>
              </a:rPr>
              <a:t>Për shtimin e kolonave ka disa mënyra:</a:t>
            </a:r>
          </a:p>
          <a:p>
            <a:pPr algn="l"/>
            <a:r>
              <a:rPr lang="sq-AL" sz="3600" b="1" i="1" u="none" strike="noStrike" baseline="0" dirty="0">
                <a:latin typeface="Times New Roman" panose="02020603050405020304" pitchFamily="18" charset="0"/>
                <a:cs typeface="Times New Roman" panose="02020603050405020304" pitchFamily="18" charset="0"/>
              </a:rPr>
              <a:t>Mënyra e parë</a:t>
            </a:r>
          </a:p>
          <a:p>
            <a:pPr algn="l"/>
            <a:r>
              <a:rPr lang="sq-AL" sz="2800" b="1" i="1" u="none" strike="noStrike" baseline="0" dirty="0">
                <a:latin typeface="Times New Roman" panose="02020603050405020304" pitchFamily="18" charset="0"/>
                <a:cs typeface="Times New Roman" panose="02020603050405020304" pitchFamily="18" charset="0"/>
              </a:rPr>
              <a:t>1. </a:t>
            </a:r>
            <a:r>
              <a:rPr lang="sq-AL" sz="2800" b="1" i="1" u="none" strike="noStrike" baseline="0" dirty="0" err="1">
                <a:latin typeface="Times New Roman" panose="02020603050405020304" pitchFamily="18" charset="0"/>
                <a:cs typeface="Times New Roman" panose="02020603050405020304" pitchFamily="18" charset="0"/>
              </a:rPr>
              <a:t>Selektojmë</a:t>
            </a:r>
            <a:r>
              <a:rPr lang="sq-AL" sz="2800" b="1" i="1" u="none" strike="noStrike" baseline="0" dirty="0">
                <a:latin typeface="Times New Roman" panose="02020603050405020304" pitchFamily="18" charset="0"/>
                <a:cs typeface="Times New Roman" panose="02020603050405020304" pitchFamily="18" charset="0"/>
              </a:rPr>
              <a:t> kolonen,2. Insert,3. </a:t>
            </a:r>
            <a:r>
              <a:rPr lang="sq-AL" sz="2800" b="1" i="1" u="none" strike="noStrike" baseline="0" dirty="0" err="1">
                <a:latin typeface="Times New Roman" panose="02020603050405020304" pitchFamily="18" charset="0"/>
                <a:cs typeface="Times New Roman" panose="02020603050405020304" pitchFamily="18" charset="0"/>
              </a:rPr>
              <a:t>Columns</a:t>
            </a:r>
            <a:endParaRPr lang="sq-AL" sz="2800" b="1" i="1" u="none" strike="noStrike" baseline="0" dirty="0">
              <a:latin typeface="Times New Roman" panose="02020603050405020304" pitchFamily="18" charset="0"/>
              <a:cs typeface="Times New Roman" panose="02020603050405020304" pitchFamily="18" charset="0"/>
            </a:endParaRPr>
          </a:p>
          <a:p>
            <a:pPr algn="l"/>
            <a:r>
              <a:rPr lang="sq-AL" sz="3600" b="1" i="1" u="none" strike="noStrike" baseline="0" dirty="0">
                <a:latin typeface="Times New Roman" panose="02020603050405020304" pitchFamily="18" charset="0"/>
                <a:cs typeface="Times New Roman" panose="02020603050405020304" pitchFamily="18" charset="0"/>
              </a:rPr>
              <a:t>Mënyra e dytë p</a:t>
            </a:r>
            <a:r>
              <a:rPr lang="sq-AL" sz="2800" b="1" i="1" u="none" strike="noStrike" baseline="0" dirty="0">
                <a:latin typeface="Times New Roman" panose="02020603050405020304" pitchFamily="18" charset="0"/>
                <a:cs typeface="Times New Roman" panose="02020603050405020304" pitchFamily="18" charset="0"/>
              </a:rPr>
              <a:t>ërmes tastierës</a:t>
            </a:r>
          </a:p>
          <a:p>
            <a:pPr algn="l"/>
            <a:r>
              <a:rPr lang="sq-AL" sz="2800" b="1" i="1" u="none" strike="noStrike" baseline="0" dirty="0" err="1">
                <a:latin typeface="Times New Roman" panose="02020603050405020304" pitchFamily="18" charset="0"/>
                <a:cs typeface="Times New Roman" panose="02020603050405020304" pitchFamily="18" charset="0"/>
              </a:rPr>
              <a:t>Selektojmë</a:t>
            </a:r>
            <a:r>
              <a:rPr lang="sq-AL" sz="2800" b="1" i="1" u="none" strike="noStrike" baseline="0" dirty="0">
                <a:latin typeface="Times New Roman" panose="02020603050405020304" pitchFamily="18" charset="0"/>
                <a:cs typeface="Times New Roman" panose="02020603050405020304" pitchFamily="18" charset="0"/>
              </a:rPr>
              <a:t> </a:t>
            </a:r>
            <a:r>
              <a:rPr lang="sq-AL" sz="2800" b="1" i="1" u="none" strike="noStrike" baseline="0" dirty="0" err="1">
                <a:latin typeface="Times New Roman" panose="02020603050405020304" pitchFamily="18" charset="0"/>
                <a:cs typeface="Times New Roman" panose="02020603050405020304" pitchFamily="18" charset="0"/>
              </a:rPr>
              <a:t>kolonen,</a:t>
            </a:r>
            <a:r>
              <a:rPr lang="sq-AL" sz="2800" b="0" i="1" u="none" strike="noStrike" baseline="0" dirty="0" err="1">
                <a:latin typeface="Times New Roman" panose="02020603050405020304" pitchFamily="18" charset="0"/>
                <a:cs typeface="Times New Roman" panose="02020603050405020304" pitchFamily="18" charset="0"/>
              </a:rPr>
              <a:t>dhe</a:t>
            </a:r>
            <a:r>
              <a:rPr lang="sq-AL" sz="2800" b="0" i="1" u="none" strike="noStrike" baseline="0" dirty="0">
                <a:latin typeface="Times New Roman" panose="02020603050405020304" pitchFamily="18" charset="0"/>
                <a:cs typeface="Times New Roman" panose="02020603050405020304" pitchFamily="18" charset="0"/>
              </a:rPr>
              <a:t> në tastierë shtypim </a:t>
            </a:r>
            <a:r>
              <a:rPr lang="sq-AL" sz="2800" b="1" i="1" u="none" strike="noStrike" baseline="0" dirty="0" err="1">
                <a:latin typeface="Times New Roman" panose="02020603050405020304" pitchFamily="18" charset="0"/>
                <a:cs typeface="Times New Roman" panose="02020603050405020304" pitchFamily="18" charset="0"/>
              </a:rPr>
              <a:t>Ctrl</a:t>
            </a:r>
            <a:r>
              <a:rPr lang="sq-AL" sz="2800" b="1" i="1" u="none" strike="noStrike" baseline="0" dirty="0">
                <a:latin typeface="Times New Roman" panose="02020603050405020304" pitchFamily="18" charset="0"/>
                <a:cs typeface="Times New Roman" panose="02020603050405020304" pitchFamily="18" charset="0"/>
              </a:rPr>
              <a:t> + </a:t>
            </a:r>
            <a:r>
              <a:rPr lang="sq-AL" sz="2800" b="0" i="1" u="none" strike="noStrike" baseline="0" dirty="0">
                <a:latin typeface="Times New Roman" panose="02020603050405020304" pitchFamily="18" charset="0"/>
                <a:cs typeface="Times New Roman" panose="02020603050405020304" pitchFamily="18" charset="0"/>
              </a:rPr>
              <a:t>kurse e kundërta është </a:t>
            </a:r>
            <a:r>
              <a:rPr lang="sq-AL" sz="2800" b="1" i="1" u="none" strike="noStrike" baseline="0" dirty="0" err="1">
                <a:latin typeface="Times New Roman" panose="02020603050405020304" pitchFamily="18" charset="0"/>
                <a:cs typeface="Times New Roman" panose="02020603050405020304" pitchFamily="18" charset="0"/>
              </a:rPr>
              <a:t>Ctrl</a:t>
            </a:r>
            <a:r>
              <a:rPr lang="sq-AL" sz="2800" b="1" i="1" u="none" strike="noStrike" baseline="0" dirty="0">
                <a:latin typeface="Times New Roman" panose="02020603050405020304" pitchFamily="18" charset="0"/>
                <a:cs typeface="Times New Roman" panose="02020603050405020304" pitchFamily="18" charset="0"/>
              </a:rPr>
              <a:t> -</a:t>
            </a:r>
          </a:p>
          <a:p>
            <a:pPr algn="l"/>
            <a:r>
              <a:rPr lang="sq-AL" sz="3600" b="1" i="1" u="none" strike="noStrike" baseline="0" dirty="0">
                <a:latin typeface="Times New Roman" panose="02020603050405020304" pitchFamily="18" charset="0"/>
                <a:cs typeface="Times New Roman" panose="02020603050405020304" pitchFamily="18" charset="0"/>
              </a:rPr>
              <a:t>Mënyra e tretë</a:t>
            </a:r>
          </a:p>
          <a:p>
            <a:pPr algn="l"/>
            <a:r>
              <a:rPr lang="sq-AL" sz="2800" b="1" i="1" u="none" strike="noStrike" baseline="0" dirty="0">
                <a:latin typeface="Times New Roman" panose="02020603050405020304" pitchFamily="18" charset="0"/>
                <a:cs typeface="Times New Roman" panose="02020603050405020304" pitchFamily="18" charset="0"/>
              </a:rPr>
              <a:t>1.Shtypim tastin e djathtë mbi kolonë të cilën dëshirojmë të shtojmë</a:t>
            </a:r>
          </a:p>
          <a:p>
            <a:pPr algn="l"/>
            <a:r>
              <a:rPr lang="sq-AL" sz="2800" b="1" i="1" u="none" strike="noStrike" baseline="0" dirty="0">
                <a:latin typeface="Times New Roman" panose="02020603050405020304" pitchFamily="18" charset="0"/>
                <a:cs typeface="Times New Roman" panose="02020603050405020304" pitchFamily="18" charset="0"/>
              </a:rPr>
              <a:t>2. </a:t>
            </a:r>
            <a:r>
              <a:rPr lang="sq-AL" sz="2800" b="0" i="1" u="none" strike="noStrike" baseline="0" dirty="0">
                <a:latin typeface="Times New Roman" panose="02020603050405020304" pitchFamily="18" charset="0"/>
                <a:cs typeface="Times New Roman" panose="02020603050405020304" pitchFamily="18" charset="0"/>
              </a:rPr>
              <a:t>Nga nënmenyja e cila hapet zgjedhim </a:t>
            </a:r>
            <a:r>
              <a:rPr lang="sq-AL" sz="2800" b="1" i="1" u="none" strike="noStrike" baseline="0" dirty="0">
                <a:latin typeface="Times New Roman" panose="02020603050405020304" pitchFamily="18" charset="0"/>
                <a:cs typeface="Times New Roman" panose="02020603050405020304" pitchFamily="18" charset="0"/>
              </a:rPr>
              <a:t>Insert</a:t>
            </a:r>
            <a:endParaRPr lang="sq-AL"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89656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11B8D3-CF74-4BE4-8A9B-C234EFF07E62}"/>
              </a:ext>
            </a:extLst>
          </p:cNvPr>
          <p:cNvSpPr txBox="1"/>
          <p:nvPr/>
        </p:nvSpPr>
        <p:spPr>
          <a:xfrm>
            <a:off x="634181" y="707922"/>
            <a:ext cx="9512709" cy="249299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sq-AL" sz="36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Hijezimi në Tabela</a:t>
            </a:r>
            <a:endPar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Përshkrim: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Si të aplikoni ngjyra për të theksuar të dhënat.</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Procedura: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1. Zgjidhni qelizat e tabelës.  </a:t>
            </a:r>
          </a:p>
          <a:p>
            <a:pPr marL="0" marR="0" lvl="0" indent="0" defTabSz="914400" eaLnBrk="1" fontAlgn="auto" latinLnBrk="0" hangingPunct="1">
              <a:lnSpc>
                <a:spcPct val="100000"/>
              </a:lnSpc>
              <a:spcBef>
                <a:spcPts val="0"/>
              </a:spcBef>
              <a:spcAft>
                <a:spcPts val="0"/>
              </a:spcAft>
              <a:buClrTx/>
              <a:buSzTx/>
              <a:buFontTx/>
              <a:buNone/>
              <a:tabLst/>
              <a:defRPr/>
            </a:pP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 Klikoni «Fill </a:t>
            </a:r>
            <a:r>
              <a:rPr kumimoji="0" lang="sq-AL" sz="2400" b="0"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Color</a:t>
            </a:r>
            <a:r>
              <a:rPr lang="sq-AL" sz="2400" kern="0" dirty="0">
                <a:solidFill>
                  <a:prstClr val="black"/>
                </a:solidFill>
                <a:latin typeface="Times New Roman" panose="02020603050405020304" pitchFamily="18" charset="0"/>
                <a:cs typeface="Times New Roman" panose="02020603050405020304" pitchFamily="18" charset="0"/>
              </a:rPr>
              <a:t>»</a:t>
            </a:r>
            <a:r>
              <a:rPr kumimoji="0" lang="sq-AL" sz="24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dhe zgjidhni një ngjyrë.</a:t>
            </a:r>
          </a:p>
        </p:txBody>
      </p:sp>
      <p:pic>
        <p:nvPicPr>
          <p:cNvPr id="4" name="Picture 3">
            <a:extLst>
              <a:ext uri="{FF2B5EF4-FFF2-40B4-BE49-F238E27FC236}">
                <a16:creationId xmlns:a16="http://schemas.microsoft.com/office/drawing/2014/main" id="{EFB384F5-584D-48E1-9E2A-F654A1A075A8}"/>
              </a:ext>
            </a:extLst>
          </p:cNvPr>
          <p:cNvPicPr>
            <a:picLocks noChangeAspect="1"/>
          </p:cNvPicPr>
          <p:nvPr/>
        </p:nvPicPr>
        <p:blipFill>
          <a:blip r:embed="rId2"/>
          <a:stretch>
            <a:fillRect/>
          </a:stretch>
        </p:blipFill>
        <p:spPr>
          <a:xfrm>
            <a:off x="1784555" y="3336027"/>
            <a:ext cx="8197362" cy="3285387"/>
          </a:xfrm>
          <a:prstGeom prst="rect">
            <a:avLst/>
          </a:prstGeom>
        </p:spPr>
      </p:pic>
    </p:spTree>
    <p:extLst>
      <p:ext uri="{BB962C8B-B14F-4D97-AF65-F5344CB8AC3E}">
        <p14:creationId xmlns:p14="http://schemas.microsoft.com/office/powerpoint/2010/main" val="1542891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5FB171-2956-4E22-8815-602C9E848822}"/>
              </a:ext>
            </a:extLst>
          </p:cNvPr>
          <p:cNvSpPr txBox="1"/>
          <p:nvPr/>
        </p:nvSpPr>
        <p:spPr>
          <a:xfrm>
            <a:off x="324465" y="191729"/>
            <a:ext cx="10368116" cy="2492990"/>
          </a:xfrm>
          <a:prstGeom prst="rect">
            <a:avLst/>
          </a:prstGeom>
          <a:noFill/>
        </p:spPr>
        <p:txBody>
          <a:bodyPr wrap="square">
            <a:spAutoFit/>
          </a:bodyPr>
          <a:lstStyle/>
          <a:p>
            <a:pPr defTabSz="809976"/>
            <a:r>
              <a:rPr lang="sq-AL" sz="3600" dirty="0">
                <a:solidFill>
                  <a:prstClr val="black"/>
                </a:solidFill>
                <a:latin typeface="Times New Roman" panose="02020603050405020304" pitchFamily="18" charset="0"/>
                <a:cs typeface="Times New Roman" panose="02020603050405020304" pitchFamily="18" charset="0"/>
              </a:rPr>
              <a:t>Fshirja e Hijezimeve</a:t>
            </a:r>
          </a:p>
          <a:p>
            <a:pPr defTabSz="809976"/>
            <a:r>
              <a:rPr lang="sq-AL" sz="2400" dirty="0">
                <a:solidFill>
                  <a:prstClr val="black"/>
                </a:solidFill>
                <a:latin typeface="Times New Roman" panose="02020603050405020304" pitchFamily="18" charset="0"/>
                <a:cs typeface="Times New Roman" panose="02020603050405020304" pitchFamily="18" charset="0"/>
              </a:rPr>
              <a:t>Përshkrim:  </a:t>
            </a:r>
          </a:p>
          <a:p>
            <a:pPr defTabSz="809976"/>
            <a:r>
              <a:rPr lang="sq-AL" sz="2400" dirty="0">
                <a:solidFill>
                  <a:prstClr val="black"/>
                </a:solidFill>
                <a:latin typeface="Times New Roman" panose="02020603050405020304" pitchFamily="18" charset="0"/>
                <a:cs typeface="Times New Roman" panose="02020603050405020304" pitchFamily="18" charset="0"/>
              </a:rPr>
              <a:t>- Si të ktheni qelizat në ngjyrën e bardhë.</a:t>
            </a:r>
          </a:p>
          <a:p>
            <a:pPr defTabSz="809976"/>
            <a:r>
              <a:rPr lang="sq-AL" sz="2400" dirty="0">
                <a:solidFill>
                  <a:prstClr val="black"/>
                </a:solidFill>
                <a:latin typeface="Times New Roman" panose="02020603050405020304" pitchFamily="18" charset="0"/>
                <a:cs typeface="Times New Roman" panose="02020603050405020304" pitchFamily="18" charset="0"/>
              </a:rPr>
              <a:t>Procedura:  </a:t>
            </a:r>
          </a:p>
          <a:p>
            <a:pPr defTabSz="809976"/>
            <a:r>
              <a:rPr lang="sq-AL" sz="2400" dirty="0">
                <a:solidFill>
                  <a:prstClr val="black"/>
                </a:solidFill>
                <a:latin typeface="Times New Roman" panose="02020603050405020304" pitchFamily="18" charset="0"/>
                <a:cs typeface="Times New Roman" panose="02020603050405020304" pitchFamily="18" charset="0"/>
              </a:rPr>
              <a:t>1. Zgjidhni qelizat e hijezuara.  </a:t>
            </a:r>
          </a:p>
          <a:p>
            <a:pPr defTabSz="809976"/>
            <a:r>
              <a:rPr lang="sq-AL" sz="2400" dirty="0">
                <a:solidFill>
                  <a:prstClr val="black"/>
                </a:solidFill>
                <a:latin typeface="Times New Roman" panose="02020603050405020304" pitchFamily="18" charset="0"/>
                <a:cs typeface="Times New Roman" panose="02020603050405020304" pitchFamily="18" charset="0"/>
              </a:rPr>
              <a:t>2. Klikoni «Fill </a:t>
            </a:r>
            <a:r>
              <a:rPr lang="sq-AL" sz="2400" dirty="0" err="1">
                <a:solidFill>
                  <a:prstClr val="black"/>
                </a:solidFill>
                <a:latin typeface="Times New Roman" panose="02020603050405020304" pitchFamily="18" charset="0"/>
                <a:cs typeface="Times New Roman" panose="02020603050405020304" pitchFamily="18" charset="0"/>
              </a:rPr>
              <a:t>Color</a:t>
            </a:r>
            <a:r>
              <a:rPr lang="sq-AL" sz="2400" dirty="0">
                <a:solidFill>
                  <a:prstClr val="black"/>
                </a:solidFill>
                <a:latin typeface="Times New Roman" panose="02020603050405020304" pitchFamily="18" charset="0"/>
                <a:cs typeface="Times New Roman" panose="02020603050405020304" pitchFamily="18" charset="0"/>
              </a:rPr>
              <a:t>» dhe zgjidhni «</a:t>
            </a:r>
            <a:r>
              <a:rPr lang="sq-AL" sz="2400" dirty="0" err="1">
                <a:solidFill>
                  <a:prstClr val="black"/>
                </a:solidFill>
                <a:latin typeface="Times New Roman" panose="02020603050405020304" pitchFamily="18" charset="0"/>
                <a:cs typeface="Times New Roman" panose="02020603050405020304" pitchFamily="18" charset="0"/>
              </a:rPr>
              <a:t>No</a:t>
            </a:r>
            <a:r>
              <a:rPr lang="sq-AL" sz="2400" dirty="0">
                <a:solidFill>
                  <a:prstClr val="black"/>
                </a:solidFill>
                <a:latin typeface="Times New Roman" panose="02020603050405020304" pitchFamily="18" charset="0"/>
                <a:cs typeface="Times New Roman" panose="02020603050405020304" pitchFamily="18" charset="0"/>
              </a:rPr>
              <a:t> Fill».</a:t>
            </a:r>
          </a:p>
        </p:txBody>
      </p:sp>
      <p:pic>
        <p:nvPicPr>
          <p:cNvPr id="4" name="Picture 3">
            <a:extLst>
              <a:ext uri="{FF2B5EF4-FFF2-40B4-BE49-F238E27FC236}">
                <a16:creationId xmlns:a16="http://schemas.microsoft.com/office/drawing/2014/main" id="{FECB1309-4B3F-45B0-A4CF-3A018EEF15B1}"/>
              </a:ext>
            </a:extLst>
          </p:cNvPr>
          <p:cNvPicPr>
            <a:picLocks noChangeAspect="1"/>
          </p:cNvPicPr>
          <p:nvPr/>
        </p:nvPicPr>
        <p:blipFill>
          <a:blip r:embed="rId2"/>
          <a:stretch>
            <a:fillRect/>
          </a:stretch>
        </p:blipFill>
        <p:spPr>
          <a:xfrm>
            <a:off x="3819429" y="2807467"/>
            <a:ext cx="4041462" cy="4172989"/>
          </a:xfrm>
          <a:prstGeom prst="rect">
            <a:avLst/>
          </a:prstGeom>
        </p:spPr>
      </p:pic>
      <p:sp>
        <p:nvSpPr>
          <p:cNvPr id="5" name="Oval 4">
            <a:extLst>
              <a:ext uri="{FF2B5EF4-FFF2-40B4-BE49-F238E27FC236}">
                <a16:creationId xmlns:a16="http://schemas.microsoft.com/office/drawing/2014/main" id="{0232A6D2-1060-4091-ADB2-529E72DFB1F3}"/>
              </a:ext>
            </a:extLst>
          </p:cNvPr>
          <p:cNvSpPr/>
          <p:nvPr/>
        </p:nvSpPr>
        <p:spPr>
          <a:xfrm>
            <a:off x="5530645" y="5427405"/>
            <a:ext cx="1592826" cy="560439"/>
          </a:xfrm>
          <a:prstGeom prst="ellipse">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q-AL">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385407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B22296-1493-4878-A057-9BC3253C918A}"/>
              </a:ext>
            </a:extLst>
          </p:cNvPr>
          <p:cNvSpPr txBox="1"/>
          <p:nvPr/>
        </p:nvSpPr>
        <p:spPr>
          <a:xfrm>
            <a:off x="324465" y="530942"/>
            <a:ext cx="10235380" cy="2769989"/>
          </a:xfrm>
          <a:prstGeom prst="rect">
            <a:avLst/>
          </a:prstGeom>
          <a:noFill/>
        </p:spPr>
        <p:txBody>
          <a:bodyPr wrap="square">
            <a:spAutoFit/>
          </a:bodyPr>
          <a:lstStyle/>
          <a:p>
            <a:pPr defTabSz="809976"/>
            <a:r>
              <a:rPr lang="sq-AL" sz="5400" dirty="0">
                <a:solidFill>
                  <a:prstClr val="black"/>
                </a:solidFill>
                <a:latin typeface="Times New Roman" panose="02020603050405020304" pitchFamily="18" charset="0"/>
                <a:cs typeface="Times New Roman" panose="02020603050405020304" pitchFamily="18" charset="0"/>
              </a:rPr>
              <a:t>Formatimi i të dhënave</a:t>
            </a:r>
            <a:endParaRPr lang="sq-AL" sz="2400" dirty="0">
              <a:solidFill>
                <a:prstClr val="black"/>
              </a:solidFill>
              <a:latin typeface="Times New Roman" panose="02020603050405020304" pitchFamily="18" charset="0"/>
              <a:cs typeface="Times New Roman" panose="02020603050405020304" pitchFamily="18" charset="0"/>
            </a:endParaRPr>
          </a:p>
          <a:p>
            <a:pPr defTabSz="809976"/>
            <a:r>
              <a:rPr lang="sq-AL" sz="2400" dirty="0">
                <a:solidFill>
                  <a:prstClr val="black"/>
                </a:solidFill>
                <a:latin typeface="Times New Roman" panose="02020603050405020304" pitchFamily="18" charset="0"/>
                <a:cs typeface="Times New Roman" panose="02020603050405020304" pitchFamily="18" charset="0"/>
              </a:rPr>
              <a:t>Përshkrim:  </a:t>
            </a:r>
          </a:p>
          <a:p>
            <a:pPr defTabSz="809976"/>
            <a:r>
              <a:rPr lang="sq-AL" sz="2400" dirty="0">
                <a:solidFill>
                  <a:prstClr val="black"/>
                </a:solidFill>
                <a:latin typeface="Times New Roman" panose="02020603050405020304" pitchFamily="18" charset="0"/>
                <a:cs typeface="Times New Roman" panose="02020603050405020304" pitchFamily="18" charset="0"/>
              </a:rPr>
              <a:t>- Si të ndryshoni formatin (monedha, data, përqindje).</a:t>
            </a:r>
          </a:p>
          <a:p>
            <a:pPr defTabSz="809976"/>
            <a:r>
              <a:rPr lang="sq-AL" sz="2400" dirty="0">
                <a:solidFill>
                  <a:prstClr val="black"/>
                </a:solidFill>
                <a:latin typeface="Times New Roman" panose="02020603050405020304" pitchFamily="18" charset="0"/>
                <a:cs typeface="Times New Roman" panose="02020603050405020304" pitchFamily="18" charset="0"/>
              </a:rPr>
              <a:t>Procedura:  </a:t>
            </a:r>
          </a:p>
          <a:p>
            <a:pPr defTabSz="809976"/>
            <a:r>
              <a:rPr lang="sq-AL" sz="2400" dirty="0">
                <a:solidFill>
                  <a:prstClr val="black"/>
                </a:solidFill>
                <a:latin typeface="Times New Roman" panose="02020603050405020304" pitchFamily="18" charset="0"/>
                <a:cs typeface="Times New Roman" panose="02020603050405020304" pitchFamily="18" charset="0"/>
              </a:rPr>
              <a:t>1. Zgjidhni qelizat me të dhëna.  </a:t>
            </a:r>
          </a:p>
          <a:p>
            <a:pPr defTabSz="809976"/>
            <a:r>
              <a:rPr lang="sq-AL" sz="2400" dirty="0">
                <a:solidFill>
                  <a:prstClr val="black"/>
                </a:solidFill>
                <a:latin typeface="Times New Roman" panose="02020603050405020304" pitchFamily="18" charset="0"/>
                <a:cs typeface="Times New Roman" panose="02020603050405020304" pitchFamily="18" charset="0"/>
              </a:rPr>
              <a:t>2. Klikoni «</a:t>
            </a:r>
            <a:r>
              <a:rPr lang="sq-AL" sz="2400" dirty="0" err="1">
                <a:solidFill>
                  <a:prstClr val="black"/>
                </a:solidFill>
                <a:latin typeface="Times New Roman" panose="02020603050405020304" pitchFamily="18" charset="0"/>
                <a:cs typeface="Times New Roman" panose="02020603050405020304" pitchFamily="18" charset="0"/>
              </a:rPr>
              <a:t>Number</a:t>
            </a:r>
            <a:r>
              <a:rPr lang="sq-AL" sz="2400" dirty="0">
                <a:solidFill>
                  <a:prstClr val="black"/>
                </a:solidFill>
                <a:latin typeface="Times New Roman" panose="02020603050405020304" pitchFamily="18" charset="0"/>
                <a:cs typeface="Times New Roman" panose="02020603050405020304" pitchFamily="18" charset="0"/>
              </a:rPr>
              <a:t> Format» në shiritin «</a:t>
            </a:r>
            <a:r>
              <a:rPr lang="sq-AL" sz="2400" dirty="0" err="1">
                <a:solidFill>
                  <a:prstClr val="black"/>
                </a:solidFill>
                <a:latin typeface="Times New Roman" panose="02020603050405020304" pitchFamily="18" charset="0"/>
                <a:cs typeface="Times New Roman" panose="02020603050405020304" pitchFamily="18" charset="0"/>
              </a:rPr>
              <a:t>Home</a:t>
            </a:r>
            <a:r>
              <a:rPr lang="sq-AL" sz="2400" dirty="0">
                <a:solidFill>
                  <a:prstClr val="black"/>
                </a:solidFill>
                <a:latin typeface="Times New Roman" panose="02020603050405020304" pitchFamily="18" charset="0"/>
                <a:cs typeface="Times New Roman" panose="02020603050405020304" pitchFamily="18" charset="0"/>
              </a:rPr>
              <a:t>» dhe zgjidhni një opsion.</a:t>
            </a:r>
          </a:p>
        </p:txBody>
      </p:sp>
      <p:pic>
        <p:nvPicPr>
          <p:cNvPr id="4" name="Picture 3">
            <a:extLst>
              <a:ext uri="{FF2B5EF4-FFF2-40B4-BE49-F238E27FC236}">
                <a16:creationId xmlns:a16="http://schemas.microsoft.com/office/drawing/2014/main" id="{7D79B652-2F40-4C8B-A70B-9F38822E560B}"/>
              </a:ext>
            </a:extLst>
          </p:cNvPr>
          <p:cNvPicPr>
            <a:picLocks noChangeAspect="1"/>
          </p:cNvPicPr>
          <p:nvPr/>
        </p:nvPicPr>
        <p:blipFill>
          <a:blip r:embed="rId2"/>
          <a:stretch>
            <a:fillRect/>
          </a:stretch>
        </p:blipFill>
        <p:spPr>
          <a:xfrm>
            <a:off x="2288892" y="3479779"/>
            <a:ext cx="2592823" cy="3649158"/>
          </a:xfrm>
          <a:prstGeom prst="rect">
            <a:avLst/>
          </a:prstGeom>
        </p:spPr>
      </p:pic>
    </p:spTree>
    <p:extLst>
      <p:ext uri="{BB962C8B-B14F-4D97-AF65-F5344CB8AC3E}">
        <p14:creationId xmlns:p14="http://schemas.microsoft.com/office/powerpoint/2010/main" val="3505383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B9046C-17D9-4843-BFAB-22A73BC79ACA}"/>
              </a:ext>
            </a:extLst>
          </p:cNvPr>
          <p:cNvSpPr txBox="1"/>
          <p:nvPr/>
        </p:nvSpPr>
        <p:spPr>
          <a:xfrm>
            <a:off x="501445" y="265472"/>
            <a:ext cx="9807678" cy="2554545"/>
          </a:xfrm>
          <a:prstGeom prst="rect">
            <a:avLst/>
          </a:prstGeom>
          <a:noFill/>
        </p:spPr>
        <p:txBody>
          <a:bodyPr wrap="square">
            <a:spAutoFit/>
          </a:bodyPr>
          <a:lstStyle/>
          <a:p>
            <a:pPr defTabSz="809976"/>
            <a:r>
              <a:rPr lang="sq-AL" sz="4000" dirty="0">
                <a:solidFill>
                  <a:prstClr val="black"/>
                </a:solidFill>
                <a:latin typeface="Times New Roman" panose="02020603050405020304" pitchFamily="18" charset="0"/>
                <a:cs typeface="Times New Roman" panose="02020603050405020304" pitchFamily="18" charset="0"/>
              </a:rPr>
              <a:t>Bashkimi i qelizave</a:t>
            </a:r>
            <a:endParaRPr lang="sq-AL" sz="2400" dirty="0">
              <a:solidFill>
                <a:prstClr val="black"/>
              </a:solidFill>
              <a:latin typeface="Times New Roman" panose="02020603050405020304" pitchFamily="18" charset="0"/>
              <a:cs typeface="Times New Roman" panose="02020603050405020304" pitchFamily="18" charset="0"/>
            </a:endParaRPr>
          </a:p>
          <a:p>
            <a:pPr defTabSz="809976"/>
            <a:r>
              <a:rPr lang="sq-AL" sz="2400" dirty="0">
                <a:solidFill>
                  <a:prstClr val="black"/>
                </a:solidFill>
                <a:latin typeface="Times New Roman" panose="02020603050405020304" pitchFamily="18" charset="0"/>
                <a:cs typeface="Times New Roman" panose="02020603050405020304" pitchFamily="18" charset="0"/>
              </a:rPr>
              <a:t>Përshkrim: </a:t>
            </a:r>
          </a:p>
          <a:p>
            <a:pPr defTabSz="809976"/>
            <a:r>
              <a:rPr lang="sq-AL" sz="2400" dirty="0">
                <a:solidFill>
                  <a:prstClr val="black"/>
                </a:solidFill>
                <a:latin typeface="Times New Roman" panose="02020603050405020304" pitchFamily="18" charset="0"/>
                <a:cs typeface="Times New Roman" panose="02020603050405020304" pitchFamily="18" charset="0"/>
              </a:rPr>
              <a:t>- Si të bashkoni disa qeliza në një të vetme.</a:t>
            </a:r>
          </a:p>
          <a:p>
            <a:pPr defTabSz="809976"/>
            <a:r>
              <a:rPr lang="sq-AL" sz="2400" dirty="0">
                <a:solidFill>
                  <a:prstClr val="black"/>
                </a:solidFill>
                <a:latin typeface="Times New Roman" panose="02020603050405020304" pitchFamily="18" charset="0"/>
                <a:cs typeface="Times New Roman" panose="02020603050405020304" pitchFamily="18" charset="0"/>
              </a:rPr>
              <a:t>Procedura:  </a:t>
            </a:r>
          </a:p>
          <a:p>
            <a:pPr defTabSz="809976"/>
            <a:r>
              <a:rPr lang="sq-AL" sz="2400" dirty="0">
                <a:solidFill>
                  <a:prstClr val="black"/>
                </a:solidFill>
                <a:latin typeface="Times New Roman" panose="02020603050405020304" pitchFamily="18" charset="0"/>
                <a:cs typeface="Times New Roman" panose="02020603050405020304" pitchFamily="18" charset="0"/>
              </a:rPr>
              <a:t>1. Zgjidhni qelizat që dëshironi të bashkoni.  </a:t>
            </a:r>
          </a:p>
          <a:p>
            <a:pPr defTabSz="809976"/>
            <a:r>
              <a:rPr lang="sq-AL" sz="2400" dirty="0">
                <a:solidFill>
                  <a:prstClr val="black"/>
                </a:solidFill>
                <a:latin typeface="Times New Roman" panose="02020603050405020304" pitchFamily="18" charset="0"/>
                <a:cs typeface="Times New Roman" panose="02020603050405020304" pitchFamily="18" charset="0"/>
              </a:rPr>
              <a:t>2. Klikoni «</a:t>
            </a:r>
            <a:r>
              <a:rPr lang="sq-AL" sz="2400" dirty="0" err="1">
                <a:solidFill>
                  <a:prstClr val="black"/>
                </a:solidFill>
                <a:latin typeface="Times New Roman" panose="02020603050405020304" pitchFamily="18" charset="0"/>
                <a:cs typeface="Times New Roman" panose="02020603050405020304" pitchFamily="18" charset="0"/>
              </a:rPr>
              <a:t>Merge</a:t>
            </a:r>
            <a:r>
              <a:rPr lang="sq-AL" sz="2400" dirty="0">
                <a:solidFill>
                  <a:prstClr val="black"/>
                </a:solidFill>
                <a:latin typeface="Times New Roman" panose="02020603050405020304" pitchFamily="18" charset="0"/>
                <a:cs typeface="Times New Roman" panose="02020603050405020304" pitchFamily="18" charset="0"/>
              </a:rPr>
              <a:t> &amp; </a:t>
            </a:r>
            <a:r>
              <a:rPr lang="sq-AL" sz="2400" dirty="0" err="1">
                <a:solidFill>
                  <a:prstClr val="black"/>
                </a:solidFill>
                <a:latin typeface="Times New Roman" panose="02020603050405020304" pitchFamily="18" charset="0"/>
                <a:cs typeface="Times New Roman" panose="02020603050405020304" pitchFamily="18" charset="0"/>
              </a:rPr>
              <a:t>Center</a:t>
            </a:r>
            <a:r>
              <a:rPr lang="sq-AL" sz="2400" dirty="0">
                <a:solidFill>
                  <a:prstClr val="black"/>
                </a:solidFill>
                <a:latin typeface="Times New Roman" panose="02020603050405020304" pitchFamily="18" charset="0"/>
                <a:cs typeface="Times New Roman" panose="02020603050405020304" pitchFamily="18" charset="0"/>
              </a:rPr>
              <a:t>» në shiritin «</a:t>
            </a:r>
            <a:r>
              <a:rPr lang="sq-AL" sz="2400" dirty="0" err="1">
                <a:solidFill>
                  <a:prstClr val="black"/>
                </a:solidFill>
                <a:latin typeface="Times New Roman" panose="02020603050405020304" pitchFamily="18" charset="0"/>
                <a:cs typeface="Times New Roman" panose="02020603050405020304" pitchFamily="18" charset="0"/>
              </a:rPr>
              <a:t>Home</a:t>
            </a:r>
            <a:r>
              <a:rPr lang="sq-AL" sz="2400" dirty="0">
                <a:solidFill>
                  <a:prstClr val="black"/>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325B7372-1BCE-4006-92D0-3A34FEA2C849}"/>
              </a:ext>
            </a:extLst>
          </p:cNvPr>
          <p:cNvPicPr>
            <a:picLocks noChangeAspect="1"/>
          </p:cNvPicPr>
          <p:nvPr/>
        </p:nvPicPr>
        <p:blipFill>
          <a:blip r:embed="rId2"/>
          <a:stretch>
            <a:fillRect/>
          </a:stretch>
        </p:blipFill>
        <p:spPr>
          <a:xfrm>
            <a:off x="1285235" y="2935978"/>
            <a:ext cx="2018404" cy="3084021"/>
          </a:xfrm>
          <a:prstGeom prst="rect">
            <a:avLst/>
          </a:prstGeom>
        </p:spPr>
      </p:pic>
      <p:pic>
        <p:nvPicPr>
          <p:cNvPr id="6" name="Picture 5">
            <a:extLst>
              <a:ext uri="{FF2B5EF4-FFF2-40B4-BE49-F238E27FC236}">
                <a16:creationId xmlns:a16="http://schemas.microsoft.com/office/drawing/2014/main" id="{A2DE937F-1C31-40BD-B61E-7830967D02B3}"/>
              </a:ext>
            </a:extLst>
          </p:cNvPr>
          <p:cNvPicPr>
            <a:picLocks noChangeAspect="1"/>
          </p:cNvPicPr>
          <p:nvPr/>
        </p:nvPicPr>
        <p:blipFill>
          <a:blip r:embed="rId3"/>
          <a:stretch>
            <a:fillRect/>
          </a:stretch>
        </p:blipFill>
        <p:spPr>
          <a:xfrm>
            <a:off x="3890169" y="2935977"/>
            <a:ext cx="3867483" cy="3220869"/>
          </a:xfrm>
          <a:prstGeom prst="rect">
            <a:avLst/>
          </a:prstGeom>
        </p:spPr>
      </p:pic>
    </p:spTree>
    <p:extLst>
      <p:ext uri="{BB962C8B-B14F-4D97-AF65-F5344CB8AC3E}">
        <p14:creationId xmlns:p14="http://schemas.microsoft.com/office/powerpoint/2010/main" val="4189770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40DDBF-CAD8-433B-81DE-5F19A17D813D}"/>
              </a:ext>
            </a:extLst>
          </p:cNvPr>
          <p:cNvSpPr txBox="1"/>
          <p:nvPr/>
        </p:nvSpPr>
        <p:spPr>
          <a:xfrm>
            <a:off x="442452" y="545691"/>
            <a:ext cx="10073147" cy="2492990"/>
          </a:xfrm>
          <a:prstGeom prst="rect">
            <a:avLst/>
          </a:prstGeom>
          <a:noFill/>
        </p:spPr>
        <p:txBody>
          <a:bodyPr wrap="square">
            <a:spAutoFit/>
          </a:bodyPr>
          <a:lstStyle/>
          <a:p>
            <a:pPr defTabSz="809976"/>
            <a:r>
              <a:rPr lang="sq-AL" sz="3600" dirty="0">
                <a:solidFill>
                  <a:prstClr val="black"/>
                </a:solidFill>
                <a:latin typeface="Times New Roman" panose="02020603050405020304" pitchFamily="18" charset="0"/>
                <a:cs typeface="Times New Roman" panose="02020603050405020304" pitchFamily="18" charset="0"/>
              </a:rPr>
              <a:t> Fletët Punuese</a:t>
            </a:r>
            <a:endParaRPr lang="sq-AL" sz="2400" dirty="0">
              <a:solidFill>
                <a:prstClr val="black"/>
              </a:solidFill>
              <a:latin typeface="Times New Roman" panose="02020603050405020304" pitchFamily="18" charset="0"/>
              <a:cs typeface="Times New Roman" panose="02020603050405020304" pitchFamily="18" charset="0"/>
            </a:endParaRPr>
          </a:p>
          <a:p>
            <a:pPr defTabSz="809976"/>
            <a:r>
              <a:rPr lang="sq-AL" sz="2400" dirty="0">
                <a:solidFill>
                  <a:prstClr val="black"/>
                </a:solidFill>
                <a:latin typeface="Times New Roman" panose="02020603050405020304" pitchFamily="18" charset="0"/>
                <a:cs typeface="Times New Roman" panose="02020603050405020304" pitchFamily="18" charset="0"/>
              </a:rPr>
              <a:t>Përshkrim:  </a:t>
            </a:r>
          </a:p>
          <a:p>
            <a:pPr defTabSz="809976"/>
            <a:r>
              <a:rPr lang="sq-AL" sz="2400" dirty="0">
                <a:solidFill>
                  <a:prstClr val="black"/>
                </a:solidFill>
                <a:latin typeface="Times New Roman" panose="02020603050405020304" pitchFamily="18" charset="0"/>
                <a:cs typeface="Times New Roman" panose="02020603050405020304" pitchFamily="18" charset="0"/>
              </a:rPr>
              <a:t>- Si të menaxhoni fletët brenda një dokumenti.</a:t>
            </a:r>
          </a:p>
          <a:p>
            <a:pPr defTabSz="809976"/>
            <a:r>
              <a:rPr lang="sq-AL" sz="2400" dirty="0">
                <a:solidFill>
                  <a:prstClr val="black"/>
                </a:solidFill>
                <a:latin typeface="Times New Roman" panose="02020603050405020304" pitchFamily="18" charset="0"/>
                <a:cs typeface="Times New Roman" panose="02020603050405020304" pitchFamily="18" charset="0"/>
              </a:rPr>
              <a:t>Procedura:  </a:t>
            </a:r>
          </a:p>
          <a:p>
            <a:pPr defTabSz="809976"/>
            <a:r>
              <a:rPr lang="sq-AL" sz="2400" dirty="0">
                <a:solidFill>
                  <a:prstClr val="black"/>
                </a:solidFill>
                <a:latin typeface="Times New Roman" panose="02020603050405020304" pitchFamily="18" charset="0"/>
                <a:cs typeface="Times New Roman" panose="02020603050405020304" pitchFamily="18" charset="0"/>
              </a:rPr>
              <a:t>1. Klikoni në butonat «+» për të krijuar fletë të reja.  </a:t>
            </a:r>
          </a:p>
          <a:p>
            <a:pPr defTabSz="809976"/>
            <a:r>
              <a:rPr lang="sq-AL" sz="2400" dirty="0">
                <a:solidFill>
                  <a:prstClr val="black"/>
                </a:solidFill>
                <a:latin typeface="Times New Roman" panose="02020603050405020304" pitchFamily="18" charset="0"/>
                <a:cs typeface="Times New Roman" panose="02020603050405020304" pitchFamily="18" charset="0"/>
              </a:rPr>
              <a:t>2. Klikoni me të djathtën mbi emrin e fletës për të riemërtuar ose fshirë.</a:t>
            </a:r>
          </a:p>
        </p:txBody>
      </p:sp>
      <p:pic>
        <p:nvPicPr>
          <p:cNvPr id="4" name="Picture 3">
            <a:extLst>
              <a:ext uri="{FF2B5EF4-FFF2-40B4-BE49-F238E27FC236}">
                <a16:creationId xmlns:a16="http://schemas.microsoft.com/office/drawing/2014/main" id="{3EEED389-8F12-44EC-91F9-00D362393814}"/>
              </a:ext>
            </a:extLst>
          </p:cNvPr>
          <p:cNvPicPr>
            <a:picLocks noChangeAspect="1"/>
          </p:cNvPicPr>
          <p:nvPr/>
        </p:nvPicPr>
        <p:blipFill>
          <a:blip r:embed="rId2"/>
          <a:stretch>
            <a:fillRect/>
          </a:stretch>
        </p:blipFill>
        <p:spPr>
          <a:xfrm>
            <a:off x="390121" y="4882765"/>
            <a:ext cx="9977995" cy="1349137"/>
          </a:xfrm>
          <a:prstGeom prst="rect">
            <a:avLst/>
          </a:prstGeom>
        </p:spPr>
      </p:pic>
      <p:pic>
        <p:nvPicPr>
          <p:cNvPr id="6" name="Picture 5">
            <a:extLst>
              <a:ext uri="{FF2B5EF4-FFF2-40B4-BE49-F238E27FC236}">
                <a16:creationId xmlns:a16="http://schemas.microsoft.com/office/drawing/2014/main" id="{81AB3D28-75B8-437D-B261-9CE7A406476A}"/>
              </a:ext>
            </a:extLst>
          </p:cNvPr>
          <p:cNvPicPr>
            <a:picLocks noChangeAspect="1"/>
          </p:cNvPicPr>
          <p:nvPr/>
        </p:nvPicPr>
        <p:blipFill>
          <a:blip r:embed="rId3"/>
          <a:stretch>
            <a:fillRect/>
          </a:stretch>
        </p:blipFill>
        <p:spPr>
          <a:xfrm>
            <a:off x="1840180" y="2942431"/>
            <a:ext cx="5569476" cy="1821298"/>
          </a:xfrm>
          <a:prstGeom prst="rect">
            <a:avLst/>
          </a:prstGeom>
        </p:spPr>
      </p:pic>
    </p:spTree>
    <p:extLst>
      <p:ext uri="{BB962C8B-B14F-4D97-AF65-F5344CB8AC3E}">
        <p14:creationId xmlns:p14="http://schemas.microsoft.com/office/powerpoint/2010/main" val="6558831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4B945D9-3D8A-4471-9E79-6F270E6CEA2E}"/>
              </a:ext>
            </a:extLst>
          </p:cNvPr>
          <p:cNvGraphicFramePr>
            <a:graphicFrameLocks noGrp="1"/>
          </p:cNvGraphicFramePr>
          <p:nvPr>
            <p:extLst>
              <p:ext uri="{D42A27DB-BD31-4B8C-83A1-F6EECF244321}">
                <p14:modId xmlns:p14="http://schemas.microsoft.com/office/powerpoint/2010/main" val="3282897366"/>
              </p:ext>
            </p:extLst>
          </p:nvPr>
        </p:nvGraphicFramePr>
        <p:xfrm>
          <a:off x="2781505" y="0"/>
          <a:ext cx="7700488" cy="6857802"/>
        </p:xfrm>
        <a:graphic>
          <a:graphicData uri="http://schemas.openxmlformats.org/drawingml/2006/table">
            <a:tbl>
              <a:tblPr firstRow="1" bandRow="1">
                <a:tableStyleId>{2D5ABB26-0587-4C30-8999-92F81FD0307C}</a:tableStyleId>
              </a:tblPr>
              <a:tblGrid>
                <a:gridCol w="1687698">
                  <a:extLst>
                    <a:ext uri="{9D8B030D-6E8A-4147-A177-3AD203B41FA5}">
                      <a16:colId xmlns:a16="http://schemas.microsoft.com/office/drawing/2014/main" val="2622422575"/>
                    </a:ext>
                  </a:extLst>
                </a:gridCol>
                <a:gridCol w="5987390">
                  <a:extLst>
                    <a:ext uri="{9D8B030D-6E8A-4147-A177-3AD203B41FA5}">
                      <a16:colId xmlns:a16="http://schemas.microsoft.com/office/drawing/2014/main" val="3871229687"/>
                    </a:ext>
                  </a:extLst>
                </a:gridCol>
                <a:gridCol w="25400">
                  <a:extLst>
                    <a:ext uri="{9D8B030D-6E8A-4147-A177-3AD203B41FA5}">
                      <a16:colId xmlns:a16="http://schemas.microsoft.com/office/drawing/2014/main" val="1865357545"/>
                    </a:ext>
                  </a:extLst>
                </a:gridCol>
              </a:tblGrid>
              <a:tr h="516748">
                <a:tc>
                  <a:txBody>
                    <a:bodyPr/>
                    <a:lstStyle/>
                    <a:p>
                      <a:pPr marL="69215" algn="ctr">
                        <a:lnSpc>
                          <a:spcPct val="100000"/>
                        </a:lnSpc>
                        <a:spcBef>
                          <a:spcPts val="70"/>
                        </a:spcBef>
                      </a:pPr>
                      <a:r>
                        <a:rPr sz="2800" b="1" spc="-10" dirty="0">
                          <a:latin typeface="Carlito"/>
                          <a:cs typeface="Carlito"/>
                        </a:rPr>
                        <a:t>Operatori</a:t>
                      </a:r>
                      <a:endParaRPr sz="2800" dirty="0">
                        <a:latin typeface="Carlito"/>
                        <a:cs typeface="Carlito"/>
                      </a:endParaRPr>
                    </a:p>
                  </a:txBody>
                  <a:tcPr marL="0" marR="0" marT="12456"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69215" algn="l">
                        <a:lnSpc>
                          <a:spcPct val="100000"/>
                        </a:lnSpc>
                        <a:spcBef>
                          <a:spcPts val="70"/>
                        </a:spcBef>
                      </a:pPr>
                      <a:r>
                        <a:rPr sz="3200" b="1" spc="-10" dirty="0" err="1">
                          <a:latin typeface="Times New Roman" panose="02020603050405020304" pitchFamily="18" charset="0"/>
                          <a:cs typeface="Times New Roman" panose="02020603050405020304" pitchFamily="18" charset="0"/>
                        </a:rPr>
                        <a:t>Përshkrimi</a:t>
                      </a:r>
                      <a:endParaRPr sz="3200" b="1" spc="-10" dirty="0">
                        <a:latin typeface="Times New Roman" panose="02020603050405020304" pitchFamily="18" charset="0"/>
                        <a:cs typeface="Times New Roman" panose="02020603050405020304" pitchFamily="18" charset="0"/>
                      </a:endParaRPr>
                    </a:p>
                  </a:txBody>
                  <a:tcPr marL="0" marR="0" marT="12456" marB="0">
                    <a:lnL w="28575">
                      <a:solidFill>
                        <a:srgbClr val="000000"/>
                      </a:solidFill>
                      <a:prstDash val="solid"/>
                    </a:lnL>
                    <a:lnR w="12700" cap="flat" cmpd="sng" algn="ctr">
                      <a:solidFill>
                        <a:schemeClr val="tx1"/>
                      </a:solidFill>
                      <a:prstDash val="solid"/>
                      <a:round/>
                      <a:headEnd type="none" w="med" len="med"/>
                      <a:tailEnd type="none" w="med" len="med"/>
                    </a:lnR>
                    <a:lnT w="28575">
                      <a:solidFill>
                        <a:srgbClr val="000000"/>
                      </a:solidFill>
                      <a:prstDash val="solid"/>
                    </a:lnT>
                    <a:lnB w="28575">
                      <a:solidFill>
                        <a:srgbClr val="000000"/>
                      </a:solidFill>
                      <a:prstDash val="solid"/>
                    </a:lnB>
                  </a:tcPr>
                </a:tc>
                <a:tc rowSpan="14">
                  <a:txBody>
                    <a:bodyPr/>
                    <a:lstStyle/>
                    <a:p>
                      <a:pPr marL="69215" algn="ctr">
                        <a:lnSpc>
                          <a:spcPct val="100000"/>
                        </a:lnSpc>
                        <a:spcBef>
                          <a:spcPts val="70"/>
                        </a:spcBef>
                      </a:pPr>
                      <a:endParaRPr sz="2000" dirty="0">
                        <a:latin typeface="Carlito"/>
                        <a:cs typeface="Carlito"/>
                      </a:endParaRPr>
                    </a:p>
                  </a:txBody>
                  <a:tcPr marL="0" marR="0" marT="12456" marB="0">
                    <a:lnL w="12700" cap="flat" cmpd="sng" algn="ctr">
                      <a:solidFill>
                        <a:schemeClr val="tx1"/>
                      </a:solidFill>
                      <a:prstDash val="solid"/>
                      <a:round/>
                      <a:headEnd type="none" w="med" len="med"/>
                      <a:tailEnd type="none" w="med" len="med"/>
                    </a:lnL>
                    <a:lnR w="28575">
                      <a:solidFill>
                        <a:srgbClr val="000000"/>
                      </a:solidFill>
                      <a:prstDash val="solid"/>
                    </a:lnR>
                    <a:lnT w="28575">
                      <a:solidFill>
                        <a:srgbClr val="000000"/>
                      </a:solidFill>
                      <a:prstDash val="solid"/>
                    </a:lnT>
                    <a:lnB w="3175">
                      <a:solidFill>
                        <a:srgbClr val="000000"/>
                      </a:solidFill>
                      <a:prstDash val="solid"/>
                    </a:lnB>
                  </a:tcPr>
                </a:tc>
                <a:extLst>
                  <a:ext uri="{0D108BD9-81ED-4DB2-BD59-A6C34878D82A}">
                    <a16:rowId xmlns:a16="http://schemas.microsoft.com/office/drawing/2014/main" val="139596510"/>
                  </a:ext>
                </a:extLst>
              </a:tr>
              <a:tr h="501357">
                <a:tc>
                  <a:txBody>
                    <a:bodyPr/>
                    <a:lstStyle/>
                    <a:p>
                      <a:pPr algn="ctr">
                        <a:lnSpc>
                          <a:spcPct val="100000"/>
                        </a:lnSpc>
                        <a:spcBef>
                          <a:spcPts val="55"/>
                        </a:spcBef>
                      </a:pPr>
                      <a:r>
                        <a:rPr sz="2800" b="1" spc="-50" dirty="0">
                          <a:latin typeface="Carlito"/>
                          <a:cs typeface="Carlito"/>
                        </a:rPr>
                        <a:t>=</a:t>
                      </a:r>
                      <a:endParaRPr sz="2800" dirty="0">
                        <a:latin typeface="Carlito"/>
                        <a:cs typeface="Carlito"/>
                      </a:endParaRPr>
                    </a:p>
                  </a:txBody>
                  <a:tcPr marL="0" marR="0" marT="9787" marB="0">
                    <a:lnL w="28575">
                      <a:solidFill>
                        <a:srgbClr val="000000"/>
                      </a:solidFill>
                      <a:prstDash val="solid"/>
                    </a:lnL>
                    <a:lnR w="28575">
                      <a:solidFill>
                        <a:srgbClr val="000000"/>
                      </a:solidFill>
                      <a:prstDash val="solid"/>
                    </a:lnR>
                    <a:lnT w="28575">
                      <a:solidFill>
                        <a:srgbClr val="000000"/>
                      </a:solidFill>
                      <a:prstDash val="solid"/>
                    </a:lnT>
                    <a:lnB w="12700" cap="flat" cmpd="sng" algn="ctr">
                      <a:solidFill>
                        <a:schemeClr val="tx1"/>
                      </a:solidFill>
                      <a:prstDash val="solid"/>
                      <a:round/>
                      <a:headEnd type="none" w="med" len="med"/>
                      <a:tailEnd type="none" w="med" len="med"/>
                    </a:lnB>
                  </a:tcPr>
                </a:tc>
                <a:tc>
                  <a:txBody>
                    <a:bodyPr/>
                    <a:lstStyle/>
                    <a:p>
                      <a:pPr marL="69215" algn="l">
                        <a:lnSpc>
                          <a:spcPct val="100000"/>
                        </a:lnSpc>
                        <a:spcBef>
                          <a:spcPts val="55"/>
                        </a:spcBef>
                      </a:pPr>
                      <a:r>
                        <a:rPr sz="2000" b="1" i="1" dirty="0" err="1">
                          <a:latin typeface="Times New Roman" panose="02020603050405020304" pitchFamily="18" charset="0"/>
                          <a:cs typeface="Times New Roman" panose="02020603050405020304" pitchFamily="18" charset="0"/>
                        </a:rPr>
                        <a:t>Operatori</a:t>
                      </a:r>
                      <a:r>
                        <a:rPr sz="2000" b="1" i="1" spc="-15" dirty="0">
                          <a:latin typeface="Times New Roman" panose="02020603050405020304" pitchFamily="18" charset="0"/>
                          <a:cs typeface="Times New Roman" panose="02020603050405020304" pitchFamily="18" charset="0"/>
                        </a:rPr>
                        <a:t> </a:t>
                      </a:r>
                      <a:r>
                        <a:rPr sz="2000" b="1" i="1" dirty="0" err="1">
                          <a:latin typeface="Times New Roman" panose="02020603050405020304" pitchFamily="18" charset="0"/>
                          <a:cs typeface="Times New Roman" panose="02020603050405020304" pitchFamily="18" charset="0"/>
                        </a:rPr>
                        <a:t>i</a:t>
                      </a:r>
                      <a:r>
                        <a:rPr sz="2000" b="1" i="1" spc="-20" dirty="0">
                          <a:latin typeface="Times New Roman" panose="02020603050405020304" pitchFamily="18" charset="0"/>
                          <a:cs typeface="Times New Roman" panose="02020603050405020304" pitchFamily="18" charset="0"/>
                        </a:rPr>
                        <a:t> </a:t>
                      </a:r>
                      <a:r>
                        <a:rPr sz="2000" b="1" i="1" dirty="0" err="1">
                          <a:latin typeface="Times New Roman" panose="02020603050405020304" pitchFamily="18" charset="0"/>
                          <a:cs typeface="Times New Roman" panose="02020603050405020304" pitchFamily="18" charset="0"/>
                        </a:rPr>
                        <a:t>barazimit</a:t>
                      </a:r>
                      <a:r>
                        <a:rPr sz="2000" b="1" i="1" spc="204" dirty="0">
                          <a:latin typeface="Times New Roman" panose="02020603050405020304" pitchFamily="18" charset="0"/>
                          <a:cs typeface="Times New Roman" panose="02020603050405020304" pitchFamily="18" charset="0"/>
                        </a:rPr>
                        <a:t> </a:t>
                      </a:r>
                      <a:r>
                        <a:rPr sz="2000" b="1" i="1" dirty="0">
                          <a:latin typeface="Times New Roman" panose="02020603050405020304" pitchFamily="18" charset="0"/>
                          <a:cs typeface="Times New Roman" panose="02020603050405020304" pitchFamily="18" charset="0"/>
                        </a:rPr>
                        <a:t>(me</a:t>
                      </a:r>
                      <a:r>
                        <a:rPr sz="2000" b="1" i="1" spc="-25" dirty="0">
                          <a:latin typeface="Times New Roman" panose="02020603050405020304" pitchFamily="18" charset="0"/>
                          <a:cs typeface="Times New Roman" panose="02020603050405020304" pitchFamily="18" charset="0"/>
                        </a:rPr>
                        <a:t> </a:t>
                      </a:r>
                      <a:r>
                        <a:rPr sz="2000" b="1" i="1" dirty="0">
                          <a:latin typeface="Times New Roman" panose="02020603050405020304" pitchFamily="18" charset="0"/>
                          <a:cs typeface="Times New Roman" panose="02020603050405020304" pitchFamily="18" charset="0"/>
                        </a:rPr>
                        <a:t>të</a:t>
                      </a:r>
                      <a:r>
                        <a:rPr sz="2000" b="1" i="1" spc="-15" dirty="0">
                          <a:latin typeface="Times New Roman" panose="02020603050405020304" pitchFamily="18" charset="0"/>
                          <a:cs typeface="Times New Roman" panose="02020603050405020304" pitchFamily="18" charset="0"/>
                        </a:rPr>
                        <a:t> </a:t>
                      </a:r>
                      <a:r>
                        <a:rPr sz="2000" b="1" i="1" dirty="0" err="1">
                          <a:latin typeface="Times New Roman" panose="02020603050405020304" pitchFamily="18" charset="0"/>
                          <a:cs typeface="Times New Roman" panose="02020603050405020304" pitchFamily="18" charset="0"/>
                        </a:rPr>
                        <a:t>fillon</a:t>
                      </a:r>
                      <a:r>
                        <a:rPr sz="2000" b="1" i="1" spc="-20" dirty="0">
                          <a:latin typeface="Times New Roman" panose="02020603050405020304" pitchFamily="18" charset="0"/>
                          <a:cs typeface="Times New Roman" panose="02020603050405020304" pitchFamily="18" charset="0"/>
                        </a:rPr>
                        <a:t> </a:t>
                      </a:r>
                      <a:r>
                        <a:rPr sz="2000" b="1" i="1" dirty="0" err="1">
                          <a:latin typeface="Times New Roman" panose="02020603050405020304" pitchFamily="18" charset="0"/>
                          <a:cs typeface="Times New Roman" panose="02020603050405020304" pitchFamily="18" charset="0"/>
                        </a:rPr>
                        <a:t>çdo</a:t>
                      </a:r>
                      <a:r>
                        <a:rPr sz="2000" b="1" i="1" spc="-15" dirty="0">
                          <a:latin typeface="Times New Roman" panose="02020603050405020304" pitchFamily="18" charset="0"/>
                          <a:cs typeface="Times New Roman" panose="02020603050405020304" pitchFamily="18" charset="0"/>
                        </a:rPr>
                        <a:t> </a:t>
                      </a:r>
                      <a:r>
                        <a:rPr sz="2000" b="1" i="1" spc="-10" dirty="0" err="1">
                          <a:latin typeface="Times New Roman" panose="02020603050405020304" pitchFamily="18" charset="0"/>
                          <a:cs typeface="Times New Roman" panose="02020603050405020304" pitchFamily="18" charset="0"/>
                        </a:rPr>
                        <a:t>formulë</a:t>
                      </a:r>
                      <a:r>
                        <a:rPr sz="2000" b="1" i="1" spc="-1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txBody>
                  <a:tcPr marL="0" marR="0" marT="9787" marB="0">
                    <a:lnL w="28575">
                      <a:solidFill>
                        <a:srgbClr val="000000"/>
                      </a:solidFill>
                      <a:prstDash val="solid"/>
                    </a:lnL>
                    <a:lnR w="12700" cap="flat" cmpd="sng" algn="ctr">
                      <a:solidFill>
                        <a:schemeClr val="tx1"/>
                      </a:solidFill>
                      <a:prstDash val="solid"/>
                      <a:round/>
                      <a:headEnd type="none" w="med" len="med"/>
                      <a:tailEnd type="none" w="med" len="med"/>
                    </a:lnR>
                    <a:lnT w="28575">
                      <a:solidFill>
                        <a:srgbClr val="000000"/>
                      </a:solidFill>
                      <a:prstDash val="solid"/>
                    </a:lnT>
                    <a:lnB w="12700" cap="flat" cmpd="sng" algn="ctr">
                      <a:solidFill>
                        <a:schemeClr val="tx1"/>
                      </a:solidFill>
                      <a:prstDash val="solid"/>
                      <a:round/>
                      <a:headEnd type="none" w="med" len="med"/>
                      <a:tailEnd type="none" w="med" len="med"/>
                    </a:lnB>
                  </a:tcPr>
                </a:tc>
                <a:tc vMerge="1">
                  <a:txBody>
                    <a:bodyPr/>
                    <a:lstStyle/>
                    <a:p>
                      <a:pPr marL="69215">
                        <a:lnSpc>
                          <a:spcPct val="100000"/>
                        </a:lnSpc>
                        <a:spcBef>
                          <a:spcPts val="55"/>
                        </a:spcBef>
                      </a:pPr>
                      <a:endParaRPr sz="1500">
                        <a:latin typeface="Carlito"/>
                        <a:cs typeface="Carlito"/>
                      </a:endParaRPr>
                    </a:p>
                  </a:txBody>
                  <a:tcPr marL="0" marR="0" marT="9787" marB="0">
                    <a:lnL w="28575">
                      <a:solidFill>
                        <a:srgbClr val="000000"/>
                      </a:solidFill>
                      <a:prstDash val="solid"/>
                    </a:lnL>
                    <a:lnR w="28575">
                      <a:solidFill>
                        <a:srgbClr val="000000"/>
                      </a:solidFill>
                      <a:prstDash val="solid"/>
                    </a:lnR>
                    <a:lnT w="285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2907003"/>
                  </a:ext>
                </a:extLst>
              </a:tr>
              <a:tr h="483537">
                <a:tc>
                  <a:txBody>
                    <a:bodyPr/>
                    <a:lstStyle/>
                    <a:p>
                      <a:pPr algn="ctr">
                        <a:lnSpc>
                          <a:spcPts val="1639"/>
                        </a:lnSpc>
                      </a:pPr>
                      <a:endParaRPr lang="en-US" sz="2800" b="1" dirty="0">
                        <a:latin typeface="Carlito"/>
                        <a:cs typeface="Carlito"/>
                      </a:endParaRPr>
                    </a:p>
                    <a:p>
                      <a:pPr algn="ctr">
                        <a:lnSpc>
                          <a:spcPts val="1639"/>
                        </a:lnSpc>
                      </a:pPr>
                      <a:r>
                        <a:rPr sz="2800" b="1" dirty="0">
                          <a:latin typeface="Carlito"/>
                          <a:cs typeface="Carlito"/>
                        </a:rPr>
                        <a:t>(</a:t>
                      </a:r>
                      <a:r>
                        <a:rPr sz="2800" b="1" spc="-15" dirty="0">
                          <a:latin typeface="Carlito"/>
                          <a:cs typeface="Carlito"/>
                        </a:rPr>
                        <a:t> </a:t>
                      </a:r>
                      <a:r>
                        <a:rPr sz="2800" b="1" spc="-50" dirty="0">
                          <a:latin typeface="Carlito"/>
                          <a:cs typeface="Carlito"/>
                        </a:rPr>
                        <a:t>)</a:t>
                      </a:r>
                      <a:endParaRPr sz="2800" dirty="0">
                        <a:latin typeface="Carlito"/>
                        <a:cs typeface="Carlito"/>
                      </a:endParaRPr>
                    </a:p>
                  </a:txBody>
                  <a:tcPr marL="0" marR="0" marT="0" marB="0">
                    <a:lnL w="28575">
                      <a:solidFill>
                        <a:srgbClr val="000000"/>
                      </a:solidFill>
                      <a:prstDash val="solid"/>
                    </a:lnL>
                    <a:lnR w="28575">
                      <a:solidFill>
                        <a:srgbClr val="000000"/>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algn="l">
                        <a:lnSpc>
                          <a:spcPts val="1280"/>
                        </a:lnSpc>
                      </a:pPr>
                      <a:endParaRPr lang="en-US" sz="2000" b="1" i="1" spc="-10" dirty="0">
                        <a:latin typeface="Times New Roman" panose="02020603050405020304" pitchFamily="18" charset="0"/>
                        <a:cs typeface="Times New Roman" panose="02020603050405020304" pitchFamily="18" charset="0"/>
                      </a:endParaRPr>
                    </a:p>
                    <a:p>
                      <a:pPr marL="69215" algn="l">
                        <a:lnSpc>
                          <a:spcPts val="1280"/>
                        </a:lnSpc>
                      </a:pPr>
                      <a:r>
                        <a:rPr sz="2000" b="1" i="1" spc="-10" dirty="0" err="1">
                          <a:latin typeface="Times New Roman" panose="02020603050405020304" pitchFamily="18" charset="0"/>
                          <a:cs typeface="Times New Roman" panose="02020603050405020304" pitchFamily="18" charset="0"/>
                        </a:rPr>
                        <a:t>Kllapat</a:t>
                      </a:r>
                      <a:endParaRPr sz="2000" dirty="0">
                        <a:latin typeface="Times New Roman" panose="02020603050405020304" pitchFamily="18" charset="0"/>
                        <a:cs typeface="Times New Roman" panose="02020603050405020304" pitchFamily="18" charset="0"/>
                      </a:endParaRPr>
                    </a:p>
                  </a:txBody>
                  <a:tcPr marL="0" marR="0" marT="0" marB="0">
                    <a:lnL w="28575">
                      <a:solidFill>
                        <a:srgbClr val="000000"/>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69215">
                        <a:lnSpc>
                          <a:spcPts val="1280"/>
                        </a:lnSpc>
                      </a:pPr>
                      <a:endParaRPr sz="1500" dirty="0">
                        <a:latin typeface="Carlito"/>
                        <a:cs typeface="Carlito"/>
                      </a:endParaRPr>
                    </a:p>
                  </a:txBody>
                  <a:tcPr marL="0" marR="0" marT="0" marB="0">
                    <a:lnL w="28575">
                      <a:solidFill>
                        <a:srgbClr val="000000"/>
                      </a:solidFill>
                      <a:prstDash val="solid"/>
                    </a:lnL>
                    <a:lnR w="285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577267"/>
                  </a:ext>
                </a:extLst>
              </a:tr>
              <a:tr h="483537">
                <a:tc>
                  <a:txBody>
                    <a:bodyPr/>
                    <a:lstStyle/>
                    <a:p>
                      <a:pPr algn="ctr">
                        <a:lnSpc>
                          <a:spcPts val="1639"/>
                        </a:lnSpc>
                      </a:pPr>
                      <a:endParaRPr lang="en-US" sz="2800" b="1" spc="-50" dirty="0">
                        <a:latin typeface="Carlito"/>
                        <a:cs typeface="Carlito"/>
                      </a:endParaRPr>
                    </a:p>
                    <a:p>
                      <a:pPr algn="ctr">
                        <a:lnSpc>
                          <a:spcPts val="1639"/>
                        </a:lnSpc>
                      </a:pPr>
                      <a:r>
                        <a:rPr sz="2800" b="1" spc="-50" dirty="0">
                          <a:latin typeface="Carlito"/>
                          <a:cs typeface="Carlito"/>
                        </a:rPr>
                        <a:t>+</a:t>
                      </a:r>
                      <a:endParaRPr sz="2800" dirty="0">
                        <a:latin typeface="Carlito"/>
                        <a:cs typeface="Carlito"/>
                      </a:endParaRPr>
                    </a:p>
                  </a:txBody>
                  <a:tcPr marL="0" marR="0" marT="0" marB="0">
                    <a:lnL w="28575">
                      <a:solidFill>
                        <a:srgbClr val="000000"/>
                      </a:solidFill>
                      <a:prstDash val="solid"/>
                    </a:lnL>
                    <a:lnR w="28575">
                      <a:solidFill>
                        <a:srgbClr val="000000"/>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algn="l">
                        <a:lnSpc>
                          <a:spcPts val="1280"/>
                        </a:lnSpc>
                      </a:pPr>
                      <a:endParaRPr lang="en-US" sz="2000" b="1" i="1" dirty="0">
                        <a:latin typeface="Times New Roman" panose="02020603050405020304" pitchFamily="18" charset="0"/>
                        <a:cs typeface="Times New Roman" panose="02020603050405020304" pitchFamily="18" charset="0"/>
                      </a:endParaRPr>
                    </a:p>
                    <a:p>
                      <a:pPr marL="69215" algn="l">
                        <a:lnSpc>
                          <a:spcPts val="1280"/>
                        </a:lnSpc>
                      </a:pPr>
                      <a:r>
                        <a:rPr sz="2000" b="1" i="1" dirty="0" err="1">
                          <a:latin typeface="Times New Roman" panose="02020603050405020304" pitchFamily="18" charset="0"/>
                          <a:cs typeface="Times New Roman" panose="02020603050405020304" pitchFamily="18" charset="0"/>
                        </a:rPr>
                        <a:t>Operatori</a:t>
                      </a:r>
                      <a:r>
                        <a:rPr sz="2000" b="1" i="1" spc="-20" dirty="0">
                          <a:latin typeface="Times New Roman" panose="02020603050405020304" pitchFamily="18" charset="0"/>
                          <a:cs typeface="Times New Roman" panose="02020603050405020304" pitchFamily="18" charset="0"/>
                        </a:rPr>
                        <a:t> </a:t>
                      </a:r>
                      <a:r>
                        <a:rPr sz="2000" b="1" i="1" dirty="0" err="1">
                          <a:latin typeface="Times New Roman" panose="02020603050405020304" pitchFamily="18" charset="0"/>
                          <a:cs typeface="Times New Roman" panose="02020603050405020304" pitchFamily="18" charset="0"/>
                        </a:rPr>
                        <a:t>i</a:t>
                      </a:r>
                      <a:r>
                        <a:rPr sz="2000" b="1" i="1" spc="-25" dirty="0">
                          <a:latin typeface="Times New Roman" panose="02020603050405020304" pitchFamily="18" charset="0"/>
                          <a:cs typeface="Times New Roman" panose="02020603050405020304" pitchFamily="18" charset="0"/>
                        </a:rPr>
                        <a:t> </a:t>
                      </a:r>
                      <a:r>
                        <a:rPr sz="2000" b="1" i="1" spc="-10" dirty="0" err="1">
                          <a:latin typeface="Times New Roman" panose="02020603050405020304" pitchFamily="18" charset="0"/>
                          <a:cs typeface="Times New Roman" panose="02020603050405020304" pitchFamily="18" charset="0"/>
                        </a:rPr>
                        <a:t>mbledhjes</a:t>
                      </a:r>
                      <a:endParaRPr sz="2000" dirty="0">
                        <a:latin typeface="Times New Roman" panose="02020603050405020304" pitchFamily="18" charset="0"/>
                        <a:cs typeface="Times New Roman" panose="02020603050405020304" pitchFamily="18" charset="0"/>
                      </a:endParaRPr>
                    </a:p>
                  </a:txBody>
                  <a:tcPr marL="0" marR="0" marT="0" marB="0">
                    <a:lnL w="28575">
                      <a:solidFill>
                        <a:srgbClr val="000000"/>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69215">
                        <a:lnSpc>
                          <a:spcPts val="1280"/>
                        </a:lnSpc>
                      </a:pPr>
                      <a:endParaRPr sz="1500">
                        <a:latin typeface="Carlito"/>
                        <a:cs typeface="Carlito"/>
                      </a:endParaRPr>
                    </a:p>
                  </a:txBody>
                  <a:tcPr marL="0" marR="0" marT="0" marB="0">
                    <a:lnL w="28575">
                      <a:solidFill>
                        <a:srgbClr val="000000"/>
                      </a:solidFill>
                      <a:prstDash val="solid"/>
                    </a:lnL>
                    <a:lnR w="285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6117944"/>
                  </a:ext>
                </a:extLst>
              </a:tr>
              <a:tr h="483537">
                <a:tc>
                  <a:txBody>
                    <a:bodyPr/>
                    <a:lstStyle/>
                    <a:p>
                      <a:pPr algn="ctr">
                        <a:lnSpc>
                          <a:spcPts val="1639"/>
                        </a:lnSpc>
                      </a:pPr>
                      <a:endParaRPr lang="en-US" sz="2800" b="1" spc="-50" dirty="0">
                        <a:latin typeface="Carlito"/>
                        <a:cs typeface="Carlito"/>
                      </a:endParaRPr>
                    </a:p>
                    <a:p>
                      <a:pPr algn="ctr">
                        <a:lnSpc>
                          <a:spcPts val="1639"/>
                        </a:lnSpc>
                      </a:pPr>
                      <a:r>
                        <a:rPr sz="2800" b="1" spc="-50" dirty="0">
                          <a:latin typeface="Carlito"/>
                          <a:cs typeface="Carlito"/>
                        </a:rPr>
                        <a:t>-</a:t>
                      </a:r>
                      <a:endParaRPr sz="2800" dirty="0">
                        <a:latin typeface="Carlito"/>
                        <a:cs typeface="Carlito"/>
                      </a:endParaRPr>
                    </a:p>
                  </a:txBody>
                  <a:tcPr marL="0" marR="0" marT="0" marB="0">
                    <a:lnL w="28575">
                      <a:solidFill>
                        <a:srgbClr val="000000"/>
                      </a:solidFill>
                      <a:prstDash val="solid"/>
                    </a:lnL>
                    <a:lnR w="28575">
                      <a:solidFill>
                        <a:srgbClr val="000000"/>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algn="l">
                        <a:lnSpc>
                          <a:spcPts val="1280"/>
                        </a:lnSpc>
                      </a:pPr>
                      <a:endParaRPr lang="en-US" sz="2000" b="1" i="1" dirty="0">
                        <a:latin typeface="Times New Roman" panose="02020603050405020304" pitchFamily="18" charset="0"/>
                        <a:cs typeface="Times New Roman" panose="02020603050405020304" pitchFamily="18" charset="0"/>
                      </a:endParaRPr>
                    </a:p>
                    <a:p>
                      <a:pPr marL="69215" algn="l">
                        <a:lnSpc>
                          <a:spcPts val="1280"/>
                        </a:lnSpc>
                      </a:pPr>
                      <a:r>
                        <a:rPr sz="2000" b="1" i="1" dirty="0" err="1">
                          <a:latin typeface="Times New Roman" panose="02020603050405020304" pitchFamily="18" charset="0"/>
                          <a:cs typeface="Times New Roman" panose="02020603050405020304" pitchFamily="18" charset="0"/>
                        </a:rPr>
                        <a:t>Operatori</a:t>
                      </a:r>
                      <a:r>
                        <a:rPr sz="2000" b="1" i="1" spc="-20" dirty="0">
                          <a:latin typeface="Times New Roman" panose="02020603050405020304" pitchFamily="18" charset="0"/>
                          <a:cs typeface="Times New Roman" panose="02020603050405020304" pitchFamily="18" charset="0"/>
                        </a:rPr>
                        <a:t> </a:t>
                      </a:r>
                      <a:r>
                        <a:rPr sz="2000" b="1" i="1" dirty="0" err="1">
                          <a:latin typeface="Times New Roman" panose="02020603050405020304" pitchFamily="18" charset="0"/>
                          <a:cs typeface="Times New Roman" panose="02020603050405020304" pitchFamily="18" charset="0"/>
                        </a:rPr>
                        <a:t>i</a:t>
                      </a:r>
                      <a:r>
                        <a:rPr sz="2000" b="1" i="1" spc="-25" dirty="0">
                          <a:latin typeface="Times New Roman" panose="02020603050405020304" pitchFamily="18" charset="0"/>
                          <a:cs typeface="Times New Roman" panose="02020603050405020304" pitchFamily="18" charset="0"/>
                        </a:rPr>
                        <a:t> </a:t>
                      </a:r>
                      <a:r>
                        <a:rPr sz="2000" b="1" i="1" spc="-10" dirty="0" err="1">
                          <a:latin typeface="Times New Roman" panose="02020603050405020304" pitchFamily="18" charset="0"/>
                          <a:cs typeface="Times New Roman" panose="02020603050405020304" pitchFamily="18" charset="0"/>
                        </a:rPr>
                        <a:t>zbritjes</a:t>
                      </a:r>
                      <a:endParaRPr sz="2000" dirty="0">
                        <a:latin typeface="Times New Roman" panose="02020603050405020304" pitchFamily="18" charset="0"/>
                        <a:cs typeface="Times New Roman" panose="02020603050405020304" pitchFamily="18" charset="0"/>
                      </a:endParaRPr>
                    </a:p>
                  </a:txBody>
                  <a:tcPr marL="0" marR="0" marT="0" marB="0">
                    <a:lnL w="28575">
                      <a:solidFill>
                        <a:srgbClr val="000000"/>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69215">
                        <a:lnSpc>
                          <a:spcPts val="1280"/>
                        </a:lnSpc>
                      </a:pPr>
                      <a:endParaRPr sz="1500">
                        <a:latin typeface="Carlito"/>
                        <a:cs typeface="Carlito"/>
                      </a:endParaRPr>
                    </a:p>
                  </a:txBody>
                  <a:tcPr marL="0" marR="0" marT="0" marB="0">
                    <a:lnL w="28575">
                      <a:solidFill>
                        <a:srgbClr val="000000"/>
                      </a:solidFill>
                      <a:prstDash val="solid"/>
                    </a:lnL>
                    <a:lnR w="285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6359918"/>
                  </a:ext>
                </a:extLst>
              </a:tr>
              <a:tr h="483537">
                <a:tc>
                  <a:txBody>
                    <a:bodyPr/>
                    <a:lstStyle/>
                    <a:p>
                      <a:pPr algn="ctr">
                        <a:lnSpc>
                          <a:spcPts val="1639"/>
                        </a:lnSpc>
                      </a:pPr>
                      <a:endParaRPr lang="en-US" sz="2800" b="1" spc="-50" dirty="0">
                        <a:latin typeface="Carlito"/>
                        <a:cs typeface="Carlito"/>
                      </a:endParaRPr>
                    </a:p>
                    <a:p>
                      <a:pPr algn="ctr">
                        <a:lnSpc>
                          <a:spcPts val="1639"/>
                        </a:lnSpc>
                      </a:pPr>
                      <a:r>
                        <a:rPr sz="2800" b="1" spc="-50" dirty="0">
                          <a:latin typeface="Carlito"/>
                          <a:cs typeface="Carlito"/>
                        </a:rPr>
                        <a:t>*</a:t>
                      </a:r>
                      <a:endParaRPr sz="2800" dirty="0">
                        <a:latin typeface="Carlito"/>
                        <a:cs typeface="Carlito"/>
                      </a:endParaRPr>
                    </a:p>
                  </a:txBody>
                  <a:tcPr marL="0" marR="0" marT="0" marB="0">
                    <a:lnL w="28575">
                      <a:solidFill>
                        <a:srgbClr val="000000"/>
                      </a:solidFill>
                      <a:prstDash val="solid"/>
                    </a:lnL>
                    <a:lnR w="28575">
                      <a:solidFill>
                        <a:srgbClr val="000000"/>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algn="l">
                        <a:lnSpc>
                          <a:spcPts val="1280"/>
                        </a:lnSpc>
                      </a:pPr>
                      <a:endParaRPr lang="en-US" sz="2000" b="1" i="1" dirty="0">
                        <a:latin typeface="Times New Roman" panose="02020603050405020304" pitchFamily="18" charset="0"/>
                        <a:cs typeface="Times New Roman" panose="02020603050405020304" pitchFamily="18" charset="0"/>
                      </a:endParaRPr>
                    </a:p>
                    <a:p>
                      <a:pPr marL="69215" algn="l">
                        <a:lnSpc>
                          <a:spcPts val="1280"/>
                        </a:lnSpc>
                      </a:pPr>
                      <a:r>
                        <a:rPr sz="2000" b="1" i="1" dirty="0" err="1">
                          <a:latin typeface="Times New Roman" panose="02020603050405020304" pitchFamily="18" charset="0"/>
                          <a:cs typeface="Times New Roman" panose="02020603050405020304" pitchFamily="18" charset="0"/>
                        </a:rPr>
                        <a:t>Operatori</a:t>
                      </a:r>
                      <a:r>
                        <a:rPr sz="2000" b="1" i="1" spc="-20" dirty="0">
                          <a:latin typeface="Times New Roman" panose="02020603050405020304" pitchFamily="18" charset="0"/>
                          <a:cs typeface="Times New Roman" panose="02020603050405020304" pitchFamily="18" charset="0"/>
                        </a:rPr>
                        <a:t> </a:t>
                      </a:r>
                      <a:r>
                        <a:rPr sz="2000" b="1" i="1" dirty="0">
                          <a:latin typeface="Times New Roman" panose="02020603050405020304" pitchFamily="18" charset="0"/>
                          <a:cs typeface="Times New Roman" panose="02020603050405020304" pitchFamily="18" charset="0"/>
                        </a:rPr>
                        <a:t>i</a:t>
                      </a:r>
                      <a:r>
                        <a:rPr sz="2000" b="1" i="1" spc="-25" dirty="0">
                          <a:latin typeface="Times New Roman" panose="02020603050405020304" pitchFamily="18" charset="0"/>
                          <a:cs typeface="Times New Roman" panose="02020603050405020304" pitchFamily="18" charset="0"/>
                        </a:rPr>
                        <a:t> </a:t>
                      </a:r>
                      <a:r>
                        <a:rPr sz="2000" b="1" i="1" spc="-10" dirty="0">
                          <a:latin typeface="Times New Roman" panose="02020603050405020304" pitchFamily="18" charset="0"/>
                          <a:cs typeface="Times New Roman" panose="02020603050405020304" pitchFamily="18" charset="0"/>
                        </a:rPr>
                        <a:t>shumëzimit</a:t>
                      </a:r>
                      <a:endParaRPr sz="2000" dirty="0">
                        <a:latin typeface="Times New Roman" panose="02020603050405020304" pitchFamily="18" charset="0"/>
                        <a:cs typeface="Times New Roman" panose="02020603050405020304" pitchFamily="18" charset="0"/>
                      </a:endParaRPr>
                    </a:p>
                  </a:txBody>
                  <a:tcPr marL="0" marR="0" marT="0" marB="0">
                    <a:lnL w="28575">
                      <a:solidFill>
                        <a:srgbClr val="000000"/>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69215">
                        <a:lnSpc>
                          <a:spcPts val="1280"/>
                        </a:lnSpc>
                      </a:pPr>
                      <a:endParaRPr sz="1500">
                        <a:latin typeface="Carlito"/>
                        <a:cs typeface="Carlito"/>
                      </a:endParaRPr>
                    </a:p>
                  </a:txBody>
                  <a:tcPr marL="0" marR="0" marT="0" marB="0">
                    <a:lnL w="28575">
                      <a:solidFill>
                        <a:srgbClr val="000000"/>
                      </a:solidFill>
                      <a:prstDash val="solid"/>
                    </a:lnL>
                    <a:lnR w="285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7351009"/>
                  </a:ext>
                </a:extLst>
              </a:tr>
              <a:tr h="485968">
                <a:tc>
                  <a:txBody>
                    <a:bodyPr/>
                    <a:lstStyle/>
                    <a:p>
                      <a:pPr algn="ctr">
                        <a:lnSpc>
                          <a:spcPts val="1639"/>
                        </a:lnSpc>
                      </a:pPr>
                      <a:endParaRPr lang="en-US" sz="2800" b="1" spc="-50" dirty="0">
                        <a:latin typeface="Carlito"/>
                        <a:cs typeface="Carlito"/>
                      </a:endParaRPr>
                    </a:p>
                    <a:p>
                      <a:pPr algn="ctr">
                        <a:lnSpc>
                          <a:spcPts val="1639"/>
                        </a:lnSpc>
                      </a:pPr>
                      <a:r>
                        <a:rPr sz="2800" b="1" spc="-50" dirty="0">
                          <a:latin typeface="Carlito"/>
                          <a:cs typeface="Carlito"/>
                        </a:rPr>
                        <a:t>/</a:t>
                      </a:r>
                      <a:endParaRPr sz="2800" dirty="0">
                        <a:latin typeface="Carlito"/>
                        <a:cs typeface="Carlito"/>
                      </a:endParaRPr>
                    </a:p>
                  </a:txBody>
                  <a:tcPr marL="0" marR="0" marT="0" marB="0">
                    <a:lnL w="28575">
                      <a:solidFill>
                        <a:srgbClr val="000000"/>
                      </a:solidFill>
                      <a:prstDash val="solid"/>
                    </a:lnL>
                    <a:lnR w="285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ts val="1639"/>
                        </a:lnSpc>
                      </a:pPr>
                      <a:endParaRPr lang="sq-AL" sz="3200" dirty="0">
                        <a:latin typeface="Times New Roman" panose="02020603050405020304" pitchFamily="18" charset="0"/>
                        <a:cs typeface="Times New Roman" panose="02020603050405020304" pitchFamily="18" charset="0"/>
                      </a:endParaRPr>
                    </a:p>
                    <a:p>
                      <a:pPr algn="l">
                        <a:lnSpc>
                          <a:spcPts val="1639"/>
                        </a:lnSpc>
                      </a:pPr>
                      <a:r>
                        <a:rPr lang="sq-AL" sz="3200" dirty="0">
                          <a:latin typeface="Times New Roman" panose="02020603050405020304" pitchFamily="18" charset="0"/>
                          <a:cs typeface="Times New Roman" panose="02020603050405020304" pitchFamily="18" charset="0"/>
                        </a:rPr>
                        <a:t> </a:t>
                      </a:r>
                      <a:r>
                        <a:rPr lang="sq-AL" sz="2100" b="1" i="1" u="none" strike="noStrike" kern="1200" baseline="0" dirty="0">
                          <a:solidFill>
                            <a:schemeClr val="tx1"/>
                          </a:solidFill>
                          <a:latin typeface="+mn-lt"/>
                          <a:ea typeface="+mn-ea"/>
                          <a:cs typeface="+mn-cs"/>
                        </a:rPr>
                        <a:t>Operatori i </a:t>
                      </a:r>
                      <a:r>
                        <a:rPr lang="sq-AL" sz="2100" b="1" i="1" u="none" strike="noStrike" kern="1200" baseline="0" dirty="0" err="1">
                          <a:solidFill>
                            <a:schemeClr val="tx1"/>
                          </a:solidFill>
                          <a:latin typeface="+mn-lt"/>
                          <a:ea typeface="+mn-ea"/>
                          <a:cs typeface="+mn-cs"/>
                        </a:rPr>
                        <a:t>pjestimit</a:t>
                      </a:r>
                      <a:endParaRPr sz="3200" dirty="0">
                        <a:latin typeface="Times New Roman" panose="02020603050405020304" pitchFamily="18" charset="0"/>
                        <a:cs typeface="Times New Roman" panose="02020603050405020304" pitchFamily="18" charset="0"/>
                      </a:endParaRPr>
                    </a:p>
                  </a:txBody>
                  <a:tcPr marL="0" marR="0" marT="0" marB="0">
                    <a:lnL w="28575">
                      <a:solidFill>
                        <a:srgbClr val="000000"/>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69215">
                        <a:lnSpc>
                          <a:spcPts val="1280"/>
                        </a:lnSpc>
                      </a:pPr>
                      <a:endParaRPr sz="1500" dirty="0">
                        <a:latin typeface="Carlito"/>
                        <a:cs typeface="Carlito"/>
                      </a:endParaRPr>
                    </a:p>
                  </a:txBody>
                  <a:tcPr marL="0" marR="0" marT="0" marB="0">
                    <a:lnL w="28575">
                      <a:solidFill>
                        <a:srgbClr val="000000"/>
                      </a:solidFill>
                      <a:prstDash val="solid"/>
                    </a:lnL>
                    <a:lnR w="285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8731100"/>
                  </a:ext>
                </a:extLst>
              </a:tr>
              <a:tr h="485968">
                <a:tc>
                  <a:txBody>
                    <a:bodyPr/>
                    <a:lstStyle/>
                    <a:p>
                      <a:pPr algn="ctr">
                        <a:lnSpc>
                          <a:spcPts val="1639"/>
                        </a:lnSpc>
                      </a:pPr>
                      <a:endParaRPr lang="en-US" sz="2800" b="1" spc="-50" dirty="0">
                        <a:latin typeface="Carlito"/>
                        <a:cs typeface="Carlito"/>
                      </a:endParaRPr>
                    </a:p>
                    <a:p>
                      <a:pPr algn="ctr">
                        <a:lnSpc>
                          <a:spcPts val="1639"/>
                        </a:lnSpc>
                      </a:pPr>
                      <a:r>
                        <a:rPr sz="2800" b="1" spc="-50" dirty="0">
                          <a:latin typeface="Carlito"/>
                          <a:cs typeface="Carlito"/>
                        </a:rPr>
                        <a:t>^</a:t>
                      </a:r>
                      <a:endParaRPr sz="2800" dirty="0">
                        <a:latin typeface="Carlito"/>
                        <a:cs typeface="Carlito"/>
                      </a:endParaRPr>
                    </a:p>
                  </a:txBody>
                  <a:tcPr marL="0" marR="0" marT="0" marB="0">
                    <a:lnL w="28575">
                      <a:solidFill>
                        <a:srgbClr val="000000"/>
                      </a:solidFill>
                      <a:prstDash val="solid"/>
                    </a:lnL>
                    <a:lnR w="285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algn="l">
                        <a:lnSpc>
                          <a:spcPts val="1280"/>
                        </a:lnSpc>
                      </a:pPr>
                      <a:endParaRPr lang="en-US" sz="2000" b="1" i="1" dirty="0">
                        <a:latin typeface="Times New Roman" panose="02020603050405020304" pitchFamily="18" charset="0"/>
                        <a:cs typeface="Times New Roman" panose="02020603050405020304" pitchFamily="18" charset="0"/>
                      </a:endParaRPr>
                    </a:p>
                    <a:p>
                      <a:pPr marL="69215" algn="l">
                        <a:lnSpc>
                          <a:spcPts val="1280"/>
                        </a:lnSpc>
                      </a:pPr>
                      <a:r>
                        <a:rPr sz="2000" b="1" i="1" dirty="0" err="1">
                          <a:latin typeface="Times New Roman" panose="02020603050405020304" pitchFamily="18" charset="0"/>
                          <a:cs typeface="Times New Roman" panose="02020603050405020304" pitchFamily="18" charset="0"/>
                        </a:rPr>
                        <a:t>Operatori</a:t>
                      </a:r>
                      <a:r>
                        <a:rPr sz="2000" b="1" i="1" spc="-20" dirty="0">
                          <a:latin typeface="Times New Roman" panose="02020603050405020304" pitchFamily="18" charset="0"/>
                          <a:cs typeface="Times New Roman" panose="02020603050405020304" pitchFamily="18" charset="0"/>
                        </a:rPr>
                        <a:t> </a:t>
                      </a:r>
                      <a:r>
                        <a:rPr sz="2000" b="1" i="1" dirty="0">
                          <a:latin typeface="Times New Roman" panose="02020603050405020304" pitchFamily="18" charset="0"/>
                          <a:cs typeface="Times New Roman" panose="02020603050405020304" pitchFamily="18" charset="0"/>
                        </a:rPr>
                        <a:t>i</a:t>
                      </a:r>
                      <a:r>
                        <a:rPr sz="2000" b="1" i="1" spc="-25" dirty="0">
                          <a:latin typeface="Times New Roman" panose="02020603050405020304" pitchFamily="18" charset="0"/>
                          <a:cs typeface="Times New Roman" panose="02020603050405020304" pitchFamily="18" charset="0"/>
                        </a:rPr>
                        <a:t> </a:t>
                      </a:r>
                      <a:r>
                        <a:rPr sz="2000" b="1" i="1" spc="-10" dirty="0">
                          <a:latin typeface="Times New Roman" panose="02020603050405020304" pitchFamily="18" charset="0"/>
                          <a:cs typeface="Times New Roman" panose="02020603050405020304" pitchFamily="18" charset="0"/>
                        </a:rPr>
                        <a:t>fuqisë</a:t>
                      </a:r>
                      <a:endParaRPr sz="2000" dirty="0">
                        <a:latin typeface="Times New Roman" panose="02020603050405020304" pitchFamily="18"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69215">
                        <a:lnSpc>
                          <a:spcPts val="1280"/>
                        </a:lnSpc>
                      </a:pPr>
                      <a:endParaRPr sz="1500" dirty="0">
                        <a:latin typeface="Carlito"/>
                        <a:cs typeface="Carlito"/>
                      </a:endParaRPr>
                    </a:p>
                  </a:txBody>
                  <a:tcPr marL="0" marR="0" marT="0" marB="0">
                    <a:lnL w="28575" cap="flat" cmpd="sng" algn="ctr">
                      <a:solidFill>
                        <a:srgbClr val="000000"/>
                      </a:solidFill>
                      <a:prstDash val="solid"/>
                      <a:round/>
                      <a:headEnd type="none" w="med" len="med"/>
                      <a:tailEnd type="none" w="med" len="med"/>
                    </a:lnL>
                    <a:lnR w="285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5459240"/>
                  </a:ext>
                </a:extLst>
              </a:tr>
              <a:tr h="485968">
                <a:tc>
                  <a:txBody>
                    <a:bodyPr/>
                    <a:lstStyle/>
                    <a:p>
                      <a:pPr algn="ctr">
                        <a:lnSpc>
                          <a:spcPts val="1639"/>
                        </a:lnSpc>
                      </a:pPr>
                      <a:endParaRPr sz="2800" dirty="0">
                        <a:latin typeface="Carlito"/>
                        <a:cs typeface="Carlito"/>
                      </a:endParaRPr>
                    </a:p>
                  </a:txBody>
                  <a:tcPr marL="0" marR="0" marT="0" marB="0">
                    <a:lnL w="28575">
                      <a:solidFill>
                        <a:srgbClr val="000000"/>
                      </a:solidFill>
                      <a:prstDash val="solid"/>
                    </a:lnL>
                    <a:lnR w="285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algn="l">
                        <a:lnSpc>
                          <a:spcPts val="1280"/>
                        </a:lnSpc>
                      </a:pPr>
                      <a:endParaRPr lang="en-US" sz="2000" b="1" i="1" dirty="0">
                        <a:latin typeface="Times New Roman" panose="02020603050405020304" pitchFamily="18"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69215">
                        <a:lnSpc>
                          <a:spcPts val="1280"/>
                        </a:lnSpc>
                      </a:pPr>
                      <a:endParaRPr sz="1500" dirty="0">
                        <a:latin typeface="Carlito"/>
                        <a:cs typeface="Carlito"/>
                      </a:endParaRPr>
                    </a:p>
                  </a:txBody>
                  <a:tcPr marL="0" marR="0" marT="0" marB="0">
                    <a:lnL w="28575" cap="flat" cmpd="sng" algn="ctr">
                      <a:solidFill>
                        <a:srgbClr val="000000"/>
                      </a:solidFill>
                      <a:prstDash val="solid"/>
                      <a:round/>
                      <a:headEnd type="none" w="med" len="med"/>
                      <a:tailEnd type="none" w="med" len="med"/>
                    </a:lnL>
                    <a:lnR w="285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1681991"/>
                  </a:ext>
                </a:extLst>
              </a:tr>
              <a:tr h="485968">
                <a:tc>
                  <a:txBody>
                    <a:bodyPr/>
                    <a:lstStyle/>
                    <a:p>
                      <a:pPr algn="ctr">
                        <a:lnSpc>
                          <a:spcPts val="1639"/>
                        </a:lnSpc>
                      </a:pPr>
                      <a:endParaRPr lang="en-US" sz="2800" b="1" spc="-50" dirty="0">
                        <a:latin typeface="Carlito"/>
                        <a:cs typeface="Carlito"/>
                      </a:endParaRPr>
                    </a:p>
                    <a:p>
                      <a:pPr algn="ctr">
                        <a:lnSpc>
                          <a:spcPts val="1639"/>
                        </a:lnSpc>
                      </a:pPr>
                      <a:r>
                        <a:rPr sz="2800" b="1" spc="-50" dirty="0">
                          <a:latin typeface="Carlito"/>
                          <a:cs typeface="Carlito"/>
                        </a:rPr>
                        <a:t>:</a:t>
                      </a:r>
                      <a:endParaRPr sz="2800" dirty="0">
                        <a:latin typeface="Carlito"/>
                        <a:cs typeface="Carlito"/>
                      </a:endParaRPr>
                    </a:p>
                  </a:txBody>
                  <a:tcPr marL="0" marR="0" marT="0" marB="0">
                    <a:lnL w="28575">
                      <a:solidFill>
                        <a:srgbClr val="000000"/>
                      </a:solidFill>
                      <a:prstDash val="solid"/>
                    </a:lnL>
                    <a:lnR w="285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algn="l">
                        <a:lnSpc>
                          <a:spcPts val="1280"/>
                        </a:lnSpc>
                      </a:pPr>
                      <a:endParaRPr lang="sq-AL" sz="2000" dirty="0">
                        <a:latin typeface="Times New Roman" panose="02020603050405020304" pitchFamily="18" charset="0"/>
                        <a:cs typeface="Times New Roman" panose="02020603050405020304" pitchFamily="18" charset="0"/>
                      </a:endParaRPr>
                    </a:p>
                    <a:p>
                      <a:pPr marL="69215" marR="0" lvl="0" indent="0" algn="l" defTabSz="533265" rtl="0" eaLnBrk="1" fontAlgn="auto" latinLnBrk="0" hangingPunct="1">
                        <a:lnSpc>
                          <a:spcPts val="1280"/>
                        </a:lnSpc>
                        <a:spcBef>
                          <a:spcPts val="0"/>
                        </a:spcBef>
                        <a:spcAft>
                          <a:spcPts val="0"/>
                        </a:spcAft>
                        <a:buClrTx/>
                        <a:buSzTx/>
                        <a:buFontTx/>
                        <a:buNone/>
                        <a:tabLst/>
                        <a:defRPr/>
                      </a:pPr>
                      <a:r>
                        <a:rPr kumimoji="0" lang="en-US" sz="20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Operatori</a:t>
                      </a:r>
                      <a:r>
                        <a:rPr kumimoji="0" lang="en-US" sz="2000" b="1" i="1" u="none" strike="noStrike" kern="1200" cap="none" spc="-2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i</a:t>
                      </a:r>
                      <a:r>
                        <a:rPr kumimoji="0" lang="en-US" sz="2000" b="1" i="1" u="none" strike="noStrike" kern="1200" cap="none" spc="-25"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2000" b="1" i="1" u="none" strike="noStrike" kern="1200" cap="none" spc="-1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bllokut</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69215" algn="l">
                        <a:lnSpc>
                          <a:spcPts val="1280"/>
                        </a:lnSpc>
                      </a:pPr>
                      <a:endParaRPr sz="2000" dirty="0">
                        <a:latin typeface="Times New Roman" panose="02020603050405020304" pitchFamily="18"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69215">
                        <a:lnSpc>
                          <a:spcPts val="1280"/>
                        </a:lnSpc>
                      </a:pPr>
                      <a:endParaRPr sz="1500" dirty="0">
                        <a:latin typeface="Carlito"/>
                        <a:cs typeface="Carlito"/>
                      </a:endParaRPr>
                    </a:p>
                  </a:txBody>
                  <a:tcPr marL="0" marR="0" marT="0" marB="0">
                    <a:lnL w="28575" cap="flat" cmpd="sng" algn="ctr">
                      <a:solidFill>
                        <a:srgbClr val="000000"/>
                      </a:solidFill>
                      <a:prstDash val="solid"/>
                      <a:round/>
                      <a:headEnd type="none" w="med" len="med"/>
                      <a:tailEnd type="none" w="med" len="med"/>
                    </a:lnL>
                    <a:lnR w="285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9082347"/>
                  </a:ext>
                </a:extLst>
              </a:tr>
              <a:tr h="485968">
                <a:tc>
                  <a:txBody>
                    <a:bodyPr/>
                    <a:lstStyle/>
                    <a:p>
                      <a:pPr algn="ctr">
                        <a:lnSpc>
                          <a:spcPts val="1639"/>
                        </a:lnSpc>
                      </a:pPr>
                      <a:endParaRPr lang="en-US" sz="2800" b="1" spc="-50" dirty="0">
                        <a:latin typeface="Carlito"/>
                        <a:cs typeface="Carlito"/>
                      </a:endParaRPr>
                    </a:p>
                    <a:p>
                      <a:pPr algn="ctr">
                        <a:lnSpc>
                          <a:spcPts val="1639"/>
                        </a:lnSpc>
                      </a:pPr>
                      <a:r>
                        <a:rPr sz="2800" b="1" spc="-50" dirty="0">
                          <a:latin typeface="Carlito"/>
                          <a:cs typeface="Carlito"/>
                        </a:rPr>
                        <a:t>&lt;</a:t>
                      </a:r>
                      <a:endParaRPr sz="2800" dirty="0">
                        <a:latin typeface="Carlito"/>
                        <a:cs typeface="Carlito"/>
                      </a:endParaRPr>
                    </a:p>
                  </a:txBody>
                  <a:tcPr marL="0" marR="0" marT="0" marB="0">
                    <a:lnL w="28575">
                      <a:solidFill>
                        <a:srgbClr val="000000"/>
                      </a:solidFill>
                      <a:prstDash val="solid"/>
                    </a:lnL>
                    <a:lnR w="285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algn="l">
                        <a:lnSpc>
                          <a:spcPts val="1280"/>
                        </a:lnSpc>
                      </a:pPr>
                      <a:endParaRPr lang="en-US" sz="2000" b="1" i="1" dirty="0">
                        <a:latin typeface="Times New Roman" panose="02020603050405020304" pitchFamily="18" charset="0"/>
                        <a:cs typeface="Times New Roman" panose="02020603050405020304" pitchFamily="18" charset="0"/>
                      </a:endParaRPr>
                    </a:p>
                    <a:p>
                      <a:pPr marL="69215" algn="l">
                        <a:lnSpc>
                          <a:spcPts val="1280"/>
                        </a:lnSpc>
                      </a:pPr>
                      <a:r>
                        <a:rPr sz="2000" b="1" i="1" dirty="0" err="1">
                          <a:latin typeface="Times New Roman" panose="02020603050405020304" pitchFamily="18" charset="0"/>
                          <a:cs typeface="Times New Roman" panose="02020603050405020304" pitchFamily="18" charset="0"/>
                        </a:rPr>
                        <a:t>Shenja</a:t>
                      </a:r>
                      <a:r>
                        <a:rPr sz="2000" b="1" i="1" dirty="0">
                          <a:latin typeface="Times New Roman" panose="02020603050405020304" pitchFamily="18" charset="0"/>
                          <a:cs typeface="Times New Roman" panose="02020603050405020304" pitchFamily="18" charset="0"/>
                        </a:rPr>
                        <a:t> ma</a:t>
                      </a:r>
                      <a:r>
                        <a:rPr sz="2000" b="1" i="1" spc="5" dirty="0">
                          <a:latin typeface="Times New Roman" panose="02020603050405020304" pitchFamily="18" charset="0"/>
                          <a:cs typeface="Times New Roman" panose="02020603050405020304" pitchFamily="18" charset="0"/>
                        </a:rPr>
                        <a:t> </a:t>
                      </a:r>
                      <a:r>
                        <a:rPr sz="2000" b="1" i="1" dirty="0">
                          <a:latin typeface="Times New Roman" panose="02020603050405020304" pitchFamily="18" charset="0"/>
                          <a:cs typeface="Times New Roman" panose="02020603050405020304" pitchFamily="18" charset="0"/>
                        </a:rPr>
                        <a:t>e</a:t>
                      </a:r>
                      <a:r>
                        <a:rPr sz="2000" b="1" i="1" spc="-15" dirty="0">
                          <a:latin typeface="Times New Roman" panose="02020603050405020304" pitchFamily="18" charset="0"/>
                          <a:cs typeface="Times New Roman" panose="02020603050405020304" pitchFamily="18" charset="0"/>
                        </a:rPr>
                        <a:t> </a:t>
                      </a:r>
                      <a:r>
                        <a:rPr sz="2000" b="1" i="1" spc="-20" dirty="0">
                          <a:latin typeface="Times New Roman" panose="02020603050405020304" pitchFamily="18" charset="0"/>
                          <a:cs typeface="Times New Roman" panose="02020603050405020304" pitchFamily="18" charset="0"/>
                        </a:rPr>
                        <a:t>vogël</a:t>
                      </a:r>
                      <a:endParaRPr sz="2000" dirty="0">
                        <a:latin typeface="Times New Roman" panose="02020603050405020304" pitchFamily="18"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69215">
                        <a:lnSpc>
                          <a:spcPts val="1280"/>
                        </a:lnSpc>
                      </a:pPr>
                      <a:endParaRPr sz="1500" dirty="0">
                        <a:latin typeface="Carlito"/>
                        <a:cs typeface="Carlito"/>
                      </a:endParaRPr>
                    </a:p>
                  </a:txBody>
                  <a:tcPr marL="0" marR="0" marT="0" marB="0">
                    <a:lnL w="28575" cap="flat" cmpd="sng" algn="ctr">
                      <a:solidFill>
                        <a:srgbClr val="000000"/>
                      </a:solidFill>
                      <a:prstDash val="solid"/>
                      <a:round/>
                      <a:headEnd type="none" w="med" len="med"/>
                      <a:tailEnd type="none" w="med" len="med"/>
                    </a:lnL>
                    <a:lnR w="285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3891775"/>
                  </a:ext>
                </a:extLst>
              </a:tr>
              <a:tr h="485968">
                <a:tc>
                  <a:txBody>
                    <a:bodyPr/>
                    <a:lstStyle/>
                    <a:p>
                      <a:pPr algn="ctr">
                        <a:lnSpc>
                          <a:spcPts val="1639"/>
                        </a:lnSpc>
                      </a:pPr>
                      <a:endParaRPr lang="en-US" sz="2800" b="1" spc="-50" dirty="0">
                        <a:latin typeface="Carlito"/>
                        <a:cs typeface="Carlito"/>
                      </a:endParaRPr>
                    </a:p>
                    <a:p>
                      <a:pPr algn="ctr">
                        <a:lnSpc>
                          <a:spcPts val="1639"/>
                        </a:lnSpc>
                      </a:pPr>
                      <a:r>
                        <a:rPr sz="2800" b="1" spc="-50" dirty="0">
                          <a:latin typeface="Carlito"/>
                          <a:cs typeface="Carlito"/>
                        </a:rPr>
                        <a:t>&gt;</a:t>
                      </a:r>
                      <a:endParaRPr sz="2800" dirty="0">
                        <a:latin typeface="Carlito"/>
                        <a:cs typeface="Carlito"/>
                      </a:endParaRPr>
                    </a:p>
                  </a:txBody>
                  <a:tcPr marL="0" marR="0" marT="0" marB="0">
                    <a:lnL w="28575">
                      <a:solidFill>
                        <a:srgbClr val="000000"/>
                      </a:solidFill>
                      <a:prstDash val="solid"/>
                    </a:lnL>
                    <a:lnR w="285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215" algn="l">
                        <a:lnSpc>
                          <a:spcPts val="1280"/>
                        </a:lnSpc>
                      </a:pPr>
                      <a:endParaRPr lang="en-US" sz="2000" b="1" i="1" dirty="0">
                        <a:latin typeface="Times New Roman" panose="02020603050405020304" pitchFamily="18" charset="0"/>
                        <a:cs typeface="Times New Roman" panose="02020603050405020304" pitchFamily="18" charset="0"/>
                      </a:endParaRPr>
                    </a:p>
                    <a:p>
                      <a:pPr marL="69215" algn="l">
                        <a:lnSpc>
                          <a:spcPts val="1280"/>
                        </a:lnSpc>
                      </a:pPr>
                      <a:r>
                        <a:rPr sz="2000" b="1" i="1" dirty="0" err="1">
                          <a:latin typeface="Times New Roman" panose="02020603050405020304" pitchFamily="18" charset="0"/>
                          <a:cs typeface="Times New Roman" panose="02020603050405020304" pitchFamily="18" charset="0"/>
                        </a:rPr>
                        <a:t>Shenja</a:t>
                      </a:r>
                      <a:r>
                        <a:rPr sz="2000" b="1" i="1" dirty="0">
                          <a:latin typeface="Times New Roman" panose="02020603050405020304" pitchFamily="18" charset="0"/>
                          <a:cs typeface="Times New Roman" panose="02020603050405020304" pitchFamily="18" charset="0"/>
                        </a:rPr>
                        <a:t> ma</a:t>
                      </a:r>
                      <a:r>
                        <a:rPr sz="2000" b="1" i="1" spc="5" dirty="0">
                          <a:latin typeface="Times New Roman" panose="02020603050405020304" pitchFamily="18" charset="0"/>
                          <a:cs typeface="Times New Roman" panose="02020603050405020304" pitchFamily="18" charset="0"/>
                        </a:rPr>
                        <a:t> </a:t>
                      </a:r>
                      <a:r>
                        <a:rPr sz="2000" b="1" i="1" dirty="0">
                          <a:latin typeface="Times New Roman" panose="02020603050405020304" pitchFamily="18" charset="0"/>
                          <a:cs typeface="Times New Roman" panose="02020603050405020304" pitchFamily="18" charset="0"/>
                        </a:rPr>
                        <a:t>e</a:t>
                      </a:r>
                      <a:r>
                        <a:rPr sz="2000" b="1" i="1" spc="-15" dirty="0">
                          <a:latin typeface="Times New Roman" panose="02020603050405020304" pitchFamily="18" charset="0"/>
                          <a:cs typeface="Times New Roman" panose="02020603050405020304" pitchFamily="18" charset="0"/>
                        </a:rPr>
                        <a:t> </a:t>
                      </a:r>
                      <a:r>
                        <a:rPr sz="2000" b="1" i="1" spc="-10" dirty="0">
                          <a:latin typeface="Times New Roman" panose="02020603050405020304" pitchFamily="18" charset="0"/>
                          <a:cs typeface="Times New Roman" panose="02020603050405020304" pitchFamily="18" charset="0"/>
                        </a:rPr>
                        <a:t>madhe</a:t>
                      </a:r>
                      <a:endParaRPr sz="2000" dirty="0">
                        <a:latin typeface="Times New Roman" panose="02020603050405020304" pitchFamily="18"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69215">
                        <a:lnSpc>
                          <a:spcPts val="1280"/>
                        </a:lnSpc>
                      </a:pPr>
                      <a:endParaRPr sz="1500" dirty="0">
                        <a:latin typeface="Carlito"/>
                        <a:cs typeface="Carlito"/>
                      </a:endParaRPr>
                    </a:p>
                  </a:txBody>
                  <a:tcPr marL="0" marR="0" marT="0" marB="0">
                    <a:lnL w="28575" cap="flat" cmpd="sng" algn="ctr">
                      <a:solidFill>
                        <a:srgbClr val="000000"/>
                      </a:solidFill>
                      <a:prstDash val="solid"/>
                      <a:round/>
                      <a:headEnd type="none" w="med" len="med"/>
                      <a:tailEnd type="none" w="med" len="med"/>
                    </a:lnL>
                    <a:lnR w="285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8927557"/>
                  </a:ext>
                </a:extLst>
              </a:tr>
              <a:tr h="485968">
                <a:tc>
                  <a:txBody>
                    <a:bodyPr/>
                    <a:lstStyle/>
                    <a:p>
                      <a:pPr marL="1270" algn="ctr">
                        <a:lnSpc>
                          <a:spcPts val="1639"/>
                        </a:lnSpc>
                      </a:pPr>
                      <a:endParaRPr lang="en-US" sz="2800" b="1" spc="-50" dirty="0">
                        <a:latin typeface="Carlito"/>
                        <a:cs typeface="Carlito"/>
                      </a:endParaRPr>
                    </a:p>
                    <a:p>
                      <a:pPr marL="1270" algn="ctr">
                        <a:lnSpc>
                          <a:spcPts val="1639"/>
                        </a:lnSpc>
                      </a:pPr>
                      <a:r>
                        <a:rPr sz="2800" b="1" spc="-50" dirty="0">
                          <a:latin typeface="Carlito"/>
                          <a:cs typeface="Carlito"/>
                        </a:rPr>
                        <a:t>%</a:t>
                      </a:r>
                      <a:endParaRPr sz="2800" dirty="0">
                        <a:latin typeface="Carlito"/>
                        <a:cs typeface="Carlito"/>
                      </a:endParaRPr>
                    </a:p>
                  </a:txBody>
                  <a:tcPr marL="0" marR="0" marT="0" marB="0">
                    <a:lnL w="28575">
                      <a:solidFill>
                        <a:srgbClr val="000000"/>
                      </a:solidFill>
                      <a:prstDash val="solid"/>
                    </a:lnL>
                    <a:lnR w="285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marL="69215" algn="l">
                        <a:lnSpc>
                          <a:spcPts val="1280"/>
                        </a:lnSpc>
                      </a:pPr>
                      <a:endParaRPr lang="en-US" sz="2000" b="1" i="1" dirty="0">
                        <a:latin typeface="Times New Roman" panose="02020603050405020304" pitchFamily="18" charset="0"/>
                        <a:cs typeface="Times New Roman" panose="02020603050405020304" pitchFamily="18" charset="0"/>
                      </a:endParaRPr>
                    </a:p>
                    <a:p>
                      <a:pPr marL="69215" algn="l">
                        <a:lnSpc>
                          <a:spcPts val="1280"/>
                        </a:lnSpc>
                      </a:pPr>
                      <a:r>
                        <a:rPr sz="2000" b="1" i="1" dirty="0" err="1">
                          <a:latin typeface="Times New Roman" panose="02020603050405020304" pitchFamily="18" charset="0"/>
                          <a:cs typeface="Times New Roman" panose="02020603050405020304" pitchFamily="18" charset="0"/>
                        </a:rPr>
                        <a:t>Operatori</a:t>
                      </a:r>
                      <a:r>
                        <a:rPr sz="2000" b="1" i="1" spc="-20" dirty="0">
                          <a:latin typeface="Times New Roman" panose="02020603050405020304" pitchFamily="18" charset="0"/>
                          <a:cs typeface="Times New Roman" panose="02020603050405020304" pitchFamily="18" charset="0"/>
                        </a:rPr>
                        <a:t> </a:t>
                      </a:r>
                      <a:r>
                        <a:rPr sz="2000" b="1" i="1" dirty="0">
                          <a:latin typeface="Times New Roman" panose="02020603050405020304" pitchFamily="18" charset="0"/>
                          <a:cs typeface="Times New Roman" panose="02020603050405020304" pitchFamily="18" charset="0"/>
                        </a:rPr>
                        <a:t>i</a:t>
                      </a:r>
                      <a:r>
                        <a:rPr sz="2000" b="1" i="1" spc="-25" dirty="0">
                          <a:latin typeface="Times New Roman" panose="02020603050405020304" pitchFamily="18" charset="0"/>
                          <a:cs typeface="Times New Roman" panose="02020603050405020304" pitchFamily="18" charset="0"/>
                        </a:rPr>
                        <a:t> </a:t>
                      </a:r>
                      <a:r>
                        <a:rPr sz="2000" b="1" i="1" spc="-10" dirty="0">
                          <a:latin typeface="Times New Roman" panose="02020603050405020304" pitchFamily="18" charset="0"/>
                          <a:cs typeface="Times New Roman" panose="02020603050405020304" pitchFamily="18" charset="0"/>
                        </a:rPr>
                        <a:t>përqindjes</a:t>
                      </a:r>
                      <a:endParaRPr sz="2000" dirty="0">
                        <a:latin typeface="Times New Roman" panose="02020603050405020304" pitchFamily="18"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69215">
                        <a:lnSpc>
                          <a:spcPts val="1280"/>
                        </a:lnSpc>
                      </a:pPr>
                      <a:endParaRPr sz="1500" dirty="0">
                        <a:latin typeface="Carlito"/>
                        <a:cs typeface="Carlito"/>
                      </a:endParaRPr>
                    </a:p>
                  </a:txBody>
                  <a:tcPr marL="0" marR="0" marT="0" marB="0">
                    <a:lnL w="28575" cap="flat" cmpd="sng" algn="ctr">
                      <a:solidFill>
                        <a:srgbClr val="000000"/>
                      </a:solidFill>
                      <a:prstDash val="solid"/>
                      <a:round/>
                      <a:headEnd type="none" w="med" len="med"/>
                      <a:tailEnd type="none" w="med" len="med"/>
                    </a:lnL>
                    <a:lnR w="28575">
                      <a:solidFill>
                        <a:srgbClr val="000000"/>
                      </a:solidFill>
                      <a:prstDash val="soli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7561595"/>
                  </a:ext>
                </a:extLst>
              </a:tr>
              <a:tr h="476216">
                <a:tc>
                  <a:txBody>
                    <a:bodyPr/>
                    <a:lstStyle/>
                    <a:p>
                      <a:pPr marL="635" algn="ctr">
                        <a:lnSpc>
                          <a:spcPts val="1639"/>
                        </a:lnSpc>
                      </a:pPr>
                      <a:endParaRPr lang="en-US" sz="2800" b="1" spc="-10" dirty="0">
                        <a:latin typeface="Carlito"/>
                        <a:cs typeface="Carlito"/>
                      </a:endParaRPr>
                    </a:p>
                    <a:p>
                      <a:pPr marL="635" algn="ctr">
                        <a:lnSpc>
                          <a:spcPts val="1639"/>
                        </a:lnSpc>
                      </a:pPr>
                      <a:r>
                        <a:rPr sz="2800" b="1" spc="-10" dirty="0">
                          <a:latin typeface="Carlito"/>
                          <a:cs typeface="Carlito"/>
                        </a:rPr>
                        <a:t>&lt;=,&gt;=,&lt;&gt;</a:t>
                      </a:r>
                      <a:endParaRPr sz="2800" dirty="0">
                        <a:latin typeface="Carlito"/>
                        <a:cs typeface="Carlito"/>
                      </a:endParaRPr>
                    </a:p>
                  </a:txBody>
                  <a:tcPr marL="0" marR="0" marT="0" marB="0">
                    <a:lnL w="28575">
                      <a:solidFill>
                        <a:srgbClr val="000000"/>
                      </a:solidFill>
                      <a:prstDash val="solid"/>
                    </a:lnL>
                    <a:lnR w="28575" cap="flat" cmpd="sng" algn="ctr">
                      <a:solidFill>
                        <a:srgbClr val="000000"/>
                      </a:solidFill>
                      <a:prstDash val="solid"/>
                      <a:round/>
                      <a:headEnd type="none" w="med" len="med"/>
                      <a:tailEnd type="none" w="med" len="med"/>
                    </a:lnR>
                    <a:lnT w="3175">
                      <a:solidFill>
                        <a:srgbClr val="000000"/>
                      </a:solidFill>
                      <a:prstDash val="solid"/>
                    </a:lnT>
                    <a:lnB w="3175">
                      <a:solidFill>
                        <a:srgbClr val="000000"/>
                      </a:solidFill>
                      <a:prstDash val="solid"/>
                    </a:lnB>
                  </a:tcPr>
                </a:tc>
                <a:tc>
                  <a:txBody>
                    <a:bodyPr/>
                    <a:lstStyle/>
                    <a:p>
                      <a:pPr marL="69215" algn="l">
                        <a:lnSpc>
                          <a:spcPts val="1280"/>
                        </a:lnSpc>
                      </a:pPr>
                      <a:endParaRPr lang="en-US" sz="2000" b="1" i="1" dirty="0">
                        <a:latin typeface="Times New Roman" panose="02020603050405020304" pitchFamily="18" charset="0"/>
                        <a:cs typeface="Times New Roman" panose="02020603050405020304" pitchFamily="18" charset="0"/>
                      </a:endParaRPr>
                    </a:p>
                    <a:p>
                      <a:pPr marL="69215" algn="l">
                        <a:lnSpc>
                          <a:spcPts val="1280"/>
                        </a:lnSpc>
                      </a:pPr>
                      <a:r>
                        <a:rPr sz="2000" b="1" i="1" dirty="0" err="1">
                          <a:latin typeface="Times New Roman" panose="02020603050405020304" pitchFamily="18" charset="0"/>
                          <a:cs typeface="Times New Roman" panose="02020603050405020304" pitchFamily="18" charset="0"/>
                        </a:rPr>
                        <a:t>Operatorë</a:t>
                      </a:r>
                      <a:r>
                        <a:rPr sz="2000" b="1" i="1" spc="-40" dirty="0">
                          <a:latin typeface="Times New Roman" panose="02020603050405020304" pitchFamily="18" charset="0"/>
                          <a:cs typeface="Times New Roman" panose="02020603050405020304" pitchFamily="18" charset="0"/>
                        </a:rPr>
                        <a:t> </a:t>
                      </a:r>
                      <a:r>
                        <a:rPr sz="2000" b="1" i="1" dirty="0">
                          <a:latin typeface="Times New Roman" panose="02020603050405020304" pitchFamily="18" charset="0"/>
                          <a:cs typeface="Times New Roman" panose="02020603050405020304" pitchFamily="18" charset="0"/>
                        </a:rPr>
                        <a:t>krahasimesh</a:t>
                      </a:r>
                      <a:r>
                        <a:rPr sz="2000" b="1" i="1" spc="-40" dirty="0">
                          <a:latin typeface="Times New Roman" panose="02020603050405020304" pitchFamily="18" charset="0"/>
                          <a:cs typeface="Times New Roman" panose="02020603050405020304" pitchFamily="18" charset="0"/>
                        </a:rPr>
                        <a:t> </a:t>
                      </a:r>
                      <a:r>
                        <a:rPr sz="2000" b="1" i="1" spc="-25" dirty="0">
                          <a:latin typeface="Times New Roman" panose="02020603050405020304" pitchFamily="18" charset="0"/>
                          <a:cs typeface="Times New Roman" panose="02020603050405020304" pitchFamily="18" charset="0"/>
                        </a:rPr>
                        <a:t>etj</a:t>
                      </a:r>
                      <a:endParaRPr sz="2000" dirty="0">
                        <a:latin typeface="Times New Roman" panose="02020603050405020304" pitchFamily="18"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a:solidFill>
                        <a:srgbClr val="000000"/>
                      </a:solidFill>
                      <a:prstDash val="solid"/>
                    </a:lnB>
                  </a:tcPr>
                </a:tc>
                <a:tc vMerge="1">
                  <a:txBody>
                    <a:bodyPr/>
                    <a:lstStyle/>
                    <a:p>
                      <a:pPr marL="69215">
                        <a:lnSpc>
                          <a:spcPts val="1280"/>
                        </a:lnSpc>
                      </a:pPr>
                      <a:endParaRPr sz="1500" dirty="0">
                        <a:latin typeface="Carlito"/>
                        <a:cs typeface="Carlito"/>
                      </a:endParaRPr>
                    </a:p>
                  </a:txBody>
                  <a:tcPr marL="0" marR="0" marT="0" marB="0">
                    <a:lnL w="28575" cap="flat" cmpd="sng" algn="ctr">
                      <a:solidFill>
                        <a:srgbClr val="000000"/>
                      </a:solidFill>
                      <a:prstDash val="solid"/>
                      <a:round/>
                      <a:headEnd type="none" w="med" len="med"/>
                      <a:tailEnd type="none" w="med" len="med"/>
                    </a:lnL>
                    <a:lnR w="28575">
                      <a:solidFill>
                        <a:srgbClr val="000000"/>
                      </a:solidFill>
                      <a:prstDash val="solid"/>
                    </a:lnR>
                    <a:lnT w="3175" cap="flat" cmpd="sng" algn="ctr">
                      <a:solidFill>
                        <a:srgbClr val="000000"/>
                      </a:solidFill>
                      <a:prstDash val="solid"/>
                      <a:round/>
                      <a:headEnd type="none" w="med" len="med"/>
                      <a:tailEnd type="none" w="med" len="med"/>
                    </a:lnT>
                    <a:lnB w="3175">
                      <a:solidFill>
                        <a:srgbClr val="000000"/>
                      </a:solidFill>
                      <a:prstDash val="solid"/>
                    </a:lnB>
                  </a:tcPr>
                </a:tc>
                <a:extLst>
                  <a:ext uri="{0D108BD9-81ED-4DB2-BD59-A6C34878D82A}">
                    <a16:rowId xmlns:a16="http://schemas.microsoft.com/office/drawing/2014/main" val="1376662902"/>
                  </a:ext>
                </a:extLst>
              </a:tr>
            </a:tbl>
          </a:graphicData>
        </a:graphic>
      </p:graphicFrame>
      <p:sp>
        <p:nvSpPr>
          <p:cNvPr id="10" name="TextBox 9">
            <a:extLst>
              <a:ext uri="{FF2B5EF4-FFF2-40B4-BE49-F238E27FC236}">
                <a16:creationId xmlns:a16="http://schemas.microsoft.com/office/drawing/2014/main" id="{44BCCB5B-EFA2-4B3C-BFFF-6E25D7FB41F9}"/>
              </a:ext>
            </a:extLst>
          </p:cNvPr>
          <p:cNvSpPr txBox="1"/>
          <p:nvPr/>
        </p:nvSpPr>
        <p:spPr>
          <a:xfrm>
            <a:off x="265470" y="4520"/>
            <a:ext cx="2256504" cy="1077218"/>
          </a:xfrm>
          <a:prstGeom prst="rect">
            <a:avLst/>
          </a:prstGeom>
          <a:noFill/>
        </p:spPr>
        <p:txBody>
          <a:bodyPr wrap="square">
            <a:spAutoFit/>
          </a:bodyPr>
          <a:lstStyle/>
          <a:p>
            <a:pPr algn="l"/>
            <a:r>
              <a:rPr lang="sq-AL" sz="3200" b="1" i="0" u="none" strike="noStrike" baseline="0" dirty="0">
                <a:latin typeface="Calibri,Bold"/>
              </a:rPr>
              <a:t>Operatorët Themelorë</a:t>
            </a:r>
          </a:p>
        </p:txBody>
      </p:sp>
    </p:spTree>
    <p:extLst>
      <p:ext uri="{BB962C8B-B14F-4D97-AF65-F5344CB8AC3E}">
        <p14:creationId xmlns:p14="http://schemas.microsoft.com/office/powerpoint/2010/main" val="3328220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5400" dirty="0" err="1">
                <a:latin typeface="Times New Roman" panose="02020603050405020304" pitchFamily="18" charset="0"/>
                <a:cs typeface="Times New Roman" panose="02020603050405020304" pitchFamily="18" charset="0"/>
              </a:rPr>
              <a:t>Formulat</a:t>
            </a:r>
            <a:r>
              <a:rPr lang="en-US" sz="5400" dirty="0">
                <a:latin typeface="Times New Roman" panose="02020603050405020304" pitchFamily="18" charset="0"/>
                <a:cs typeface="Times New Roman" panose="02020603050405020304" pitchFamily="18" charset="0"/>
              </a:rPr>
              <a:t> </a:t>
            </a:r>
            <a:r>
              <a:rPr lang="en-US" sz="5400" dirty="0" err="1">
                <a:latin typeface="Times New Roman" panose="02020603050405020304" pitchFamily="18" charset="0"/>
                <a:cs typeface="Times New Roman" panose="02020603050405020304" pitchFamily="18" charset="0"/>
              </a:rPr>
              <a:t>bazë</a:t>
            </a:r>
            <a:endParaRPr lang="en-US" sz="5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sz="3600" dirty="0">
                <a:latin typeface="Times New Roman" panose="02020603050405020304" pitchFamily="18" charset="0"/>
                <a:cs typeface="Times New Roman" panose="02020603050405020304" pitchFamily="18" charset="0"/>
              </a:rPr>
              <a:t>- =SUM(A1:A10) – </a:t>
            </a:r>
            <a:r>
              <a:rPr sz="3600" dirty="0" err="1">
                <a:latin typeface="Times New Roman" panose="02020603050405020304" pitchFamily="18" charset="0"/>
                <a:cs typeface="Times New Roman" panose="02020603050405020304" pitchFamily="18" charset="0"/>
              </a:rPr>
              <a:t>Përmbledhje</a:t>
            </a:r>
            <a:r>
              <a:rPr sz="3600" dirty="0">
                <a:latin typeface="Times New Roman" panose="02020603050405020304" pitchFamily="18" charset="0"/>
                <a:cs typeface="Times New Roman" panose="02020603050405020304" pitchFamily="18" charset="0"/>
              </a:rPr>
              <a:t> e </a:t>
            </a:r>
            <a:r>
              <a:rPr sz="3600" dirty="0" err="1">
                <a:latin typeface="Times New Roman" panose="02020603050405020304" pitchFamily="18" charset="0"/>
                <a:cs typeface="Times New Roman" panose="02020603050405020304" pitchFamily="18" charset="0"/>
              </a:rPr>
              <a:t>shifrave</a:t>
            </a:r>
            <a:r>
              <a:rPr sz="3600" dirty="0">
                <a:latin typeface="Times New Roman" panose="02020603050405020304" pitchFamily="18" charset="0"/>
                <a:cs typeface="Times New Roman" panose="02020603050405020304" pitchFamily="18" charset="0"/>
              </a:rPr>
              <a:t>.</a:t>
            </a:r>
          </a:p>
          <a:p>
            <a:r>
              <a:rPr sz="3600" dirty="0">
                <a:latin typeface="Times New Roman" panose="02020603050405020304" pitchFamily="18" charset="0"/>
                <a:cs typeface="Times New Roman" panose="02020603050405020304" pitchFamily="18" charset="0"/>
              </a:rPr>
              <a:t>- =AVERAGE(A1:A10) – </a:t>
            </a:r>
            <a:r>
              <a:rPr sz="3600" dirty="0" err="1">
                <a:latin typeface="Times New Roman" panose="02020603050405020304" pitchFamily="18" charset="0"/>
                <a:cs typeface="Times New Roman" panose="02020603050405020304" pitchFamily="18" charset="0"/>
              </a:rPr>
              <a:t>Mesatarja</a:t>
            </a:r>
            <a:r>
              <a:rPr sz="3600" dirty="0">
                <a:latin typeface="Times New Roman" panose="02020603050405020304" pitchFamily="18" charset="0"/>
                <a:cs typeface="Times New Roman" panose="02020603050405020304" pitchFamily="18" charset="0"/>
              </a:rPr>
              <a:t>.</a:t>
            </a:r>
          </a:p>
          <a:p>
            <a:r>
              <a:rPr sz="3600" dirty="0">
                <a:latin typeface="Times New Roman" panose="02020603050405020304" pitchFamily="18" charset="0"/>
                <a:cs typeface="Times New Roman" panose="02020603050405020304" pitchFamily="18" charset="0"/>
              </a:rPr>
              <a:t>- =IF(A1&gt;10, "Po", "Jo") – </a:t>
            </a:r>
            <a:r>
              <a:rPr sz="3600" dirty="0" err="1">
                <a:latin typeface="Times New Roman" panose="02020603050405020304" pitchFamily="18" charset="0"/>
                <a:cs typeface="Times New Roman" panose="02020603050405020304" pitchFamily="18" charset="0"/>
              </a:rPr>
              <a:t>Funksioni</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logjik</a:t>
            </a:r>
            <a:r>
              <a:rPr sz="3600" dirty="0">
                <a:latin typeface="Times New Roman" panose="02020603050405020304" pitchFamily="18" charset="0"/>
                <a:cs typeface="Times New Roman" panose="02020603050405020304" pitchFamily="18" charset="0"/>
              </a:rPr>
              <a:t>.</a:t>
            </a:r>
            <a:endParaRPr lang="sq-AL"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3DFB29-FBAF-4F85-A090-54F34437DD30}"/>
              </a:ext>
            </a:extLst>
          </p:cNvPr>
          <p:cNvPicPr>
            <a:picLocks noChangeAspect="1"/>
          </p:cNvPicPr>
          <p:nvPr/>
        </p:nvPicPr>
        <p:blipFill>
          <a:blip r:embed="rId2"/>
          <a:stretch>
            <a:fillRect/>
          </a:stretch>
        </p:blipFill>
        <p:spPr>
          <a:xfrm>
            <a:off x="2157140" y="392265"/>
            <a:ext cx="6147615" cy="6807048"/>
          </a:xfrm>
          <a:prstGeom prst="rect">
            <a:avLst/>
          </a:prstGeom>
        </p:spPr>
      </p:pic>
    </p:spTree>
    <p:extLst>
      <p:ext uri="{BB962C8B-B14F-4D97-AF65-F5344CB8AC3E}">
        <p14:creationId xmlns:p14="http://schemas.microsoft.com/office/powerpoint/2010/main" val="29436467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B52AA8-D23F-40AF-815A-96B39625B228}"/>
              </a:ext>
            </a:extLst>
          </p:cNvPr>
          <p:cNvSpPr txBox="1"/>
          <p:nvPr/>
        </p:nvSpPr>
        <p:spPr>
          <a:xfrm>
            <a:off x="752168" y="389395"/>
            <a:ext cx="9468464" cy="3724096"/>
          </a:xfrm>
          <a:prstGeom prst="rect">
            <a:avLst/>
          </a:prstGeom>
          <a:noFill/>
        </p:spPr>
        <p:txBody>
          <a:bodyPr wrap="square">
            <a:spAutoFit/>
          </a:bodyPr>
          <a:lstStyle/>
          <a:p>
            <a:pPr algn="l"/>
            <a:r>
              <a:rPr lang="sq-AL" sz="3600" b="1" i="0" u="none" strike="noStrike" baseline="0" dirty="0">
                <a:latin typeface="Times New Roman" panose="02020603050405020304" pitchFamily="18" charset="0"/>
                <a:cs typeface="Times New Roman" panose="02020603050405020304" pitchFamily="18" charset="0"/>
              </a:rPr>
              <a:t>Funksioni IF</a:t>
            </a:r>
          </a:p>
          <a:p>
            <a:pPr algn="l"/>
            <a:r>
              <a:rPr lang="sq-AL" sz="2400" b="0" i="0" u="none" strike="noStrike" baseline="0" dirty="0">
                <a:latin typeface="Times New Roman" panose="02020603050405020304" pitchFamily="18" charset="0"/>
                <a:cs typeface="Times New Roman" panose="02020603050405020304" pitchFamily="18" charset="0"/>
              </a:rPr>
              <a:t>Përmes </a:t>
            </a:r>
            <a:r>
              <a:rPr lang="sq-AL" sz="2400" b="0" i="0" u="none" strike="noStrike" baseline="0" dirty="0" err="1">
                <a:latin typeface="Times New Roman" panose="02020603050405020304" pitchFamily="18" charset="0"/>
                <a:cs typeface="Times New Roman" panose="02020603050405020304" pitchFamily="18" charset="0"/>
              </a:rPr>
              <a:t>këti</a:t>
            </a:r>
            <a:r>
              <a:rPr lang="sq-AL" sz="2400" b="0" i="0" u="none" strike="noStrike" baseline="0" dirty="0">
                <a:latin typeface="Times New Roman" panose="02020603050405020304" pitchFamily="18" charset="0"/>
                <a:cs typeface="Times New Roman" panose="02020603050405020304" pitchFamily="18" charset="0"/>
              </a:rPr>
              <a:t> funksion</a:t>
            </a:r>
            <a:r>
              <a:rPr lang="en-US" sz="2400" b="0" i="0" u="none" strike="noStrike" baseline="0" dirty="0" err="1">
                <a:latin typeface="Times New Roman" panose="02020603050405020304" pitchFamily="18" charset="0"/>
                <a:cs typeface="Times New Roman" panose="02020603050405020304" pitchFamily="18" charset="0"/>
              </a:rPr>
              <a:t>i</a:t>
            </a:r>
            <a:r>
              <a:rPr lang="sq-AL" sz="2400" b="0" i="0" u="none" strike="noStrike" baseline="0" dirty="0">
                <a:latin typeface="Times New Roman" panose="02020603050405020304" pitchFamily="18" charset="0"/>
                <a:cs typeface="Times New Roman" panose="02020603050405020304" pitchFamily="18" charset="0"/>
              </a:rPr>
              <a:t> mund të kryhen veprime të </a:t>
            </a:r>
            <a:r>
              <a:rPr lang="sq-AL" sz="2400" b="0" i="0" u="none" strike="noStrike" baseline="0" dirty="0" err="1">
                <a:latin typeface="Times New Roman" panose="02020603050405020304" pitchFamily="18" charset="0"/>
                <a:cs typeface="Times New Roman" panose="02020603050405020304" pitchFamily="18" charset="0"/>
              </a:rPr>
              <a:t>shumta.Mundësit</a:t>
            </a:r>
            <a:r>
              <a:rPr lang="sq-AL" sz="2400" b="0" i="0" u="none" strike="noStrike" baseline="0" dirty="0">
                <a:latin typeface="Times New Roman" panose="02020603050405020304" pitchFamily="18" charset="0"/>
                <a:cs typeface="Times New Roman" panose="02020603050405020304" pitchFamily="18" charset="0"/>
              </a:rPr>
              <a:t> e këtij funksioni do ti sqarojmë</a:t>
            </a:r>
          </a:p>
          <a:p>
            <a:pPr algn="l"/>
            <a:r>
              <a:rPr lang="sq-AL" sz="2400" b="0" i="0" u="none" strike="noStrike" baseline="0" dirty="0">
                <a:latin typeface="Times New Roman" panose="02020603050405020304" pitchFamily="18" charset="0"/>
                <a:cs typeface="Times New Roman" panose="02020603050405020304" pitchFamily="18" charset="0"/>
              </a:rPr>
              <a:t>përmes disa detyrave dhe shembujve të ndryshëm.</a:t>
            </a:r>
          </a:p>
          <a:p>
            <a:pPr algn="l"/>
            <a:r>
              <a:rPr lang="sq-AL" sz="3200" b="1" i="0" u="none" strike="noStrike" baseline="0" dirty="0">
                <a:latin typeface="Times New Roman" panose="02020603050405020304" pitchFamily="18" charset="0"/>
                <a:cs typeface="Times New Roman" panose="02020603050405020304" pitchFamily="18" charset="0"/>
              </a:rPr>
              <a:t>Detyrë: </a:t>
            </a:r>
            <a:r>
              <a:rPr lang="sq-AL" sz="2400" b="0" i="0" u="none" strike="noStrike" baseline="0" dirty="0">
                <a:latin typeface="Times New Roman" panose="02020603050405020304" pitchFamily="18" charset="0"/>
                <a:cs typeface="Times New Roman" panose="02020603050405020304" pitchFamily="18" charset="0"/>
              </a:rPr>
              <a:t>Nxënësit kanë pasur </a:t>
            </a:r>
            <a:r>
              <a:rPr lang="sq-AL" sz="2400" dirty="0">
                <a:latin typeface="Times New Roman" panose="02020603050405020304" pitchFamily="18" charset="0"/>
                <a:cs typeface="Times New Roman" panose="02020603050405020304" pitchFamily="18" charset="0"/>
              </a:rPr>
              <a:t>5</a:t>
            </a:r>
            <a:r>
              <a:rPr lang="sq-AL" sz="2400" b="0" i="0" u="none" strike="noStrike" baseline="0" dirty="0">
                <a:latin typeface="Times New Roman" panose="02020603050405020304" pitchFamily="18" charset="0"/>
                <a:cs typeface="Times New Roman" panose="02020603050405020304" pitchFamily="18" charset="0"/>
              </a:rPr>
              <a:t> detyra për ti </a:t>
            </a:r>
            <a:r>
              <a:rPr lang="sq-AL" sz="2400" b="0" i="0" u="none" strike="noStrike" baseline="0" dirty="0" err="1">
                <a:latin typeface="Times New Roman" panose="02020603050405020304" pitchFamily="18" charset="0"/>
                <a:cs typeface="Times New Roman" panose="02020603050405020304" pitchFamily="18" charset="0"/>
              </a:rPr>
              <a:t>zgjidhur,për</a:t>
            </a:r>
            <a:r>
              <a:rPr lang="sq-AL" sz="2400" b="0" i="0" u="none" strike="noStrike" baseline="0" dirty="0">
                <a:latin typeface="Times New Roman" panose="02020603050405020304" pitchFamily="18" charset="0"/>
                <a:cs typeface="Times New Roman" panose="02020603050405020304" pitchFamily="18" charset="0"/>
              </a:rPr>
              <a:t> çdo zgjidhje të saktë të detyrës </a:t>
            </a:r>
            <a:r>
              <a:rPr lang="sq-AL" sz="2400" b="0" i="0" u="none" strike="noStrike" baseline="0" dirty="0" err="1">
                <a:latin typeface="Times New Roman" panose="02020603050405020304" pitchFamily="18" charset="0"/>
                <a:cs typeface="Times New Roman" panose="02020603050405020304" pitchFamily="18" charset="0"/>
              </a:rPr>
              <a:t>kan</a:t>
            </a:r>
            <a:r>
              <a:rPr lang="sq-AL" sz="2400" b="0" i="0" u="none" strike="noStrike" baseline="0" dirty="0">
                <a:latin typeface="Times New Roman" panose="02020603050405020304" pitchFamily="18" charset="0"/>
                <a:cs typeface="Times New Roman" panose="02020603050405020304" pitchFamily="18" charset="0"/>
              </a:rPr>
              <a:t> fituar </a:t>
            </a:r>
            <a:r>
              <a:rPr lang="sq-AL" sz="2400" b="1" i="0" u="none" strike="noStrike" baseline="0" dirty="0">
                <a:latin typeface="Times New Roman" panose="02020603050405020304" pitchFamily="18" charset="0"/>
                <a:cs typeface="Times New Roman" panose="02020603050405020304" pitchFamily="18" charset="0"/>
              </a:rPr>
              <a:t>20 pikë </a:t>
            </a:r>
            <a:r>
              <a:rPr lang="sq-AL" sz="2400" b="0" i="0" u="none" strike="noStrike" baseline="0" dirty="0">
                <a:latin typeface="Times New Roman" panose="02020603050405020304" pitchFamily="18" charset="0"/>
                <a:cs typeface="Times New Roman" panose="02020603050405020304" pitchFamily="18" charset="0"/>
              </a:rPr>
              <a:t>maksimumi i </a:t>
            </a:r>
            <a:r>
              <a:rPr lang="sq-AL" sz="2400" dirty="0">
                <a:latin typeface="Times New Roman" panose="02020603050405020304" pitchFamily="18" charset="0"/>
                <a:cs typeface="Times New Roman" panose="02020603050405020304" pitchFamily="18" charset="0"/>
              </a:rPr>
              <a:t>5</a:t>
            </a:r>
            <a:r>
              <a:rPr lang="sq-AL" sz="2400" b="0" i="0" u="none" strike="noStrike" baseline="0" dirty="0">
                <a:latin typeface="Times New Roman" panose="02020603050405020304" pitchFamily="18" charset="0"/>
                <a:cs typeface="Times New Roman" panose="02020603050405020304" pitchFamily="18" charset="0"/>
              </a:rPr>
              <a:t> detyrave është </a:t>
            </a:r>
            <a:r>
              <a:rPr lang="sq-AL" sz="2400" b="1" dirty="0">
                <a:latin typeface="Times New Roman" panose="02020603050405020304" pitchFamily="18" charset="0"/>
                <a:cs typeface="Times New Roman" panose="02020603050405020304" pitchFamily="18" charset="0"/>
              </a:rPr>
              <a:t>100 </a:t>
            </a:r>
            <a:r>
              <a:rPr lang="sq-AL" sz="2400" b="1" dirty="0" err="1">
                <a:latin typeface="Times New Roman" panose="02020603050405020304" pitchFamily="18" charset="0"/>
                <a:cs typeface="Times New Roman" panose="02020603050405020304" pitchFamily="18" charset="0"/>
              </a:rPr>
              <a:t>pikë</a:t>
            </a:r>
            <a:r>
              <a:rPr lang="sq-AL" sz="2400" b="0" i="0" u="none" strike="noStrike" baseline="0" dirty="0" err="1">
                <a:latin typeface="Times New Roman" panose="02020603050405020304" pitchFamily="18" charset="0"/>
                <a:cs typeface="Times New Roman" panose="02020603050405020304" pitchFamily="18" charset="0"/>
              </a:rPr>
              <a:t>.Nëse</a:t>
            </a:r>
            <a:r>
              <a:rPr lang="sq-AL" sz="2400" b="0" i="0" u="none" strike="noStrike" baseline="0" dirty="0">
                <a:latin typeface="Times New Roman" panose="02020603050405020304" pitchFamily="18" charset="0"/>
                <a:cs typeface="Times New Roman" panose="02020603050405020304" pitchFamily="18" charset="0"/>
              </a:rPr>
              <a:t> nxënësit kanë </a:t>
            </a:r>
            <a:r>
              <a:rPr lang="sq-AL" sz="2400" dirty="0">
                <a:latin typeface="Times New Roman" panose="02020603050405020304" pitchFamily="18" charset="0"/>
                <a:cs typeface="Times New Roman" panose="02020603050405020304" pitchFamily="18" charset="0"/>
              </a:rPr>
              <a:t>përfunduar detyrat me më pak se 50 pikë nuk kalojnë.</a:t>
            </a:r>
          </a:p>
          <a:p>
            <a:pPr algn="l"/>
            <a:r>
              <a:rPr lang="sq-AL" sz="2400" dirty="0">
                <a:latin typeface="Times New Roman" panose="02020603050405020304" pitchFamily="18" charset="0"/>
                <a:cs typeface="Times New Roman" panose="02020603050405020304" pitchFamily="18" charset="0"/>
              </a:rPr>
              <a:t>Kjo detyrë  vë në veprim funksionet SUM dhe IF.</a:t>
            </a:r>
            <a:endParaRPr lang="sq-AL" sz="4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36A17E3-800D-4EEB-A07C-E393A3B4CFF9}"/>
              </a:ext>
            </a:extLst>
          </p:cNvPr>
          <p:cNvPicPr>
            <a:picLocks noChangeAspect="1"/>
          </p:cNvPicPr>
          <p:nvPr/>
        </p:nvPicPr>
        <p:blipFill>
          <a:blip r:embed="rId2"/>
          <a:stretch>
            <a:fillRect/>
          </a:stretch>
        </p:blipFill>
        <p:spPr>
          <a:xfrm>
            <a:off x="752168" y="4307733"/>
            <a:ext cx="4962525" cy="2447925"/>
          </a:xfrm>
          <a:prstGeom prst="rect">
            <a:avLst/>
          </a:prstGeom>
        </p:spPr>
      </p:pic>
      <p:pic>
        <p:nvPicPr>
          <p:cNvPr id="9" name="Picture 8">
            <a:extLst>
              <a:ext uri="{FF2B5EF4-FFF2-40B4-BE49-F238E27FC236}">
                <a16:creationId xmlns:a16="http://schemas.microsoft.com/office/drawing/2014/main" id="{43FE3BD3-5576-49BB-9EC2-50098C6AE519}"/>
              </a:ext>
            </a:extLst>
          </p:cNvPr>
          <p:cNvPicPr>
            <a:picLocks noChangeAspect="1"/>
          </p:cNvPicPr>
          <p:nvPr/>
        </p:nvPicPr>
        <p:blipFill>
          <a:blip r:embed="rId3"/>
          <a:stretch>
            <a:fillRect/>
          </a:stretch>
        </p:blipFill>
        <p:spPr>
          <a:xfrm>
            <a:off x="5847428" y="4307733"/>
            <a:ext cx="4482564" cy="2447925"/>
          </a:xfrm>
          <a:prstGeom prst="rect">
            <a:avLst/>
          </a:prstGeom>
        </p:spPr>
      </p:pic>
    </p:spTree>
    <p:extLst>
      <p:ext uri="{BB962C8B-B14F-4D97-AF65-F5344CB8AC3E}">
        <p14:creationId xmlns:p14="http://schemas.microsoft.com/office/powerpoint/2010/main" val="16229677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42080E-3542-400D-9A8C-9F36E356EA14}"/>
              </a:ext>
            </a:extLst>
          </p:cNvPr>
          <p:cNvSpPr txBox="1"/>
          <p:nvPr/>
        </p:nvSpPr>
        <p:spPr>
          <a:xfrm>
            <a:off x="428432" y="43685"/>
            <a:ext cx="10087168" cy="2677656"/>
          </a:xfrm>
          <a:prstGeom prst="rect">
            <a:avLst/>
          </a:prstGeom>
          <a:noFill/>
        </p:spPr>
        <p:txBody>
          <a:bodyPr wrap="square">
            <a:spAutoFit/>
          </a:bodyPr>
          <a:lstStyle/>
          <a:p>
            <a:pPr algn="l"/>
            <a:r>
              <a:rPr lang="sq-AL" sz="3200" b="1" i="0" u="none" strike="noStrike" baseline="0" dirty="0">
                <a:latin typeface="Times New Roman" panose="02020603050405020304" pitchFamily="18" charset="0"/>
                <a:cs typeface="Times New Roman" panose="02020603050405020304" pitchFamily="18" charset="0"/>
              </a:rPr>
              <a:t>Vlera mesatare e numrit-funksioni AVERAGE</a:t>
            </a:r>
          </a:p>
          <a:p>
            <a:pPr algn="l"/>
            <a:r>
              <a:rPr lang="sq-AL" sz="2400" b="0" i="0" u="none" strike="noStrike" baseline="0" dirty="0">
                <a:latin typeface="Times New Roman" panose="02020603050405020304" pitchFamily="18" charset="0"/>
                <a:cs typeface="Times New Roman" panose="02020603050405020304" pitchFamily="18" charset="0"/>
              </a:rPr>
              <a:t>Në matematikë për të gjetur </a:t>
            </a:r>
            <a:r>
              <a:rPr lang="sq-AL" sz="2400" b="0" i="0" u="none" strike="noStrike" baseline="0" dirty="0" err="1">
                <a:latin typeface="Times New Roman" panose="02020603050405020304" pitchFamily="18" charset="0"/>
                <a:cs typeface="Times New Roman" panose="02020603050405020304" pitchFamily="18" charset="0"/>
              </a:rPr>
              <a:t>vleren</a:t>
            </a:r>
            <a:r>
              <a:rPr lang="sq-AL" sz="2400" b="0" i="0" u="none" strike="noStrike" baseline="0" dirty="0">
                <a:latin typeface="Times New Roman" panose="02020603050405020304" pitchFamily="18" charset="0"/>
                <a:cs typeface="Times New Roman" panose="02020603050405020304" pitchFamily="18" charset="0"/>
              </a:rPr>
              <a:t> mesatare </a:t>
            </a:r>
            <a:r>
              <a:rPr lang="sq-AL" sz="2400" b="1" i="0" u="none" strike="noStrike" baseline="0" dirty="0">
                <a:latin typeface="Times New Roman" panose="02020603050405020304" pitchFamily="18" charset="0"/>
                <a:cs typeface="Times New Roman" panose="02020603050405020304" pitchFamily="18" charset="0"/>
              </a:rPr>
              <a:t>shembull: </a:t>
            </a:r>
            <a:r>
              <a:rPr lang="sq-AL" sz="2400" b="0" i="0" u="none" strike="noStrike" baseline="0" dirty="0">
                <a:latin typeface="Times New Roman" panose="02020603050405020304" pitchFamily="18" charset="0"/>
                <a:cs typeface="Times New Roman" panose="02020603050405020304" pitchFamily="18" charset="0"/>
              </a:rPr>
              <a:t>për pesë numra: </a:t>
            </a:r>
            <a:r>
              <a:rPr lang="sq-AL" sz="2400" b="1" i="0" u="none" strike="noStrike" baseline="0" dirty="0">
                <a:latin typeface="Times New Roman" panose="02020603050405020304" pitchFamily="18" charset="0"/>
                <a:cs typeface="Times New Roman" panose="02020603050405020304" pitchFamily="18" charset="0"/>
              </a:rPr>
              <a:t>2,4,5,4,5, </a:t>
            </a:r>
            <a:r>
              <a:rPr lang="sq-AL" sz="2400" b="0" i="0" u="none" strike="noStrike" baseline="0" dirty="0">
                <a:latin typeface="Times New Roman" panose="02020603050405020304" pitchFamily="18" charset="0"/>
                <a:cs typeface="Times New Roman" panose="02020603050405020304" pitchFamily="18" charset="0"/>
              </a:rPr>
              <a:t>fillimisht numrat </a:t>
            </a:r>
            <a:r>
              <a:rPr lang="nl-NL" sz="2400" b="0" i="0" u="none" strike="noStrike" baseline="0" dirty="0">
                <a:latin typeface="Times New Roman" panose="02020603050405020304" pitchFamily="18" charset="0"/>
                <a:cs typeface="Times New Roman" panose="02020603050405020304" pitchFamily="18" charset="0"/>
              </a:rPr>
              <a:t>mblidhen </a:t>
            </a:r>
            <a:r>
              <a:rPr lang="nl-NL" sz="2400" b="1" i="0" u="none" strike="noStrike" baseline="0" dirty="0">
                <a:latin typeface="Times New Roman" panose="02020603050405020304" pitchFamily="18" charset="0"/>
                <a:cs typeface="Times New Roman" panose="02020603050405020304" pitchFamily="18" charset="0"/>
              </a:rPr>
              <a:t>2+4+5+4+5 =20,</a:t>
            </a:r>
            <a:r>
              <a:rPr lang="nl-NL" sz="2400" b="0" i="0" u="none" strike="noStrike" baseline="0" dirty="0">
                <a:latin typeface="Times New Roman" panose="02020603050405020304" pitchFamily="18" charset="0"/>
                <a:cs typeface="Times New Roman" panose="02020603050405020304" pitchFamily="18" charset="0"/>
              </a:rPr>
              <a:t>pastaj numri </a:t>
            </a:r>
            <a:r>
              <a:rPr lang="nl-NL" sz="2400" b="1" i="0" u="none" strike="noStrike" baseline="0" dirty="0">
                <a:latin typeface="Times New Roman" panose="02020603050405020304" pitchFamily="18" charset="0"/>
                <a:cs typeface="Times New Roman" panose="02020603050405020304" pitchFamily="18" charset="0"/>
              </a:rPr>
              <a:t>20 </a:t>
            </a:r>
            <a:r>
              <a:rPr lang="nl-NL" sz="2400" b="0" i="0" u="none" strike="noStrike" baseline="0" dirty="0">
                <a:latin typeface="Times New Roman" panose="02020603050405020304" pitchFamily="18" charset="0"/>
                <a:cs typeface="Times New Roman" panose="02020603050405020304" pitchFamily="18" charset="0"/>
              </a:rPr>
              <a:t>pjestohet me </a:t>
            </a:r>
            <a:r>
              <a:rPr lang="nl-NL" sz="2400" b="1" i="0" u="none" strike="noStrike" baseline="0" dirty="0">
                <a:latin typeface="Times New Roman" panose="02020603050405020304" pitchFamily="18" charset="0"/>
                <a:cs typeface="Times New Roman" panose="02020603050405020304" pitchFamily="18" charset="0"/>
              </a:rPr>
              <a:t>5 </a:t>
            </a:r>
            <a:r>
              <a:rPr lang="nl-NL" sz="2400" b="0" i="0" u="none" strike="noStrike" baseline="0" dirty="0">
                <a:latin typeface="Times New Roman" panose="02020603050405020304" pitchFamily="18" charset="0"/>
                <a:cs typeface="Times New Roman" panose="02020603050405020304" pitchFamily="18" charset="0"/>
              </a:rPr>
              <a:t>dhe na jepë rezultatin </a:t>
            </a:r>
            <a:r>
              <a:rPr lang="nl-NL" sz="2400" b="1" i="0" u="none" strike="noStrike" baseline="0" dirty="0">
                <a:latin typeface="Times New Roman" panose="02020603050405020304" pitchFamily="18" charset="0"/>
                <a:cs typeface="Times New Roman" panose="02020603050405020304" pitchFamily="18" charset="0"/>
              </a:rPr>
              <a:t>20:5 = 4.</a:t>
            </a:r>
          </a:p>
          <a:p>
            <a:pPr algn="l"/>
            <a:r>
              <a:rPr lang="sq-AL" sz="2400" b="0" i="0" u="none" strike="noStrike" baseline="0" dirty="0">
                <a:latin typeface="Times New Roman" panose="02020603050405020304" pitchFamily="18" charset="0"/>
                <a:cs typeface="Times New Roman" panose="02020603050405020304" pitchFamily="18" charset="0"/>
              </a:rPr>
              <a:t>Formula për llogaritjen e vlerës aritmetikore të numrit në </a:t>
            </a:r>
            <a:r>
              <a:rPr lang="sq-AL" sz="2400" b="0" i="0" u="none" strike="noStrike" baseline="0" dirty="0" err="1">
                <a:latin typeface="Times New Roman" panose="02020603050405020304" pitchFamily="18" charset="0"/>
                <a:cs typeface="Times New Roman" panose="02020603050405020304" pitchFamily="18" charset="0"/>
              </a:rPr>
              <a:t>excel</a:t>
            </a:r>
            <a:r>
              <a:rPr lang="sq-AL" sz="2400" b="0" i="0" u="none" strike="noStrike" baseline="0" dirty="0">
                <a:latin typeface="Times New Roman" panose="02020603050405020304" pitchFamily="18" charset="0"/>
                <a:cs typeface="Times New Roman" panose="02020603050405020304" pitchFamily="18" charset="0"/>
              </a:rPr>
              <a:t> është </a:t>
            </a:r>
            <a:r>
              <a:rPr lang="sq-AL" sz="2400" b="1" i="0" u="none" strike="noStrike" baseline="0" dirty="0">
                <a:latin typeface="Times New Roman" panose="02020603050405020304" pitchFamily="18" charset="0"/>
                <a:cs typeface="Times New Roman" panose="02020603050405020304" pitchFamily="18" charset="0"/>
              </a:rPr>
              <a:t>=</a:t>
            </a:r>
            <a:r>
              <a:rPr lang="sq-AL" sz="2400" b="1" i="0" u="none" strike="noStrike" baseline="0" dirty="0" err="1">
                <a:latin typeface="Times New Roman" panose="02020603050405020304" pitchFamily="18" charset="0"/>
                <a:cs typeface="Times New Roman" panose="02020603050405020304" pitchFamily="18" charset="0"/>
              </a:rPr>
              <a:t>Average</a:t>
            </a:r>
            <a:r>
              <a:rPr lang="sq-AL" sz="2400" b="1" i="0" u="none" strike="noStrike" baseline="0" dirty="0">
                <a:latin typeface="Times New Roman" panose="02020603050405020304" pitchFamily="18" charset="0"/>
                <a:cs typeface="Times New Roman" panose="02020603050405020304" pitchFamily="18" charset="0"/>
              </a:rPr>
              <a:t>.</a:t>
            </a:r>
          </a:p>
          <a:p>
            <a:pPr algn="l"/>
            <a:endParaRPr lang="sq-AL"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55DFA86-6061-428D-8A7B-8DBD3F021CD8}"/>
              </a:ext>
            </a:extLst>
          </p:cNvPr>
          <p:cNvPicPr>
            <a:picLocks noChangeAspect="1"/>
          </p:cNvPicPr>
          <p:nvPr/>
        </p:nvPicPr>
        <p:blipFill>
          <a:blip r:embed="rId2"/>
          <a:stretch>
            <a:fillRect/>
          </a:stretch>
        </p:blipFill>
        <p:spPr>
          <a:xfrm>
            <a:off x="604683" y="2844452"/>
            <a:ext cx="9351207" cy="726879"/>
          </a:xfrm>
          <a:prstGeom prst="rect">
            <a:avLst/>
          </a:prstGeom>
        </p:spPr>
      </p:pic>
      <p:sp>
        <p:nvSpPr>
          <p:cNvPr id="7" name="TextBox 6">
            <a:extLst>
              <a:ext uri="{FF2B5EF4-FFF2-40B4-BE49-F238E27FC236}">
                <a16:creationId xmlns:a16="http://schemas.microsoft.com/office/drawing/2014/main" id="{7E8E4F1D-A383-422C-97CC-9A2BDC11F3B0}"/>
              </a:ext>
            </a:extLst>
          </p:cNvPr>
          <p:cNvSpPr txBox="1"/>
          <p:nvPr/>
        </p:nvSpPr>
        <p:spPr>
          <a:xfrm>
            <a:off x="428432" y="3631535"/>
            <a:ext cx="6503310" cy="1569660"/>
          </a:xfrm>
          <a:prstGeom prst="rect">
            <a:avLst/>
          </a:prstGeom>
          <a:noFill/>
        </p:spPr>
        <p:txBody>
          <a:bodyPr wrap="square">
            <a:spAutoFit/>
          </a:bodyPr>
          <a:lstStyle/>
          <a:p>
            <a:pPr algn="l"/>
            <a:r>
              <a:rPr lang="sq-AL" sz="2400" b="0" i="0" u="none" strike="noStrike" baseline="0" dirty="0" err="1">
                <a:latin typeface="Times New Roman" panose="02020603050405020304" pitchFamily="18" charset="0"/>
                <a:cs typeface="Times New Roman" panose="02020603050405020304" pitchFamily="18" charset="0"/>
              </a:rPr>
              <a:t>Shkruarja</a:t>
            </a:r>
            <a:r>
              <a:rPr lang="sq-AL" sz="2400" b="0" i="0" u="none" strike="noStrike" baseline="0" dirty="0">
                <a:latin typeface="Times New Roman" panose="02020603050405020304" pitchFamily="18" charset="0"/>
                <a:cs typeface="Times New Roman" panose="02020603050405020304" pitchFamily="18" charset="0"/>
              </a:rPr>
              <a:t> e formulës mund të bëhet edhe </a:t>
            </a:r>
            <a:r>
              <a:rPr lang="sq-AL" sz="2400" b="0" i="0" u="none" strike="noStrike" baseline="0" dirty="0" err="1">
                <a:latin typeface="Times New Roman" panose="02020603050405020304" pitchFamily="18" charset="0"/>
                <a:cs typeface="Times New Roman" panose="02020603050405020304" pitchFamily="18" charset="0"/>
              </a:rPr>
              <a:t>drejtëpërdrejt</a:t>
            </a:r>
            <a:r>
              <a:rPr lang="sq-AL" sz="2400" b="0" i="0" u="none" strike="noStrike" baseline="0" dirty="0">
                <a:latin typeface="Times New Roman" panose="02020603050405020304" pitchFamily="18" charset="0"/>
                <a:cs typeface="Times New Roman" panose="02020603050405020304" pitchFamily="18" charset="0"/>
              </a:rPr>
              <a:t> duke shtypur mbi shigjetën e cila </a:t>
            </a:r>
            <a:r>
              <a:rPr lang="sq-AL" sz="2400" b="0" i="0" u="none" strike="noStrike" baseline="0" dirty="0" err="1">
                <a:latin typeface="Times New Roman" panose="02020603050405020304" pitchFamily="18" charset="0"/>
                <a:cs typeface="Times New Roman" panose="02020603050405020304" pitchFamily="18" charset="0"/>
              </a:rPr>
              <a:t>gjindet</a:t>
            </a:r>
            <a:r>
              <a:rPr lang="sq-AL" sz="2400" b="0" i="0" u="none" strike="noStrike" baseline="0" dirty="0">
                <a:latin typeface="Times New Roman" panose="02020603050405020304" pitchFamily="18" charset="0"/>
                <a:cs typeface="Times New Roman" panose="02020603050405020304" pitchFamily="18" charset="0"/>
              </a:rPr>
              <a:t> në ikonën e shumës          dhe nga nën menyja që hapet zgjedhim </a:t>
            </a:r>
            <a:r>
              <a:rPr lang="sq-AL" sz="2400" b="1" i="0" u="none" strike="noStrike" baseline="0" dirty="0" err="1">
                <a:latin typeface="Times New Roman" panose="02020603050405020304" pitchFamily="18" charset="0"/>
                <a:cs typeface="Times New Roman" panose="02020603050405020304" pitchFamily="18" charset="0"/>
              </a:rPr>
              <a:t>Average</a:t>
            </a:r>
            <a:r>
              <a:rPr lang="sq-AL" sz="2400" b="0" i="0" u="none" strike="noStrike" baseline="0" dirty="0">
                <a:latin typeface="Times New Roman" panose="02020603050405020304" pitchFamily="18" charset="0"/>
                <a:cs typeface="Times New Roman" panose="02020603050405020304" pitchFamily="18" charset="0"/>
              </a:rPr>
              <a:t>. </a:t>
            </a:r>
            <a:r>
              <a:rPr lang="sq-AL" sz="2400" b="1" i="0" u="none" strike="noStrike" baseline="0" dirty="0">
                <a:latin typeface="Times New Roman" panose="02020603050405020304" pitchFamily="18" charset="0"/>
                <a:cs typeface="Times New Roman" panose="02020603050405020304" pitchFamily="18" charset="0"/>
              </a:rPr>
              <a:t>Figura </a:t>
            </a:r>
            <a:r>
              <a:rPr lang="sq-AL" sz="2400" b="1" dirty="0">
                <a:latin typeface="Times New Roman" panose="02020603050405020304" pitchFamily="18" charset="0"/>
                <a:cs typeface="Times New Roman" panose="02020603050405020304" pitchFamily="18" charset="0"/>
              </a:rPr>
              <a:t>anash</a:t>
            </a:r>
            <a:endParaRPr lang="sq-AL" sz="4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01CDCB5-BBF9-491F-8C59-649EF84FAE8B}"/>
              </a:ext>
            </a:extLst>
          </p:cNvPr>
          <p:cNvPicPr>
            <a:picLocks noChangeAspect="1"/>
          </p:cNvPicPr>
          <p:nvPr/>
        </p:nvPicPr>
        <p:blipFill>
          <a:blip r:embed="rId3"/>
          <a:stretch>
            <a:fillRect/>
          </a:stretch>
        </p:blipFill>
        <p:spPr>
          <a:xfrm>
            <a:off x="4013677" y="4379913"/>
            <a:ext cx="476181" cy="342255"/>
          </a:xfrm>
          <a:prstGeom prst="rect">
            <a:avLst/>
          </a:prstGeom>
        </p:spPr>
      </p:pic>
      <p:pic>
        <p:nvPicPr>
          <p:cNvPr id="11" name="Picture 10">
            <a:extLst>
              <a:ext uri="{FF2B5EF4-FFF2-40B4-BE49-F238E27FC236}">
                <a16:creationId xmlns:a16="http://schemas.microsoft.com/office/drawing/2014/main" id="{DAE2DF3C-FEDD-413F-8900-BC34C6750CA6}"/>
              </a:ext>
            </a:extLst>
          </p:cNvPr>
          <p:cNvPicPr>
            <a:picLocks noChangeAspect="1"/>
          </p:cNvPicPr>
          <p:nvPr/>
        </p:nvPicPr>
        <p:blipFill>
          <a:blip r:embed="rId4"/>
          <a:stretch>
            <a:fillRect/>
          </a:stretch>
        </p:blipFill>
        <p:spPr>
          <a:xfrm>
            <a:off x="6931742" y="3784740"/>
            <a:ext cx="2710894" cy="3414573"/>
          </a:xfrm>
          <a:prstGeom prst="rect">
            <a:avLst/>
          </a:prstGeom>
        </p:spPr>
      </p:pic>
    </p:spTree>
    <p:extLst>
      <p:ext uri="{BB962C8B-B14F-4D97-AF65-F5344CB8AC3E}">
        <p14:creationId xmlns:p14="http://schemas.microsoft.com/office/powerpoint/2010/main" val="35115011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0BA6B0-8248-40AB-BC21-99C3267A8759}"/>
              </a:ext>
            </a:extLst>
          </p:cNvPr>
          <p:cNvSpPr txBox="1"/>
          <p:nvPr/>
        </p:nvSpPr>
        <p:spPr>
          <a:xfrm>
            <a:off x="383458" y="476458"/>
            <a:ext cx="10087897" cy="1384995"/>
          </a:xfrm>
          <a:prstGeom prst="rect">
            <a:avLst/>
          </a:prstGeom>
          <a:noFill/>
        </p:spPr>
        <p:txBody>
          <a:bodyPr wrap="square">
            <a:spAutoFit/>
          </a:bodyPr>
          <a:lstStyle/>
          <a:p>
            <a:pPr algn="l"/>
            <a:r>
              <a:rPr lang="it-IT" sz="3600" b="1" i="0" u="none" strike="noStrike" baseline="0" dirty="0">
                <a:latin typeface="Times New Roman" panose="02020603050405020304" pitchFamily="18" charset="0"/>
                <a:cs typeface="Times New Roman" panose="02020603050405020304" pitchFamily="18" charset="0"/>
              </a:rPr>
              <a:t>Vlera maksimale dhe minimale e numrit</a:t>
            </a:r>
          </a:p>
          <a:p>
            <a:pPr algn="l"/>
            <a:r>
              <a:rPr lang="sq-AL" sz="2400" b="1" i="0" u="none" strike="noStrike" baseline="0" dirty="0">
                <a:latin typeface="Times New Roman" panose="02020603050405020304" pitchFamily="18" charset="0"/>
                <a:cs typeface="Times New Roman" panose="02020603050405020304" pitchFamily="18" charset="0"/>
              </a:rPr>
              <a:t>Formula për vlerën maksimale: </a:t>
            </a:r>
            <a:r>
              <a:rPr lang="sq-AL" sz="2400" b="0" i="0" u="none" strike="noStrike" baseline="0" dirty="0">
                <a:latin typeface="Times New Roman" panose="02020603050405020304" pitchFamily="18" charset="0"/>
                <a:cs typeface="Times New Roman" panose="02020603050405020304" pitchFamily="18" charset="0"/>
              </a:rPr>
              <a:t>është </a:t>
            </a:r>
            <a:r>
              <a:rPr lang="sq-AL" sz="2400" b="1" i="0" u="none" strike="noStrike" baseline="0" dirty="0">
                <a:latin typeface="Times New Roman" panose="02020603050405020304" pitchFamily="18" charset="0"/>
                <a:cs typeface="Times New Roman" panose="02020603050405020304" pitchFamily="18" charset="0"/>
              </a:rPr>
              <a:t>=</a:t>
            </a:r>
            <a:r>
              <a:rPr lang="sq-AL" sz="2400" b="1" i="0" u="none" strike="noStrike" baseline="0" dirty="0" err="1">
                <a:latin typeface="Times New Roman" panose="02020603050405020304" pitchFamily="18" charset="0"/>
                <a:cs typeface="Times New Roman" panose="02020603050405020304" pitchFamily="18" charset="0"/>
              </a:rPr>
              <a:t>Max</a:t>
            </a:r>
            <a:r>
              <a:rPr lang="sq-AL" sz="2400" b="1" i="0" u="none" strike="noStrike" baseline="0" dirty="0">
                <a:latin typeface="Times New Roman" panose="02020603050405020304" pitchFamily="18" charset="0"/>
                <a:cs typeface="Times New Roman" panose="02020603050405020304" pitchFamily="18" charset="0"/>
              </a:rPr>
              <a:t> . Shembull: </a:t>
            </a:r>
            <a:r>
              <a:rPr lang="sq-AL" sz="2400" b="0" i="0" u="none" strike="noStrike" baseline="0" dirty="0">
                <a:latin typeface="Times New Roman" panose="02020603050405020304" pitchFamily="18" charset="0"/>
                <a:cs typeface="Times New Roman" panose="02020603050405020304" pitchFamily="18" charset="0"/>
              </a:rPr>
              <a:t>për të gjetur </a:t>
            </a:r>
            <a:r>
              <a:rPr lang="sq-AL" sz="2400" b="0" i="0" u="none" strike="noStrike" baseline="0" dirty="0" err="1">
                <a:latin typeface="Times New Roman" panose="02020603050405020304" pitchFamily="18" charset="0"/>
                <a:cs typeface="Times New Roman" panose="02020603050405020304" pitchFamily="18" charset="0"/>
              </a:rPr>
              <a:t>vleren</a:t>
            </a:r>
            <a:r>
              <a:rPr lang="sq-AL" sz="2400" b="0" i="0" u="none" strike="noStrike" baseline="0" dirty="0">
                <a:latin typeface="Times New Roman" panose="02020603050405020304" pitchFamily="18" charset="0"/>
                <a:cs typeface="Times New Roman" panose="02020603050405020304" pitchFamily="18" charset="0"/>
              </a:rPr>
              <a:t> maksimale të numrit kemi dhënë një shembull në vazhdim.</a:t>
            </a:r>
            <a:endParaRPr lang="sq-AL"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4AB7821-EF79-4704-8DCB-E1BAB2A88365}"/>
              </a:ext>
            </a:extLst>
          </p:cNvPr>
          <p:cNvPicPr>
            <a:picLocks noChangeAspect="1"/>
          </p:cNvPicPr>
          <p:nvPr/>
        </p:nvPicPr>
        <p:blipFill>
          <a:blip r:embed="rId2"/>
          <a:stretch>
            <a:fillRect/>
          </a:stretch>
        </p:blipFill>
        <p:spPr>
          <a:xfrm>
            <a:off x="383458" y="1861453"/>
            <a:ext cx="5184632" cy="631024"/>
          </a:xfrm>
          <a:prstGeom prst="rect">
            <a:avLst/>
          </a:prstGeom>
        </p:spPr>
      </p:pic>
      <p:pic>
        <p:nvPicPr>
          <p:cNvPr id="7" name="Picture 6">
            <a:extLst>
              <a:ext uri="{FF2B5EF4-FFF2-40B4-BE49-F238E27FC236}">
                <a16:creationId xmlns:a16="http://schemas.microsoft.com/office/drawing/2014/main" id="{80766695-767F-4880-8445-197C2C6AE323}"/>
              </a:ext>
            </a:extLst>
          </p:cNvPr>
          <p:cNvPicPr>
            <a:picLocks noChangeAspect="1"/>
          </p:cNvPicPr>
          <p:nvPr/>
        </p:nvPicPr>
        <p:blipFill>
          <a:blip r:embed="rId3"/>
          <a:stretch>
            <a:fillRect/>
          </a:stretch>
        </p:blipFill>
        <p:spPr>
          <a:xfrm>
            <a:off x="3938886" y="2698954"/>
            <a:ext cx="5957282" cy="827401"/>
          </a:xfrm>
          <a:prstGeom prst="rect">
            <a:avLst/>
          </a:prstGeom>
        </p:spPr>
      </p:pic>
      <p:sp>
        <p:nvSpPr>
          <p:cNvPr id="13" name="TextBox 12">
            <a:extLst>
              <a:ext uri="{FF2B5EF4-FFF2-40B4-BE49-F238E27FC236}">
                <a16:creationId xmlns:a16="http://schemas.microsoft.com/office/drawing/2014/main" id="{B47C2CF0-99F0-4314-9CC6-24B5DB413C1C}"/>
              </a:ext>
            </a:extLst>
          </p:cNvPr>
          <p:cNvSpPr txBox="1"/>
          <p:nvPr/>
        </p:nvSpPr>
        <p:spPr>
          <a:xfrm>
            <a:off x="530940" y="3600565"/>
            <a:ext cx="9512712" cy="830997"/>
          </a:xfrm>
          <a:prstGeom prst="rect">
            <a:avLst/>
          </a:prstGeom>
          <a:noFill/>
        </p:spPr>
        <p:txBody>
          <a:bodyPr wrap="square">
            <a:spAutoFit/>
          </a:bodyPr>
          <a:lstStyle/>
          <a:p>
            <a:pPr algn="l"/>
            <a:r>
              <a:rPr lang="sq-AL" sz="2400" b="1" i="0" u="none" strike="noStrike" baseline="0" dirty="0">
                <a:latin typeface="Times New Roman" panose="02020603050405020304" pitchFamily="18" charset="0"/>
                <a:cs typeface="Times New Roman" panose="02020603050405020304" pitchFamily="18" charset="0"/>
              </a:rPr>
              <a:t>Formula për vlerën minimale: </a:t>
            </a:r>
            <a:r>
              <a:rPr lang="sq-AL" sz="2400" b="0" i="0" u="none" strike="noStrike" baseline="0" dirty="0">
                <a:latin typeface="Times New Roman" panose="02020603050405020304" pitchFamily="18" charset="0"/>
                <a:cs typeface="Times New Roman" panose="02020603050405020304" pitchFamily="18" charset="0"/>
              </a:rPr>
              <a:t>është </a:t>
            </a:r>
            <a:r>
              <a:rPr lang="sq-AL" sz="2400" b="1" i="0" u="none" strike="noStrike" baseline="0" dirty="0">
                <a:latin typeface="Times New Roman" panose="02020603050405020304" pitchFamily="18" charset="0"/>
                <a:cs typeface="Times New Roman" panose="02020603050405020304" pitchFamily="18" charset="0"/>
              </a:rPr>
              <a:t>=</a:t>
            </a:r>
            <a:r>
              <a:rPr lang="sq-AL" sz="2400" b="1" i="0" u="none" strike="noStrike" baseline="0" dirty="0" err="1">
                <a:latin typeface="Times New Roman" panose="02020603050405020304" pitchFamily="18" charset="0"/>
                <a:cs typeface="Times New Roman" panose="02020603050405020304" pitchFamily="18" charset="0"/>
              </a:rPr>
              <a:t>Min</a:t>
            </a:r>
            <a:r>
              <a:rPr lang="sq-AL" sz="2400" b="1" i="0" u="none" strike="noStrike" baseline="0" dirty="0">
                <a:latin typeface="Times New Roman" panose="02020603050405020304" pitchFamily="18" charset="0"/>
                <a:cs typeface="Times New Roman" panose="02020603050405020304" pitchFamily="18" charset="0"/>
              </a:rPr>
              <a:t> . Shembull: </a:t>
            </a:r>
            <a:r>
              <a:rPr lang="sq-AL" sz="2400" b="0" i="0" u="none" strike="noStrike" baseline="0" dirty="0">
                <a:latin typeface="Times New Roman" panose="02020603050405020304" pitchFamily="18" charset="0"/>
                <a:cs typeface="Times New Roman" panose="02020603050405020304" pitchFamily="18" charset="0"/>
              </a:rPr>
              <a:t>për të gjetur </a:t>
            </a:r>
            <a:r>
              <a:rPr lang="sq-AL" sz="2400" b="0" i="0" u="none" strike="noStrike" baseline="0" dirty="0" err="1">
                <a:latin typeface="Times New Roman" panose="02020603050405020304" pitchFamily="18" charset="0"/>
                <a:cs typeface="Times New Roman" panose="02020603050405020304" pitchFamily="18" charset="0"/>
              </a:rPr>
              <a:t>vleren</a:t>
            </a:r>
            <a:r>
              <a:rPr lang="sq-AL" sz="2400" b="0" i="0" u="none" strike="noStrike" baseline="0" dirty="0">
                <a:latin typeface="Times New Roman" panose="02020603050405020304" pitchFamily="18" charset="0"/>
                <a:cs typeface="Times New Roman" panose="02020603050405020304" pitchFamily="18" charset="0"/>
              </a:rPr>
              <a:t> minimale të numrit kemi dhënë një shembull në vazhdim.</a:t>
            </a:r>
            <a:endParaRPr lang="sq-AL" sz="20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57961DC1-2973-4C5B-8EBB-A2CF8B354404}"/>
              </a:ext>
            </a:extLst>
          </p:cNvPr>
          <p:cNvPicPr>
            <a:picLocks noChangeAspect="1"/>
          </p:cNvPicPr>
          <p:nvPr/>
        </p:nvPicPr>
        <p:blipFill>
          <a:blip r:embed="rId4"/>
          <a:stretch>
            <a:fillRect/>
          </a:stretch>
        </p:blipFill>
        <p:spPr>
          <a:xfrm>
            <a:off x="693975" y="4630993"/>
            <a:ext cx="5915943" cy="788793"/>
          </a:xfrm>
          <a:prstGeom prst="rect">
            <a:avLst/>
          </a:prstGeom>
        </p:spPr>
      </p:pic>
      <p:pic>
        <p:nvPicPr>
          <p:cNvPr id="17" name="Picture 16">
            <a:extLst>
              <a:ext uri="{FF2B5EF4-FFF2-40B4-BE49-F238E27FC236}">
                <a16:creationId xmlns:a16="http://schemas.microsoft.com/office/drawing/2014/main" id="{A8BC15B0-CC2D-4F4D-898C-58F87B9B3D12}"/>
              </a:ext>
            </a:extLst>
          </p:cNvPr>
          <p:cNvPicPr>
            <a:picLocks noChangeAspect="1"/>
          </p:cNvPicPr>
          <p:nvPr/>
        </p:nvPicPr>
        <p:blipFill>
          <a:blip r:embed="rId5"/>
          <a:stretch>
            <a:fillRect/>
          </a:stretch>
        </p:blipFill>
        <p:spPr>
          <a:xfrm>
            <a:off x="5132438" y="5633884"/>
            <a:ext cx="5039153" cy="634264"/>
          </a:xfrm>
          <a:prstGeom prst="rect">
            <a:avLst/>
          </a:prstGeom>
        </p:spPr>
      </p:pic>
    </p:spTree>
    <p:extLst>
      <p:ext uri="{BB962C8B-B14F-4D97-AF65-F5344CB8AC3E}">
        <p14:creationId xmlns:p14="http://schemas.microsoft.com/office/powerpoint/2010/main" val="6564159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990" y="140822"/>
            <a:ext cx="9719787" cy="1199886"/>
          </a:xfrm>
        </p:spPr>
        <p:txBody>
          <a:bodyPr>
            <a:normAutofit/>
          </a:bodyPr>
          <a:lstStyle/>
          <a:p>
            <a:r>
              <a:rPr sz="5400" dirty="0" err="1">
                <a:latin typeface="Times New Roman" panose="02020603050405020304" pitchFamily="18" charset="0"/>
                <a:cs typeface="Times New Roman" panose="02020603050405020304" pitchFamily="18" charset="0"/>
              </a:rPr>
              <a:t>Krijimi</a:t>
            </a:r>
            <a:r>
              <a:rPr sz="5400" dirty="0">
                <a:latin typeface="Times New Roman" panose="02020603050405020304" pitchFamily="18" charset="0"/>
                <a:cs typeface="Times New Roman" panose="02020603050405020304" pitchFamily="18" charset="0"/>
              </a:rPr>
              <a:t> </a:t>
            </a:r>
            <a:r>
              <a:rPr sz="5400" dirty="0" err="1">
                <a:latin typeface="Times New Roman" panose="02020603050405020304" pitchFamily="18" charset="0"/>
                <a:cs typeface="Times New Roman" panose="02020603050405020304" pitchFamily="18" charset="0"/>
              </a:rPr>
              <a:t>i</a:t>
            </a:r>
            <a:r>
              <a:rPr sz="5400" dirty="0">
                <a:latin typeface="Times New Roman" panose="02020603050405020304" pitchFamily="18" charset="0"/>
                <a:cs typeface="Times New Roman" panose="02020603050405020304" pitchFamily="18" charset="0"/>
              </a:rPr>
              <a:t> </a:t>
            </a:r>
            <a:r>
              <a:rPr sz="5400" dirty="0" err="1">
                <a:latin typeface="Times New Roman" panose="02020603050405020304" pitchFamily="18" charset="0"/>
                <a:cs typeface="Times New Roman" panose="02020603050405020304" pitchFamily="18" charset="0"/>
              </a:rPr>
              <a:t>Grafikëve</a:t>
            </a:r>
            <a:endParaRPr sz="5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43229" y="1207892"/>
            <a:ext cx="9719787" cy="2139991"/>
          </a:xfrm>
        </p:spPr>
        <p:txBody>
          <a:bodyPr>
            <a:normAutofit/>
          </a:bodyPr>
          <a:lstStyle/>
          <a:p>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Zgjidhni</a:t>
            </a:r>
            <a:r>
              <a:rPr sz="3600" dirty="0">
                <a:latin typeface="Times New Roman" panose="02020603050405020304" pitchFamily="18" charset="0"/>
                <a:cs typeface="Times New Roman" panose="02020603050405020304" pitchFamily="18" charset="0"/>
              </a:rPr>
              <a:t> të </a:t>
            </a:r>
            <a:r>
              <a:rPr sz="3600" dirty="0" err="1">
                <a:latin typeface="Times New Roman" panose="02020603050405020304" pitchFamily="18" charset="0"/>
                <a:cs typeface="Times New Roman" panose="02020603050405020304" pitchFamily="18" charset="0"/>
              </a:rPr>
              <a:t>dhënat</a:t>
            </a:r>
            <a:r>
              <a:rPr sz="3600" dirty="0">
                <a:latin typeface="Times New Roman" panose="02020603050405020304" pitchFamily="18" charset="0"/>
                <a:cs typeface="Times New Roman" panose="02020603050405020304" pitchFamily="18" charset="0"/>
              </a:rPr>
              <a:t>.</a:t>
            </a:r>
          </a:p>
          <a:p>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Klikoni</a:t>
            </a:r>
            <a:r>
              <a:rPr sz="3600" dirty="0">
                <a:latin typeface="Times New Roman" panose="02020603050405020304" pitchFamily="18" charset="0"/>
                <a:cs typeface="Times New Roman" panose="02020603050405020304" pitchFamily="18" charset="0"/>
              </a:rPr>
              <a:t> </a:t>
            </a:r>
            <a:r>
              <a:rPr lang="sq-AL" sz="3600" dirty="0">
                <a:latin typeface="Times New Roman" panose="02020603050405020304" pitchFamily="18" charset="0"/>
                <a:cs typeface="Times New Roman" panose="02020603050405020304" pitchFamily="18" charset="0"/>
              </a:rPr>
              <a:t>"</a:t>
            </a:r>
            <a:r>
              <a:rPr sz="3600" dirty="0">
                <a:latin typeface="Times New Roman" panose="02020603050405020304" pitchFamily="18" charset="0"/>
                <a:cs typeface="Times New Roman" panose="02020603050405020304" pitchFamily="18" charset="0"/>
              </a:rPr>
              <a:t>Insert -&gt; Charts</a:t>
            </a:r>
            <a:r>
              <a:rPr lang="sq-AL" sz="3600" dirty="0">
                <a:latin typeface="Times New Roman" panose="02020603050405020304" pitchFamily="18" charset="0"/>
                <a:cs typeface="Times New Roman" panose="02020603050405020304" pitchFamily="18" charset="0"/>
              </a:rPr>
              <a:t>"</a:t>
            </a:r>
            <a:r>
              <a:rPr sz="3600" dirty="0">
                <a:latin typeface="Times New Roman" panose="02020603050405020304" pitchFamily="18" charset="0"/>
                <a:cs typeface="Times New Roman" panose="02020603050405020304" pitchFamily="18" charset="0"/>
              </a:rPr>
              <a:t>.</a:t>
            </a:r>
          </a:p>
          <a:p>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Zgjidhni</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llojin</a:t>
            </a:r>
            <a:r>
              <a:rPr sz="3600" dirty="0">
                <a:latin typeface="Times New Roman" panose="02020603050405020304" pitchFamily="18" charset="0"/>
                <a:cs typeface="Times New Roman" panose="02020603050405020304" pitchFamily="18" charset="0"/>
              </a:rPr>
              <a:t> e </a:t>
            </a:r>
            <a:r>
              <a:rPr sz="3600" dirty="0" err="1">
                <a:latin typeface="Times New Roman" panose="02020603050405020304" pitchFamily="18" charset="0"/>
                <a:cs typeface="Times New Roman" panose="02020603050405020304" pitchFamily="18" charset="0"/>
              </a:rPr>
              <a:t>grafikës</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Kolona</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Vija</a:t>
            </a:r>
            <a:r>
              <a:rPr sz="3600"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9752E33E-E7F0-48BC-A7F9-2612FE0B0D96}"/>
              </a:ext>
            </a:extLst>
          </p:cNvPr>
          <p:cNvPicPr>
            <a:picLocks noChangeAspect="1"/>
          </p:cNvPicPr>
          <p:nvPr/>
        </p:nvPicPr>
        <p:blipFill>
          <a:blip r:embed="rId2"/>
          <a:stretch>
            <a:fillRect/>
          </a:stretch>
        </p:blipFill>
        <p:spPr>
          <a:xfrm>
            <a:off x="950423" y="3141097"/>
            <a:ext cx="5182323" cy="4058216"/>
          </a:xfrm>
          <a:prstGeom prst="rect">
            <a:avLst/>
          </a:prstGeom>
        </p:spPr>
      </p:pic>
      <p:pic>
        <p:nvPicPr>
          <p:cNvPr id="7" name="Picture 6">
            <a:extLst>
              <a:ext uri="{FF2B5EF4-FFF2-40B4-BE49-F238E27FC236}">
                <a16:creationId xmlns:a16="http://schemas.microsoft.com/office/drawing/2014/main" id="{B8B339A4-322C-4A2F-9699-0DCC231909DB}"/>
              </a:ext>
            </a:extLst>
          </p:cNvPr>
          <p:cNvPicPr>
            <a:picLocks noChangeAspect="1"/>
          </p:cNvPicPr>
          <p:nvPr/>
        </p:nvPicPr>
        <p:blipFill>
          <a:blip r:embed="rId3"/>
          <a:stretch>
            <a:fillRect/>
          </a:stretch>
        </p:blipFill>
        <p:spPr>
          <a:xfrm>
            <a:off x="6294977" y="3347883"/>
            <a:ext cx="4164593" cy="376114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5400" dirty="0" err="1">
                <a:latin typeface="Times New Roman" panose="02020603050405020304" pitchFamily="18" charset="0"/>
                <a:cs typeface="Times New Roman" panose="02020603050405020304" pitchFamily="18" charset="0"/>
              </a:rPr>
              <a:t>Përdorimi</a:t>
            </a:r>
            <a:r>
              <a:rPr sz="5400" dirty="0">
                <a:latin typeface="Times New Roman" panose="02020603050405020304" pitchFamily="18" charset="0"/>
                <a:cs typeface="Times New Roman" panose="02020603050405020304" pitchFamily="18" charset="0"/>
              </a:rPr>
              <a:t> </a:t>
            </a:r>
            <a:r>
              <a:rPr sz="5400" dirty="0" err="1">
                <a:latin typeface="Times New Roman" panose="02020603050405020304" pitchFamily="18" charset="0"/>
                <a:cs typeface="Times New Roman" panose="02020603050405020304" pitchFamily="18" charset="0"/>
              </a:rPr>
              <a:t>i</a:t>
            </a:r>
            <a:r>
              <a:rPr sz="5400" dirty="0">
                <a:latin typeface="Times New Roman" panose="02020603050405020304" pitchFamily="18" charset="0"/>
                <a:cs typeface="Times New Roman" panose="02020603050405020304" pitchFamily="18" charset="0"/>
              </a:rPr>
              <a:t> </a:t>
            </a:r>
            <a:r>
              <a:rPr sz="5400" dirty="0" err="1">
                <a:latin typeface="Times New Roman" panose="02020603050405020304" pitchFamily="18" charset="0"/>
                <a:cs typeface="Times New Roman" panose="02020603050405020304" pitchFamily="18" charset="0"/>
              </a:rPr>
              <a:t>Filtërave</a:t>
            </a:r>
            <a:endParaRPr sz="5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9990" y="1679842"/>
            <a:ext cx="9719787" cy="1402572"/>
          </a:xfrm>
        </p:spPr>
        <p:txBody>
          <a:bodyPr>
            <a:normAutofit/>
          </a:bodyPr>
          <a:lstStyle/>
          <a:p>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Zgjidhni</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një</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kolonë</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dhe</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klikoni</a:t>
            </a:r>
            <a:r>
              <a:rPr sz="3600" dirty="0">
                <a:latin typeface="Times New Roman" panose="02020603050405020304" pitchFamily="18" charset="0"/>
                <a:cs typeface="Times New Roman" panose="02020603050405020304" pitchFamily="18" charset="0"/>
              </a:rPr>
              <a:t> Data -&gt; Filter.</a:t>
            </a:r>
          </a:p>
          <a:p>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Zgjidhni</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kriteret</a:t>
            </a:r>
            <a:r>
              <a:rPr sz="3600" dirty="0">
                <a:latin typeface="Times New Roman" panose="02020603050405020304" pitchFamily="18" charset="0"/>
                <a:cs typeface="Times New Roman" panose="02020603050405020304" pitchFamily="18" charset="0"/>
              </a:rPr>
              <a:t> e </a:t>
            </a:r>
            <a:r>
              <a:rPr sz="3600" dirty="0" err="1">
                <a:latin typeface="Times New Roman" panose="02020603050405020304" pitchFamily="18" charset="0"/>
                <a:cs typeface="Times New Roman" panose="02020603050405020304" pitchFamily="18" charset="0"/>
              </a:rPr>
              <a:t>filtrimit</a:t>
            </a:r>
            <a:r>
              <a:rPr sz="3600"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A535231E-05EA-4FAB-AE79-625A3E8E5C55}"/>
              </a:ext>
            </a:extLst>
          </p:cNvPr>
          <p:cNvPicPr>
            <a:picLocks noChangeAspect="1"/>
          </p:cNvPicPr>
          <p:nvPr/>
        </p:nvPicPr>
        <p:blipFill>
          <a:blip r:embed="rId2"/>
          <a:stretch>
            <a:fillRect/>
          </a:stretch>
        </p:blipFill>
        <p:spPr>
          <a:xfrm>
            <a:off x="1325188" y="3082413"/>
            <a:ext cx="8244820" cy="305291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5400" dirty="0" err="1">
                <a:latin typeface="Times New Roman" panose="02020603050405020304" pitchFamily="18" charset="0"/>
                <a:cs typeface="Times New Roman" panose="02020603050405020304" pitchFamily="18" charset="0"/>
              </a:rPr>
              <a:t>Këshilla</a:t>
            </a:r>
            <a:r>
              <a:rPr sz="5400" dirty="0">
                <a:latin typeface="Times New Roman" panose="02020603050405020304" pitchFamily="18" charset="0"/>
                <a:cs typeface="Times New Roman" panose="02020603050405020304" pitchFamily="18" charset="0"/>
              </a:rPr>
              <a:t> </a:t>
            </a:r>
            <a:r>
              <a:rPr sz="5400" dirty="0" err="1">
                <a:latin typeface="Times New Roman" panose="02020603050405020304" pitchFamily="18" charset="0"/>
                <a:cs typeface="Times New Roman" panose="02020603050405020304" pitchFamily="18" charset="0"/>
              </a:rPr>
              <a:t>dhe</a:t>
            </a:r>
            <a:r>
              <a:rPr sz="5400" dirty="0">
                <a:latin typeface="Times New Roman" panose="02020603050405020304" pitchFamily="18" charset="0"/>
                <a:cs typeface="Times New Roman" panose="02020603050405020304" pitchFamily="18" charset="0"/>
              </a:rPr>
              <a:t> </a:t>
            </a:r>
            <a:r>
              <a:rPr sz="5400" dirty="0" err="1">
                <a:latin typeface="Times New Roman" panose="02020603050405020304" pitchFamily="18" charset="0"/>
                <a:cs typeface="Times New Roman" panose="02020603050405020304" pitchFamily="18" charset="0"/>
              </a:rPr>
              <a:t>Truket</a:t>
            </a:r>
            <a:endParaRPr sz="5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sz="3600">
                <a:latin typeface="Times New Roman" panose="02020603050405020304" pitchFamily="18" charset="0"/>
                <a:cs typeface="Times New Roman" panose="02020603050405020304" pitchFamily="18" charset="0"/>
              </a:rPr>
              <a:t>- Përdorni shkurtoret (p.sh., Ctrl + S për ruajtje).</a:t>
            </a:r>
          </a:p>
          <a:p>
            <a:r>
              <a:rPr sz="3600">
                <a:latin typeface="Times New Roman" panose="02020603050405020304" pitchFamily="18" charset="0"/>
                <a:cs typeface="Times New Roman" panose="02020603050405020304" pitchFamily="18" charset="0"/>
              </a:rPr>
              <a:t>- Përdorni AutoFill për të mbushur qelizat automatikisht.</a:t>
            </a:r>
          </a:p>
          <a:p>
            <a:r>
              <a:rPr sz="3600">
                <a:latin typeface="Times New Roman" panose="02020603050405020304" pitchFamily="18" charset="0"/>
                <a:cs typeface="Times New Roman" panose="02020603050405020304" pitchFamily="18" charset="0"/>
              </a:rPr>
              <a:t>- Mbani gjithmonë një kopje rezervë të skedarit tuaj.</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387"/>
        <p:cNvGrpSpPr/>
        <p:nvPr/>
      </p:nvGrpSpPr>
      <p:grpSpPr>
        <a:xfrm>
          <a:off x="0" y="0"/>
          <a:ext cx="0" cy="0"/>
          <a:chOff x="0" y="0"/>
          <a:chExt cx="0" cy="0"/>
        </a:xfrm>
      </p:grpSpPr>
      <p:pic>
        <p:nvPicPr>
          <p:cNvPr id="2388" name="Google Shape;2388;p28"/>
          <p:cNvPicPr preferRelativeResize="0"/>
          <p:nvPr/>
        </p:nvPicPr>
        <p:blipFill rotWithShape="1">
          <a:blip r:embed="rId3">
            <a:alphaModFix/>
          </a:blip>
          <a:srcRect/>
          <a:stretch/>
        </p:blipFill>
        <p:spPr>
          <a:xfrm>
            <a:off x="223743" y="173287"/>
            <a:ext cx="8624599" cy="6074866"/>
          </a:xfrm>
          <a:prstGeom prst="rect">
            <a:avLst/>
          </a:prstGeom>
          <a:noFill/>
          <a:ln>
            <a:noFill/>
          </a:ln>
        </p:spPr>
      </p:pic>
      <p:sp>
        <p:nvSpPr>
          <p:cNvPr id="2389" name="Google Shape;2389;p28"/>
          <p:cNvSpPr/>
          <p:nvPr/>
        </p:nvSpPr>
        <p:spPr>
          <a:xfrm>
            <a:off x="7449554" y="1820305"/>
            <a:ext cx="3006061" cy="954299"/>
          </a:xfrm>
          <a:prstGeom prst="rect">
            <a:avLst/>
          </a:prstGeom>
          <a:noFill/>
          <a:ln>
            <a:noFill/>
          </a:ln>
        </p:spPr>
        <p:txBody>
          <a:bodyPr spcFirstLastPara="1" wrap="square" lIns="80985" tIns="40481" rIns="80985" bIns="40481" anchor="t" anchorCtr="0">
            <a:spAutoFit/>
          </a:bodyPr>
          <a:lstStyle/>
          <a:p>
            <a:pPr algn="ctr" defTabSz="809976">
              <a:buClr>
                <a:srgbClr val="000000"/>
              </a:buClr>
            </a:pPr>
            <a:r>
              <a:rPr lang="en-US" sz="2835" b="1" kern="0">
                <a:solidFill>
                  <a:srgbClr val="00B050"/>
                </a:solidFill>
                <a:latin typeface="Times New Roman"/>
                <a:ea typeface="Times New Roman"/>
                <a:cs typeface="Times New Roman"/>
                <a:sym typeface="Times New Roman"/>
              </a:rPr>
              <a:t>Dreka</a:t>
            </a:r>
            <a:endParaRPr sz="1240" kern="0">
              <a:solidFill>
                <a:srgbClr val="000000"/>
              </a:solidFill>
              <a:latin typeface="Arial"/>
              <a:cs typeface="Arial"/>
              <a:sym typeface="Arial"/>
            </a:endParaRPr>
          </a:p>
          <a:p>
            <a:pPr algn="ctr" defTabSz="809976">
              <a:buClr>
                <a:srgbClr val="000000"/>
              </a:buClr>
            </a:pPr>
            <a:r>
              <a:rPr lang="en-US" sz="2835" b="1" kern="0">
                <a:solidFill>
                  <a:srgbClr val="00B050"/>
                </a:solidFill>
                <a:latin typeface="Times New Roman"/>
                <a:ea typeface="Times New Roman"/>
                <a:cs typeface="Times New Roman"/>
                <a:sym typeface="Times New Roman"/>
              </a:rPr>
              <a:t> 12.00 – 13.00 </a:t>
            </a:r>
            <a:endParaRPr sz="2835" kern="0">
              <a:solidFill>
                <a:srgbClr val="00B050"/>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5400">
                <a:latin typeface="Times New Roman" panose="02020603050405020304" pitchFamily="18" charset="0"/>
                <a:cs typeface="Times New Roman" panose="02020603050405020304" pitchFamily="18" charset="0"/>
              </a:rPr>
              <a:t>Formatimi i Avancuar</a:t>
            </a:r>
          </a:p>
        </p:txBody>
      </p:sp>
      <p:sp>
        <p:nvSpPr>
          <p:cNvPr id="3" name="Content Placeholder 2"/>
          <p:cNvSpPr>
            <a:spLocks noGrp="1"/>
          </p:cNvSpPr>
          <p:nvPr>
            <p:ph idx="1"/>
          </p:nvPr>
        </p:nvSpPr>
        <p:spPr/>
        <p:txBody>
          <a:bodyPr>
            <a:normAutofit/>
          </a:bodyPr>
          <a:lstStyle/>
          <a:p>
            <a:r>
              <a:rPr sz="3600">
                <a:latin typeface="Times New Roman" panose="02020603050405020304" pitchFamily="18" charset="0"/>
                <a:cs typeface="Times New Roman" panose="02020603050405020304" pitchFamily="18" charset="0"/>
              </a:rPr>
              <a:t>- Përdorimi i Conditional Formatting për të dalluar të dhënat.</a:t>
            </a:r>
          </a:p>
          <a:p>
            <a:r>
              <a:rPr sz="3600">
                <a:latin typeface="Times New Roman" panose="02020603050405020304" pitchFamily="18" charset="0"/>
                <a:cs typeface="Times New Roman" panose="02020603050405020304" pitchFamily="18" charset="0"/>
              </a:rPr>
              <a:t>- Formatimi i numrave (monedhë, përqindje, data).</a:t>
            </a:r>
          </a:p>
          <a:p>
            <a:r>
              <a:rPr sz="3600">
                <a:latin typeface="Times New Roman" panose="02020603050405020304" pitchFamily="18" charset="0"/>
                <a:cs typeface="Times New Roman" panose="02020603050405020304" pitchFamily="18" charset="0"/>
              </a:rPr>
              <a:t>- Mbyllja e qelizave me Merge &amp; Center.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990" y="178327"/>
            <a:ext cx="9719787" cy="795068"/>
          </a:xfrm>
        </p:spPr>
        <p:txBody>
          <a:bodyPr>
            <a:normAutofit/>
          </a:bodyPr>
          <a:lstStyle/>
          <a:p>
            <a:r>
              <a:rPr sz="4400" dirty="0" err="1">
                <a:latin typeface="Times New Roman" panose="02020603050405020304" pitchFamily="18" charset="0"/>
                <a:cs typeface="Times New Roman" panose="02020603050405020304" pitchFamily="18" charset="0"/>
              </a:rPr>
              <a:t>Shkurtore</a:t>
            </a:r>
            <a:r>
              <a:rPr sz="4400" dirty="0">
                <a:latin typeface="Times New Roman" panose="02020603050405020304" pitchFamily="18" charset="0"/>
                <a:cs typeface="Times New Roman" panose="02020603050405020304" pitchFamily="18" charset="0"/>
              </a:rPr>
              <a:t> të </a:t>
            </a:r>
            <a:r>
              <a:rPr sz="4400" dirty="0" err="1">
                <a:latin typeface="Times New Roman" panose="02020603050405020304" pitchFamily="18" charset="0"/>
                <a:cs typeface="Times New Roman" panose="02020603050405020304" pitchFamily="18" charset="0"/>
              </a:rPr>
              <a:t>Dobishme</a:t>
            </a:r>
            <a:endParaRPr sz="4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9990" y="973394"/>
            <a:ext cx="9719787" cy="6120579"/>
          </a:xfrm>
        </p:spPr>
        <p:txBody>
          <a:bodyPr>
            <a:noAutofit/>
          </a:bodyPr>
          <a:lstStyle/>
          <a:p>
            <a:r>
              <a:rPr sz="2400" u="sng" dirty="0">
                <a:latin typeface="Times New Roman" panose="02020603050405020304" pitchFamily="18" charset="0"/>
                <a:cs typeface="Times New Roman" panose="02020603050405020304" pitchFamily="18" charset="0"/>
              </a:rPr>
              <a:t>- Ctrl + Z: </a:t>
            </a:r>
            <a:r>
              <a:rPr lang="en-US" sz="2400" u="sng" dirty="0">
                <a:latin typeface="Times New Roman" panose="02020603050405020304" pitchFamily="18" charset="0"/>
                <a:cs typeface="Times New Roman" panose="02020603050405020304" pitchFamily="18" charset="0"/>
              </a:rPr>
              <a:t>                      </a:t>
            </a:r>
            <a:r>
              <a:rPr sz="2400" u="sng" dirty="0" err="1">
                <a:latin typeface="Times New Roman" panose="02020603050405020304" pitchFamily="18" charset="0"/>
                <a:cs typeface="Times New Roman" panose="02020603050405020304" pitchFamily="18" charset="0"/>
              </a:rPr>
              <a:t>Anulimi</a:t>
            </a:r>
            <a:r>
              <a:rPr sz="2400" u="sng" dirty="0">
                <a:latin typeface="Times New Roman" panose="02020603050405020304" pitchFamily="18" charset="0"/>
                <a:cs typeface="Times New Roman" panose="02020603050405020304" pitchFamily="18" charset="0"/>
              </a:rPr>
              <a:t> </a:t>
            </a:r>
            <a:r>
              <a:rPr sz="2400" u="sng" dirty="0" err="1">
                <a:latin typeface="Times New Roman" panose="02020603050405020304" pitchFamily="18" charset="0"/>
                <a:cs typeface="Times New Roman" panose="02020603050405020304" pitchFamily="18" charset="0"/>
              </a:rPr>
              <a:t>i</a:t>
            </a:r>
            <a:r>
              <a:rPr sz="2400" u="sng" dirty="0">
                <a:latin typeface="Times New Roman" panose="02020603050405020304" pitchFamily="18" charset="0"/>
                <a:cs typeface="Times New Roman" panose="02020603050405020304" pitchFamily="18" charset="0"/>
              </a:rPr>
              <a:t> </a:t>
            </a:r>
            <a:r>
              <a:rPr sz="2400" u="sng" dirty="0" err="1">
                <a:latin typeface="Times New Roman" panose="02020603050405020304" pitchFamily="18" charset="0"/>
                <a:cs typeface="Times New Roman" panose="02020603050405020304" pitchFamily="18" charset="0"/>
              </a:rPr>
              <a:t>veprimeve</a:t>
            </a:r>
            <a:r>
              <a:rPr sz="2400" u="sng" dirty="0">
                <a:latin typeface="Times New Roman" panose="02020603050405020304" pitchFamily="18" charset="0"/>
                <a:cs typeface="Times New Roman" panose="02020603050405020304" pitchFamily="18" charset="0"/>
              </a:rPr>
              <a:t>.</a:t>
            </a:r>
          </a:p>
          <a:p>
            <a:r>
              <a:rPr sz="2400" u="sng" dirty="0">
                <a:latin typeface="Times New Roman" panose="02020603050405020304" pitchFamily="18" charset="0"/>
                <a:cs typeface="Times New Roman" panose="02020603050405020304" pitchFamily="18" charset="0"/>
              </a:rPr>
              <a:t>- Ctrl + C </a:t>
            </a:r>
            <a:r>
              <a:rPr sz="2400" u="sng" dirty="0" err="1">
                <a:latin typeface="Times New Roman" panose="02020603050405020304" pitchFamily="18" charset="0"/>
                <a:cs typeface="Times New Roman" panose="02020603050405020304" pitchFamily="18" charset="0"/>
              </a:rPr>
              <a:t>dhe</a:t>
            </a:r>
            <a:r>
              <a:rPr sz="2400" u="sng" dirty="0">
                <a:latin typeface="Times New Roman" panose="02020603050405020304" pitchFamily="18" charset="0"/>
                <a:cs typeface="Times New Roman" panose="02020603050405020304" pitchFamily="18" charset="0"/>
              </a:rPr>
              <a:t> Ctrl + V: </a:t>
            </a:r>
            <a:r>
              <a:rPr lang="en-US" sz="2400" u="sng" dirty="0">
                <a:latin typeface="Times New Roman" panose="02020603050405020304" pitchFamily="18" charset="0"/>
                <a:cs typeface="Times New Roman" panose="02020603050405020304" pitchFamily="18" charset="0"/>
              </a:rPr>
              <a:t> </a:t>
            </a:r>
            <a:r>
              <a:rPr sz="2400" u="sng" dirty="0" err="1">
                <a:latin typeface="Times New Roman" panose="02020603050405020304" pitchFamily="18" charset="0"/>
                <a:cs typeface="Times New Roman" panose="02020603050405020304" pitchFamily="18" charset="0"/>
              </a:rPr>
              <a:t>Kopjo</a:t>
            </a:r>
            <a:r>
              <a:rPr sz="2400" u="sng" dirty="0">
                <a:latin typeface="Times New Roman" panose="02020603050405020304" pitchFamily="18" charset="0"/>
                <a:cs typeface="Times New Roman" panose="02020603050405020304" pitchFamily="18" charset="0"/>
              </a:rPr>
              <a:t> </a:t>
            </a:r>
            <a:r>
              <a:rPr sz="2400" u="sng" dirty="0" err="1">
                <a:latin typeface="Times New Roman" panose="02020603050405020304" pitchFamily="18" charset="0"/>
                <a:cs typeface="Times New Roman" panose="02020603050405020304" pitchFamily="18" charset="0"/>
              </a:rPr>
              <a:t>dhe</a:t>
            </a:r>
            <a:r>
              <a:rPr sz="2400" u="sng" dirty="0">
                <a:latin typeface="Times New Roman" panose="02020603050405020304" pitchFamily="18" charset="0"/>
                <a:cs typeface="Times New Roman" panose="02020603050405020304" pitchFamily="18" charset="0"/>
              </a:rPr>
              <a:t> </a:t>
            </a:r>
            <a:r>
              <a:rPr sz="2400" u="sng" dirty="0" err="1">
                <a:latin typeface="Times New Roman" panose="02020603050405020304" pitchFamily="18" charset="0"/>
                <a:cs typeface="Times New Roman" panose="02020603050405020304" pitchFamily="18" charset="0"/>
              </a:rPr>
              <a:t>Ngjit</a:t>
            </a:r>
            <a:r>
              <a:rPr lang="en-US" sz="2400" u="sng" dirty="0">
                <a:latin typeface="Times New Roman" panose="02020603050405020304" pitchFamily="18" charset="0"/>
                <a:cs typeface="Times New Roman" panose="02020603050405020304" pitchFamily="18" charset="0"/>
              </a:rPr>
              <a:t> (Paste)</a:t>
            </a:r>
            <a:r>
              <a:rPr sz="2400" u="sng" dirty="0">
                <a:latin typeface="Times New Roman" panose="02020603050405020304" pitchFamily="18" charset="0"/>
                <a:cs typeface="Times New Roman" panose="02020603050405020304" pitchFamily="18" charset="0"/>
              </a:rPr>
              <a:t>.</a:t>
            </a:r>
          </a:p>
          <a:p>
            <a:r>
              <a:rPr sz="2400" u="sng" dirty="0">
                <a:latin typeface="Times New Roman" panose="02020603050405020304" pitchFamily="18" charset="0"/>
                <a:cs typeface="Times New Roman" panose="02020603050405020304" pitchFamily="18" charset="0"/>
              </a:rPr>
              <a:t>- Ctrl + F: </a:t>
            </a:r>
            <a:r>
              <a:rPr lang="en-US" sz="2400" u="sng" dirty="0">
                <a:latin typeface="Times New Roman" panose="02020603050405020304" pitchFamily="18" charset="0"/>
                <a:cs typeface="Times New Roman" panose="02020603050405020304" pitchFamily="18" charset="0"/>
              </a:rPr>
              <a:t>                     </a:t>
            </a:r>
            <a:r>
              <a:rPr sz="2400" u="sng" dirty="0" err="1">
                <a:latin typeface="Times New Roman" panose="02020603050405020304" pitchFamily="18" charset="0"/>
                <a:cs typeface="Times New Roman" panose="02020603050405020304" pitchFamily="18" charset="0"/>
              </a:rPr>
              <a:t>Gjej</a:t>
            </a:r>
            <a:r>
              <a:rPr sz="2400" u="sng" dirty="0">
                <a:latin typeface="Times New Roman" panose="02020603050405020304" pitchFamily="18" charset="0"/>
                <a:cs typeface="Times New Roman" panose="02020603050405020304" pitchFamily="18" charset="0"/>
              </a:rPr>
              <a:t> </a:t>
            </a:r>
            <a:r>
              <a:rPr sz="2400" u="sng" dirty="0" err="1">
                <a:latin typeface="Times New Roman" panose="02020603050405020304" pitchFamily="18" charset="0"/>
                <a:cs typeface="Times New Roman" panose="02020603050405020304" pitchFamily="18" charset="0"/>
              </a:rPr>
              <a:t>dhe</a:t>
            </a:r>
            <a:r>
              <a:rPr sz="2400" u="sng" dirty="0">
                <a:latin typeface="Times New Roman" panose="02020603050405020304" pitchFamily="18" charset="0"/>
                <a:cs typeface="Times New Roman" panose="02020603050405020304" pitchFamily="18" charset="0"/>
              </a:rPr>
              <a:t> </a:t>
            </a:r>
            <a:r>
              <a:rPr sz="2400" u="sng" dirty="0" err="1">
                <a:latin typeface="Times New Roman" panose="02020603050405020304" pitchFamily="18" charset="0"/>
                <a:cs typeface="Times New Roman" panose="02020603050405020304" pitchFamily="18" charset="0"/>
              </a:rPr>
              <a:t>Zëvendëso</a:t>
            </a:r>
            <a:r>
              <a:rPr sz="2400" u="sng" dirty="0">
                <a:latin typeface="Times New Roman" panose="02020603050405020304" pitchFamily="18" charset="0"/>
                <a:cs typeface="Times New Roman" panose="02020603050405020304" pitchFamily="18" charset="0"/>
              </a:rPr>
              <a:t>.</a:t>
            </a:r>
            <a:endParaRPr lang="en-US" sz="2400" u="sng" dirty="0">
              <a:latin typeface="Times New Roman" panose="02020603050405020304" pitchFamily="18" charset="0"/>
              <a:cs typeface="Times New Roman" panose="02020603050405020304" pitchFamily="18" charset="0"/>
            </a:endParaRPr>
          </a:p>
          <a:p>
            <a:r>
              <a:rPr lang="en-US" sz="2400" u="sng" dirty="0">
                <a:latin typeface="Times New Roman" panose="02020603050405020304" pitchFamily="18" charset="0"/>
                <a:cs typeface="Times New Roman" panose="02020603050405020304" pitchFamily="18" charset="0"/>
              </a:rPr>
              <a:t>- </a:t>
            </a:r>
            <a:r>
              <a:rPr lang="sq-AL" sz="2400" u="sng" dirty="0" err="1">
                <a:latin typeface="Times New Roman" panose="02020603050405020304" pitchFamily="18" charset="0"/>
                <a:cs typeface="Times New Roman" panose="02020603050405020304" pitchFamily="18" charset="0"/>
              </a:rPr>
              <a:t>Ctrl</a:t>
            </a:r>
            <a:r>
              <a:rPr lang="sq-AL" sz="2400" u="sng" dirty="0">
                <a:latin typeface="Times New Roman" panose="02020603050405020304" pitchFamily="18" charset="0"/>
                <a:cs typeface="Times New Roman" panose="02020603050405020304" pitchFamily="18" charset="0"/>
              </a:rPr>
              <a:t> + Z     </a:t>
            </a:r>
            <a:r>
              <a:rPr lang="en-US" sz="2400" u="sng" dirty="0">
                <a:latin typeface="Times New Roman" panose="02020603050405020304" pitchFamily="18" charset="0"/>
                <a:cs typeface="Times New Roman" panose="02020603050405020304" pitchFamily="18" charset="0"/>
              </a:rPr>
              <a:t>                  </a:t>
            </a:r>
            <a:r>
              <a:rPr lang="sq-AL" sz="2400" u="sng" dirty="0">
                <a:latin typeface="Times New Roman" panose="02020603050405020304" pitchFamily="18" charset="0"/>
                <a:cs typeface="Times New Roman" panose="02020603050405020304" pitchFamily="18" charset="0"/>
              </a:rPr>
              <a:t>Anulo (</a:t>
            </a:r>
            <a:r>
              <a:rPr lang="sq-AL" sz="2400" u="sng" dirty="0" err="1">
                <a:latin typeface="Times New Roman" panose="02020603050405020304" pitchFamily="18" charset="0"/>
                <a:cs typeface="Times New Roman" panose="02020603050405020304" pitchFamily="18" charset="0"/>
              </a:rPr>
              <a:t>Undo</a:t>
            </a:r>
            <a:r>
              <a:rPr lang="sq-AL" sz="2400" u="sng" dirty="0">
                <a:latin typeface="Times New Roman" panose="02020603050405020304" pitchFamily="18" charset="0"/>
                <a:cs typeface="Times New Roman" panose="02020603050405020304" pitchFamily="18" charset="0"/>
              </a:rPr>
              <a:t>)   </a:t>
            </a:r>
          </a:p>
          <a:p>
            <a:r>
              <a:rPr lang="en-US" sz="2400" u="sng" dirty="0">
                <a:latin typeface="Times New Roman" panose="02020603050405020304" pitchFamily="18" charset="0"/>
                <a:cs typeface="Times New Roman" panose="02020603050405020304" pitchFamily="18" charset="0"/>
              </a:rPr>
              <a:t>- </a:t>
            </a:r>
            <a:r>
              <a:rPr lang="sq-AL" sz="2400" u="sng" dirty="0" err="1">
                <a:latin typeface="Times New Roman" panose="02020603050405020304" pitchFamily="18" charset="0"/>
                <a:cs typeface="Times New Roman" panose="02020603050405020304" pitchFamily="18" charset="0"/>
              </a:rPr>
              <a:t>Ctrl</a:t>
            </a:r>
            <a:r>
              <a:rPr lang="sq-AL" sz="2400" u="sng" dirty="0">
                <a:latin typeface="Times New Roman" panose="02020603050405020304" pitchFamily="18" charset="0"/>
                <a:cs typeface="Times New Roman" panose="02020603050405020304" pitchFamily="18" charset="0"/>
              </a:rPr>
              <a:t> + Y     </a:t>
            </a:r>
            <a:r>
              <a:rPr lang="en-US" sz="2400" u="sng" dirty="0">
                <a:latin typeface="Times New Roman" panose="02020603050405020304" pitchFamily="18" charset="0"/>
                <a:cs typeface="Times New Roman" panose="02020603050405020304" pitchFamily="18" charset="0"/>
              </a:rPr>
              <a:t>                  </a:t>
            </a:r>
            <a:r>
              <a:rPr lang="sq-AL" sz="2400" u="sng" dirty="0">
                <a:latin typeface="Times New Roman" panose="02020603050405020304" pitchFamily="18" charset="0"/>
                <a:cs typeface="Times New Roman" panose="02020603050405020304" pitchFamily="18" charset="0"/>
              </a:rPr>
              <a:t>Rikthe (</a:t>
            </a:r>
            <a:r>
              <a:rPr lang="sq-AL" sz="2400" u="sng" dirty="0" err="1">
                <a:latin typeface="Times New Roman" panose="02020603050405020304" pitchFamily="18" charset="0"/>
                <a:cs typeface="Times New Roman" panose="02020603050405020304" pitchFamily="18" charset="0"/>
              </a:rPr>
              <a:t>Redo</a:t>
            </a:r>
            <a:r>
              <a:rPr lang="sq-AL" sz="2400" u="sng" dirty="0">
                <a:latin typeface="Times New Roman" panose="02020603050405020304" pitchFamily="18" charset="0"/>
                <a:cs typeface="Times New Roman" panose="02020603050405020304" pitchFamily="18" charset="0"/>
              </a:rPr>
              <a:t>)</a:t>
            </a:r>
          </a:p>
          <a:p>
            <a:r>
              <a:rPr lang="en-US" sz="2400" u="sng" dirty="0">
                <a:latin typeface="Times New Roman" panose="02020603050405020304" pitchFamily="18" charset="0"/>
                <a:cs typeface="Times New Roman" panose="02020603050405020304" pitchFamily="18" charset="0"/>
              </a:rPr>
              <a:t>- </a:t>
            </a:r>
            <a:r>
              <a:rPr lang="sq-AL" sz="2400" u="sng" dirty="0" err="1">
                <a:latin typeface="Times New Roman" panose="02020603050405020304" pitchFamily="18" charset="0"/>
                <a:cs typeface="Times New Roman" panose="02020603050405020304" pitchFamily="18" charset="0"/>
              </a:rPr>
              <a:t>Ctrl</a:t>
            </a:r>
            <a:r>
              <a:rPr lang="sq-AL" sz="2400" u="sng" dirty="0">
                <a:latin typeface="Times New Roman" panose="02020603050405020304" pitchFamily="18" charset="0"/>
                <a:cs typeface="Times New Roman" panose="02020603050405020304" pitchFamily="18" charset="0"/>
              </a:rPr>
              <a:t> + S     </a:t>
            </a:r>
            <a:r>
              <a:rPr lang="en-US" sz="2400" u="sng" dirty="0">
                <a:latin typeface="Times New Roman" panose="02020603050405020304" pitchFamily="18" charset="0"/>
                <a:cs typeface="Times New Roman" panose="02020603050405020304" pitchFamily="18" charset="0"/>
              </a:rPr>
              <a:t>                  </a:t>
            </a:r>
            <a:r>
              <a:rPr lang="sq-AL" sz="2400" u="sng" dirty="0">
                <a:latin typeface="Times New Roman" panose="02020603050405020304" pitchFamily="18" charset="0"/>
                <a:cs typeface="Times New Roman" panose="02020603050405020304" pitchFamily="18" charset="0"/>
              </a:rPr>
              <a:t>Ruaj (Save)</a:t>
            </a:r>
            <a:endParaRPr lang="en-US" sz="2400" u="sng" dirty="0">
              <a:latin typeface="Times New Roman" panose="02020603050405020304" pitchFamily="18" charset="0"/>
              <a:cs typeface="Times New Roman" panose="02020603050405020304" pitchFamily="18" charset="0"/>
            </a:endParaRPr>
          </a:p>
          <a:p>
            <a:r>
              <a:rPr lang="en-US" sz="2400" u="sng" dirty="0">
                <a:latin typeface="Times New Roman" panose="02020603050405020304" pitchFamily="18" charset="0"/>
                <a:cs typeface="Times New Roman" panose="02020603050405020304" pitchFamily="18" charset="0"/>
              </a:rPr>
              <a:t>- </a:t>
            </a:r>
            <a:r>
              <a:rPr lang="sq-AL" sz="2400" u="sng" dirty="0" err="1">
                <a:latin typeface="Times New Roman" panose="02020603050405020304" pitchFamily="18" charset="0"/>
                <a:cs typeface="Times New Roman" panose="02020603050405020304" pitchFamily="18" charset="0"/>
              </a:rPr>
              <a:t>Ctrl</a:t>
            </a:r>
            <a:r>
              <a:rPr lang="sq-AL" sz="2400" u="sng" dirty="0">
                <a:latin typeface="Times New Roman" panose="02020603050405020304" pitchFamily="18" charset="0"/>
                <a:cs typeface="Times New Roman" panose="02020603050405020304" pitchFamily="18" charset="0"/>
              </a:rPr>
              <a:t> + A    </a:t>
            </a:r>
            <a:r>
              <a:rPr lang="en-US" sz="2400" u="sng" dirty="0">
                <a:latin typeface="Times New Roman" panose="02020603050405020304" pitchFamily="18" charset="0"/>
                <a:cs typeface="Times New Roman" panose="02020603050405020304" pitchFamily="18" charset="0"/>
              </a:rPr>
              <a:t>                   </a:t>
            </a:r>
            <a:r>
              <a:rPr lang="sq-AL" sz="2400" u="sng" dirty="0">
                <a:latin typeface="Times New Roman" panose="02020603050405020304" pitchFamily="18" charset="0"/>
                <a:cs typeface="Times New Roman" panose="02020603050405020304" pitchFamily="18" charset="0"/>
              </a:rPr>
              <a:t>Përzgjidh të gjitha qelizat (</a:t>
            </a:r>
            <a:r>
              <a:rPr lang="sq-AL" sz="2400" u="sng" dirty="0" err="1">
                <a:latin typeface="Times New Roman" panose="02020603050405020304" pitchFamily="18" charset="0"/>
                <a:cs typeface="Times New Roman" panose="02020603050405020304" pitchFamily="18" charset="0"/>
              </a:rPr>
              <a:t>Select</a:t>
            </a:r>
            <a:r>
              <a:rPr lang="sq-AL" sz="2400" u="sng" dirty="0">
                <a:latin typeface="Times New Roman" panose="02020603050405020304" pitchFamily="18" charset="0"/>
                <a:cs typeface="Times New Roman" panose="02020603050405020304" pitchFamily="18" charset="0"/>
              </a:rPr>
              <a:t> All) </a:t>
            </a:r>
            <a:endParaRPr lang="en-US" sz="2400" u="sng" dirty="0">
              <a:latin typeface="Times New Roman" panose="02020603050405020304" pitchFamily="18" charset="0"/>
              <a:cs typeface="Times New Roman" panose="02020603050405020304" pitchFamily="18" charset="0"/>
            </a:endParaRPr>
          </a:p>
          <a:p>
            <a:r>
              <a:rPr lang="en-US" sz="2400" u="sng" dirty="0">
                <a:latin typeface="Times New Roman" panose="02020603050405020304" pitchFamily="18" charset="0"/>
                <a:cs typeface="Times New Roman" panose="02020603050405020304" pitchFamily="18" charset="0"/>
              </a:rPr>
              <a:t>- </a:t>
            </a:r>
            <a:r>
              <a:rPr lang="sq-AL" sz="2400" u="sng" dirty="0" err="1">
                <a:latin typeface="Times New Roman" panose="02020603050405020304" pitchFamily="18" charset="0"/>
                <a:cs typeface="Times New Roman" panose="02020603050405020304" pitchFamily="18" charset="0"/>
              </a:rPr>
              <a:t>Ctrl</a:t>
            </a:r>
            <a:r>
              <a:rPr lang="sq-AL" sz="2400" u="sng" dirty="0">
                <a:latin typeface="Times New Roman" panose="02020603050405020304" pitchFamily="18" charset="0"/>
                <a:cs typeface="Times New Roman" panose="02020603050405020304" pitchFamily="18" charset="0"/>
              </a:rPr>
              <a:t> + </a:t>
            </a:r>
            <a:r>
              <a:rPr lang="sq-AL" sz="2400" u="sng" dirty="0" err="1">
                <a:latin typeface="Times New Roman" panose="02020603050405020304" pitchFamily="18" charset="0"/>
                <a:cs typeface="Times New Roman" panose="02020603050405020304" pitchFamily="18" charset="0"/>
              </a:rPr>
              <a:t>Shift</a:t>
            </a:r>
            <a:r>
              <a:rPr lang="sq-AL" sz="2400" u="sng" dirty="0">
                <a:latin typeface="Times New Roman" panose="02020603050405020304" pitchFamily="18" charset="0"/>
                <a:cs typeface="Times New Roman" panose="02020603050405020304" pitchFamily="18" charset="0"/>
              </a:rPr>
              <a:t> + "+"   </a:t>
            </a:r>
            <a:r>
              <a:rPr lang="en-US" sz="2400" u="sng" dirty="0">
                <a:latin typeface="Times New Roman" panose="02020603050405020304" pitchFamily="18" charset="0"/>
                <a:cs typeface="Times New Roman" panose="02020603050405020304" pitchFamily="18" charset="0"/>
              </a:rPr>
              <a:t>     </a:t>
            </a:r>
            <a:r>
              <a:rPr lang="sq-AL" sz="2400" u="sng" dirty="0">
                <a:latin typeface="Times New Roman" panose="02020603050405020304" pitchFamily="18" charset="0"/>
                <a:cs typeface="Times New Roman" panose="02020603050405020304" pitchFamily="18" charset="0"/>
              </a:rPr>
              <a:t>Shto një rresht/qelizë të re </a:t>
            </a:r>
            <a:endParaRPr lang="en-US" sz="2400" u="sng" dirty="0">
              <a:latin typeface="Times New Roman" panose="02020603050405020304" pitchFamily="18" charset="0"/>
              <a:cs typeface="Times New Roman" panose="02020603050405020304" pitchFamily="18" charset="0"/>
            </a:endParaRPr>
          </a:p>
          <a:p>
            <a:r>
              <a:rPr lang="en-US" sz="2400" u="sng" dirty="0">
                <a:latin typeface="Times New Roman" panose="02020603050405020304" pitchFamily="18" charset="0"/>
                <a:cs typeface="Times New Roman" panose="02020603050405020304" pitchFamily="18" charset="0"/>
              </a:rPr>
              <a:t>- </a:t>
            </a:r>
            <a:r>
              <a:rPr lang="sq-AL" sz="2400" u="sng" dirty="0">
                <a:latin typeface="Times New Roman" panose="02020603050405020304" pitchFamily="18" charset="0"/>
                <a:cs typeface="Times New Roman" panose="02020603050405020304" pitchFamily="18" charset="0"/>
              </a:rPr>
              <a:t> </a:t>
            </a:r>
            <a:r>
              <a:rPr lang="sq-AL" sz="2400" u="sng" dirty="0" err="1">
                <a:latin typeface="Times New Roman" panose="02020603050405020304" pitchFamily="18" charset="0"/>
                <a:cs typeface="Times New Roman" panose="02020603050405020304" pitchFamily="18" charset="0"/>
              </a:rPr>
              <a:t>Ctrl</a:t>
            </a:r>
            <a:r>
              <a:rPr lang="sq-AL" sz="2400" u="sng" dirty="0">
                <a:latin typeface="Times New Roman" panose="02020603050405020304" pitchFamily="18" charset="0"/>
                <a:cs typeface="Times New Roman" panose="02020603050405020304" pitchFamily="18" charset="0"/>
              </a:rPr>
              <a:t> + "-"            </a:t>
            </a:r>
            <a:r>
              <a:rPr lang="en-US" sz="2400" u="sng" dirty="0">
                <a:latin typeface="Times New Roman" panose="02020603050405020304" pitchFamily="18" charset="0"/>
                <a:cs typeface="Times New Roman" panose="02020603050405020304" pitchFamily="18" charset="0"/>
              </a:rPr>
              <a:t>        </a:t>
            </a:r>
            <a:r>
              <a:rPr lang="sq-AL" sz="2400" u="sng" dirty="0">
                <a:latin typeface="Times New Roman" panose="02020603050405020304" pitchFamily="18" charset="0"/>
                <a:cs typeface="Times New Roman" panose="02020603050405020304" pitchFamily="18" charset="0"/>
              </a:rPr>
              <a:t>Hiq një rresht/qelizë</a:t>
            </a:r>
            <a:endParaRPr lang="en-US" sz="2400" u="sng" dirty="0">
              <a:latin typeface="Times New Roman" panose="02020603050405020304" pitchFamily="18" charset="0"/>
              <a:cs typeface="Times New Roman" panose="02020603050405020304" pitchFamily="18" charset="0"/>
            </a:endParaRPr>
          </a:p>
          <a:p>
            <a:r>
              <a:rPr lang="en-US" sz="2400" u="sng" dirty="0">
                <a:latin typeface="Times New Roman" panose="02020603050405020304" pitchFamily="18" charset="0"/>
                <a:cs typeface="Times New Roman" panose="02020603050405020304" pitchFamily="18" charset="0"/>
              </a:rPr>
              <a:t>- </a:t>
            </a:r>
            <a:r>
              <a:rPr lang="sq-AL" sz="2400" u="sng" dirty="0" err="1">
                <a:latin typeface="Times New Roman" panose="02020603050405020304" pitchFamily="18" charset="0"/>
                <a:cs typeface="Times New Roman" panose="02020603050405020304" pitchFamily="18" charset="0"/>
              </a:rPr>
              <a:t>Ctrl</a:t>
            </a:r>
            <a:r>
              <a:rPr lang="sq-AL" sz="2400" u="sng" dirty="0">
                <a:latin typeface="Times New Roman" panose="02020603050405020304" pitchFamily="18" charset="0"/>
                <a:cs typeface="Times New Roman" panose="02020603050405020304" pitchFamily="18" charset="0"/>
              </a:rPr>
              <a:t> + 1              </a:t>
            </a:r>
            <a:r>
              <a:rPr lang="en-US" sz="2400" u="sng" dirty="0">
                <a:latin typeface="Times New Roman" panose="02020603050405020304" pitchFamily="18" charset="0"/>
                <a:cs typeface="Times New Roman" panose="02020603050405020304" pitchFamily="18" charset="0"/>
              </a:rPr>
              <a:t>         </a:t>
            </a:r>
            <a:r>
              <a:rPr lang="sq-AL" sz="2400" u="sng" dirty="0">
                <a:latin typeface="Times New Roman" panose="02020603050405020304" pitchFamily="18" charset="0"/>
                <a:cs typeface="Times New Roman" panose="02020603050405020304" pitchFamily="18" charset="0"/>
              </a:rPr>
              <a:t>Formatimi i qelizës (Format </a:t>
            </a:r>
            <a:r>
              <a:rPr lang="sq-AL" sz="2400" u="sng" dirty="0" err="1">
                <a:latin typeface="Times New Roman" panose="02020603050405020304" pitchFamily="18" charset="0"/>
                <a:cs typeface="Times New Roman" panose="02020603050405020304" pitchFamily="18" charset="0"/>
              </a:rPr>
              <a:t>Cells</a:t>
            </a:r>
            <a:r>
              <a:rPr lang="sq-AL" sz="2400" u="sng" dirty="0">
                <a:latin typeface="Times New Roman" panose="02020603050405020304" pitchFamily="18" charset="0"/>
                <a:cs typeface="Times New Roman" panose="02020603050405020304" pitchFamily="18" charset="0"/>
              </a:rPr>
              <a:t>) </a:t>
            </a:r>
            <a:endParaRPr lang="en-US" sz="2400" u="sng" dirty="0">
              <a:latin typeface="Times New Roman" panose="02020603050405020304" pitchFamily="18" charset="0"/>
              <a:cs typeface="Times New Roman" panose="02020603050405020304" pitchFamily="18" charset="0"/>
            </a:endParaRPr>
          </a:p>
          <a:p>
            <a:r>
              <a:rPr lang="en-US" sz="2400" u="sng" dirty="0">
                <a:latin typeface="Times New Roman" panose="02020603050405020304" pitchFamily="18" charset="0"/>
                <a:cs typeface="Times New Roman" panose="02020603050405020304" pitchFamily="18" charset="0"/>
              </a:rPr>
              <a:t>- </a:t>
            </a:r>
            <a:r>
              <a:rPr lang="sq-AL" sz="2400" u="sng" dirty="0" err="1">
                <a:latin typeface="Times New Roman" panose="02020603050405020304" pitchFamily="18" charset="0"/>
                <a:cs typeface="Times New Roman" panose="02020603050405020304" pitchFamily="18" charset="0"/>
              </a:rPr>
              <a:t>Ctrl</a:t>
            </a:r>
            <a:r>
              <a:rPr lang="sq-AL" sz="2400" u="sng" dirty="0">
                <a:latin typeface="Times New Roman" panose="02020603050405020304" pitchFamily="18" charset="0"/>
                <a:cs typeface="Times New Roman" panose="02020603050405020304" pitchFamily="18" charset="0"/>
              </a:rPr>
              <a:t> + </a:t>
            </a:r>
            <a:r>
              <a:rPr lang="sq-AL" sz="2400" u="sng" dirty="0" err="1">
                <a:latin typeface="Times New Roman" panose="02020603050405020304" pitchFamily="18" charset="0"/>
                <a:cs typeface="Times New Roman" panose="02020603050405020304" pitchFamily="18" charset="0"/>
              </a:rPr>
              <a:t>Space</a:t>
            </a:r>
            <a:r>
              <a:rPr lang="sq-AL" sz="2400" u="sng" dirty="0">
                <a:latin typeface="Times New Roman" panose="02020603050405020304" pitchFamily="18" charset="0"/>
                <a:cs typeface="Times New Roman" panose="02020603050405020304" pitchFamily="18" charset="0"/>
              </a:rPr>
              <a:t>          </a:t>
            </a:r>
            <a:r>
              <a:rPr lang="en-US" sz="2400" u="sng" dirty="0">
                <a:latin typeface="Times New Roman" panose="02020603050405020304" pitchFamily="18" charset="0"/>
                <a:cs typeface="Times New Roman" panose="02020603050405020304" pitchFamily="18" charset="0"/>
              </a:rPr>
              <a:t>     </a:t>
            </a:r>
            <a:r>
              <a:rPr lang="sq-AL" sz="2400" u="sng" dirty="0">
                <a:latin typeface="Times New Roman" panose="02020603050405020304" pitchFamily="18" charset="0"/>
                <a:cs typeface="Times New Roman" panose="02020603050405020304" pitchFamily="18" charset="0"/>
              </a:rPr>
              <a:t>Zgjidh kolonën</a:t>
            </a:r>
            <a:endParaRPr lang="en-US" sz="2400" u="sng" dirty="0">
              <a:latin typeface="Times New Roman" panose="02020603050405020304" pitchFamily="18" charset="0"/>
              <a:cs typeface="Times New Roman" panose="02020603050405020304" pitchFamily="18" charset="0"/>
            </a:endParaRPr>
          </a:p>
          <a:p>
            <a:r>
              <a:rPr lang="en-US" sz="2400" u="sng" dirty="0">
                <a:latin typeface="Times New Roman" panose="02020603050405020304" pitchFamily="18" charset="0"/>
                <a:cs typeface="Times New Roman" panose="02020603050405020304" pitchFamily="18" charset="0"/>
              </a:rPr>
              <a:t>- </a:t>
            </a:r>
            <a:r>
              <a:rPr lang="sq-AL" sz="2400" u="sng" dirty="0" err="1">
                <a:latin typeface="Times New Roman" panose="02020603050405020304" pitchFamily="18" charset="0"/>
                <a:cs typeface="Times New Roman" panose="02020603050405020304" pitchFamily="18" charset="0"/>
              </a:rPr>
              <a:t>Shift</a:t>
            </a:r>
            <a:r>
              <a:rPr lang="sq-AL" sz="2400" u="sng" dirty="0">
                <a:latin typeface="Times New Roman" panose="02020603050405020304" pitchFamily="18" charset="0"/>
                <a:cs typeface="Times New Roman" panose="02020603050405020304" pitchFamily="18" charset="0"/>
              </a:rPr>
              <a:t> + </a:t>
            </a:r>
            <a:r>
              <a:rPr lang="sq-AL" sz="2400" u="sng" dirty="0" err="1">
                <a:latin typeface="Times New Roman" panose="02020603050405020304" pitchFamily="18" charset="0"/>
                <a:cs typeface="Times New Roman" panose="02020603050405020304" pitchFamily="18" charset="0"/>
              </a:rPr>
              <a:t>Space</a:t>
            </a:r>
            <a:r>
              <a:rPr lang="sq-AL" sz="2400" u="sng" dirty="0">
                <a:latin typeface="Times New Roman" panose="02020603050405020304" pitchFamily="18" charset="0"/>
                <a:cs typeface="Times New Roman" panose="02020603050405020304" pitchFamily="18" charset="0"/>
              </a:rPr>
              <a:t>         </a:t>
            </a:r>
            <a:r>
              <a:rPr lang="en-US" sz="2400" u="sng" dirty="0">
                <a:latin typeface="Times New Roman" panose="02020603050405020304" pitchFamily="18" charset="0"/>
                <a:cs typeface="Times New Roman" panose="02020603050405020304" pitchFamily="18" charset="0"/>
              </a:rPr>
              <a:t>    </a:t>
            </a:r>
            <a:r>
              <a:rPr lang="sq-AL" sz="2400" u="sng" dirty="0">
                <a:latin typeface="Times New Roman" panose="02020603050405020304" pitchFamily="18" charset="0"/>
                <a:cs typeface="Times New Roman" panose="02020603050405020304" pitchFamily="18" charset="0"/>
              </a:rPr>
              <a:t>Zgjidh rreshtin</a:t>
            </a:r>
            <a:endParaRPr lang="en-US" sz="2400" u="sng" dirty="0">
              <a:latin typeface="Times New Roman" panose="02020603050405020304" pitchFamily="18" charset="0"/>
              <a:cs typeface="Times New Roman" panose="02020603050405020304" pitchFamily="18" charset="0"/>
            </a:endParaRPr>
          </a:p>
          <a:p>
            <a:r>
              <a:rPr lang="en-US" sz="2400" u="sng" dirty="0">
                <a:latin typeface="Times New Roman" panose="02020603050405020304" pitchFamily="18" charset="0"/>
                <a:cs typeface="Times New Roman" panose="02020603050405020304" pitchFamily="18" charset="0"/>
              </a:rPr>
              <a:t>- </a:t>
            </a:r>
            <a:r>
              <a:rPr lang="sq-AL" sz="2400" u="sng" dirty="0">
                <a:latin typeface="Times New Roman" panose="02020603050405020304" pitchFamily="18" charset="0"/>
                <a:cs typeface="Times New Roman" panose="02020603050405020304" pitchFamily="18" charset="0"/>
              </a:rPr>
              <a:t> </a:t>
            </a:r>
            <a:r>
              <a:rPr lang="sq-AL" sz="2400" u="sng" dirty="0" err="1">
                <a:latin typeface="Times New Roman" panose="02020603050405020304" pitchFamily="18" charset="0"/>
                <a:cs typeface="Times New Roman" panose="02020603050405020304" pitchFamily="18" charset="0"/>
              </a:rPr>
              <a:t>Ctrl</a:t>
            </a:r>
            <a:r>
              <a:rPr lang="sq-AL" sz="2400" u="sng" dirty="0">
                <a:latin typeface="Times New Roman" panose="02020603050405020304" pitchFamily="18" charset="0"/>
                <a:cs typeface="Times New Roman" panose="02020603050405020304" pitchFamily="18" charset="0"/>
              </a:rPr>
              <a:t> + P              </a:t>
            </a:r>
            <a:r>
              <a:rPr lang="en-US" sz="2400" u="sng" dirty="0">
                <a:latin typeface="Times New Roman" panose="02020603050405020304" pitchFamily="18" charset="0"/>
                <a:cs typeface="Times New Roman" panose="02020603050405020304" pitchFamily="18" charset="0"/>
              </a:rPr>
              <a:t>       </a:t>
            </a:r>
            <a:r>
              <a:rPr lang="sq-AL" sz="2400" u="sng" dirty="0">
                <a:latin typeface="Times New Roman" panose="02020603050405020304" pitchFamily="18" charset="0"/>
                <a:cs typeface="Times New Roman" panose="02020603050405020304" pitchFamily="18" charset="0"/>
              </a:rPr>
              <a:t>Printo (</a:t>
            </a:r>
            <a:r>
              <a:rPr lang="sq-AL" sz="2400" u="sng" dirty="0" err="1">
                <a:latin typeface="Times New Roman" panose="02020603050405020304" pitchFamily="18" charset="0"/>
                <a:cs typeface="Times New Roman" panose="02020603050405020304" pitchFamily="18" charset="0"/>
              </a:rPr>
              <a:t>Print</a:t>
            </a:r>
            <a:r>
              <a:rPr lang="sq-AL" sz="2400" u="sng" dirty="0">
                <a:latin typeface="Times New Roman" panose="02020603050405020304" pitchFamily="18" charset="0"/>
                <a:cs typeface="Times New Roman" panose="02020603050405020304" pitchFamily="18" charset="0"/>
              </a:rPr>
              <a:t>)</a:t>
            </a:r>
            <a:endParaRPr sz="2400" u="sng" dirty="0">
              <a:latin typeface="Times New Roman" panose="02020603050405020304" pitchFamily="18" charset="0"/>
              <a:cs typeface="Times New Roman" panose="02020603050405020304" pitchFamily="18" charset="0"/>
            </a:endParaRPr>
          </a:p>
          <a:p>
            <a:r>
              <a:rPr sz="2400" u="sng" dirty="0">
                <a:latin typeface="Times New Roman" panose="02020603050405020304" pitchFamily="18" charset="0"/>
                <a:cs typeface="Times New Roman" panose="02020603050405020304" pitchFamily="18" charset="0"/>
              </a:rPr>
              <a:t>- Alt + H + O + I: </a:t>
            </a:r>
            <a:r>
              <a:rPr lang="en-US" sz="2400" u="sng" dirty="0">
                <a:latin typeface="Times New Roman" panose="02020603050405020304" pitchFamily="18" charset="0"/>
                <a:cs typeface="Times New Roman" panose="02020603050405020304" pitchFamily="18" charset="0"/>
              </a:rPr>
              <a:t>       </a:t>
            </a:r>
            <a:r>
              <a:rPr sz="2400" u="sng" dirty="0" err="1">
                <a:latin typeface="Times New Roman" panose="02020603050405020304" pitchFamily="18" charset="0"/>
                <a:cs typeface="Times New Roman" panose="02020603050405020304" pitchFamily="18" charset="0"/>
              </a:rPr>
              <a:t>Zgjerimi</a:t>
            </a:r>
            <a:r>
              <a:rPr sz="2400" u="sng" dirty="0">
                <a:latin typeface="Times New Roman" panose="02020603050405020304" pitchFamily="18" charset="0"/>
                <a:cs typeface="Times New Roman" panose="02020603050405020304" pitchFamily="18" charset="0"/>
              </a:rPr>
              <a:t> </a:t>
            </a:r>
            <a:r>
              <a:rPr sz="2400" u="sng" dirty="0" err="1">
                <a:latin typeface="Times New Roman" panose="02020603050405020304" pitchFamily="18" charset="0"/>
                <a:cs typeface="Times New Roman" panose="02020603050405020304" pitchFamily="18" charset="0"/>
              </a:rPr>
              <a:t>i</a:t>
            </a:r>
            <a:r>
              <a:rPr sz="2400" u="sng" dirty="0">
                <a:latin typeface="Times New Roman" panose="02020603050405020304" pitchFamily="18" charset="0"/>
                <a:cs typeface="Times New Roman" panose="02020603050405020304" pitchFamily="18" charset="0"/>
              </a:rPr>
              <a:t> </a:t>
            </a:r>
            <a:r>
              <a:rPr sz="2400" u="sng" dirty="0" err="1">
                <a:latin typeface="Times New Roman" panose="02020603050405020304" pitchFamily="18" charset="0"/>
                <a:cs typeface="Times New Roman" panose="02020603050405020304" pitchFamily="18" charset="0"/>
              </a:rPr>
              <a:t>kolonave</a:t>
            </a:r>
            <a:r>
              <a:rPr sz="2400" u="sng" dirty="0">
                <a:latin typeface="Times New Roman" panose="02020603050405020304" pitchFamily="18" charset="0"/>
                <a:cs typeface="Times New Roman" panose="02020603050405020304" pitchFamily="18" charset="0"/>
              </a:rPr>
              <a:t> </a:t>
            </a:r>
            <a:r>
              <a:rPr sz="2400" u="sng" dirty="0" err="1">
                <a:latin typeface="Times New Roman" panose="02020603050405020304" pitchFamily="18" charset="0"/>
                <a:cs typeface="Times New Roman" panose="02020603050405020304" pitchFamily="18" charset="0"/>
              </a:rPr>
              <a:t>automatikisht</a:t>
            </a:r>
            <a:r>
              <a:rPr sz="2400" u="sng"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990" y="288306"/>
            <a:ext cx="9719787" cy="640842"/>
          </a:xfrm>
        </p:spPr>
        <p:txBody>
          <a:bodyPr>
            <a:normAutofit/>
          </a:bodyPr>
          <a:lstStyle/>
          <a:p>
            <a:r>
              <a:rPr sz="3600" dirty="0" err="1">
                <a:latin typeface="Times New Roman" panose="02020603050405020304" pitchFamily="18" charset="0"/>
                <a:cs typeface="Times New Roman" panose="02020603050405020304" pitchFamily="18" charset="0"/>
              </a:rPr>
              <a:t>Validimi</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i</a:t>
            </a:r>
            <a:r>
              <a:rPr sz="3600" dirty="0">
                <a:latin typeface="Times New Roman" panose="02020603050405020304" pitchFamily="18" charset="0"/>
                <a:cs typeface="Times New Roman" panose="02020603050405020304" pitchFamily="18" charset="0"/>
              </a:rPr>
              <a:t> të </a:t>
            </a:r>
            <a:r>
              <a:rPr sz="3600" dirty="0" err="1">
                <a:latin typeface="Times New Roman" panose="02020603050405020304" pitchFamily="18" charset="0"/>
                <a:cs typeface="Times New Roman" panose="02020603050405020304" pitchFamily="18" charset="0"/>
              </a:rPr>
              <a:t>Dhënave</a:t>
            </a:r>
            <a:endParaRPr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9990" y="986670"/>
            <a:ext cx="9719787" cy="1491060"/>
          </a:xfrm>
        </p:spPr>
        <p:txBody>
          <a:bodyPr>
            <a:normAutofit/>
          </a:bodyPr>
          <a:lstStyle/>
          <a:p>
            <a:r>
              <a:rPr sz="2400"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Përdorni</a:t>
            </a:r>
            <a:r>
              <a:rPr sz="2400" dirty="0">
                <a:latin typeface="Times New Roman" panose="02020603050405020304" pitchFamily="18" charset="0"/>
                <a:cs typeface="Times New Roman" panose="02020603050405020304" pitchFamily="18" charset="0"/>
              </a:rPr>
              <a:t> Data Validation </a:t>
            </a:r>
            <a:r>
              <a:rPr sz="2400" dirty="0" err="1">
                <a:latin typeface="Times New Roman" panose="02020603050405020304" pitchFamily="18" charset="0"/>
                <a:cs typeface="Times New Roman" panose="02020603050405020304" pitchFamily="18" charset="0"/>
              </a:rPr>
              <a:t>për</a:t>
            </a:r>
            <a:r>
              <a:rPr sz="2400" dirty="0">
                <a:latin typeface="Times New Roman" panose="02020603050405020304" pitchFamily="18" charset="0"/>
                <a:cs typeface="Times New Roman" panose="02020603050405020304" pitchFamily="18" charset="0"/>
              </a:rPr>
              <a:t> të </a:t>
            </a:r>
            <a:r>
              <a:rPr sz="2400" dirty="0" err="1">
                <a:latin typeface="Times New Roman" panose="02020603050405020304" pitchFamily="18" charset="0"/>
                <a:cs typeface="Times New Roman" panose="02020603050405020304" pitchFamily="18" charset="0"/>
              </a:rPr>
              <a:t>kufizuar</a:t>
            </a:r>
            <a:r>
              <a:rPr sz="2400" dirty="0">
                <a:latin typeface="Times New Roman" panose="02020603050405020304" pitchFamily="18" charset="0"/>
                <a:cs typeface="Times New Roman" panose="02020603050405020304" pitchFamily="18" charset="0"/>
              </a:rPr>
              <a:t> të </a:t>
            </a:r>
            <a:r>
              <a:rPr sz="2400" dirty="0" err="1">
                <a:latin typeface="Times New Roman" panose="02020603050405020304" pitchFamily="18" charset="0"/>
                <a:cs typeface="Times New Roman" panose="02020603050405020304" pitchFamily="18" charset="0"/>
              </a:rPr>
              <a:t>dhënat</a:t>
            </a:r>
            <a:r>
              <a:rPr sz="2400"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që</a:t>
            </a:r>
            <a:r>
              <a:rPr sz="2400"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mund</a:t>
            </a:r>
            <a:r>
              <a:rPr sz="2400" dirty="0">
                <a:latin typeface="Times New Roman" panose="02020603050405020304" pitchFamily="18" charset="0"/>
                <a:cs typeface="Times New Roman" panose="02020603050405020304" pitchFamily="18" charset="0"/>
              </a:rPr>
              <a:t> të </a:t>
            </a:r>
            <a:r>
              <a:rPr sz="2400" dirty="0" err="1">
                <a:latin typeface="Times New Roman" panose="02020603050405020304" pitchFamily="18" charset="0"/>
                <a:cs typeface="Times New Roman" panose="02020603050405020304" pitchFamily="18" charset="0"/>
              </a:rPr>
              <a:t>futen</a:t>
            </a:r>
            <a:r>
              <a:rPr sz="2400" dirty="0">
                <a:latin typeface="Times New Roman" panose="02020603050405020304" pitchFamily="18" charset="0"/>
                <a:cs typeface="Times New Roman" panose="02020603050405020304" pitchFamily="18" charset="0"/>
              </a:rPr>
              <a:t>.</a:t>
            </a:r>
          </a:p>
          <a:p>
            <a:r>
              <a:rPr sz="2400"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Krijoni</a:t>
            </a:r>
            <a:r>
              <a:rPr sz="2400"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lista</a:t>
            </a:r>
            <a:r>
              <a:rPr sz="2400"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rënëse</a:t>
            </a:r>
            <a:r>
              <a:rPr sz="2400" dirty="0">
                <a:latin typeface="Times New Roman" panose="02020603050405020304" pitchFamily="18" charset="0"/>
                <a:cs typeface="Times New Roman" panose="02020603050405020304" pitchFamily="18" charset="0"/>
              </a:rPr>
              <a:t> (Dropdown Lists).</a:t>
            </a:r>
          </a:p>
          <a:p>
            <a:r>
              <a:rPr sz="2400"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Kufizoni</a:t>
            </a:r>
            <a:r>
              <a:rPr sz="2400" dirty="0">
                <a:latin typeface="Times New Roman" panose="02020603050405020304" pitchFamily="18" charset="0"/>
                <a:cs typeface="Times New Roman" panose="02020603050405020304" pitchFamily="18" charset="0"/>
              </a:rPr>
              <a:t> të </a:t>
            </a:r>
            <a:r>
              <a:rPr sz="2400" dirty="0" err="1">
                <a:latin typeface="Times New Roman" panose="02020603050405020304" pitchFamily="18" charset="0"/>
                <a:cs typeface="Times New Roman" panose="02020603050405020304" pitchFamily="18" charset="0"/>
              </a:rPr>
              <a:t>dhënat</a:t>
            </a:r>
            <a:r>
              <a:rPr sz="2400" dirty="0">
                <a:latin typeface="Times New Roman" panose="02020603050405020304" pitchFamily="18" charset="0"/>
                <a:cs typeface="Times New Roman" panose="02020603050405020304" pitchFamily="18" charset="0"/>
              </a:rPr>
              <a:t> me </a:t>
            </a:r>
            <a:r>
              <a:rPr sz="2400" dirty="0" err="1">
                <a:latin typeface="Times New Roman" panose="02020603050405020304" pitchFamily="18" charset="0"/>
                <a:cs typeface="Times New Roman" panose="02020603050405020304" pitchFamily="18" charset="0"/>
              </a:rPr>
              <a:t>kritere</a:t>
            </a:r>
            <a:r>
              <a:rPr sz="2400" dirty="0">
                <a:latin typeface="Times New Roman" panose="02020603050405020304" pitchFamily="18" charset="0"/>
                <a:cs typeface="Times New Roman" panose="02020603050405020304" pitchFamily="18" charset="0"/>
              </a:rPr>
              <a:t> (p.sh., </a:t>
            </a:r>
            <a:r>
              <a:rPr sz="2400" dirty="0" err="1">
                <a:latin typeface="Times New Roman" panose="02020603050405020304" pitchFamily="18" charset="0"/>
                <a:cs typeface="Times New Roman" panose="02020603050405020304" pitchFamily="18" charset="0"/>
              </a:rPr>
              <a:t>vetëm</a:t>
            </a:r>
            <a:r>
              <a:rPr sz="2400" dirty="0">
                <a:latin typeface="Times New Roman" panose="02020603050405020304" pitchFamily="18" charset="0"/>
                <a:cs typeface="Times New Roman" panose="02020603050405020304" pitchFamily="18" charset="0"/>
              </a:rPr>
              <a:t> </a:t>
            </a:r>
            <a:r>
              <a:rPr sz="2400" dirty="0" err="1">
                <a:latin typeface="Times New Roman" panose="02020603050405020304" pitchFamily="18" charset="0"/>
                <a:cs typeface="Times New Roman" panose="02020603050405020304" pitchFamily="18" charset="0"/>
              </a:rPr>
              <a:t>numra</a:t>
            </a:r>
            <a:r>
              <a:rPr sz="2400"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9A5D912B-7DCC-4ACE-98DF-C0BE7F396B06}"/>
              </a:ext>
            </a:extLst>
          </p:cNvPr>
          <p:cNvPicPr>
            <a:picLocks noChangeAspect="1"/>
          </p:cNvPicPr>
          <p:nvPr/>
        </p:nvPicPr>
        <p:blipFill>
          <a:blip r:embed="rId2"/>
          <a:stretch>
            <a:fillRect/>
          </a:stretch>
        </p:blipFill>
        <p:spPr>
          <a:xfrm>
            <a:off x="3111114" y="3921354"/>
            <a:ext cx="5349493" cy="3069381"/>
          </a:xfrm>
          <a:prstGeom prst="rect">
            <a:avLst/>
          </a:prstGeom>
        </p:spPr>
      </p:pic>
      <p:sp>
        <p:nvSpPr>
          <p:cNvPr id="7" name="TextBox 6">
            <a:extLst>
              <a:ext uri="{FF2B5EF4-FFF2-40B4-BE49-F238E27FC236}">
                <a16:creationId xmlns:a16="http://schemas.microsoft.com/office/drawing/2014/main" id="{4FA38124-027E-41D2-AAD2-AC8D4CD3E6B6}"/>
              </a:ext>
            </a:extLst>
          </p:cNvPr>
          <p:cNvSpPr txBox="1"/>
          <p:nvPr/>
        </p:nvSpPr>
        <p:spPr>
          <a:xfrm>
            <a:off x="539989" y="2374145"/>
            <a:ext cx="9719788" cy="1646413"/>
          </a:xfrm>
          <a:prstGeom prst="rect">
            <a:avLst/>
          </a:prstGeom>
          <a:noFill/>
        </p:spPr>
        <p:txBody>
          <a:bodyPr wrap="square">
            <a:spAutoFit/>
          </a:bodyPr>
          <a:lstStyle/>
          <a:p>
            <a:pPr>
              <a:lnSpc>
                <a:spcPct val="107000"/>
              </a:lnSpc>
              <a:spcAft>
                <a:spcPts val="800"/>
              </a:spcAft>
            </a:pPr>
            <a:r>
              <a:rPr lang="sq-XK" sz="2400" b="1" kern="0" dirty="0">
                <a:effectLst/>
                <a:latin typeface="Times New Roman" panose="02020603050405020304" pitchFamily="18" charset="0"/>
                <a:ea typeface="Times New Roman" panose="02020603050405020304" pitchFamily="18" charset="0"/>
                <a:cs typeface="Times New Roman" panose="02020603050405020304" pitchFamily="18" charset="0"/>
              </a:rPr>
              <a:t>Data </a:t>
            </a:r>
            <a:r>
              <a:rPr lang="sq-XK"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Validation</a:t>
            </a: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 në Excel është një funksion që ndihmon për të kufizuar llojin e të dhënave që përdoruesit mund të fusin në qeliza. Ky mjet është i dobishëm për mësimdhënësit për të organizuar të dhënat e nxënësve ose për të krijuar tabela që minimizojnë gabimet.</a:t>
            </a:r>
            <a:endParaRPr lang="sq-XK" sz="2400" kern="100" dirty="0">
              <a:effectLst/>
              <a:latin typeface="Times New Roman" panose="02020603050405020304" pitchFamily="18" charset="0"/>
              <a:ea typeface="Aptos"/>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2216FE-1C87-44C3-9BFC-1D8A507E8E99}"/>
              </a:ext>
            </a:extLst>
          </p:cNvPr>
          <p:cNvSpPr txBox="1"/>
          <p:nvPr/>
        </p:nvSpPr>
        <p:spPr>
          <a:xfrm>
            <a:off x="726614" y="204968"/>
            <a:ext cx="9851923" cy="6546857"/>
          </a:xfrm>
          <a:prstGeom prst="rect">
            <a:avLst/>
          </a:prstGeom>
          <a:noFill/>
        </p:spPr>
        <p:txBody>
          <a:bodyPr wrap="square">
            <a:spAutoFit/>
          </a:bodyPr>
          <a:lstStyle/>
          <a:p>
            <a:pPr>
              <a:lnSpc>
                <a:spcPct val="107000"/>
              </a:lnSpc>
              <a:spcAft>
                <a:spcPts val="800"/>
              </a:spcAft>
            </a:pP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Përdorimi i Data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Validation</a:t>
            </a: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në Excel për Mësimdhënësit</a:t>
            </a:r>
            <a:endParaRPr lang="sq-XK" sz="18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Shembulli: Kontrollimi i Notave të Nxënësve</a:t>
            </a:r>
            <a:endParaRPr lang="sq-XK" sz="18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Hapat për të zbatuar Data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Validation</a:t>
            </a: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1800" kern="100" dirty="0">
              <a:effectLst/>
              <a:latin typeface="Times New Roman" panose="02020603050405020304" pitchFamily="18" charset="0"/>
              <a:ea typeface="Aptos"/>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Zgjedhja e qelizave ku do të kufizohen të dhënat</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1800" kern="100" dirty="0">
              <a:effectLst/>
              <a:latin typeface="Times New Roman" panose="02020603050405020304" pitchFamily="18" charset="0"/>
              <a:ea typeface="Aptos"/>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Aplikimi i Data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Validation</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1800" kern="100" dirty="0">
              <a:effectLst/>
              <a:latin typeface="Times New Roman" panose="02020603050405020304" pitchFamily="18" charset="0"/>
              <a:ea typeface="Aptos"/>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Shkoni te </a:t>
            </a: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Data</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 në menynë kryesore.</a:t>
            </a:r>
            <a:endParaRPr lang="sq-XK" sz="1800" kern="100" dirty="0">
              <a:effectLst/>
              <a:latin typeface="Times New Roman" panose="02020603050405020304" pitchFamily="18" charset="0"/>
              <a:ea typeface="Aptos"/>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Klikoni mbi </a:t>
            </a: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Data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Validation</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 nga seksioni </a:t>
            </a: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Data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Tools</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1800" kern="100" dirty="0">
              <a:effectLst/>
              <a:latin typeface="Times New Roman" panose="02020603050405020304" pitchFamily="18" charset="0"/>
              <a:ea typeface="Aptos"/>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Në dritaren që hapet, zgjidhni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Settings</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sq-XK" sz="1800" kern="100" dirty="0">
              <a:effectLst/>
              <a:latin typeface="Times New Roman" panose="02020603050405020304" pitchFamily="18" charset="0"/>
              <a:ea typeface="Aptos"/>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Te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Allow</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 zgjidhni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Whole</a:t>
            </a: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Number</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1800" kern="100" dirty="0">
              <a:effectLst/>
              <a:latin typeface="Times New Roman" panose="02020603050405020304" pitchFamily="18" charset="0"/>
              <a:ea typeface="Aptos"/>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Te </a:t>
            </a: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Data</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 zgjidhni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between</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1800" kern="100" dirty="0">
              <a:effectLst/>
              <a:latin typeface="Times New Roman" panose="02020603050405020304" pitchFamily="18" charset="0"/>
              <a:ea typeface="Aptos"/>
              <a:cs typeface="Times New Roman" panose="02020603050405020304" pitchFamily="18" charset="0"/>
            </a:endParaRPr>
          </a:p>
          <a:p>
            <a:pPr marL="1143000" lvl="2" indent="-228600">
              <a:lnSpc>
                <a:spcPct val="107000"/>
              </a:lnSpc>
              <a:spcAft>
                <a:spcPts val="800"/>
              </a:spcAft>
              <a:buSzPts val="1000"/>
              <a:buFont typeface="Wingdings" panose="05000000000000000000" pitchFamily="2" charset="2"/>
              <a:buChar char=""/>
              <a:tabLst>
                <a:tab pos="1371600" algn="l"/>
              </a:tabLst>
            </a:pP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Vendosni </a:t>
            </a: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Minimum = 1</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 dhe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Maximum</a:t>
            </a: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sq-AL" sz="1800" b="1" kern="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1800" kern="100" dirty="0">
              <a:effectLst/>
              <a:latin typeface="Times New Roman" panose="02020603050405020304" pitchFamily="18" charset="0"/>
              <a:ea typeface="Aptos"/>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Shtimi i një mesazhi ndihmës</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1800" kern="100" dirty="0">
              <a:effectLst/>
              <a:latin typeface="Times New Roman" panose="02020603050405020304" pitchFamily="18" charset="0"/>
              <a:ea typeface="Aptos"/>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Kaloni te skeda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Input</a:t>
            </a: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Message</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 dhe shkruani një mesazh si:</a:t>
            </a:r>
            <a:b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sq-XK" sz="1800" i="1" kern="0" dirty="0">
                <a:effectLst/>
                <a:latin typeface="Times New Roman" panose="02020603050405020304" pitchFamily="18" charset="0"/>
                <a:ea typeface="Times New Roman" panose="02020603050405020304" pitchFamily="18" charset="0"/>
                <a:cs typeface="Times New Roman" panose="02020603050405020304" pitchFamily="18" charset="0"/>
              </a:rPr>
              <a:t>"Ju lutemi, shkruani një notë midis 1 dhe </a:t>
            </a:r>
            <a:r>
              <a:rPr lang="sq-AL" sz="1800" i="1" kern="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sq-XK" sz="1800" i="1"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1800" kern="100" dirty="0">
              <a:effectLst/>
              <a:latin typeface="Times New Roman" panose="02020603050405020304" pitchFamily="18" charset="0"/>
              <a:ea typeface="Aptos"/>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Vendosja e një mesazhi gabimi</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1800" kern="100" dirty="0">
              <a:effectLst/>
              <a:latin typeface="Times New Roman" panose="02020603050405020304" pitchFamily="18" charset="0"/>
              <a:ea typeface="Aptos"/>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Kaloni te skeda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Error</a:t>
            </a:r>
            <a:r>
              <a:rPr lang="sq-XK"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sq-XK"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Alert</a:t>
            </a:r>
            <a: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t> dhe shtoni një mesazh si:</a:t>
            </a:r>
            <a:br>
              <a:rPr lang="sq-XK"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sq-XK" sz="1800" i="1" kern="0" dirty="0">
                <a:effectLst/>
                <a:latin typeface="Times New Roman" panose="02020603050405020304" pitchFamily="18" charset="0"/>
                <a:ea typeface="Times New Roman" panose="02020603050405020304" pitchFamily="18" charset="0"/>
                <a:cs typeface="Times New Roman" panose="02020603050405020304" pitchFamily="18" charset="0"/>
              </a:rPr>
              <a:t>"Nota e futur duhet të jetë një numër midis 1 dhe </a:t>
            </a:r>
            <a:r>
              <a:rPr lang="sq-AL" sz="1800" i="1" kern="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sq-XK" sz="1800" i="1"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1800" kern="100" dirty="0">
              <a:effectLst/>
              <a:latin typeface="Times New Roman" panose="02020603050405020304" pitchFamily="18" charset="0"/>
              <a:ea typeface="Aptos"/>
              <a:cs typeface="Times New Roman" panose="02020603050405020304" pitchFamily="18" charset="0"/>
            </a:endParaRPr>
          </a:p>
        </p:txBody>
      </p:sp>
    </p:spTree>
    <p:extLst>
      <p:ext uri="{BB962C8B-B14F-4D97-AF65-F5344CB8AC3E}">
        <p14:creationId xmlns:p14="http://schemas.microsoft.com/office/powerpoint/2010/main" val="23794924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95586E-7607-4A63-A152-B36798ACDBB0}"/>
              </a:ext>
            </a:extLst>
          </p:cNvPr>
          <p:cNvSpPr txBox="1"/>
          <p:nvPr/>
        </p:nvSpPr>
        <p:spPr>
          <a:xfrm>
            <a:off x="516194" y="734269"/>
            <a:ext cx="9881419" cy="5731121"/>
          </a:xfrm>
          <a:prstGeom prst="rect">
            <a:avLst/>
          </a:prstGeom>
          <a:noFill/>
        </p:spPr>
        <p:txBody>
          <a:bodyPr wrap="square">
            <a:spAutoFit/>
          </a:bodyPr>
          <a:lstStyle/>
          <a:p>
            <a:pPr>
              <a:lnSpc>
                <a:spcPct val="107000"/>
              </a:lnSpc>
              <a:spcAft>
                <a:spcPts val="800"/>
              </a:spcAft>
            </a:pPr>
            <a:r>
              <a:rPr lang="sq-XK" sz="2400" b="1" kern="0" dirty="0">
                <a:effectLst/>
                <a:latin typeface="Times New Roman" panose="02020603050405020304" pitchFamily="18" charset="0"/>
                <a:ea typeface="Times New Roman" panose="02020603050405020304" pitchFamily="18" charset="0"/>
                <a:cs typeface="Times New Roman" panose="02020603050405020304" pitchFamily="18" charset="0"/>
              </a:rPr>
              <a:t>Hapat për të krijuar një listë rënëse (</a:t>
            </a:r>
            <a:r>
              <a:rPr lang="sq-XK"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Dropdown</a:t>
            </a:r>
            <a:r>
              <a:rPr lang="sq-XK" sz="2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sq-XK"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List</a:t>
            </a:r>
            <a:r>
              <a:rPr lang="sq-XK" sz="24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2400" kern="100" dirty="0">
              <a:effectLst/>
              <a:latin typeface="Times New Roman" panose="02020603050405020304" pitchFamily="18" charset="0"/>
              <a:ea typeface="Aptos"/>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sq-XK" sz="2400" b="1" kern="0" dirty="0">
                <a:effectLst/>
                <a:latin typeface="Times New Roman" panose="02020603050405020304" pitchFamily="18" charset="0"/>
                <a:ea typeface="Times New Roman" panose="02020603050405020304" pitchFamily="18" charset="0"/>
                <a:cs typeface="Times New Roman" panose="02020603050405020304" pitchFamily="18" charset="0"/>
              </a:rPr>
              <a:t>Zgjedhja e qelizës</a:t>
            </a: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2400" kern="100" dirty="0">
              <a:effectLst/>
              <a:latin typeface="Times New Roman" panose="02020603050405020304" pitchFamily="18" charset="0"/>
              <a:ea typeface="Aptos"/>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Zgjidhni qelizën ose qelizat ku dëshironi të vendosni listën rënëse.</a:t>
            </a:r>
            <a:endParaRPr lang="sq-XK" sz="2400" kern="100" dirty="0">
              <a:effectLst/>
              <a:latin typeface="Times New Roman" panose="02020603050405020304" pitchFamily="18" charset="0"/>
              <a:ea typeface="Aptos"/>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sq-XK" sz="2400" b="1" kern="0" dirty="0">
                <a:effectLst/>
                <a:latin typeface="Times New Roman" panose="02020603050405020304" pitchFamily="18" charset="0"/>
                <a:ea typeface="Times New Roman" panose="02020603050405020304" pitchFamily="18" charset="0"/>
                <a:cs typeface="Times New Roman" panose="02020603050405020304" pitchFamily="18" charset="0"/>
              </a:rPr>
              <a:t>Përdorimi i Data </a:t>
            </a:r>
            <a:r>
              <a:rPr lang="sq-XK"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Validation</a:t>
            </a: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2400" kern="100" dirty="0">
              <a:effectLst/>
              <a:latin typeface="Times New Roman" panose="02020603050405020304" pitchFamily="18" charset="0"/>
              <a:ea typeface="Aptos"/>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Shkoni te menyja </a:t>
            </a:r>
            <a:r>
              <a:rPr lang="sq-XK" sz="2400" b="1" kern="0" dirty="0">
                <a:effectLst/>
                <a:latin typeface="Times New Roman" panose="02020603050405020304" pitchFamily="18" charset="0"/>
                <a:ea typeface="Times New Roman" panose="02020603050405020304" pitchFamily="18" charset="0"/>
                <a:cs typeface="Times New Roman" panose="02020603050405020304" pitchFamily="18" charset="0"/>
              </a:rPr>
              <a:t>Data</a:t>
            </a: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2400" kern="100" dirty="0">
              <a:effectLst/>
              <a:latin typeface="Times New Roman" panose="02020603050405020304" pitchFamily="18" charset="0"/>
              <a:ea typeface="Aptos"/>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Klikoni mbi opsionin </a:t>
            </a:r>
            <a:r>
              <a:rPr lang="sq-XK" sz="2400" b="1" kern="0" dirty="0">
                <a:effectLst/>
                <a:latin typeface="Times New Roman" panose="02020603050405020304" pitchFamily="18" charset="0"/>
                <a:ea typeface="Times New Roman" panose="02020603050405020304" pitchFamily="18" charset="0"/>
                <a:cs typeface="Times New Roman" panose="02020603050405020304" pitchFamily="18" charset="0"/>
              </a:rPr>
              <a:t>Data </a:t>
            </a:r>
            <a:r>
              <a:rPr lang="sq-XK"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Validation</a:t>
            </a: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2400" kern="100" dirty="0">
              <a:effectLst/>
              <a:latin typeface="Times New Roman" panose="02020603050405020304" pitchFamily="18" charset="0"/>
              <a:ea typeface="Aptos"/>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sq-XK" sz="2400" b="1" kern="0" dirty="0">
                <a:effectLst/>
                <a:latin typeface="Times New Roman" panose="02020603050405020304" pitchFamily="18" charset="0"/>
                <a:ea typeface="Times New Roman" panose="02020603050405020304" pitchFamily="18" charset="0"/>
                <a:cs typeface="Times New Roman" panose="02020603050405020304" pitchFamily="18" charset="0"/>
              </a:rPr>
              <a:t>Vendosja e opsioneve për listën</a:t>
            </a: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2400" kern="100" dirty="0">
              <a:effectLst/>
              <a:latin typeface="Times New Roman" panose="02020603050405020304" pitchFamily="18" charset="0"/>
              <a:ea typeface="Aptos"/>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Në dritaren që hapet, në seksionin </a:t>
            </a:r>
            <a:r>
              <a:rPr lang="sq-XK"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Allow</a:t>
            </a: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 zgjidhni </a:t>
            </a:r>
            <a:r>
              <a:rPr lang="sq-XK"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List</a:t>
            </a: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2400" kern="100" dirty="0">
              <a:effectLst/>
              <a:latin typeface="Times New Roman" panose="02020603050405020304" pitchFamily="18" charset="0"/>
              <a:ea typeface="Aptos"/>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Te </a:t>
            </a:r>
            <a:r>
              <a:rPr lang="sq-XK"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Source</a:t>
            </a: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 shkruani opsionet e listës të ndara nga presja (p.sh., "Po, Jo, Ndoshta") ose referojuni një rang qelizash që përmbajnë opsionet e dëshiruara.</a:t>
            </a:r>
            <a:endParaRPr lang="sq-XK" sz="2400" kern="100" dirty="0">
              <a:effectLst/>
              <a:latin typeface="Times New Roman" panose="02020603050405020304" pitchFamily="18" charset="0"/>
              <a:ea typeface="Aptos"/>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sq-XK" sz="2400" b="1" kern="0" dirty="0">
                <a:effectLst/>
                <a:latin typeface="Times New Roman" panose="02020603050405020304" pitchFamily="18" charset="0"/>
                <a:ea typeface="Times New Roman" panose="02020603050405020304" pitchFamily="18" charset="0"/>
                <a:cs typeface="Times New Roman" panose="02020603050405020304" pitchFamily="18" charset="0"/>
              </a:rPr>
              <a:t>Klikoni "OK"</a:t>
            </a:r>
            <a:r>
              <a:rPr lang="sq-XK"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sq-XK" sz="2400" kern="100" dirty="0">
              <a:effectLst/>
              <a:latin typeface="Times New Roman" panose="02020603050405020304" pitchFamily="18" charset="0"/>
              <a:ea typeface="Aptos"/>
              <a:cs typeface="Times New Roman" panose="02020603050405020304" pitchFamily="18" charset="0"/>
            </a:endParaRPr>
          </a:p>
        </p:txBody>
      </p:sp>
    </p:spTree>
    <p:extLst>
      <p:ext uri="{BB962C8B-B14F-4D97-AF65-F5344CB8AC3E}">
        <p14:creationId xmlns:p14="http://schemas.microsoft.com/office/powerpoint/2010/main" val="42386210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534F22-5296-4B17-87B9-FB0E72E6A95C}"/>
              </a:ext>
            </a:extLst>
          </p:cNvPr>
          <p:cNvPicPr>
            <a:picLocks noChangeAspect="1"/>
          </p:cNvPicPr>
          <p:nvPr/>
        </p:nvPicPr>
        <p:blipFill>
          <a:blip r:embed="rId2"/>
          <a:stretch>
            <a:fillRect/>
          </a:stretch>
        </p:blipFill>
        <p:spPr>
          <a:xfrm>
            <a:off x="1341487" y="884903"/>
            <a:ext cx="7905752" cy="5891667"/>
          </a:xfrm>
          <a:prstGeom prst="rect">
            <a:avLst/>
          </a:prstGeom>
        </p:spPr>
      </p:pic>
      <p:sp>
        <p:nvSpPr>
          <p:cNvPr id="4" name="TextBox 3">
            <a:extLst>
              <a:ext uri="{FF2B5EF4-FFF2-40B4-BE49-F238E27FC236}">
                <a16:creationId xmlns:a16="http://schemas.microsoft.com/office/drawing/2014/main" id="{4D0F79B6-D0D2-4443-8173-5A84A556BD5D}"/>
              </a:ext>
            </a:extLst>
          </p:cNvPr>
          <p:cNvSpPr txBox="1"/>
          <p:nvPr/>
        </p:nvSpPr>
        <p:spPr>
          <a:xfrm>
            <a:off x="1976284" y="73742"/>
            <a:ext cx="7270955" cy="523220"/>
          </a:xfrm>
          <a:prstGeom prst="rect">
            <a:avLst/>
          </a:prstGeom>
          <a:noFill/>
        </p:spPr>
        <p:txBody>
          <a:bodyPr wrap="square" rtlCol="0">
            <a:spAutoFit/>
          </a:bodyPr>
          <a:lstStyle/>
          <a:p>
            <a:r>
              <a:rPr lang="sq-AL" sz="2800" dirty="0">
                <a:latin typeface="Times New Roman" panose="02020603050405020304" pitchFamily="18" charset="0"/>
                <a:cs typeface="Times New Roman" panose="02020603050405020304" pitchFamily="18" charset="0"/>
              </a:rPr>
              <a:t>Insertimi i listës rënëse- DROPDOWN LIST</a:t>
            </a:r>
          </a:p>
        </p:txBody>
      </p:sp>
    </p:spTree>
    <p:extLst>
      <p:ext uri="{BB962C8B-B14F-4D97-AF65-F5344CB8AC3E}">
        <p14:creationId xmlns:p14="http://schemas.microsoft.com/office/powerpoint/2010/main" val="1617508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5400" dirty="0" err="1">
                <a:latin typeface="Times New Roman" panose="02020603050405020304" pitchFamily="18" charset="0"/>
                <a:cs typeface="Times New Roman" panose="02020603050405020304" pitchFamily="18" charset="0"/>
              </a:rPr>
              <a:t>Bashkëpunimi</a:t>
            </a:r>
            <a:r>
              <a:rPr sz="5400" dirty="0">
                <a:latin typeface="Times New Roman" panose="02020603050405020304" pitchFamily="18" charset="0"/>
                <a:cs typeface="Times New Roman" panose="02020603050405020304" pitchFamily="18" charset="0"/>
              </a:rPr>
              <a:t> </a:t>
            </a:r>
            <a:r>
              <a:rPr sz="5400" dirty="0" err="1">
                <a:latin typeface="Times New Roman" panose="02020603050405020304" pitchFamily="18" charset="0"/>
                <a:cs typeface="Times New Roman" panose="02020603050405020304" pitchFamily="18" charset="0"/>
              </a:rPr>
              <a:t>në</a:t>
            </a:r>
            <a:r>
              <a:rPr sz="5400" dirty="0">
                <a:latin typeface="Times New Roman" panose="02020603050405020304" pitchFamily="18" charset="0"/>
                <a:cs typeface="Times New Roman" panose="02020603050405020304" pitchFamily="18" charset="0"/>
              </a:rPr>
              <a:t> Excel</a:t>
            </a:r>
          </a:p>
        </p:txBody>
      </p:sp>
      <p:sp>
        <p:nvSpPr>
          <p:cNvPr id="3" name="Content Placeholder 2"/>
          <p:cNvSpPr>
            <a:spLocks noGrp="1"/>
          </p:cNvSpPr>
          <p:nvPr>
            <p:ph idx="1"/>
          </p:nvPr>
        </p:nvSpPr>
        <p:spPr>
          <a:xfrm>
            <a:off x="539990" y="1709337"/>
            <a:ext cx="9719787" cy="4751214"/>
          </a:xfrm>
        </p:spPr>
        <p:txBody>
          <a:bodyPr>
            <a:normAutofit/>
          </a:bodyPr>
          <a:lstStyle/>
          <a:p>
            <a:r>
              <a:rPr sz="3600">
                <a:latin typeface="Times New Roman" panose="02020603050405020304" pitchFamily="18" charset="0"/>
                <a:cs typeface="Times New Roman" panose="02020603050405020304" pitchFamily="18" charset="0"/>
              </a:rPr>
              <a:t>- Përdorni OneDrive ose SharePoint për të ndarë skedarët.</a:t>
            </a:r>
          </a:p>
          <a:p>
            <a:r>
              <a:rPr sz="3600">
                <a:latin typeface="Times New Roman" panose="02020603050405020304" pitchFamily="18" charset="0"/>
                <a:cs typeface="Times New Roman" panose="02020603050405020304" pitchFamily="18" charset="0"/>
              </a:rPr>
              <a:t>- Aktivizoni komentet dhe shënimet për ndryshime.</a:t>
            </a:r>
          </a:p>
          <a:p>
            <a:r>
              <a:rPr sz="3600">
                <a:latin typeface="Times New Roman" panose="02020603050405020304" pitchFamily="18" charset="0"/>
                <a:cs typeface="Times New Roman" panose="02020603050405020304" pitchFamily="18" charset="0"/>
              </a:rPr>
              <a:t>- Bashkëpunoni në kohë reale me kolegët.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5400" dirty="0" err="1">
                <a:latin typeface="Times New Roman" panose="02020603050405020304" pitchFamily="18" charset="0"/>
                <a:cs typeface="Times New Roman" panose="02020603050405020304" pitchFamily="18" charset="0"/>
              </a:rPr>
              <a:t>Mbrojtja</a:t>
            </a:r>
            <a:r>
              <a:rPr sz="5400" dirty="0">
                <a:latin typeface="Times New Roman" panose="02020603050405020304" pitchFamily="18" charset="0"/>
                <a:cs typeface="Times New Roman" panose="02020603050405020304" pitchFamily="18" charset="0"/>
              </a:rPr>
              <a:t> e </a:t>
            </a:r>
            <a:r>
              <a:rPr sz="5400" dirty="0" err="1">
                <a:latin typeface="Times New Roman" panose="02020603050405020304" pitchFamily="18" charset="0"/>
                <a:cs typeface="Times New Roman" panose="02020603050405020304" pitchFamily="18" charset="0"/>
              </a:rPr>
              <a:t>Fletëve</a:t>
            </a:r>
            <a:endParaRPr sz="5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sz="3600">
                <a:latin typeface="Times New Roman" panose="02020603050405020304" pitchFamily="18" charset="0"/>
                <a:cs typeface="Times New Roman" panose="02020603050405020304" pitchFamily="18" charset="0"/>
              </a:rPr>
              <a:t>- Përdorni funksionin Protect Sheet për të kufizuar ndryshimet.</a:t>
            </a:r>
          </a:p>
          <a:p>
            <a:r>
              <a:rPr sz="3600">
                <a:latin typeface="Times New Roman" panose="02020603050405020304" pitchFamily="18" charset="0"/>
                <a:cs typeface="Times New Roman" panose="02020603050405020304" pitchFamily="18" charset="0"/>
              </a:rPr>
              <a:t>- Përcaktoni fushat e redaktueshme.</a:t>
            </a:r>
          </a:p>
          <a:p>
            <a:r>
              <a:rPr sz="3600">
                <a:latin typeface="Times New Roman" panose="02020603050405020304" pitchFamily="18" charset="0"/>
                <a:cs typeface="Times New Roman" panose="02020603050405020304" pitchFamily="18" charset="0"/>
              </a:rPr>
              <a:t>- Aktivizoni fjalëkalimin për siguri shtesë.</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latin typeface="Times New Roman" panose="02020603050405020304" pitchFamily="18" charset="0"/>
                <a:cs typeface="Times New Roman" panose="02020603050405020304" pitchFamily="18" charset="0"/>
              </a:rPr>
              <a:t>Importimi</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i</a:t>
            </a:r>
            <a:r>
              <a:rPr dirty="0">
                <a:latin typeface="Times New Roman" panose="02020603050405020304" pitchFamily="18" charset="0"/>
                <a:cs typeface="Times New Roman" panose="02020603050405020304" pitchFamily="18" charset="0"/>
              </a:rPr>
              <a:t> të </a:t>
            </a:r>
            <a:r>
              <a:rPr dirty="0" err="1">
                <a:latin typeface="Times New Roman" panose="02020603050405020304" pitchFamily="18" charset="0"/>
                <a:cs typeface="Times New Roman" panose="02020603050405020304" pitchFamily="18" charset="0"/>
              </a:rPr>
              <a:t>Dhënave</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9990" y="1529487"/>
            <a:ext cx="9719787" cy="4751214"/>
          </a:xfrm>
        </p:spPr>
        <p:txBody>
          <a:bodyPr>
            <a:normAutofit/>
          </a:bodyPr>
          <a:lstStyle/>
          <a:p>
            <a:r>
              <a:rPr sz="3600">
                <a:latin typeface="Times New Roman" panose="02020603050405020304" pitchFamily="18" charset="0"/>
                <a:cs typeface="Times New Roman" panose="02020603050405020304" pitchFamily="18" charset="0"/>
              </a:rPr>
              <a:t>- Importoni të dhëna nga burime të jashtme (CSV, bazat e të dhënave, API).</a:t>
            </a:r>
          </a:p>
          <a:p>
            <a:r>
              <a:rPr sz="3600">
                <a:latin typeface="Times New Roman" panose="02020603050405020304" pitchFamily="18" charset="0"/>
                <a:cs typeface="Times New Roman" panose="02020603050405020304" pitchFamily="18" charset="0"/>
              </a:rPr>
              <a:t>- Përdorni funksionin Data -&gt; Get External Data.</a:t>
            </a:r>
          </a:p>
          <a:p>
            <a:r>
              <a:rPr sz="3600">
                <a:latin typeface="Times New Roman" panose="02020603050405020304" pitchFamily="18" charset="0"/>
                <a:cs typeface="Times New Roman" panose="02020603050405020304" pitchFamily="18" charset="0"/>
              </a:rPr>
              <a:t>- Trajtoni të dhënat për analiza të avancuara.</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err="1">
                <a:latin typeface="Times New Roman" panose="02020603050405020304" pitchFamily="18" charset="0"/>
                <a:cs typeface="Times New Roman" panose="02020603050405020304" pitchFamily="18" charset="0"/>
              </a:rPr>
              <a:t>Gabimet</a:t>
            </a:r>
            <a:r>
              <a:rPr dirty="0">
                <a:latin typeface="Times New Roman" panose="02020603050405020304" pitchFamily="18" charset="0"/>
                <a:cs typeface="Times New Roman" panose="02020603050405020304" pitchFamily="18" charset="0"/>
              </a:rPr>
              <a:t> e </a:t>
            </a:r>
            <a:r>
              <a:rPr dirty="0" err="1">
                <a:latin typeface="Times New Roman" panose="02020603050405020304" pitchFamily="18" charset="0"/>
                <a:cs typeface="Times New Roman" panose="02020603050405020304" pitchFamily="18" charset="0"/>
              </a:rPr>
              <a:t>Përbashkëta</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dhe</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Zgjidhjet</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398288" y="1797828"/>
            <a:ext cx="6391752" cy="2936404"/>
          </a:xfrm>
        </p:spPr>
        <p:txBody>
          <a:bodyPr>
            <a:normAutofit/>
          </a:bodyPr>
          <a:lstStyle/>
          <a:p>
            <a:r>
              <a:rPr sz="4400" dirty="0">
                <a:latin typeface="Times New Roman" panose="02020603050405020304" pitchFamily="18" charset="0"/>
                <a:cs typeface="Times New Roman" panose="02020603050405020304" pitchFamily="18" charset="0"/>
              </a:rPr>
              <a:t>-  REF!:</a:t>
            </a:r>
          </a:p>
          <a:p>
            <a:r>
              <a:rPr sz="4400" dirty="0">
                <a:latin typeface="Times New Roman" panose="02020603050405020304" pitchFamily="18" charset="0"/>
                <a:cs typeface="Times New Roman" panose="02020603050405020304" pitchFamily="18" charset="0"/>
              </a:rPr>
              <a:t>-  DIV/0!:</a:t>
            </a:r>
          </a:p>
          <a:p>
            <a:r>
              <a:rPr sz="4400" dirty="0">
                <a:latin typeface="Times New Roman" panose="02020603050405020304" pitchFamily="18" charset="0"/>
                <a:cs typeface="Times New Roman" panose="02020603050405020304" pitchFamily="18" charset="0"/>
              </a:rPr>
              <a:t>-  VALUE!:</a:t>
            </a:r>
            <a:r>
              <a:rPr lang="sq-AL" sz="4400" dirty="0">
                <a:latin typeface="Times New Roman" panose="02020603050405020304" pitchFamily="18" charset="0"/>
                <a:cs typeface="Times New Roman" panose="02020603050405020304" pitchFamily="18" charset="0"/>
              </a:rPr>
              <a:t> Etj.</a:t>
            </a:r>
            <a:endParaRPr sz="4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0CC631-AD1A-46D7-AB94-F312ED429655}"/>
              </a:ext>
            </a:extLst>
          </p:cNvPr>
          <p:cNvSpPr txBox="1"/>
          <p:nvPr/>
        </p:nvSpPr>
        <p:spPr>
          <a:xfrm>
            <a:off x="398206" y="457202"/>
            <a:ext cx="10146891" cy="6124754"/>
          </a:xfrm>
          <a:prstGeom prst="rect">
            <a:avLst/>
          </a:prstGeom>
          <a:noFill/>
        </p:spPr>
        <p:txBody>
          <a:bodyPr wrap="square">
            <a:spAutoFit/>
          </a:bodyPr>
          <a:lstStyle/>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Gabimet në Microsoft Excel shpesh ndodhin për shkak të formulave, mungesës së të dhënave ose gabimeve në hyrje. Më poshtë janë disa prej gabimeve më të zakonshme dhe mënyrat për t’i rregulluar:</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40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DIV/0!</a:t>
            </a:r>
            <a:endParaRPr kumimoji="0" lang="sq-AL" sz="32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Kuptimi: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Ndodh kur përpiqesh të pjesëtosh një numër me zero ose me një qelizë bosh.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Zgjidhja: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Sigurohu që qeliza në emërues nuk është bosh ose zero.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Përdor një kontrollues si: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3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=IF(B1=0, "Gabim", A1/B1)</a:t>
            </a:r>
          </a:p>
        </p:txBody>
      </p:sp>
    </p:spTree>
    <p:extLst>
      <p:ext uri="{BB962C8B-B14F-4D97-AF65-F5344CB8AC3E}">
        <p14:creationId xmlns:p14="http://schemas.microsoft.com/office/powerpoint/2010/main" val="41279186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D5EB50-25C0-43D0-BD79-755B6442FCFA}"/>
              </a:ext>
            </a:extLst>
          </p:cNvPr>
          <p:cNvSpPr txBox="1"/>
          <p:nvPr/>
        </p:nvSpPr>
        <p:spPr>
          <a:xfrm>
            <a:off x="486697" y="340828"/>
            <a:ext cx="10073148" cy="6740307"/>
          </a:xfrm>
          <a:prstGeom prst="rect">
            <a:avLst/>
          </a:prstGeom>
          <a:noFill/>
        </p:spPr>
        <p:txBody>
          <a:bodyPr wrap="square">
            <a:spAutoFit/>
          </a:bodyPr>
          <a:lstStyle/>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36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N/A</a:t>
            </a:r>
            <a:endParaRPr kumimoji="0" lang="sq-AL"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Kuptimi: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Ndodh kur funksioni (si `VLOOKUP`, `HLOOKUP`) nuk mund të gjejë një vlerë të kërkuar.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Zgjidhja:</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Kontrollo që vlera e kërkuar ekziston në tabelë.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Shto një kontrollues: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=IFERROR(VLOOKUP(A1, Tabela, 2, FALSE), "Nuk u gjet")</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sq-AL" sz="32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VALUE!</a:t>
            </a:r>
            <a:endParaRPr kumimoji="0" lang="sq-AL"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Kuptimi: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Ndodh kur në formulë përdor një tip të papranueshëm të dhënash (si tekst në vend të numrave).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Zgjidhja:</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Kontrollo që formulat përdorin tipin e duhur të </a:t>
            </a:r>
            <a:r>
              <a:rPr kumimoji="0" lang="sq-AL" sz="2800"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të</a:t>
            </a:r>
            <a:r>
              <a:rPr kumimoji="0" lang="sq-AL"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dhënave.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Verifiko qelizat për të dhëna të padukshme si hapësira bosh.</a:t>
            </a:r>
          </a:p>
        </p:txBody>
      </p:sp>
    </p:spTree>
    <p:extLst>
      <p:ext uri="{BB962C8B-B14F-4D97-AF65-F5344CB8AC3E}">
        <p14:creationId xmlns:p14="http://schemas.microsoft.com/office/powerpoint/2010/main" val="4322726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463C70-6DE9-410C-A172-AB8AE47A55FC}"/>
              </a:ext>
            </a:extLst>
          </p:cNvPr>
          <p:cNvSpPr txBox="1"/>
          <p:nvPr/>
        </p:nvSpPr>
        <p:spPr>
          <a:xfrm>
            <a:off x="250723" y="3099330"/>
            <a:ext cx="9660194" cy="3108543"/>
          </a:xfrm>
          <a:prstGeom prst="rect">
            <a:avLst/>
          </a:prstGeom>
          <a:noFill/>
        </p:spPr>
        <p:txBody>
          <a:bodyPr wrap="square">
            <a:spAutoFit/>
          </a:bodyPr>
          <a:lstStyle/>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sq-AL"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NAME?</a:t>
            </a:r>
            <a:endParaRPr kumimoji="0" lang="sq-AL"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Kuptimi: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Ndodh kur Excel nuk e njeh emrin e përdorur në formulë (gabim në shkrim të funksionit).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Zgjidhja:</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Kontrollo se funksionet janë shkruar saktë (p.sh., `SUM` në vend të `SUMM`).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Sigurohu që vlerat e referuara (si emrat e qelizave) janë krijuar.</a:t>
            </a:r>
          </a:p>
        </p:txBody>
      </p:sp>
      <p:sp>
        <p:nvSpPr>
          <p:cNvPr id="5" name="TextBox 4">
            <a:extLst>
              <a:ext uri="{FF2B5EF4-FFF2-40B4-BE49-F238E27FC236}">
                <a16:creationId xmlns:a16="http://schemas.microsoft.com/office/drawing/2014/main" id="{3CE69EB2-C240-46AB-B9A3-0B6AFF7AB752}"/>
              </a:ext>
            </a:extLst>
          </p:cNvPr>
          <p:cNvSpPr txBox="1"/>
          <p:nvPr/>
        </p:nvSpPr>
        <p:spPr>
          <a:xfrm>
            <a:off x="457200" y="531741"/>
            <a:ext cx="9851923" cy="2369880"/>
          </a:xfrm>
          <a:prstGeom prst="rect">
            <a:avLst/>
          </a:prstGeom>
          <a:noFill/>
        </p:spPr>
        <p:txBody>
          <a:bodyPr wrap="square">
            <a:spAutoFit/>
          </a:bodyPr>
          <a:lstStyle/>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8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REF!</a:t>
            </a:r>
            <a:endParaRPr kumimoji="0" lang="sq-AL" sz="2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Kuptimi: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Kjo ndodh kur një referencë qelize është e pavlefshme (p.sh., qeliza është fshirë).  </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Zgjidhja:</a:t>
            </a:r>
          </a:p>
          <a:p>
            <a:pPr marL="0" marR="0" lvl="0" indent="0" algn="l" defTabSz="483367" rtl="0" eaLnBrk="1" fontAlgn="auto" latinLnBrk="0" hangingPunct="1">
              <a:lnSpc>
                <a:spcPct val="100000"/>
              </a:lnSpc>
              <a:spcBef>
                <a:spcPts val="0"/>
              </a:spcBef>
              <a:spcAft>
                <a:spcPts val="0"/>
              </a:spcAft>
              <a:buClrTx/>
              <a:buSzTx/>
              <a:buFontTx/>
              <a:buNone/>
              <a:tabLst/>
              <a:defRPr/>
            </a:pPr>
            <a:r>
              <a:rPr kumimoji="0" lang="sq-AL"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Rregullo referencat </a:t>
            </a:r>
            <a:r>
              <a:rPr kumimoji="0" lang="sq-AL" sz="2400"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manualisht</a:t>
            </a:r>
            <a:r>
              <a:rPr kumimoji="0" lang="sq-AL"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ose riparo formulën duke ri-referuar qelizat.</a:t>
            </a:r>
          </a:p>
        </p:txBody>
      </p:sp>
    </p:spTree>
    <p:extLst>
      <p:ext uri="{BB962C8B-B14F-4D97-AF65-F5344CB8AC3E}">
        <p14:creationId xmlns:p14="http://schemas.microsoft.com/office/powerpoint/2010/main" val="11436686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B43A26-63A5-47E1-8669-638A2D59F020}"/>
              </a:ext>
            </a:extLst>
          </p:cNvPr>
          <p:cNvSpPr txBox="1"/>
          <p:nvPr/>
        </p:nvSpPr>
        <p:spPr>
          <a:xfrm>
            <a:off x="471948" y="931441"/>
            <a:ext cx="9778181" cy="4585871"/>
          </a:xfrm>
          <a:prstGeom prst="rect">
            <a:avLst/>
          </a:prstGeom>
          <a:noFill/>
        </p:spPr>
        <p:txBody>
          <a:bodyPr wrap="square">
            <a:spAutoFit/>
          </a:bodyPr>
          <a:lstStyle/>
          <a:p>
            <a:r>
              <a:rPr lang="sq-AL" sz="2400" dirty="0">
                <a:solidFill>
                  <a:srgbClr val="FF0000"/>
                </a:solidFill>
                <a:latin typeface="Times New Roman" panose="02020603050405020304" pitchFamily="18" charset="0"/>
                <a:cs typeface="Times New Roman" panose="02020603050405020304" pitchFamily="18" charset="0"/>
              </a:rPr>
              <a:t> </a:t>
            </a:r>
            <a:r>
              <a:rPr lang="sq-AL" sz="2400" b="1" dirty="0">
                <a:solidFill>
                  <a:srgbClr val="FF0000"/>
                </a:solidFill>
                <a:latin typeface="Times New Roman" panose="02020603050405020304" pitchFamily="18" charset="0"/>
                <a:cs typeface="Times New Roman" panose="02020603050405020304" pitchFamily="18" charset="0"/>
              </a:rPr>
              <a:t>NUM!</a:t>
            </a:r>
          </a:p>
          <a:p>
            <a:r>
              <a:rPr lang="sq-AL" sz="2400" dirty="0">
                <a:latin typeface="Times New Roman" panose="02020603050405020304" pitchFamily="18" charset="0"/>
                <a:cs typeface="Times New Roman" panose="02020603050405020304" pitchFamily="18" charset="0"/>
              </a:rPr>
              <a:t>Kuptimi: </a:t>
            </a:r>
          </a:p>
          <a:p>
            <a:r>
              <a:rPr lang="sq-AL" sz="2400" dirty="0">
                <a:latin typeface="Times New Roman" panose="02020603050405020304" pitchFamily="18" charset="0"/>
                <a:cs typeface="Times New Roman" panose="02020603050405020304" pitchFamily="18" charset="0"/>
              </a:rPr>
              <a:t>Ndodh kur përdoret një vlerë numerike e papranueshme (p.sh., rrënja katrore e një numri negativ).  </a:t>
            </a:r>
          </a:p>
          <a:p>
            <a:r>
              <a:rPr lang="sq-AL" sz="2400" dirty="0">
                <a:latin typeface="Times New Roman" panose="02020603050405020304" pitchFamily="18" charset="0"/>
                <a:cs typeface="Times New Roman" panose="02020603050405020304" pitchFamily="18" charset="0"/>
              </a:rPr>
              <a:t>Zgjidhja:</a:t>
            </a:r>
          </a:p>
          <a:p>
            <a:r>
              <a:rPr lang="sq-AL" sz="2400" dirty="0">
                <a:latin typeface="Times New Roman" panose="02020603050405020304" pitchFamily="18" charset="0"/>
                <a:cs typeface="Times New Roman" panose="02020603050405020304" pitchFamily="18" charset="0"/>
              </a:rPr>
              <a:t>- Kontrollo logjikën matematikore në formulë.  </a:t>
            </a:r>
          </a:p>
          <a:p>
            <a:pPr marL="342900" indent="-342900">
              <a:buFontTx/>
              <a:buChar char="-"/>
            </a:pPr>
            <a:r>
              <a:rPr lang="sq-AL" sz="2400" dirty="0">
                <a:latin typeface="Times New Roman" panose="02020603050405020304" pitchFamily="18" charset="0"/>
                <a:cs typeface="Times New Roman" panose="02020603050405020304" pitchFamily="18" charset="0"/>
              </a:rPr>
              <a:t>Verifiko të dhënat hyrëse.</a:t>
            </a:r>
          </a:p>
          <a:p>
            <a:pPr marL="342900" indent="-342900">
              <a:buFontTx/>
              <a:buChar char="-"/>
            </a:pPr>
            <a:endParaRPr lang="sq-AL" sz="2400" b="1" dirty="0">
              <a:solidFill>
                <a:srgbClr val="FF0000"/>
              </a:solidFill>
              <a:latin typeface="Times New Roman" panose="02020603050405020304" pitchFamily="18" charset="0"/>
              <a:cs typeface="Times New Roman" panose="02020603050405020304" pitchFamily="18" charset="0"/>
            </a:endParaRPr>
          </a:p>
          <a:p>
            <a:r>
              <a:rPr lang="sq-AL" sz="2400" dirty="0">
                <a:latin typeface="Times New Roman" panose="02020603050405020304" pitchFamily="18" charset="0"/>
                <a:cs typeface="Times New Roman" panose="02020603050405020304" pitchFamily="18" charset="0"/>
              </a:rPr>
              <a:t>Kuptimi: </a:t>
            </a:r>
          </a:p>
          <a:p>
            <a:r>
              <a:rPr lang="sq-AL" sz="2400" dirty="0">
                <a:latin typeface="Times New Roman" panose="02020603050405020304" pitchFamily="18" charset="0"/>
                <a:cs typeface="Times New Roman" panose="02020603050405020304" pitchFamily="18" charset="0"/>
              </a:rPr>
              <a:t>Qeliza është tepër e vogël për të shfaqur vlerën.  </a:t>
            </a:r>
          </a:p>
          <a:p>
            <a:r>
              <a:rPr lang="sq-AL" sz="2400" dirty="0">
                <a:latin typeface="Times New Roman" panose="02020603050405020304" pitchFamily="18" charset="0"/>
                <a:cs typeface="Times New Roman" panose="02020603050405020304" pitchFamily="18" charset="0"/>
              </a:rPr>
              <a:t>Zgjidhja:</a:t>
            </a:r>
          </a:p>
          <a:p>
            <a:r>
              <a:rPr lang="sq-AL" sz="2400" dirty="0">
                <a:latin typeface="Times New Roman" panose="02020603050405020304" pitchFamily="18" charset="0"/>
                <a:cs typeface="Times New Roman" panose="02020603050405020304" pitchFamily="18" charset="0"/>
              </a:rPr>
              <a:t>- Zmadho gjerësinë e qelizës duke tërhequr kufirin e kolonës.  </a:t>
            </a:r>
          </a:p>
        </p:txBody>
      </p:sp>
    </p:spTree>
    <p:extLst>
      <p:ext uri="{BB962C8B-B14F-4D97-AF65-F5344CB8AC3E}">
        <p14:creationId xmlns:p14="http://schemas.microsoft.com/office/powerpoint/2010/main" val="4746021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BC18C6E-5D6B-448E-9378-DF22C2138582}"/>
              </a:ext>
            </a:extLst>
          </p:cNvPr>
          <p:cNvGraphicFramePr>
            <a:graphicFrameLocks noGrp="1"/>
          </p:cNvGraphicFramePr>
          <p:nvPr>
            <p:extLst>
              <p:ext uri="{D42A27DB-BD31-4B8C-83A1-F6EECF244321}">
                <p14:modId xmlns:p14="http://schemas.microsoft.com/office/powerpoint/2010/main" val="3445123335"/>
              </p:ext>
            </p:extLst>
          </p:nvPr>
        </p:nvGraphicFramePr>
        <p:xfrm>
          <a:off x="0" y="0"/>
          <a:ext cx="10799763" cy="7199312"/>
        </p:xfrm>
        <a:graphic>
          <a:graphicData uri="http://schemas.openxmlformats.org/drawingml/2006/table">
            <a:tbl>
              <a:tblPr firstRow="1" firstCol="1" bandRow="1">
                <a:tableStyleId>{5C22544A-7EE6-4342-B048-85BDC9FD1C3A}</a:tableStyleId>
              </a:tblPr>
              <a:tblGrid>
                <a:gridCol w="2374490">
                  <a:extLst>
                    <a:ext uri="{9D8B030D-6E8A-4147-A177-3AD203B41FA5}">
                      <a16:colId xmlns:a16="http://schemas.microsoft.com/office/drawing/2014/main" val="2099221364"/>
                    </a:ext>
                  </a:extLst>
                </a:gridCol>
                <a:gridCol w="8425273">
                  <a:extLst>
                    <a:ext uri="{9D8B030D-6E8A-4147-A177-3AD203B41FA5}">
                      <a16:colId xmlns:a16="http://schemas.microsoft.com/office/drawing/2014/main" val="3379339873"/>
                    </a:ext>
                  </a:extLst>
                </a:gridCol>
              </a:tblGrid>
              <a:tr h="646768">
                <a:tc gridSpan="2">
                  <a:txBody>
                    <a:bodyPr/>
                    <a:lstStyle/>
                    <a:p>
                      <a:pPr algn="just">
                        <a:lnSpc>
                          <a:spcPct val="150000"/>
                        </a:lnSpc>
                        <a:spcAft>
                          <a:spcPts val="1000"/>
                        </a:spcAft>
                      </a:pPr>
                      <a:r>
                        <a:rPr lang="sq-AL" sz="2800" u="sng" dirty="0">
                          <a:effectLst/>
                          <a:latin typeface="Times New Roman" panose="02020603050405020304" pitchFamily="18" charset="0"/>
                          <a:cs typeface="Times New Roman" panose="02020603050405020304" pitchFamily="18" charset="0"/>
                        </a:rPr>
                        <a:t>Dita e peste  Excel </a:t>
                      </a:r>
                      <a:endParaRPr lang="sq-XK"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sq-AL"/>
                    </a:p>
                  </a:txBody>
                  <a:tcPr/>
                </a:tc>
                <a:extLst>
                  <a:ext uri="{0D108BD9-81ED-4DB2-BD59-A6C34878D82A}">
                    <a16:rowId xmlns:a16="http://schemas.microsoft.com/office/drawing/2014/main" val="2520297055"/>
                  </a:ext>
                </a:extLst>
              </a:tr>
              <a:tr h="480841">
                <a:tc>
                  <a:txBody>
                    <a:bodyPr/>
                    <a:lstStyle/>
                    <a:p>
                      <a:r>
                        <a:rPr lang="sq-AL" sz="2800" dirty="0">
                          <a:effectLst/>
                          <a:latin typeface="Times New Roman" panose="02020603050405020304" pitchFamily="18" charset="0"/>
                          <a:cs typeface="Times New Roman" panose="02020603050405020304" pitchFamily="18" charset="0"/>
                        </a:rPr>
                        <a:t>09.00-10.00</a:t>
                      </a:r>
                      <a:endParaRPr lang="sq-XK"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r>
                        <a:rPr lang="sq-AL" sz="2800">
                          <a:effectLst/>
                          <a:latin typeface="Times New Roman" panose="02020603050405020304" pitchFamily="18" charset="0"/>
                          <a:cs typeface="Times New Roman" panose="02020603050405020304" pitchFamily="18" charset="0"/>
                        </a:rPr>
                        <a:t>Fuqizimi i numrave,Rrënja katrore,Funksioni IF</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69174944"/>
                  </a:ext>
                </a:extLst>
              </a:tr>
              <a:tr h="520546">
                <a:tc>
                  <a:txBody>
                    <a:bodyPr/>
                    <a:lstStyle/>
                    <a:p>
                      <a:pPr algn="just">
                        <a:lnSpc>
                          <a:spcPct val="115000"/>
                        </a:lnSpc>
                        <a:spcAft>
                          <a:spcPts val="300"/>
                        </a:spcAft>
                      </a:pPr>
                      <a:r>
                        <a:rPr lang="sq-AL" sz="2800">
                          <a:effectLst/>
                          <a:latin typeface="Times New Roman" panose="02020603050405020304" pitchFamily="18" charset="0"/>
                          <a:cs typeface="Times New Roman" panose="02020603050405020304" pitchFamily="18" charset="0"/>
                        </a:rPr>
                        <a:t>10:00-10:15</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300"/>
                        </a:spcAft>
                      </a:pPr>
                      <a:r>
                        <a:rPr lang="sq-AL" sz="2800">
                          <a:effectLst/>
                          <a:latin typeface="Times New Roman" panose="02020603050405020304" pitchFamily="18" charset="0"/>
                          <a:cs typeface="Times New Roman" panose="02020603050405020304" pitchFamily="18" charset="0"/>
                        </a:rPr>
                        <a:t>Pushim</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42027302"/>
                  </a:ext>
                </a:extLst>
              </a:tr>
              <a:tr h="480841">
                <a:tc>
                  <a:txBody>
                    <a:bodyPr/>
                    <a:lstStyle/>
                    <a:p>
                      <a:r>
                        <a:rPr lang="sq-AL" sz="2800">
                          <a:effectLst/>
                          <a:latin typeface="Times New Roman" panose="02020603050405020304" pitchFamily="18" charset="0"/>
                          <a:cs typeface="Times New Roman" panose="02020603050405020304" pitchFamily="18" charset="0"/>
                        </a:rPr>
                        <a:t>10:15-11:15</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r>
                        <a:rPr lang="sq-AL" sz="2800">
                          <a:effectLst/>
                          <a:latin typeface="Times New Roman" panose="02020603050405020304" pitchFamily="18" charset="0"/>
                          <a:cs typeface="Times New Roman" panose="02020603050405020304" pitchFamily="18" charset="0"/>
                        </a:rPr>
                        <a:t>Shkruarja me shkronja të vogla dhe shkronja të mëdha</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30126755"/>
                  </a:ext>
                </a:extLst>
              </a:tr>
              <a:tr h="520546">
                <a:tc>
                  <a:txBody>
                    <a:bodyPr/>
                    <a:lstStyle/>
                    <a:p>
                      <a:pPr algn="just">
                        <a:lnSpc>
                          <a:spcPct val="115000"/>
                        </a:lnSpc>
                        <a:spcAft>
                          <a:spcPts val="300"/>
                        </a:spcAft>
                      </a:pPr>
                      <a:r>
                        <a:rPr lang="sq-AL" sz="2800">
                          <a:effectLst/>
                          <a:latin typeface="Times New Roman" panose="02020603050405020304" pitchFamily="18" charset="0"/>
                          <a:cs typeface="Times New Roman" panose="02020603050405020304" pitchFamily="18" charset="0"/>
                        </a:rPr>
                        <a:t>11:15-12:00</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300"/>
                        </a:spcAft>
                      </a:pPr>
                      <a:r>
                        <a:rPr lang="sq-AL" sz="2800">
                          <a:effectLst/>
                          <a:latin typeface="Times New Roman" panose="02020603050405020304" pitchFamily="18" charset="0"/>
                          <a:cs typeface="Times New Roman" panose="02020603050405020304" pitchFamily="18" charset="0"/>
                        </a:rPr>
                        <a:t>Llojet e të dhënave</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9334888"/>
                  </a:ext>
                </a:extLst>
              </a:tr>
              <a:tr h="520546">
                <a:tc>
                  <a:txBody>
                    <a:bodyPr/>
                    <a:lstStyle/>
                    <a:p>
                      <a:pPr algn="just">
                        <a:lnSpc>
                          <a:spcPct val="115000"/>
                        </a:lnSpc>
                        <a:spcAft>
                          <a:spcPts val="300"/>
                        </a:spcAft>
                      </a:pPr>
                      <a:r>
                        <a:rPr lang="sq-AL" sz="2800">
                          <a:effectLst/>
                          <a:latin typeface="Times New Roman" panose="02020603050405020304" pitchFamily="18" charset="0"/>
                          <a:cs typeface="Times New Roman" panose="02020603050405020304" pitchFamily="18" charset="0"/>
                        </a:rPr>
                        <a:t>12:00 – 12:45</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300"/>
                        </a:spcAft>
                      </a:pPr>
                      <a:r>
                        <a:rPr lang="sq-AL" sz="2800">
                          <a:effectLst/>
                          <a:latin typeface="Times New Roman" panose="02020603050405020304" pitchFamily="18" charset="0"/>
                          <a:cs typeface="Times New Roman" panose="02020603050405020304" pitchFamily="18" charset="0"/>
                        </a:rPr>
                        <a:t>Dreka</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58477666"/>
                  </a:ext>
                </a:extLst>
              </a:tr>
              <a:tr h="520546">
                <a:tc>
                  <a:txBody>
                    <a:bodyPr/>
                    <a:lstStyle/>
                    <a:p>
                      <a:pPr algn="just">
                        <a:lnSpc>
                          <a:spcPct val="115000"/>
                        </a:lnSpc>
                        <a:spcAft>
                          <a:spcPts val="300"/>
                        </a:spcAft>
                      </a:pPr>
                      <a:r>
                        <a:rPr lang="sq-AL" sz="2800">
                          <a:effectLst/>
                          <a:latin typeface="Times New Roman" panose="02020603050405020304" pitchFamily="18" charset="0"/>
                          <a:cs typeface="Times New Roman" panose="02020603050405020304" pitchFamily="18" charset="0"/>
                        </a:rPr>
                        <a:t>12.45-13.45</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300"/>
                        </a:spcAft>
                      </a:pPr>
                      <a:r>
                        <a:rPr lang="sq-AL" sz="2800">
                          <a:effectLst/>
                          <a:latin typeface="Times New Roman" panose="02020603050405020304" pitchFamily="18" charset="0"/>
                          <a:cs typeface="Times New Roman" panose="02020603050405020304" pitchFamily="18" charset="0"/>
                        </a:rPr>
                        <a:t>Sortimi</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94150291"/>
                  </a:ext>
                </a:extLst>
              </a:tr>
              <a:tr h="520546">
                <a:tc>
                  <a:txBody>
                    <a:bodyPr/>
                    <a:lstStyle/>
                    <a:p>
                      <a:pPr algn="just">
                        <a:lnSpc>
                          <a:spcPct val="115000"/>
                        </a:lnSpc>
                        <a:spcAft>
                          <a:spcPts val="300"/>
                        </a:spcAft>
                      </a:pPr>
                      <a:r>
                        <a:rPr lang="sq-AL" sz="2800">
                          <a:effectLst/>
                          <a:latin typeface="Times New Roman" panose="02020603050405020304" pitchFamily="18" charset="0"/>
                          <a:cs typeface="Times New Roman" panose="02020603050405020304" pitchFamily="18" charset="0"/>
                        </a:rPr>
                        <a:t>13:45-14:45</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r>
                        <a:rPr lang="sq-AL" sz="2800" dirty="0">
                          <a:effectLst/>
                          <a:latin typeface="Times New Roman" panose="02020603050405020304" pitchFamily="18" charset="0"/>
                          <a:cs typeface="Times New Roman" panose="02020603050405020304" pitchFamily="18" charset="0"/>
                        </a:rPr>
                        <a:t>Pamja e dokumentit para shtypjes  </a:t>
                      </a:r>
                      <a:endParaRPr lang="sq-XK"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88470247"/>
                  </a:ext>
                </a:extLst>
              </a:tr>
              <a:tr h="480841">
                <a:tc>
                  <a:txBody>
                    <a:bodyPr/>
                    <a:lstStyle/>
                    <a:p>
                      <a:r>
                        <a:rPr lang="sq-AL" sz="2800">
                          <a:effectLst/>
                          <a:latin typeface="Times New Roman" panose="02020603050405020304" pitchFamily="18" charset="0"/>
                          <a:cs typeface="Times New Roman" panose="02020603050405020304" pitchFamily="18" charset="0"/>
                        </a:rPr>
                        <a:t>14:45-15:00</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r>
                        <a:rPr lang="sq-AL" sz="2800" dirty="0">
                          <a:effectLst/>
                          <a:latin typeface="Times New Roman" panose="02020603050405020304" pitchFamily="18" charset="0"/>
                          <a:cs typeface="Times New Roman" panose="02020603050405020304" pitchFamily="18" charset="0"/>
                        </a:rPr>
                        <a:t>Pushim</a:t>
                      </a:r>
                      <a:endParaRPr lang="sq-XK"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89410514"/>
                  </a:ext>
                </a:extLst>
              </a:tr>
              <a:tr h="2507291">
                <a:tc>
                  <a:txBody>
                    <a:bodyPr/>
                    <a:lstStyle/>
                    <a:p>
                      <a:pPr algn="just">
                        <a:lnSpc>
                          <a:spcPct val="115000"/>
                        </a:lnSpc>
                        <a:spcAft>
                          <a:spcPts val="300"/>
                        </a:spcAft>
                      </a:pPr>
                      <a:r>
                        <a:rPr lang="sq-AL" sz="2800">
                          <a:effectLst/>
                          <a:latin typeface="Times New Roman" panose="02020603050405020304" pitchFamily="18" charset="0"/>
                          <a:cs typeface="Times New Roman" panose="02020603050405020304" pitchFamily="18" charset="0"/>
                        </a:rPr>
                        <a:t>15:00-16:00</a:t>
                      </a:r>
                      <a:endParaRPr lang="sq-XK" sz="2800">
                        <a:effectLst/>
                        <a:latin typeface="Times New Roman" panose="02020603050405020304" pitchFamily="18" charset="0"/>
                        <a:cs typeface="Times New Roman" panose="02020603050405020304" pitchFamily="18" charset="0"/>
                      </a:endParaRPr>
                    </a:p>
                    <a:p>
                      <a:pPr algn="just">
                        <a:lnSpc>
                          <a:spcPct val="115000"/>
                        </a:lnSpc>
                        <a:spcAft>
                          <a:spcPts val="300"/>
                        </a:spcAft>
                      </a:pPr>
                      <a:r>
                        <a:rPr lang="sq-AL" sz="2800">
                          <a:effectLst/>
                          <a:latin typeface="Times New Roman" panose="02020603050405020304" pitchFamily="18" charset="0"/>
                          <a:cs typeface="Times New Roman" panose="02020603050405020304" pitchFamily="18" charset="0"/>
                        </a:rPr>
                        <a:t> </a:t>
                      </a:r>
                      <a:endParaRPr lang="sq-XK" sz="2800">
                        <a:effectLst/>
                        <a:latin typeface="Times New Roman" panose="02020603050405020304" pitchFamily="18" charset="0"/>
                        <a:cs typeface="Times New Roman" panose="02020603050405020304" pitchFamily="18" charset="0"/>
                      </a:endParaRPr>
                    </a:p>
                    <a:p>
                      <a:pPr algn="just">
                        <a:lnSpc>
                          <a:spcPct val="115000"/>
                        </a:lnSpc>
                        <a:spcAft>
                          <a:spcPts val="300"/>
                        </a:spcAft>
                      </a:pPr>
                      <a:r>
                        <a:rPr lang="sq-AL" sz="2800">
                          <a:effectLst/>
                          <a:latin typeface="Times New Roman" panose="02020603050405020304" pitchFamily="18" charset="0"/>
                          <a:cs typeface="Times New Roman" panose="02020603050405020304" pitchFamily="18" charset="0"/>
                        </a:rPr>
                        <a:t> </a:t>
                      </a:r>
                      <a:endParaRPr lang="sq-XK" sz="2800">
                        <a:effectLst/>
                        <a:latin typeface="Times New Roman" panose="02020603050405020304" pitchFamily="18" charset="0"/>
                        <a:cs typeface="Times New Roman" panose="02020603050405020304" pitchFamily="18" charset="0"/>
                      </a:endParaRPr>
                    </a:p>
                    <a:p>
                      <a:pPr algn="just">
                        <a:lnSpc>
                          <a:spcPct val="115000"/>
                        </a:lnSpc>
                        <a:spcAft>
                          <a:spcPts val="300"/>
                        </a:spcAft>
                      </a:pPr>
                      <a:r>
                        <a:rPr lang="sq-AL" sz="2800">
                          <a:effectLst/>
                          <a:latin typeface="Times New Roman" panose="02020603050405020304" pitchFamily="18" charset="0"/>
                          <a:cs typeface="Times New Roman" panose="02020603050405020304" pitchFamily="18" charset="0"/>
                        </a:rPr>
                        <a:t> </a:t>
                      </a:r>
                      <a:endParaRPr lang="sq-XK" sz="2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300"/>
                        </a:spcAft>
                      </a:pPr>
                      <a:r>
                        <a:rPr lang="sq-AL" sz="2800" dirty="0">
                          <a:effectLst/>
                          <a:latin typeface="Times New Roman" panose="02020603050405020304" pitchFamily="18" charset="0"/>
                          <a:cs typeface="Times New Roman" panose="02020603050405020304" pitchFamily="18" charset="0"/>
                        </a:rPr>
                        <a:t>Shtypja e dokumentit</a:t>
                      </a:r>
                      <a:endParaRPr lang="sq-XK" sz="2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03362755"/>
                  </a:ext>
                </a:extLst>
              </a:tr>
            </a:tbl>
          </a:graphicData>
        </a:graphic>
      </p:graphicFrame>
    </p:spTree>
    <p:extLst>
      <p:ext uri="{BB962C8B-B14F-4D97-AF65-F5344CB8AC3E}">
        <p14:creationId xmlns:p14="http://schemas.microsoft.com/office/powerpoint/2010/main" val="18210717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latin typeface="Times New Roman" panose="02020603050405020304" pitchFamily="18" charset="0"/>
                <a:cs typeface="Times New Roman" panose="02020603050405020304" pitchFamily="18" charset="0"/>
              </a:rPr>
              <a:t>Dita e Pestë: Aftësitë Themelore në Excel</a:t>
            </a:r>
          </a:p>
        </p:txBody>
      </p:sp>
      <p:sp>
        <p:nvSpPr>
          <p:cNvPr id="3" name="Subtitle 2"/>
          <p:cNvSpPr>
            <a:spLocks noGrp="1"/>
          </p:cNvSpPr>
          <p:nvPr>
            <p:ph type="subTitle" idx="1"/>
          </p:nvPr>
        </p:nvSpPr>
        <p:spPr/>
        <p:txBody>
          <a:bodyPr>
            <a:normAutofit fontScale="77500" lnSpcReduction="20000"/>
          </a:bodyPr>
          <a:lstStyle/>
          <a:p>
            <a:pPr algn="l"/>
            <a:r>
              <a:rPr>
                <a:solidFill>
                  <a:schemeClr val="tx1"/>
                </a:solidFill>
                <a:latin typeface="Times New Roman" panose="02020603050405020304" pitchFamily="18" charset="0"/>
                <a:cs typeface="Times New Roman" panose="02020603050405020304" pitchFamily="18" charset="0"/>
              </a:rPr>
              <a:t>- Fuqizimi i numrave, Rrënja katrore, Funksioni IF</a:t>
            </a:r>
          </a:p>
          <a:p>
            <a:pPr algn="l"/>
            <a:r>
              <a:rPr>
                <a:solidFill>
                  <a:schemeClr val="tx1"/>
                </a:solidFill>
                <a:latin typeface="Times New Roman" panose="02020603050405020304" pitchFamily="18" charset="0"/>
                <a:cs typeface="Times New Roman" panose="02020603050405020304" pitchFamily="18" charset="0"/>
              </a:rPr>
              <a:t>- Shkronja të vogla dhe të mëdha</a:t>
            </a:r>
          </a:p>
          <a:p>
            <a:pPr algn="l"/>
            <a:r>
              <a:rPr>
                <a:solidFill>
                  <a:schemeClr val="tx1"/>
                </a:solidFill>
                <a:latin typeface="Times New Roman" panose="02020603050405020304" pitchFamily="18" charset="0"/>
                <a:cs typeface="Times New Roman" panose="02020603050405020304" pitchFamily="18" charset="0"/>
              </a:rPr>
              <a:t>- Llojet e të dhënave</a:t>
            </a:r>
          </a:p>
          <a:p>
            <a:pPr algn="l"/>
            <a:r>
              <a:rPr>
                <a:solidFill>
                  <a:schemeClr val="tx1"/>
                </a:solidFill>
                <a:latin typeface="Times New Roman" panose="02020603050405020304" pitchFamily="18" charset="0"/>
                <a:cs typeface="Times New Roman" panose="02020603050405020304" pitchFamily="18" charset="0"/>
              </a:rPr>
              <a:t>- Sortimi, Pamja dhe Shtypja</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988" y="207902"/>
            <a:ext cx="9719787" cy="1199886"/>
          </a:xfrm>
        </p:spPr>
        <p:txBody>
          <a:bodyPr>
            <a:normAutofit fontScale="90000"/>
          </a:bodyPr>
          <a:lstStyle/>
          <a:p>
            <a:r>
              <a:rPr>
                <a:latin typeface="Times New Roman" panose="02020603050405020304" pitchFamily="18" charset="0"/>
                <a:cs typeface="Times New Roman" panose="02020603050405020304" pitchFamily="18" charset="0"/>
              </a:rPr>
              <a:t>Fuqizimi i Numrave, Rrënja katrore, Funksioni IF</a:t>
            </a:r>
          </a:p>
        </p:txBody>
      </p:sp>
      <p:sp>
        <p:nvSpPr>
          <p:cNvPr id="3" name="Content Placeholder 2"/>
          <p:cNvSpPr>
            <a:spLocks noGrp="1"/>
          </p:cNvSpPr>
          <p:nvPr>
            <p:ph idx="1"/>
          </p:nvPr>
        </p:nvSpPr>
        <p:spPr/>
        <p:txBody>
          <a:bodyPr/>
          <a:lstStyle/>
          <a:p>
            <a:r>
              <a:rPr>
                <a:latin typeface="Times New Roman" panose="02020603050405020304" pitchFamily="18" charset="0"/>
                <a:cs typeface="Times New Roman" panose="02020603050405020304" pitchFamily="18" charset="0"/>
              </a:rPr>
              <a:t>- Fuqizimi i numrave: =POWER(A1, 2)</a:t>
            </a:r>
          </a:p>
          <a:p>
            <a:r>
              <a:rPr>
                <a:latin typeface="Times New Roman" panose="02020603050405020304" pitchFamily="18" charset="0"/>
                <a:cs typeface="Times New Roman" panose="02020603050405020304" pitchFamily="18" charset="0"/>
              </a:rPr>
              <a:t>- Rrënja katrore: =SQRT(A1)</a:t>
            </a:r>
          </a:p>
          <a:p>
            <a:r>
              <a:rPr>
                <a:latin typeface="Times New Roman" panose="02020603050405020304" pitchFamily="18" charset="0"/>
                <a:cs typeface="Times New Roman" panose="02020603050405020304" pitchFamily="18" charset="0"/>
              </a:rPr>
              <a:t>- Funksioni IF: =IF(A1&gt;10, "E Lartë", "E Ulët")</a:t>
            </a:r>
          </a:p>
          <a:p>
            <a:r>
              <a:rPr>
                <a:latin typeface="Times New Roman" panose="02020603050405020304" pitchFamily="18" charset="0"/>
                <a:cs typeface="Times New Roman" panose="02020603050405020304" pitchFamily="18" charset="0"/>
              </a:rPr>
              <a:t>Shembull: Përdorimi i funksionit IF për analiza të shpejta.</a:t>
            </a:r>
          </a:p>
          <a:p>
            <a:r>
              <a:rPr>
                <a:latin typeface="Times New Roman" panose="02020603050405020304" pitchFamily="18" charset="0"/>
                <a:cs typeface="Times New Roman" panose="02020603050405020304" pitchFamily="18" charset="0"/>
              </a:rPr>
              <a:t>Në këtë orë, do të mësojmë përdorimin e formulave si fuqizimi, rrënja katrore dhe funksioni IF për analiza të ndërlikuara.</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378D7C-48AF-4399-BA76-59901F8732E1}"/>
              </a:ext>
            </a:extLst>
          </p:cNvPr>
          <p:cNvSpPr txBox="1"/>
          <p:nvPr/>
        </p:nvSpPr>
        <p:spPr>
          <a:xfrm>
            <a:off x="103239" y="1331158"/>
            <a:ext cx="10604090" cy="4258345"/>
          </a:xfrm>
          <a:prstGeom prst="rect">
            <a:avLst/>
          </a:prstGeom>
          <a:noFill/>
        </p:spPr>
        <p:txBody>
          <a:bodyPr wrap="square">
            <a:spAutoFit/>
          </a:bodyPr>
          <a:lstStyle/>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1. Fuqizimi i numrave, Rrënja katrore, Funksioni IF</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Procedura për fuqizimin e numrave dhe rrënjën katrore:</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Hapni një dokument Excel.</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Në një qelizë, shkruani një numër (p.sh., `5` në qelizën A1).</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Për të fuqizuar numrin, përdorni formulën: `=A1^2` (për fuqinë e dytë) ose `=POWER(A1,3)` për kub.</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Për rrënjën katrore, përdorni formulën: `=SQRT(A1)`.</a:t>
            </a:r>
            <a:endParaRPr lang="sq-XK" sz="3200" kern="100" dirty="0">
              <a:effectLst/>
              <a:latin typeface="Times New Roman" panose="02020603050405020304" pitchFamily="18" charset="0"/>
              <a:ea typeface="Aptos"/>
              <a:cs typeface="Times New Roman" panose="02020603050405020304" pitchFamily="18" charset="0"/>
            </a:endParaRPr>
          </a:p>
        </p:txBody>
      </p:sp>
    </p:spTree>
    <p:extLst>
      <p:ext uri="{BB962C8B-B14F-4D97-AF65-F5344CB8AC3E}">
        <p14:creationId xmlns:p14="http://schemas.microsoft.com/office/powerpoint/2010/main" val="32644241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478" y="258809"/>
            <a:ext cx="10053298" cy="1199886"/>
          </a:xfrm>
        </p:spPr>
        <p:txBody>
          <a:bodyPr>
            <a:normAutofit fontScale="90000"/>
          </a:bodyPr>
          <a:lstStyle/>
          <a:p>
            <a:pPr algn="l"/>
            <a:r>
              <a:rPr lang="en-US" dirty="0" err="1">
                <a:latin typeface="Times New Roman" panose="02020603050405020304" pitchFamily="18" charset="0"/>
                <a:cs typeface="Times New Roman" panose="02020603050405020304" pitchFamily="18" charset="0"/>
              </a:rPr>
              <a:t>Shkruarja</a:t>
            </a:r>
            <a:r>
              <a:rPr lang="en-US" dirty="0">
                <a:latin typeface="Times New Roman" panose="02020603050405020304" pitchFamily="18" charset="0"/>
                <a:cs typeface="Times New Roman" panose="02020603050405020304" pitchFamily="18" charset="0"/>
              </a:rPr>
              <a:t> me </a:t>
            </a:r>
            <a:r>
              <a:rPr lang="en-US" dirty="0" err="1">
                <a:latin typeface="Times New Roman" panose="02020603050405020304" pitchFamily="18" charset="0"/>
                <a:cs typeface="Times New Roman" panose="02020603050405020304" pitchFamily="18" charset="0"/>
              </a:rPr>
              <a:t>shkronja</a:t>
            </a:r>
            <a:r>
              <a:rPr lang="en-US" dirty="0">
                <a:latin typeface="Times New Roman" panose="02020603050405020304" pitchFamily="18" charset="0"/>
                <a:cs typeface="Times New Roman" panose="02020603050405020304" pitchFamily="18" charset="0"/>
              </a:rPr>
              <a:t> të </a:t>
            </a:r>
            <a:r>
              <a:rPr lang="en-US" dirty="0" err="1">
                <a:latin typeface="Times New Roman" panose="02020603050405020304" pitchFamily="18" charset="0"/>
                <a:cs typeface="Times New Roman" panose="02020603050405020304" pitchFamily="18" charset="0"/>
              </a:rPr>
              <a:t>vogla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dhe</a:t>
            </a:r>
            <a:r>
              <a:rPr lang="en-US" dirty="0">
                <a:latin typeface="Times New Roman" panose="02020603050405020304" pitchFamily="18" charset="0"/>
                <a:cs typeface="Times New Roman" panose="02020603050405020304" pitchFamily="18" charset="0"/>
              </a:rPr>
              <a:t> të </a:t>
            </a:r>
            <a:r>
              <a:rPr lang="en-US" dirty="0" err="1">
                <a:latin typeface="Times New Roman" panose="02020603050405020304" pitchFamily="18" charset="0"/>
                <a:cs typeface="Times New Roman" panose="02020603050405020304" pitchFamily="18" charset="0"/>
              </a:rPr>
              <a:t>mëdha</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sz="3600">
                <a:latin typeface="Times New Roman" panose="02020603050405020304" pitchFamily="18" charset="0"/>
                <a:cs typeface="Times New Roman" panose="02020603050405020304" pitchFamily="18" charset="0"/>
              </a:rPr>
              <a:t>- Shndërrimi i tekstit:</a:t>
            </a:r>
          </a:p>
          <a:p>
            <a:r>
              <a:rPr sz="3600">
                <a:latin typeface="Times New Roman" panose="02020603050405020304" pitchFamily="18" charset="0"/>
                <a:cs typeface="Times New Roman" panose="02020603050405020304" pitchFamily="18" charset="0"/>
              </a:rPr>
              <a:t>  - =UPPER(A1): Shkronja të mëdha</a:t>
            </a:r>
          </a:p>
          <a:p>
            <a:r>
              <a:rPr sz="3600">
                <a:latin typeface="Times New Roman" panose="02020603050405020304" pitchFamily="18" charset="0"/>
                <a:cs typeface="Times New Roman" panose="02020603050405020304" pitchFamily="18" charset="0"/>
              </a:rPr>
              <a:t>  - =LOWER(A1): Shkronja të vogla</a:t>
            </a:r>
          </a:p>
          <a:p>
            <a:r>
              <a:rPr sz="3600">
                <a:latin typeface="Times New Roman" panose="02020603050405020304" pitchFamily="18" charset="0"/>
                <a:cs typeface="Times New Roman" panose="02020603050405020304" pitchFamily="18" charset="0"/>
              </a:rPr>
              <a:t>  - =PROPER(A1): Fjalë me shkronjë të madhe</a:t>
            </a:r>
          </a:p>
          <a:p>
            <a:r>
              <a:rPr sz="3600">
                <a:latin typeface="Times New Roman" panose="02020603050405020304" pitchFamily="18" charset="0"/>
                <a:cs typeface="Times New Roman" panose="02020603050405020304" pitchFamily="18" charset="0"/>
              </a:rPr>
              <a:t>Në këtë pjesë, do të mësojmë si të konvertojmë tekstin në shkronja të mëdha, të vogla dhe si t'i kombinojmë ato.</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7B5AA5-9EE7-4CE5-9A69-5B93F4D58049}"/>
              </a:ext>
            </a:extLst>
          </p:cNvPr>
          <p:cNvSpPr txBox="1"/>
          <p:nvPr/>
        </p:nvSpPr>
        <p:spPr>
          <a:xfrm>
            <a:off x="457200" y="859209"/>
            <a:ext cx="10058400" cy="5312223"/>
          </a:xfrm>
          <a:prstGeom prst="rect">
            <a:avLst/>
          </a:prstGeom>
          <a:noFill/>
        </p:spPr>
        <p:txBody>
          <a:bodyPr wrap="square">
            <a:spAutoFit/>
          </a:bodyPr>
          <a:lstStyle/>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2. Shkrimi me shkronja të vogla dhe të mëdha</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Procedura:</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Vendosni një tekst (p.sh., "mirëdita") në qelizën A1.</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Për ta kthyer tekstin në shkronja të mëdha, përdorni formulën: `=UPPER(A1)`.</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Për ta kthyer në shkronja të vogla, përdorni formulën: `=LOWER(A1)`.</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Për ta kthyer në formatin e duhur (fjala e parë me shkronjë të madhe), përdorni formulën: `=PROPER(A1)`.</a:t>
            </a:r>
            <a:endParaRPr lang="sq-XK" sz="3200" kern="100" dirty="0">
              <a:effectLst/>
              <a:latin typeface="Times New Roman" panose="02020603050405020304" pitchFamily="18" charset="0"/>
              <a:ea typeface="Aptos"/>
              <a:cs typeface="Times New Roman" panose="02020603050405020304" pitchFamily="18" charset="0"/>
            </a:endParaRPr>
          </a:p>
        </p:txBody>
      </p:sp>
    </p:spTree>
    <p:extLst>
      <p:ext uri="{BB962C8B-B14F-4D97-AF65-F5344CB8AC3E}">
        <p14:creationId xmlns:p14="http://schemas.microsoft.com/office/powerpoint/2010/main" val="13277594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800" dirty="0" err="1">
                <a:latin typeface="Times New Roman" panose="02020603050405020304" pitchFamily="18" charset="0"/>
                <a:cs typeface="Times New Roman" panose="02020603050405020304" pitchFamily="18" charset="0"/>
              </a:rPr>
              <a:t>Llojet</a:t>
            </a:r>
            <a:r>
              <a:rPr sz="4800" dirty="0">
                <a:latin typeface="Times New Roman" panose="02020603050405020304" pitchFamily="18" charset="0"/>
                <a:cs typeface="Times New Roman" panose="02020603050405020304" pitchFamily="18" charset="0"/>
              </a:rPr>
              <a:t> e të </a:t>
            </a:r>
            <a:r>
              <a:rPr sz="4800" dirty="0" err="1">
                <a:latin typeface="Times New Roman" panose="02020603050405020304" pitchFamily="18" charset="0"/>
                <a:cs typeface="Times New Roman" panose="02020603050405020304" pitchFamily="18" charset="0"/>
              </a:rPr>
              <a:t>Dhënave</a:t>
            </a:r>
            <a:endParaRPr sz="4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Tekst</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Numra</a:t>
            </a:r>
            <a:r>
              <a:rPr sz="3600" dirty="0">
                <a:latin typeface="Times New Roman" panose="02020603050405020304" pitchFamily="18" charset="0"/>
                <a:cs typeface="Times New Roman" panose="02020603050405020304" pitchFamily="18" charset="0"/>
              </a:rPr>
              <a:t>, Data </a:t>
            </a:r>
            <a:r>
              <a:rPr sz="3600" dirty="0" err="1">
                <a:latin typeface="Times New Roman" panose="02020603050405020304" pitchFamily="18" charset="0"/>
                <a:cs typeface="Times New Roman" panose="02020603050405020304" pitchFamily="18" charset="0"/>
              </a:rPr>
              <a:t>dhe</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Orë</a:t>
            </a:r>
            <a:endParaRPr sz="3600" dirty="0">
              <a:latin typeface="Times New Roman" panose="02020603050405020304" pitchFamily="18" charset="0"/>
              <a:cs typeface="Times New Roman" panose="02020603050405020304" pitchFamily="18" charset="0"/>
            </a:endParaRPr>
          </a:p>
          <a:p>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Rëndësia</a:t>
            </a:r>
            <a:r>
              <a:rPr sz="3600" dirty="0">
                <a:latin typeface="Times New Roman" panose="02020603050405020304" pitchFamily="18" charset="0"/>
                <a:cs typeface="Times New Roman" panose="02020603050405020304" pitchFamily="18" charset="0"/>
              </a:rPr>
              <a:t> e </a:t>
            </a:r>
            <a:r>
              <a:rPr sz="3600" dirty="0" err="1">
                <a:latin typeface="Times New Roman" panose="02020603050405020304" pitchFamily="18" charset="0"/>
                <a:cs typeface="Times New Roman" panose="02020603050405020304" pitchFamily="18" charset="0"/>
              </a:rPr>
              <a:t>saktësisë</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dhe</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formatimit</a:t>
            </a:r>
            <a:endParaRPr sz="3600" dirty="0">
              <a:latin typeface="Times New Roman" panose="02020603050405020304" pitchFamily="18" charset="0"/>
              <a:cs typeface="Times New Roman" panose="02020603050405020304" pitchFamily="18" charset="0"/>
            </a:endParaRPr>
          </a:p>
          <a:p>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Shembull</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Formatimi</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i</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kolonave</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për</a:t>
            </a:r>
            <a:r>
              <a:rPr sz="3600" dirty="0">
                <a:latin typeface="Times New Roman" panose="02020603050405020304" pitchFamily="18" charset="0"/>
                <a:cs typeface="Times New Roman" panose="02020603050405020304" pitchFamily="18" charset="0"/>
              </a:rPr>
              <a:t> të </a:t>
            </a:r>
            <a:r>
              <a:rPr sz="3600" dirty="0" err="1">
                <a:latin typeface="Times New Roman" panose="02020603050405020304" pitchFamily="18" charset="0"/>
                <a:cs typeface="Times New Roman" panose="02020603050405020304" pitchFamily="18" charset="0"/>
              </a:rPr>
              <a:t>dhëna</a:t>
            </a:r>
            <a:r>
              <a:rPr sz="3600" dirty="0">
                <a:latin typeface="Times New Roman" panose="02020603050405020304" pitchFamily="18" charset="0"/>
                <a:cs typeface="Times New Roman" panose="02020603050405020304" pitchFamily="18" charset="0"/>
              </a:rPr>
              <a:t> të </a:t>
            </a:r>
            <a:r>
              <a:rPr sz="3600" dirty="0" err="1">
                <a:latin typeface="Times New Roman" panose="02020603050405020304" pitchFamily="18" charset="0"/>
                <a:cs typeface="Times New Roman" panose="02020603050405020304" pitchFamily="18" charset="0"/>
              </a:rPr>
              <a:t>ndryshme</a:t>
            </a:r>
            <a:endParaRPr sz="3600" dirty="0">
              <a:latin typeface="Times New Roman" panose="02020603050405020304" pitchFamily="18" charset="0"/>
              <a:cs typeface="Times New Roman" panose="02020603050405020304" pitchFamily="18" charset="0"/>
            </a:endParaRPr>
          </a:p>
          <a:p>
            <a:r>
              <a:rPr sz="3600" dirty="0" err="1">
                <a:latin typeface="Times New Roman" panose="02020603050405020304" pitchFamily="18" charset="0"/>
                <a:cs typeface="Times New Roman" panose="02020603050405020304" pitchFamily="18" charset="0"/>
              </a:rPr>
              <a:t>Në</a:t>
            </a:r>
            <a:r>
              <a:rPr sz="3600" dirty="0">
                <a:latin typeface="Times New Roman" panose="02020603050405020304" pitchFamily="18" charset="0"/>
                <a:cs typeface="Times New Roman" panose="02020603050405020304" pitchFamily="18" charset="0"/>
              </a:rPr>
              <a:t> Excel, të </a:t>
            </a:r>
            <a:r>
              <a:rPr sz="3600" dirty="0" err="1">
                <a:latin typeface="Times New Roman" panose="02020603050405020304" pitchFamily="18" charset="0"/>
                <a:cs typeface="Times New Roman" panose="02020603050405020304" pitchFamily="18" charset="0"/>
              </a:rPr>
              <a:t>dhënat</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klasifikohen</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në</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numra</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tekste</a:t>
            </a:r>
            <a:r>
              <a:rPr sz="3600" dirty="0">
                <a:latin typeface="Times New Roman" panose="02020603050405020304" pitchFamily="18" charset="0"/>
                <a:cs typeface="Times New Roman" panose="02020603050405020304" pitchFamily="18" charset="0"/>
              </a:rPr>
              <a:t>, data, </a:t>
            </a:r>
            <a:r>
              <a:rPr sz="3600" dirty="0" err="1">
                <a:latin typeface="Times New Roman" panose="02020603050405020304" pitchFamily="18" charset="0"/>
                <a:cs typeface="Times New Roman" panose="02020603050405020304" pitchFamily="18" charset="0"/>
              </a:rPr>
              <a:t>dhe</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lloje</a:t>
            </a:r>
            <a:r>
              <a:rPr sz="3600" dirty="0">
                <a:latin typeface="Times New Roman" panose="02020603050405020304" pitchFamily="18" charset="0"/>
                <a:cs typeface="Times New Roman" panose="02020603050405020304" pitchFamily="18" charset="0"/>
              </a:rPr>
              <a:t> të </a:t>
            </a:r>
            <a:r>
              <a:rPr sz="3600" dirty="0" err="1">
                <a:latin typeface="Times New Roman" panose="02020603050405020304" pitchFamily="18" charset="0"/>
                <a:cs typeface="Times New Roman" panose="02020603050405020304" pitchFamily="18" charset="0"/>
              </a:rPr>
              <a:t>tjera</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Formati</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i</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saktë</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i</a:t>
            </a:r>
            <a:r>
              <a:rPr sz="3600" dirty="0">
                <a:latin typeface="Times New Roman" panose="02020603050405020304" pitchFamily="18" charset="0"/>
                <a:cs typeface="Times New Roman" panose="02020603050405020304" pitchFamily="18" charset="0"/>
              </a:rPr>
              <a:t> të </a:t>
            </a:r>
            <a:r>
              <a:rPr sz="3600" dirty="0" err="1">
                <a:latin typeface="Times New Roman" panose="02020603050405020304" pitchFamily="18" charset="0"/>
                <a:cs typeface="Times New Roman" panose="02020603050405020304" pitchFamily="18" charset="0"/>
              </a:rPr>
              <a:t>dhënave</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ndihmon</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për</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analiza</a:t>
            </a:r>
            <a:r>
              <a:rPr sz="3600" dirty="0">
                <a:latin typeface="Times New Roman" panose="02020603050405020304" pitchFamily="18" charset="0"/>
                <a:cs typeface="Times New Roman" panose="02020603050405020304" pitchFamily="18" charset="0"/>
              </a:rPr>
              <a:t> </a:t>
            </a:r>
            <a:r>
              <a:rPr sz="3600" dirty="0" err="1">
                <a:latin typeface="Times New Roman" panose="02020603050405020304" pitchFamily="18" charset="0"/>
                <a:cs typeface="Times New Roman" panose="02020603050405020304" pitchFamily="18" charset="0"/>
              </a:rPr>
              <a:t>më</a:t>
            </a:r>
            <a:r>
              <a:rPr sz="3600" dirty="0">
                <a:latin typeface="Times New Roman" panose="02020603050405020304" pitchFamily="18" charset="0"/>
                <a:cs typeface="Times New Roman" panose="02020603050405020304" pitchFamily="18" charset="0"/>
              </a:rPr>
              <a:t> të </a:t>
            </a:r>
            <a:r>
              <a:rPr sz="3600" dirty="0" err="1">
                <a:latin typeface="Times New Roman" panose="02020603050405020304" pitchFamily="18" charset="0"/>
                <a:cs typeface="Times New Roman" panose="02020603050405020304" pitchFamily="18" charset="0"/>
              </a:rPr>
              <a:t>shpejta</a:t>
            </a:r>
            <a:r>
              <a:rPr sz="36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12A3FB-2936-49EC-BB01-28EEE0723F61}"/>
              </a:ext>
            </a:extLst>
          </p:cNvPr>
          <p:cNvSpPr txBox="1"/>
          <p:nvPr/>
        </p:nvSpPr>
        <p:spPr>
          <a:xfrm>
            <a:off x="634180" y="766549"/>
            <a:ext cx="9571703" cy="6199774"/>
          </a:xfrm>
          <a:prstGeom prst="rect">
            <a:avLst/>
          </a:prstGeom>
          <a:noFill/>
        </p:spPr>
        <p:txBody>
          <a:bodyPr wrap="square">
            <a:spAutoFit/>
          </a:bodyPr>
          <a:lstStyle/>
          <a:p>
            <a:pPr>
              <a:lnSpc>
                <a:spcPct val="107000"/>
              </a:lnSpc>
              <a:spcAft>
                <a:spcPts val="800"/>
              </a:spcAft>
            </a:pPr>
            <a:r>
              <a:rPr lang="sq-AL" sz="2600" kern="100" dirty="0">
                <a:effectLst/>
                <a:latin typeface="Times New Roman" panose="02020603050405020304" pitchFamily="18" charset="0"/>
                <a:ea typeface="Aptos"/>
                <a:cs typeface="Times New Roman" panose="02020603050405020304" pitchFamily="18" charset="0"/>
              </a:rPr>
              <a:t> 3. Llojet e të dhënave</a:t>
            </a:r>
            <a:endParaRPr lang="sq-XK" sz="26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2600" kern="100" dirty="0">
                <a:effectLst/>
                <a:latin typeface="Times New Roman" panose="02020603050405020304" pitchFamily="18" charset="0"/>
                <a:ea typeface="Aptos"/>
                <a:cs typeface="Times New Roman" panose="02020603050405020304" pitchFamily="18" charset="0"/>
              </a:rPr>
              <a:t>   Procedura:</a:t>
            </a:r>
            <a:endParaRPr lang="sq-XK" sz="26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2600" kern="100" dirty="0">
                <a:effectLst/>
                <a:latin typeface="Times New Roman" panose="02020603050405020304" pitchFamily="18" charset="0"/>
                <a:ea typeface="Aptos"/>
                <a:cs typeface="Times New Roman" panose="02020603050405020304" pitchFamily="18" charset="0"/>
              </a:rPr>
              <a:t>   - Hapni një fletë Excel dhe futni të dhëna të ndryshme:</a:t>
            </a:r>
            <a:endParaRPr lang="sq-XK" sz="26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2600" kern="100" dirty="0">
                <a:effectLst/>
                <a:latin typeface="Times New Roman" panose="02020603050405020304" pitchFamily="18" charset="0"/>
                <a:ea typeface="Aptos"/>
                <a:cs typeface="Times New Roman" panose="02020603050405020304" pitchFamily="18" charset="0"/>
              </a:rPr>
              <a:t>     - Tekst (p.sh., "Emri").</a:t>
            </a:r>
            <a:endParaRPr lang="sq-XK" sz="26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2600" kern="100" dirty="0">
                <a:effectLst/>
                <a:latin typeface="Times New Roman" panose="02020603050405020304" pitchFamily="18" charset="0"/>
                <a:ea typeface="Aptos"/>
                <a:cs typeface="Times New Roman" panose="02020603050405020304" pitchFamily="18" charset="0"/>
              </a:rPr>
              <a:t>     - Numra (p.sh., `25`).</a:t>
            </a:r>
            <a:endParaRPr lang="sq-XK" sz="26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2600" kern="100" dirty="0">
                <a:effectLst/>
                <a:latin typeface="Times New Roman" panose="02020603050405020304" pitchFamily="18" charset="0"/>
                <a:ea typeface="Aptos"/>
                <a:cs typeface="Times New Roman" panose="02020603050405020304" pitchFamily="18" charset="0"/>
              </a:rPr>
              <a:t>     - Data (p.sh., `</a:t>
            </a:r>
            <a:r>
              <a:rPr lang="sq-AL" sz="2600" kern="100" dirty="0">
                <a:latin typeface="Times New Roman" panose="02020603050405020304" pitchFamily="18" charset="0"/>
                <a:ea typeface="Aptos"/>
                <a:cs typeface="Times New Roman" panose="02020603050405020304" pitchFamily="18" charset="0"/>
              </a:rPr>
              <a:t>24</a:t>
            </a:r>
            <a:r>
              <a:rPr lang="sq-AL" sz="2600" kern="100" dirty="0">
                <a:effectLst/>
                <a:latin typeface="Times New Roman" panose="02020603050405020304" pitchFamily="18" charset="0"/>
                <a:ea typeface="Aptos"/>
                <a:cs typeface="Times New Roman" panose="02020603050405020304" pitchFamily="18" charset="0"/>
              </a:rPr>
              <a:t>/11/2024`).</a:t>
            </a:r>
            <a:endParaRPr lang="sq-XK" sz="26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2600" kern="100" dirty="0">
                <a:effectLst/>
                <a:latin typeface="Times New Roman" panose="02020603050405020304" pitchFamily="18" charset="0"/>
                <a:ea typeface="Aptos"/>
                <a:cs typeface="Times New Roman" panose="02020603050405020304" pitchFamily="18" charset="0"/>
              </a:rPr>
              <a:t>   - Klasifikoni këto të dhëna sipas llojit të tyre:</a:t>
            </a:r>
            <a:endParaRPr lang="sq-XK" sz="26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2600" kern="100" dirty="0">
                <a:effectLst/>
                <a:latin typeface="Times New Roman" panose="02020603050405020304" pitchFamily="18" charset="0"/>
                <a:ea typeface="Aptos"/>
                <a:cs typeface="Times New Roman" panose="02020603050405020304" pitchFamily="18" charset="0"/>
              </a:rPr>
              <a:t>     - Tekst për emrat dhe përshkrimet.</a:t>
            </a:r>
            <a:endParaRPr lang="sq-XK" sz="26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2600" kern="100" dirty="0">
                <a:effectLst/>
                <a:latin typeface="Times New Roman" panose="02020603050405020304" pitchFamily="18" charset="0"/>
                <a:ea typeface="Aptos"/>
                <a:cs typeface="Times New Roman" panose="02020603050405020304" pitchFamily="18" charset="0"/>
              </a:rPr>
              <a:t>     - Numra për vlerat ose shumat.</a:t>
            </a:r>
            <a:endParaRPr lang="sq-XK" sz="26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2600" kern="100" dirty="0">
                <a:effectLst/>
                <a:latin typeface="Times New Roman" panose="02020603050405020304" pitchFamily="18" charset="0"/>
                <a:ea typeface="Aptos"/>
                <a:cs typeface="Times New Roman" panose="02020603050405020304" pitchFamily="18" charset="0"/>
              </a:rPr>
              <a:t>     - Data për ndjekjen e aktiviteteve.</a:t>
            </a:r>
            <a:endParaRPr lang="sq-XK" sz="2600" kern="100" dirty="0">
              <a:effectLst/>
              <a:latin typeface="Times New Roman" panose="02020603050405020304" pitchFamily="18" charset="0"/>
              <a:ea typeface="Aptos"/>
              <a:cs typeface="Times New Roman" panose="02020603050405020304" pitchFamily="18" charset="0"/>
            </a:endParaRPr>
          </a:p>
          <a:p>
            <a:r>
              <a:rPr lang="sq-AL" sz="2600" dirty="0">
                <a:effectLst/>
                <a:latin typeface="Times New Roman" panose="02020603050405020304" pitchFamily="18" charset="0"/>
                <a:ea typeface="Aptos"/>
              </a:rPr>
              <a:t>   - Kontrolloni përputhshmërinë e formateve duke klikuar `Format </a:t>
            </a:r>
            <a:r>
              <a:rPr lang="sq-AL" sz="2600" dirty="0" err="1">
                <a:effectLst/>
                <a:latin typeface="Times New Roman" panose="02020603050405020304" pitchFamily="18" charset="0"/>
                <a:ea typeface="Aptos"/>
              </a:rPr>
              <a:t>Cells</a:t>
            </a:r>
            <a:r>
              <a:rPr lang="sq-AL" sz="2600" dirty="0">
                <a:effectLst/>
                <a:latin typeface="Times New Roman" panose="02020603050405020304" pitchFamily="18" charset="0"/>
                <a:ea typeface="Aptos"/>
              </a:rPr>
              <a:t>` dhe duke zgjedhur llojin përkatës</a:t>
            </a:r>
            <a:endParaRPr lang="sq-AL" sz="2600" dirty="0"/>
          </a:p>
        </p:txBody>
      </p:sp>
    </p:spTree>
    <p:extLst>
      <p:ext uri="{BB962C8B-B14F-4D97-AF65-F5344CB8AC3E}">
        <p14:creationId xmlns:p14="http://schemas.microsoft.com/office/powerpoint/2010/main" val="3419719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800" dirty="0" err="1">
                <a:latin typeface="Times New Roman" panose="02020603050405020304" pitchFamily="18" charset="0"/>
                <a:cs typeface="Times New Roman" panose="02020603050405020304" pitchFamily="18" charset="0"/>
              </a:rPr>
              <a:t>Sortimi</a:t>
            </a:r>
            <a:endParaRPr sz="4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sz="3600">
                <a:latin typeface="Times New Roman" panose="02020603050405020304" pitchFamily="18" charset="0"/>
                <a:cs typeface="Times New Roman" panose="02020603050405020304" pitchFamily="18" charset="0"/>
              </a:rPr>
              <a:t>- Renditja e të dhënave:</a:t>
            </a:r>
          </a:p>
          <a:p>
            <a:r>
              <a:rPr sz="3600">
                <a:latin typeface="Times New Roman" panose="02020603050405020304" pitchFamily="18" charset="0"/>
                <a:cs typeface="Times New Roman" panose="02020603050405020304" pitchFamily="18" charset="0"/>
              </a:rPr>
              <a:t>  - Në mënyrë rritëse ose zbritëse</a:t>
            </a:r>
          </a:p>
          <a:p>
            <a:r>
              <a:rPr sz="3600">
                <a:latin typeface="Times New Roman" panose="02020603050405020304" pitchFamily="18" charset="0"/>
                <a:cs typeface="Times New Roman" panose="02020603050405020304" pitchFamily="18" charset="0"/>
              </a:rPr>
              <a:t>  - Sortimi sipas një ose më shumë kolonave</a:t>
            </a:r>
          </a:p>
          <a:p>
            <a:r>
              <a:rPr sz="3600">
                <a:latin typeface="Times New Roman" panose="02020603050405020304" pitchFamily="18" charset="0"/>
                <a:cs typeface="Times New Roman" panose="02020603050405020304" pitchFamily="18" charset="0"/>
              </a:rPr>
              <a:t>- Përdorim praktik në analiza</a:t>
            </a:r>
          </a:p>
          <a:p>
            <a:r>
              <a:rPr sz="3600">
                <a:latin typeface="Times New Roman" panose="02020603050405020304" pitchFamily="18" charset="0"/>
                <a:cs typeface="Times New Roman" panose="02020603050405020304" pitchFamily="18" charset="0"/>
              </a:rPr>
              <a:t>Sortimi është funksioni që na lejon të rendisim të dhënat sipas kriteresh të ndryshme, si vlera numerike ose alfabetike.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49AF07-FAD8-492B-967E-DCFA8BBD28C0}"/>
              </a:ext>
            </a:extLst>
          </p:cNvPr>
          <p:cNvSpPr txBox="1"/>
          <p:nvPr/>
        </p:nvSpPr>
        <p:spPr>
          <a:xfrm>
            <a:off x="486697" y="407513"/>
            <a:ext cx="9925664" cy="5517408"/>
          </a:xfrm>
          <a:prstGeom prst="rect">
            <a:avLst/>
          </a:prstGeom>
          <a:noFill/>
        </p:spPr>
        <p:txBody>
          <a:bodyPr wrap="square">
            <a:spAutoFit/>
          </a:bodyPr>
          <a:lstStyle/>
          <a:p>
            <a:pPr>
              <a:lnSpc>
                <a:spcPct val="107000"/>
              </a:lnSpc>
              <a:spcAft>
                <a:spcPts val="800"/>
              </a:spcAft>
            </a:pPr>
            <a:r>
              <a:rPr lang="sq-AL" sz="3200" kern="100" dirty="0" err="1">
                <a:effectLst/>
                <a:latin typeface="Times New Roman" panose="02020603050405020304" pitchFamily="18" charset="0"/>
                <a:ea typeface="Aptos"/>
                <a:cs typeface="Times New Roman" panose="02020603050405020304" pitchFamily="18" charset="0"/>
              </a:rPr>
              <a:t>Sortimi</a:t>
            </a:r>
            <a:r>
              <a:rPr lang="sq-AL" sz="3200" kern="100" dirty="0">
                <a:effectLst/>
                <a:latin typeface="Times New Roman" panose="02020603050405020304" pitchFamily="18" charset="0"/>
                <a:ea typeface="Aptos"/>
                <a:cs typeface="Times New Roman" panose="02020603050405020304" pitchFamily="18" charset="0"/>
              </a:rPr>
              <a:t> </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Procedura:</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Vendosni të dhënat në një tabelë (p.sh., emrat dhe notat).</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Zgjidhni kolonën që dëshironi të rendisni.</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Klikoni në `Data` &gt; `</a:t>
            </a:r>
            <a:r>
              <a:rPr lang="sq-AL" sz="3200" kern="100" dirty="0" err="1">
                <a:effectLst/>
                <a:latin typeface="Times New Roman" panose="02020603050405020304" pitchFamily="18" charset="0"/>
                <a:ea typeface="Aptos"/>
                <a:cs typeface="Times New Roman" panose="02020603050405020304" pitchFamily="18" charset="0"/>
              </a:rPr>
              <a:t>Sort</a:t>
            </a:r>
            <a:r>
              <a:rPr lang="sq-AL" sz="3200" kern="100" dirty="0">
                <a:effectLst/>
                <a:latin typeface="Times New Roman" panose="02020603050405020304" pitchFamily="18" charset="0"/>
                <a:ea typeface="Aptos"/>
                <a:cs typeface="Times New Roman" panose="02020603050405020304" pitchFamily="18" charset="0"/>
              </a:rPr>
              <a:t>` dhe zgjidhni renditjen:</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a:t>
            </a:r>
            <a:r>
              <a:rPr lang="sq-AL" sz="3200" kern="100" dirty="0" err="1">
                <a:effectLst/>
                <a:latin typeface="Times New Roman" panose="02020603050405020304" pitchFamily="18" charset="0"/>
                <a:ea typeface="Aptos"/>
                <a:cs typeface="Times New Roman" panose="02020603050405020304" pitchFamily="18" charset="0"/>
              </a:rPr>
              <a:t>Ascending</a:t>
            </a:r>
            <a:r>
              <a:rPr lang="sq-AL" sz="3200" kern="100" dirty="0">
                <a:effectLst/>
                <a:latin typeface="Times New Roman" panose="02020603050405020304" pitchFamily="18" charset="0"/>
                <a:ea typeface="Aptos"/>
                <a:cs typeface="Times New Roman" panose="02020603050405020304" pitchFamily="18" charset="0"/>
              </a:rPr>
              <a:t> (nga e vogla te e madhja) ose</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a:t>
            </a:r>
            <a:r>
              <a:rPr lang="sq-AL" sz="3200" kern="100" dirty="0" err="1">
                <a:effectLst/>
                <a:latin typeface="Times New Roman" panose="02020603050405020304" pitchFamily="18" charset="0"/>
                <a:ea typeface="Aptos"/>
                <a:cs typeface="Times New Roman" panose="02020603050405020304" pitchFamily="18" charset="0"/>
              </a:rPr>
              <a:t>Descending</a:t>
            </a:r>
            <a:r>
              <a:rPr lang="sq-AL" sz="3200" kern="100" dirty="0">
                <a:effectLst/>
                <a:latin typeface="Times New Roman" panose="02020603050405020304" pitchFamily="18" charset="0"/>
                <a:ea typeface="Aptos"/>
                <a:cs typeface="Times New Roman" panose="02020603050405020304" pitchFamily="18" charset="0"/>
              </a:rPr>
              <a:t> (nga e madhja te e vogla).</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Kontrolloni rezultatet pas renditjes për saktësi.</a:t>
            </a:r>
            <a:endParaRPr lang="sq-XK" sz="3200" kern="100" dirty="0">
              <a:effectLst/>
              <a:latin typeface="Times New Roman" panose="02020603050405020304" pitchFamily="18" charset="0"/>
              <a:ea typeface="Aptos"/>
              <a:cs typeface="Times New Roman" panose="02020603050405020304" pitchFamily="18" charset="0"/>
            </a:endParaRPr>
          </a:p>
        </p:txBody>
      </p:sp>
    </p:spTree>
    <p:extLst>
      <p:ext uri="{BB962C8B-B14F-4D97-AF65-F5344CB8AC3E}">
        <p14:creationId xmlns:p14="http://schemas.microsoft.com/office/powerpoint/2010/main" val="39678662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800" dirty="0" err="1">
                <a:latin typeface="Times New Roman" panose="02020603050405020304" pitchFamily="18" charset="0"/>
                <a:cs typeface="Times New Roman" panose="02020603050405020304" pitchFamily="18" charset="0"/>
              </a:rPr>
              <a:t>Pamja</a:t>
            </a:r>
            <a:r>
              <a:rPr sz="4800" dirty="0">
                <a:latin typeface="Times New Roman" panose="02020603050405020304" pitchFamily="18" charset="0"/>
                <a:cs typeface="Times New Roman" panose="02020603050405020304" pitchFamily="18" charset="0"/>
              </a:rPr>
              <a:t> e </a:t>
            </a:r>
            <a:r>
              <a:rPr sz="4800" dirty="0" err="1">
                <a:latin typeface="Times New Roman" panose="02020603050405020304" pitchFamily="18" charset="0"/>
                <a:cs typeface="Times New Roman" panose="02020603050405020304" pitchFamily="18" charset="0"/>
              </a:rPr>
              <a:t>Dokumentit</a:t>
            </a:r>
            <a:r>
              <a:rPr sz="4800" dirty="0">
                <a:latin typeface="Times New Roman" panose="02020603050405020304" pitchFamily="18" charset="0"/>
                <a:cs typeface="Times New Roman" panose="02020603050405020304" pitchFamily="18" charset="0"/>
              </a:rPr>
              <a:t> para </a:t>
            </a:r>
            <a:r>
              <a:rPr sz="4800" dirty="0" err="1">
                <a:latin typeface="Times New Roman" panose="02020603050405020304" pitchFamily="18" charset="0"/>
                <a:cs typeface="Times New Roman" panose="02020603050405020304" pitchFamily="18" charset="0"/>
              </a:rPr>
              <a:t>Shtypjes</a:t>
            </a:r>
            <a:endParaRPr sz="4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a:latin typeface="Times New Roman" panose="02020603050405020304" pitchFamily="18" charset="0"/>
                <a:cs typeface="Times New Roman" panose="02020603050405020304" pitchFamily="18" charset="0"/>
              </a:rPr>
              <a:t>- Kontrollimi i kufijve dhe margjinave</a:t>
            </a:r>
          </a:p>
          <a:p>
            <a:r>
              <a:rPr>
                <a:latin typeface="Times New Roman" panose="02020603050405020304" pitchFamily="18" charset="0"/>
                <a:cs typeface="Times New Roman" panose="02020603050405020304" pitchFamily="18" charset="0"/>
              </a:rPr>
              <a:t>- Përdorimi i 'Print Preview'</a:t>
            </a:r>
          </a:p>
          <a:p>
            <a:r>
              <a:rPr>
                <a:latin typeface="Times New Roman" panose="02020603050405020304" pitchFamily="18" charset="0"/>
                <a:cs typeface="Times New Roman" panose="02020603050405020304" pitchFamily="18" charset="0"/>
              </a:rPr>
              <a:t>- Ekonomizimi i hapësirës së faqes</a:t>
            </a:r>
          </a:p>
          <a:p>
            <a:r>
              <a:rPr>
                <a:latin typeface="Times New Roman" panose="02020603050405020304" pitchFamily="18" charset="0"/>
                <a:cs typeface="Times New Roman" panose="02020603050405020304" pitchFamily="18" charset="0"/>
              </a:rPr>
              <a:t>Kontrolli i pamjes së dokumentit para shtypjes ndihmon për të rregulluar margjinat, faqeve dhe titujt.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C5DF28-5D0A-4030-9B83-8C47F4B7545A}"/>
              </a:ext>
            </a:extLst>
          </p:cNvPr>
          <p:cNvSpPr txBox="1"/>
          <p:nvPr/>
        </p:nvSpPr>
        <p:spPr>
          <a:xfrm>
            <a:off x="634181" y="245280"/>
            <a:ext cx="9630696" cy="6044347"/>
          </a:xfrm>
          <a:prstGeom prst="rect">
            <a:avLst/>
          </a:prstGeom>
          <a:noFill/>
        </p:spPr>
        <p:txBody>
          <a:bodyPr wrap="square">
            <a:spAutoFit/>
          </a:bodyPr>
          <a:lstStyle/>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Pamja e dokumentit para shtypjes</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Procedura:</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Klikoni në `File` &gt; `</a:t>
            </a:r>
            <a:r>
              <a:rPr lang="sq-AL" sz="3200" kern="100" dirty="0" err="1">
                <a:effectLst/>
                <a:latin typeface="Times New Roman" panose="02020603050405020304" pitchFamily="18" charset="0"/>
                <a:ea typeface="Aptos"/>
                <a:cs typeface="Times New Roman" panose="02020603050405020304" pitchFamily="18" charset="0"/>
              </a:rPr>
              <a:t>Print</a:t>
            </a:r>
            <a:r>
              <a:rPr lang="sq-AL" sz="3200" kern="100" dirty="0">
                <a:effectLst/>
                <a:latin typeface="Times New Roman" panose="02020603050405020304" pitchFamily="18" charset="0"/>
                <a:ea typeface="Aptos"/>
                <a:cs typeface="Times New Roman" panose="02020603050405020304" pitchFamily="18" charset="0"/>
              </a:rPr>
              <a:t> </a:t>
            </a:r>
            <a:r>
              <a:rPr lang="sq-AL" sz="3200" kern="100" dirty="0" err="1">
                <a:effectLst/>
                <a:latin typeface="Times New Roman" panose="02020603050405020304" pitchFamily="18" charset="0"/>
                <a:ea typeface="Aptos"/>
                <a:cs typeface="Times New Roman" panose="02020603050405020304" pitchFamily="18" charset="0"/>
              </a:rPr>
              <a:t>Preview</a:t>
            </a:r>
            <a:r>
              <a:rPr lang="sq-AL" sz="3200" kern="100" dirty="0">
                <a:effectLst/>
                <a:latin typeface="Times New Roman" panose="02020603050405020304" pitchFamily="18" charset="0"/>
                <a:ea typeface="Aptos"/>
                <a:cs typeface="Times New Roman" panose="02020603050405020304" pitchFamily="18" charset="0"/>
              </a:rPr>
              <a:t>`.</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Kontrolloni:</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Margjinat.</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Orientimin e faqes (Portret ose Peizazh).</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Cilësinë e shtypjes (shkoni te `Page </a:t>
            </a:r>
            <a:r>
              <a:rPr lang="sq-AL" sz="3200" kern="100" dirty="0" err="1">
                <a:effectLst/>
                <a:latin typeface="Times New Roman" panose="02020603050405020304" pitchFamily="18" charset="0"/>
                <a:ea typeface="Aptos"/>
                <a:cs typeface="Times New Roman" panose="02020603050405020304" pitchFamily="18" charset="0"/>
              </a:rPr>
              <a:t>Layout</a:t>
            </a:r>
            <a:r>
              <a:rPr lang="sq-AL" sz="3200" kern="100" dirty="0">
                <a:effectLst/>
                <a:latin typeface="Times New Roman" panose="02020603050405020304" pitchFamily="18" charset="0"/>
                <a:ea typeface="Aptos"/>
                <a:cs typeface="Times New Roman" panose="02020603050405020304" pitchFamily="18" charset="0"/>
              </a:rPr>
              <a:t>` dhe rregulloni sipas nevojës).</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Sigurohuni që përmbajtja është qartë e dukshme dhe të dhënat nuk dalin jashtë faqes.</a:t>
            </a:r>
            <a:endParaRPr lang="sq-XK" sz="3200" kern="100" dirty="0">
              <a:effectLst/>
              <a:latin typeface="Times New Roman" panose="02020603050405020304" pitchFamily="18" charset="0"/>
              <a:ea typeface="Aptos"/>
              <a:cs typeface="Times New Roman" panose="02020603050405020304" pitchFamily="18" charset="0"/>
            </a:endParaRPr>
          </a:p>
        </p:txBody>
      </p:sp>
    </p:spTree>
    <p:extLst>
      <p:ext uri="{BB962C8B-B14F-4D97-AF65-F5344CB8AC3E}">
        <p14:creationId xmlns:p14="http://schemas.microsoft.com/office/powerpoint/2010/main" val="41985081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800" dirty="0" err="1">
                <a:latin typeface="Times New Roman" panose="02020603050405020304" pitchFamily="18" charset="0"/>
                <a:cs typeface="Times New Roman" panose="02020603050405020304" pitchFamily="18" charset="0"/>
              </a:rPr>
              <a:t>Shtypja</a:t>
            </a:r>
            <a:r>
              <a:rPr sz="4800" dirty="0">
                <a:latin typeface="Times New Roman" panose="02020603050405020304" pitchFamily="18" charset="0"/>
                <a:cs typeface="Times New Roman" panose="02020603050405020304" pitchFamily="18" charset="0"/>
              </a:rPr>
              <a:t> e </a:t>
            </a:r>
            <a:r>
              <a:rPr sz="4800" dirty="0" err="1">
                <a:latin typeface="Times New Roman" panose="02020603050405020304" pitchFamily="18" charset="0"/>
                <a:cs typeface="Times New Roman" panose="02020603050405020304" pitchFamily="18" charset="0"/>
              </a:rPr>
              <a:t>Dokumentit</a:t>
            </a:r>
            <a:endParaRPr sz="4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sz="4000">
                <a:latin typeface="Times New Roman" panose="02020603050405020304" pitchFamily="18" charset="0"/>
                <a:cs typeface="Times New Roman" panose="02020603050405020304" pitchFamily="18" charset="0"/>
              </a:rPr>
              <a:t>- Zgjedhja e madhësisë së letrës dhe margjinave</a:t>
            </a:r>
          </a:p>
          <a:p>
            <a:r>
              <a:rPr sz="4000">
                <a:latin typeface="Times New Roman" panose="02020603050405020304" pitchFamily="18" charset="0"/>
                <a:cs typeface="Times New Roman" panose="02020603050405020304" pitchFamily="18" charset="0"/>
              </a:rPr>
              <a:t>- Shtypja e një pjese specifike të tabelës</a:t>
            </a:r>
          </a:p>
          <a:p>
            <a:r>
              <a:rPr sz="4000">
                <a:latin typeface="Times New Roman" panose="02020603050405020304" pitchFamily="18" charset="0"/>
                <a:cs typeface="Times New Roman" panose="02020603050405020304" pitchFamily="18" charset="0"/>
              </a:rPr>
              <a:t>- Printimi në PDF për shpërndarje</a:t>
            </a:r>
          </a:p>
          <a:p>
            <a:r>
              <a:rPr sz="4000">
                <a:latin typeface="Times New Roman" panose="02020603050405020304" pitchFamily="18" charset="0"/>
                <a:cs typeface="Times New Roman" panose="02020603050405020304" pitchFamily="18" charset="0"/>
              </a:rPr>
              <a:t>Pasi dokumenti është gati, mund ta shtypni ose ta ruani si PDF për shpërndarje më të lehtë.</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9B32BA-12C7-435F-A98B-EB59540E09B1}"/>
              </a:ext>
            </a:extLst>
          </p:cNvPr>
          <p:cNvSpPr txBox="1"/>
          <p:nvPr/>
        </p:nvSpPr>
        <p:spPr>
          <a:xfrm>
            <a:off x="545690" y="414564"/>
            <a:ext cx="9689691" cy="5941755"/>
          </a:xfrm>
          <a:prstGeom prst="rect">
            <a:avLst/>
          </a:prstGeom>
          <a:noFill/>
        </p:spPr>
        <p:txBody>
          <a:bodyPr wrap="square">
            <a:spAutoFit/>
          </a:bodyPr>
          <a:lstStyle/>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Shtypja e dokumentit</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Procedura:</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Pasi të keni rishikuar pamjen e dokumentit, klikoni `File` &gt; `</a:t>
            </a:r>
            <a:r>
              <a:rPr lang="sq-AL" sz="3200" kern="100" dirty="0" err="1">
                <a:effectLst/>
                <a:latin typeface="Times New Roman" panose="02020603050405020304" pitchFamily="18" charset="0"/>
                <a:ea typeface="Aptos"/>
                <a:cs typeface="Times New Roman" panose="02020603050405020304" pitchFamily="18" charset="0"/>
              </a:rPr>
              <a:t>Print</a:t>
            </a:r>
            <a:r>
              <a:rPr lang="sq-AL" sz="3200" kern="100" dirty="0">
                <a:effectLst/>
                <a:latin typeface="Times New Roman" panose="02020603050405020304" pitchFamily="18" charset="0"/>
                <a:ea typeface="Aptos"/>
                <a:cs typeface="Times New Roman" panose="02020603050405020304" pitchFamily="18" charset="0"/>
              </a:rPr>
              <a:t>`.</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Zgjidhni printerin e dëshiruar nga lista.</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Vendosni numrin e faqeve për të shtypur ose klikoni `</a:t>
            </a:r>
            <a:r>
              <a:rPr lang="sq-AL" sz="3200" kern="100" dirty="0" err="1">
                <a:effectLst/>
                <a:latin typeface="Times New Roman" panose="02020603050405020304" pitchFamily="18" charset="0"/>
                <a:ea typeface="Aptos"/>
                <a:cs typeface="Times New Roman" panose="02020603050405020304" pitchFamily="18" charset="0"/>
              </a:rPr>
              <a:t>Print</a:t>
            </a:r>
            <a:r>
              <a:rPr lang="sq-AL" sz="3200" kern="100" dirty="0">
                <a:effectLst/>
                <a:latin typeface="Times New Roman" panose="02020603050405020304" pitchFamily="18" charset="0"/>
                <a:ea typeface="Aptos"/>
                <a:cs typeface="Times New Roman" panose="02020603050405020304" pitchFamily="18" charset="0"/>
              </a:rPr>
              <a:t> All` për të shtypur gjithçka.</a:t>
            </a:r>
            <a:endParaRPr lang="sq-XK" sz="32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sq-AL" sz="3200" kern="100" dirty="0">
                <a:effectLst/>
                <a:latin typeface="Times New Roman" panose="02020603050405020304" pitchFamily="18" charset="0"/>
                <a:ea typeface="Aptos"/>
                <a:cs typeface="Times New Roman" panose="02020603050405020304" pitchFamily="18" charset="0"/>
              </a:rPr>
              <a:t>   - Klikoni `OK` për të filluar shtypjen dhe verifikoni cilësinë e dokumentit.</a:t>
            </a:r>
            <a:endParaRPr lang="sq-XK" sz="3200" kern="100" dirty="0">
              <a:effectLst/>
              <a:latin typeface="Times New Roman" panose="02020603050405020304" pitchFamily="18" charset="0"/>
              <a:ea typeface="Aptos"/>
              <a:cs typeface="Times New Roman" panose="02020603050405020304" pitchFamily="18" charset="0"/>
            </a:endParaRPr>
          </a:p>
        </p:txBody>
      </p:sp>
    </p:spTree>
    <p:extLst>
      <p:ext uri="{BB962C8B-B14F-4D97-AF65-F5344CB8AC3E}">
        <p14:creationId xmlns:p14="http://schemas.microsoft.com/office/powerpoint/2010/main" val="10243612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52928A-BF73-489C-80C2-E8E1D42AD3AA}"/>
              </a:ext>
            </a:extLst>
          </p:cNvPr>
          <p:cNvSpPr txBox="1"/>
          <p:nvPr/>
        </p:nvSpPr>
        <p:spPr>
          <a:xfrm>
            <a:off x="191728" y="137287"/>
            <a:ext cx="10504796" cy="7109639"/>
          </a:xfrm>
          <a:prstGeom prst="rect">
            <a:avLst/>
          </a:prstGeom>
          <a:noFill/>
        </p:spPr>
        <p:txBody>
          <a:bodyPr wrap="square">
            <a:spAutoFit/>
          </a:bodyPr>
          <a:lstStyle/>
          <a:p>
            <a:r>
              <a:rPr lang="sq-AL" sz="2400" dirty="0">
                <a:latin typeface="Times New Roman" panose="02020603050405020304" pitchFamily="18" charset="0"/>
                <a:cs typeface="Times New Roman" panose="02020603050405020304" pitchFamily="18" charset="0"/>
              </a:rPr>
              <a:t>2. Hapja e </a:t>
            </a:r>
            <a:r>
              <a:rPr lang="sq-AL" sz="2400" dirty="0" err="1">
                <a:latin typeface="Times New Roman" panose="02020603050405020304" pitchFamily="18" charset="0"/>
                <a:cs typeface="Times New Roman" panose="02020603050405020304" pitchFamily="18" charset="0"/>
              </a:rPr>
              <a:t>Conditional</a:t>
            </a:r>
            <a:r>
              <a:rPr lang="sq-AL" sz="2400" dirty="0">
                <a:latin typeface="Times New Roman" panose="02020603050405020304" pitchFamily="18" charset="0"/>
                <a:cs typeface="Times New Roman" panose="02020603050405020304" pitchFamily="18" charset="0"/>
              </a:rPr>
              <a:t> </a:t>
            </a:r>
            <a:r>
              <a:rPr lang="sq-AL" sz="2400" dirty="0" err="1">
                <a:latin typeface="Times New Roman" panose="02020603050405020304" pitchFamily="18" charset="0"/>
                <a:cs typeface="Times New Roman" panose="02020603050405020304" pitchFamily="18" charset="0"/>
              </a:rPr>
              <a:t>Formatting</a:t>
            </a:r>
            <a:endParaRPr lang="sq-AL" sz="2400" dirty="0">
              <a:latin typeface="Times New Roman" panose="02020603050405020304" pitchFamily="18" charset="0"/>
              <a:cs typeface="Times New Roman" panose="02020603050405020304" pitchFamily="18" charset="0"/>
            </a:endParaRPr>
          </a:p>
          <a:p>
            <a:r>
              <a:rPr lang="sq-AL" sz="2400" dirty="0">
                <a:latin typeface="Times New Roman" panose="02020603050405020304" pitchFamily="18" charset="0"/>
                <a:cs typeface="Times New Roman" panose="02020603050405020304" pitchFamily="18" charset="0"/>
              </a:rPr>
              <a:t>   - Në </a:t>
            </a:r>
            <a:r>
              <a:rPr lang="sq-AL" sz="2400" dirty="0" err="1">
                <a:latin typeface="Times New Roman" panose="02020603050405020304" pitchFamily="18" charset="0"/>
                <a:cs typeface="Times New Roman" panose="02020603050405020304" pitchFamily="18" charset="0"/>
              </a:rPr>
              <a:t>Menu</a:t>
            </a:r>
            <a:r>
              <a:rPr lang="sq-AL" sz="2400" dirty="0">
                <a:latin typeface="Times New Roman" panose="02020603050405020304" pitchFamily="18" charset="0"/>
                <a:cs typeface="Times New Roman" panose="02020603050405020304" pitchFamily="18" charset="0"/>
              </a:rPr>
              <a:t> Bar, shkoni te </a:t>
            </a:r>
            <a:r>
              <a:rPr lang="sq-AL" sz="2400" dirty="0" err="1">
                <a:latin typeface="Times New Roman" panose="02020603050405020304" pitchFamily="18" charset="0"/>
                <a:cs typeface="Times New Roman" panose="02020603050405020304" pitchFamily="18" charset="0"/>
              </a:rPr>
              <a:t>Home</a:t>
            </a:r>
            <a:r>
              <a:rPr lang="sq-AL" sz="2400" dirty="0">
                <a:latin typeface="Times New Roman" panose="02020603050405020304" pitchFamily="18" charset="0"/>
                <a:cs typeface="Times New Roman" panose="02020603050405020304" pitchFamily="18" charset="0"/>
              </a:rPr>
              <a:t>.  </a:t>
            </a:r>
          </a:p>
          <a:p>
            <a:r>
              <a:rPr lang="sq-AL" sz="2400" dirty="0">
                <a:latin typeface="Times New Roman" panose="02020603050405020304" pitchFamily="18" charset="0"/>
                <a:cs typeface="Times New Roman" panose="02020603050405020304" pitchFamily="18" charset="0"/>
              </a:rPr>
              <a:t>   - Klikoni te </a:t>
            </a:r>
            <a:r>
              <a:rPr lang="sq-AL" sz="2400" dirty="0" err="1">
                <a:latin typeface="Times New Roman" panose="02020603050405020304" pitchFamily="18" charset="0"/>
                <a:cs typeface="Times New Roman" panose="02020603050405020304" pitchFamily="18" charset="0"/>
              </a:rPr>
              <a:t>Conditional</a:t>
            </a:r>
            <a:r>
              <a:rPr lang="sq-AL" sz="2400" dirty="0">
                <a:latin typeface="Times New Roman" panose="02020603050405020304" pitchFamily="18" charset="0"/>
                <a:cs typeface="Times New Roman" panose="02020603050405020304" pitchFamily="18" charset="0"/>
              </a:rPr>
              <a:t> </a:t>
            </a:r>
            <a:r>
              <a:rPr lang="sq-AL" sz="2400" dirty="0" err="1">
                <a:latin typeface="Times New Roman" panose="02020603050405020304" pitchFamily="18" charset="0"/>
                <a:cs typeface="Times New Roman" panose="02020603050405020304" pitchFamily="18" charset="0"/>
              </a:rPr>
              <a:t>Formatting</a:t>
            </a:r>
            <a:r>
              <a:rPr lang="sq-AL" sz="2400" dirty="0">
                <a:latin typeface="Times New Roman" panose="02020603050405020304" pitchFamily="18" charset="0"/>
                <a:cs typeface="Times New Roman" panose="02020603050405020304" pitchFamily="18" charset="0"/>
              </a:rPr>
              <a:t> (zakonisht gjendet në seksionin "</a:t>
            </a:r>
            <a:r>
              <a:rPr lang="sq-AL" sz="2400" dirty="0" err="1">
                <a:latin typeface="Times New Roman" panose="02020603050405020304" pitchFamily="18" charset="0"/>
                <a:cs typeface="Times New Roman" panose="02020603050405020304" pitchFamily="18" charset="0"/>
              </a:rPr>
              <a:t>Styles</a:t>
            </a:r>
            <a:r>
              <a:rPr lang="sq-AL" sz="2400" dirty="0">
                <a:latin typeface="Times New Roman" panose="02020603050405020304" pitchFamily="18" charset="0"/>
                <a:cs typeface="Times New Roman" panose="02020603050405020304" pitchFamily="18" charset="0"/>
              </a:rPr>
              <a:t>").  </a:t>
            </a:r>
          </a:p>
          <a:p>
            <a:r>
              <a:rPr lang="sq-AL" sz="2400" dirty="0">
                <a:latin typeface="Times New Roman" panose="02020603050405020304" pitchFamily="18" charset="0"/>
                <a:cs typeface="Times New Roman" panose="02020603050405020304" pitchFamily="18" charset="0"/>
              </a:rPr>
              <a:t>   - Zgjidhni opsionin </a:t>
            </a:r>
            <a:r>
              <a:rPr lang="sq-AL" sz="2400" dirty="0" err="1">
                <a:latin typeface="Times New Roman" panose="02020603050405020304" pitchFamily="18" charset="0"/>
                <a:cs typeface="Times New Roman" panose="02020603050405020304" pitchFamily="18" charset="0"/>
              </a:rPr>
              <a:t>New</a:t>
            </a:r>
            <a:r>
              <a:rPr lang="sq-AL" sz="2400" dirty="0">
                <a:latin typeface="Times New Roman" panose="02020603050405020304" pitchFamily="18" charset="0"/>
                <a:cs typeface="Times New Roman" panose="02020603050405020304" pitchFamily="18" charset="0"/>
              </a:rPr>
              <a:t> Rule....</a:t>
            </a:r>
          </a:p>
          <a:p>
            <a:r>
              <a:rPr lang="sq-AL" sz="2400" dirty="0">
                <a:latin typeface="Times New Roman" panose="02020603050405020304" pitchFamily="18" charset="0"/>
                <a:cs typeface="Times New Roman" panose="02020603050405020304" pitchFamily="18" charset="0"/>
              </a:rPr>
              <a:t> 3. Vendosja e Rregullave</a:t>
            </a:r>
          </a:p>
          <a:p>
            <a:r>
              <a:rPr lang="sq-AL" sz="2400" dirty="0">
                <a:latin typeface="Times New Roman" panose="02020603050405020304" pitchFamily="18" charset="0"/>
                <a:cs typeface="Times New Roman" panose="02020603050405020304" pitchFamily="18" charset="0"/>
              </a:rPr>
              <a:t>   - Do të shfaqet një dritare për krijimin e rregullave. Ndiqni këto hapa për secilin kusht:</a:t>
            </a:r>
          </a:p>
          <a:p>
            <a:r>
              <a:rPr lang="sq-AL" sz="2400" dirty="0">
                <a:latin typeface="Times New Roman" panose="02020603050405020304" pitchFamily="18" charset="0"/>
                <a:cs typeface="Times New Roman" panose="02020603050405020304" pitchFamily="18" charset="0"/>
              </a:rPr>
              <a:t>   a. Nota mbi 85 (jeshile):  </a:t>
            </a:r>
          </a:p>
          <a:p>
            <a:r>
              <a:rPr lang="sq-AL" sz="2400" dirty="0">
                <a:latin typeface="Times New Roman" panose="02020603050405020304" pitchFamily="18" charset="0"/>
                <a:cs typeface="Times New Roman" panose="02020603050405020304" pitchFamily="18" charset="0"/>
              </a:rPr>
              <a:t>   - Zgjidhni opsionin Format </a:t>
            </a:r>
            <a:r>
              <a:rPr lang="sq-AL" sz="2400" dirty="0" err="1">
                <a:latin typeface="Times New Roman" panose="02020603050405020304" pitchFamily="18" charset="0"/>
                <a:cs typeface="Times New Roman" panose="02020603050405020304" pitchFamily="18" charset="0"/>
              </a:rPr>
              <a:t>only</a:t>
            </a:r>
            <a:r>
              <a:rPr lang="sq-AL" sz="2400" dirty="0">
                <a:latin typeface="Times New Roman" panose="02020603050405020304" pitchFamily="18" charset="0"/>
                <a:cs typeface="Times New Roman" panose="02020603050405020304" pitchFamily="18" charset="0"/>
              </a:rPr>
              <a:t> </a:t>
            </a:r>
            <a:r>
              <a:rPr lang="sq-AL" sz="2400" dirty="0" err="1">
                <a:latin typeface="Times New Roman" panose="02020603050405020304" pitchFamily="18" charset="0"/>
                <a:cs typeface="Times New Roman" panose="02020603050405020304" pitchFamily="18" charset="0"/>
              </a:rPr>
              <a:t>cells</a:t>
            </a:r>
            <a:r>
              <a:rPr lang="sq-AL" sz="2400" dirty="0">
                <a:latin typeface="Times New Roman" panose="02020603050405020304" pitchFamily="18" charset="0"/>
                <a:cs typeface="Times New Roman" panose="02020603050405020304" pitchFamily="18" charset="0"/>
              </a:rPr>
              <a:t> </a:t>
            </a:r>
            <a:r>
              <a:rPr lang="sq-AL" sz="2400" dirty="0" err="1">
                <a:latin typeface="Times New Roman" panose="02020603050405020304" pitchFamily="18" charset="0"/>
                <a:cs typeface="Times New Roman" panose="02020603050405020304" pitchFamily="18" charset="0"/>
              </a:rPr>
              <a:t>that</a:t>
            </a:r>
            <a:r>
              <a:rPr lang="sq-AL" sz="2400" dirty="0">
                <a:latin typeface="Times New Roman" panose="02020603050405020304" pitchFamily="18" charset="0"/>
                <a:cs typeface="Times New Roman" panose="02020603050405020304" pitchFamily="18" charset="0"/>
              </a:rPr>
              <a:t> </a:t>
            </a:r>
            <a:r>
              <a:rPr lang="sq-AL" sz="2400" dirty="0" err="1">
                <a:latin typeface="Times New Roman" panose="02020603050405020304" pitchFamily="18" charset="0"/>
                <a:cs typeface="Times New Roman" panose="02020603050405020304" pitchFamily="18" charset="0"/>
              </a:rPr>
              <a:t>contain</a:t>
            </a:r>
            <a:r>
              <a:rPr lang="sq-AL" sz="2400" dirty="0">
                <a:latin typeface="Times New Roman" panose="02020603050405020304" pitchFamily="18" charset="0"/>
                <a:cs typeface="Times New Roman" panose="02020603050405020304" pitchFamily="18" charset="0"/>
              </a:rPr>
              <a:t>.  </a:t>
            </a:r>
          </a:p>
          <a:p>
            <a:r>
              <a:rPr lang="sq-AL" sz="2400" dirty="0">
                <a:latin typeface="Times New Roman" panose="02020603050405020304" pitchFamily="18" charset="0"/>
                <a:cs typeface="Times New Roman" panose="02020603050405020304" pitchFamily="18" charset="0"/>
              </a:rPr>
              <a:t>   - Në kutinë Format </a:t>
            </a:r>
            <a:r>
              <a:rPr lang="sq-AL" sz="2400" dirty="0" err="1">
                <a:latin typeface="Times New Roman" panose="02020603050405020304" pitchFamily="18" charset="0"/>
                <a:cs typeface="Times New Roman" panose="02020603050405020304" pitchFamily="18" charset="0"/>
              </a:rPr>
              <a:t>only</a:t>
            </a:r>
            <a:r>
              <a:rPr lang="sq-AL" sz="2400" dirty="0">
                <a:latin typeface="Times New Roman" panose="02020603050405020304" pitchFamily="18" charset="0"/>
                <a:cs typeface="Times New Roman" panose="02020603050405020304" pitchFamily="18" charset="0"/>
              </a:rPr>
              <a:t> </a:t>
            </a:r>
            <a:r>
              <a:rPr lang="sq-AL" sz="2400" dirty="0" err="1">
                <a:latin typeface="Times New Roman" panose="02020603050405020304" pitchFamily="18" charset="0"/>
                <a:cs typeface="Times New Roman" panose="02020603050405020304" pitchFamily="18" charset="0"/>
              </a:rPr>
              <a:t>cells</a:t>
            </a:r>
            <a:r>
              <a:rPr lang="sq-AL" sz="2400" dirty="0">
                <a:latin typeface="Times New Roman" panose="02020603050405020304" pitchFamily="18" charset="0"/>
                <a:cs typeface="Times New Roman" panose="02020603050405020304" pitchFamily="18" charset="0"/>
              </a:rPr>
              <a:t> </a:t>
            </a:r>
            <a:r>
              <a:rPr lang="sq-AL" sz="2400" dirty="0" err="1">
                <a:latin typeface="Times New Roman" panose="02020603050405020304" pitchFamily="18" charset="0"/>
                <a:cs typeface="Times New Roman" panose="02020603050405020304" pitchFamily="18" charset="0"/>
              </a:rPr>
              <a:t>with</a:t>
            </a:r>
            <a:r>
              <a:rPr lang="sq-AL" sz="2400" dirty="0">
                <a:latin typeface="Times New Roman" panose="02020603050405020304" pitchFamily="18" charset="0"/>
                <a:cs typeface="Times New Roman" panose="02020603050405020304" pitchFamily="18" charset="0"/>
              </a:rPr>
              <a:t>, zgjidhni:  </a:t>
            </a:r>
          </a:p>
          <a:p>
            <a:r>
              <a:rPr lang="sq-AL" sz="2400" dirty="0">
                <a:latin typeface="Times New Roman" panose="02020603050405020304" pitchFamily="18" charset="0"/>
                <a:cs typeface="Times New Roman" panose="02020603050405020304" pitchFamily="18" charset="0"/>
              </a:rPr>
              <a:t>     - "</a:t>
            </a:r>
            <a:r>
              <a:rPr lang="sq-AL" sz="2400" dirty="0" err="1">
                <a:latin typeface="Times New Roman" panose="02020603050405020304" pitchFamily="18" charset="0"/>
                <a:cs typeface="Times New Roman" panose="02020603050405020304" pitchFamily="18" charset="0"/>
              </a:rPr>
              <a:t>Cell</a:t>
            </a:r>
            <a:r>
              <a:rPr lang="sq-AL" sz="2400" dirty="0">
                <a:latin typeface="Times New Roman" panose="02020603050405020304" pitchFamily="18" charset="0"/>
                <a:cs typeface="Times New Roman" panose="02020603050405020304" pitchFamily="18" charset="0"/>
              </a:rPr>
              <a:t> </a:t>
            </a:r>
            <a:r>
              <a:rPr lang="sq-AL" sz="2400" dirty="0" err="1">
                <a:latin typeface="Times New Roman" panose="02020603050405020304" pitchFamily="18" charset="0"/>
                <a:cs typeface="Times New Roman" panose="02020603050405020304" pitchFamily="18" charset="0"/>
              </a:rPr>
              <a:t>Value</a:t>
            </a:r>
            <a:r>
              <a:rPr lang="sq-AL" sz="2400" dirty="0">
                <a:latin typeface="Times New Roman" panose="02020603050405020304" pitchFamily="18" charset="0"/>
                <a:cs typeface="Times New Roman" panose="02020603050405020304" pitchFamily="18" charset="0"/>
              </a:rPr>
              <a:t>"  </a:t>
            </a:r>
          </a:p>
          <a:p>
            <a:r>
              <a:rPr lang="sq-AL" sz="2400" dirty="0">
                <a:latin typeface="Times New Roman" panose="02020603050405020304" pitchFamily="18" charset="0"/>
                <a:cs typeface="Times New Roman" panose="02020603050405020304" pitchFamily="18" charset="0"/>
              </a:rPr>
              <a:t>     - "</a:t>
            </a:r>
            <a:r>
              <a:rPr lang="sq-AL" sz="2400" dirty="0" err="1">
                <a:latin typeface="Times New Roman" panose="02020603050405020304" pitchFamily="18" charset="0"/>
                <a:cs typeface="Times New Roman" panose="02020603050405020304" pitchFamily="18" charset="0"/>
              </a:rPr>
              <a:t>greater</a:t>
            </a:r>
            <a:r>
              <a:rPr lang="sq-AL" sz="2400" dirty="0">
                <a:latin typeface="Times New Roman" panose="02020603050405020304" pitchFamily="18" charset="0"/>
                <a:cs typeface="Times New Roman" panose="02020603050405020304" pitchFamily="18" charset="0"/>
              </a:rPr>
              <a:t> than"  </a:t>
            </a:r>
          </a:p>
          <a:p>
            <a:r>
              <a:rPr lang="sq-AL" sz="2400" dirty="0">
                <a:latin typeface="Times New Roman" panose="02020603050405020304" pitchFamily="18" charset="0"/>
                <a:cs typeface="Times New Roman" panose="02020603050405020304" pitchFamily="18" charset="0"/>
              </a:rPr>
              <a:t>     - Shkruani 85.  </a:t>
            </a:r>
          </a:p>
          <a:p>
            <a:r>
              <a:rPr lang="sq-AL" sz="2400" dirty="0">
                <a:latin typeface="Times New Roman" panose="02020603050405020304" pitchFamily="18" charset="0"/>
                <a:cs typeface="Times New Roman" panose="02020603050405020304" pitchFamily="18" charset="0"/>
              </a:rPr>
              <a:t>   - Klikoni te Format..., pastaj te skeda Fill, dhe zgjidhni ngjyrën jeshile.  </a:t>
            </a:r>
          </a:p>
          <a:p>
            <a:r>
              <a:rPr lang="sq-AL" sz="2400" dirty="0">
                <a:latin typeface="Times New Roman" panose="02020603050405020304" pitchFamily="18" charset="0"/>
                <a:cs typeface="Times New Roman" panose="02020603050405020304" pitchFamily="18" charset="0"/>
              </a:rPr>
              <a:t>   - Klikoni OK.</a:t>
            </a:r>
          </a:p>
          <a:p>
            <a:r>
              <a:rPr lang="sq-AL" sz="2400" dirty="0">
                <a:latin typeface="Times New Roman" panose="02020603050405020304" pitchFamily="18" charset="0"/>
                <a:cs typeface="Times New Roman" panose="02020603050405020304" pitchFamily="18" charset="0"/>
              </a:rPr>
              <a:t>   b. Nota nga 70 deri në 85 (portokalli):  Procedura e njëjtë </a:t>
            </a:r>
            <a:r>
              <a:rPr lang="sq-AL" sz="2400" dirty="0" err="1">
                <a:latin typeface="Times New Roman" panose="02020603050405020304" pitchFamily="18" charset="0"/>
                <a:cs typeface="Times New Roman" panose="02020603050405020304" pitchFamily="18" charset="0"/>
              </a:rPr>
              <a:t>përveq</a:t>
            </a:r>
            <a:r>
              <a:rPr lang="sq-AL" sz="2400" dirty="0">
                <a:latin typeface="Times New Roman" panose="02020603050405020304" pitchFamily="18" charset="0"/>
                <a:cs typeface="Times New Roman" panose="02020603050405020304" pitchFamily="18" charset="0"/>
              </a:rPr>
              <a:t> se fjala "</a:t>
            </a:r>
            <a:r>
              <a:rPr lang="sq-AL" sz="2400" dirty="0" err="1">
                <a:latin typeface="Times New Roman" panose="02020603050405020304" pitchFamily="18" charset="0"/>
                <a:cs typeface="Times New Roman" panose="02020603050405020304" pitchFamily="18" charset="0"/>
              </a:rPr>
              <a:t>greater</a:t>
            </a:r>
            <a:r>
              <a:rPr lang="sq-AL" sz="2400" dirty="0">
                <a:latin typeface="Times New Roman" panose="02020603050405020304" pitchFamily="18" charset="0"/>
                <a:cs typeface="Times New Roman" panose="02020603050405020304" pitchFamily="18" charset="0"/>
              </a:rPr>
              <a:t> than" zëvendësohet me </a:t>
            </a:r>
            <a:r>
              <a:rPr lang="sq-AL" sz="2400" dirty="0" err="1">
                <a:latin typeface="Times New Roman" panose="02020603050405020304" pitchFamily="18" charset="0"/>
                <a:cs typeface="Times New Roman" panose="02020603050405020304" pitchFamily="18" charset="0"/>
              </a:rPr>
              <a:t>between</a:t>
            </a:r>
            <a:endParaRPr lang="sq-AL" sz="2400" dirty="0">
              <a:latin typeface="Times New Roman" panose="02020603050405020304" pitchFamily="18" charset="0"/>
              <a:cs typeface="Times New Roman" panose="02020603050405020304" pitchFamily="18" charset="0"/>
            </a:endParaRPr>
          </a:p>
          <a:p>
            <a:r>
              <a:rPr lang="sq-AL" sz="2400" dirty="0">
                <a:latin typeface="Times New Roman" panose="02020603050405020304" pitchFamily="18" charset="0"/>
                <a:cs typeface="Times New Roman" panose="02020603050405020304" pitchFamily="18" charset="0"/>
              </a:rPr>
              <a:t>   c. Nota nën 70 (e kuqe): e njëjta procedurë </a:t>
            </a:r>
            <a:r>
              <a:rPr lang="sq-AL" sz="2400" dirty="0" err="1">
                <a:latin typeface="Times New Roman" panose="02020603050405020304" pitchFamily="18" charset="0"/>
                <a:cs typeface="Times New Roman" panose="02020603050405020304" pitchFamily="18" charset="0"/>
              </a:rPr>
              <a:t>përveq</a:t>
            </a:r>
            <a:r>
              <a:rPr lang="sq-AL" sz="2400" dirty="0">
                <a:latin typeface="Times New Roman" panose="02020603050405020304" pitchFamily="18" charset="0"/>
                <a:cs typeface="Times New Roman" panose="02020603050405020304" pitchFamily="18" charset="0"/>
              </a:rPr>
              <a:t> se fjala «</a:t>
            </a:r>
            <a:r>
              <a:rPr lang="sq-AL" sz="2400" dirty="0" err="1">
                <a:latin typeface="Times New Roman" panose="02020603050405020304" pitchFamily="18" charset="0"/>
                <a:cs typeface="Times New Roman" panose="02020603050405020304" pitchFamily="18" charset="0"/>
              </a:rPr>
              <a:t>between</a:t>
            </a:r>
            <a:r>
              <a:rPr lang="sq-AL" sz="2400" dirty="0">
                <a:latin typeface="Times New Roman" panose="02020603050405020304" pitchFamily="18" charset="0"/>
                <a:cs typeface="Times New Roman" panose="02020603050405020304" pitchFamily="18" charset="0"/>
              </a:rPr>
              <a:t>» zëvendësohet me "</a:t>
            </a:r>
            <a:r>
              <a:rPr lang="sq-AL" sz="2400" dirty="0" err="1">
                <a:latin typeface="Times New Roman" panose="02020603050405020304" pitchFamily="18" charset="0"/>
                <a:cs typeface="Times New Roman" panose="02020603050405020304" pitchFamily="18" charset="0"/>
              </a:rPr>
              <a:t>less</a:t>
            </a:r>
            <a:r>
              <a:rPr lang="sq-AL" sz="2400" dirty="0">
                <a:latin typeface="Times New Roman" panose="02020603050405020304" pitchFamily="18" charset="0"/>
                <a:cs typeface="Times New Roman" panose="02020603050405020304" pitchFamily="18" charset="0"/>
              </a:rPr>
              <a:t> than"</a:t>
            </a:r>
          </a:p>
        </p:txBody>
      </p:sp>
    </p:spTree>
    <p:extLst>
      <p:ext uri="{BB962C8B-B14F-4D97-AF65-F5344CB8AC3E}">
        <p14:creationId xmlns:p14="http://schemas.microsoft.com/office/powerpoint/2010/main" val="595656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9D070D-0BD8-4ACC-8643-22F63A842B30}"/>
              </a:ext>
            </a:extLst>
          </p:cNvPr>
          <p:cNvSpPr/>
          <p:nvPr/>
        </p:nvSpPr>
        <p:spPr>
          <a:xfrm>
            <a:off x="324465" y="383458"/>
            <a:ext cx="10014153" cy="1430594"/>
          </a:xfrm>
          <a:prstGeom prst="rect">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sq-AL" sz="2800" b="1" dirty="0">
                <a:latin typeface="Times New Roman" panose="02020603050405020304" pitchFamily="18" charset="0"/>
                <a:cs typeface="Times New Roman" panose="02020603050405020304" pitchFamily="18" charset="0"/>
              </a:rPr>
              <a:t>Përdorimi i tastit ALT &amp; për të shkurtuar veprimet në EXCEL</a:t>
            </a:r>
          </a:p>
        </p:txBody>
      </p:sp>
      <p:sp>
        <p:nvSpPr>
          <p:cNvPr id="3" name="Rectangle 2">
            <a:extLst>
              <a:ext uri="{FF2B5EF4-FFF2-40B4-BE49-F238E27FC236}">
                <a16:creationId xmlns:a16="http://schemas.microsoft.com/office/drawing/2014/main" id="{C3F2DBEF-80F1-4598-B575-31352C90446D}"/>
              </a:ext>
            </a:extLst>
          </p:cNvPr>
          <p:cNvSpPr/>
          <p:nvPr/>
        </p:nvSpPr>
        <p:spPr>
          <a:xfrm>
            <a:off x="324464" y="2330245"/>
            <a:ext cx="10014154" cy="943897"/>
          </a:xfrm>
          <a:prstGeom prst="rect">
            <a:avLst/>
          </a:prstGeom>
          <a:solidFill>
            <a:srgbClr val="00B050"/>
          </a:solidFill>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sq-AL" sz="3200" b="1" dirty="0">
                <a:latin typeface="Times New Roman" panose="02020603050405020304" pitchFamily="18" charset="0"/>
                <a:cs typeface="Times New Roman" panose="02020603050405020304" pitchFamily="18" charset="0"/>
              </a:rPr>
              <a:t>(ALT&amp;=) Llogaritë shumën e rreshtave apo kolonave</a:t>
            </a:r>
          </a:p>
        </p:txBody>
      </p:sp>
      <p:sp>
        <p:nvSpPr>
          <p:cNvPr id="4" name="Rectangle 3">
            <a:extLst>
              <a:ext uri="{FF2B5EF4-FFF2-40B4-BE49-F238E27FC236}">
                <a16:creationId xmlns:a16="http://schemas.microsoft.com/office/drawing/2014/main" id="{2DB15DDB-EC1E-4512-9034-6DF7A36F7BF5}"/>
              </a:ext>
            </a:extLst>
          </p:cNvPr>
          <p:cNvSpPr/>
          <p:nvPr/>
        </p:nvSpPr>
        <p:spPr>
          <a:xfrm>
            <a:off x="324464" y="3328219"/>
            <a:ext cx="10014154" cy="943897"/>
          </a:xfrm>
          <a:prstGeom prst="rect">
            <a:avLst/>
          </a:prstGeom>
          <a:solidFill>
            <a:srgbClr val="00B050"/>
          </a:solidFill>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sq-AL" sz="3200" b="1" dirty="0">
                <a:latin typeface="Times New Roman" panose="02020603050405020304" pitchFamily="18" charset="0"/>
                <a:cs typeface="Times New Roman" panose="02020603050405020304" pitchFamily="18" charset="0"/>
              </a:rPr>
              <a:t>(ALT&amp;HOA) Shpërndan rreshtat në bazë të nevojës</a:t>
            </a:r>
          </a:p>
        </p:txBody>
      </p:sp>
      <p:sp>
        <p:nvSpPr>
          <p:cNvPr id="7" name="Rectangle 6">
            <a:extLst>
              <a:ext uri="{FF2B5EF4-FFF2-40B4-BE49-F238E27FC236}">
                <a16:creationId xmlns:a16="http://schemas.microsoft.com/office/drawing/2014/main" id="{2CE99ECA-BC59-41A8-A55B-16557C4160CF}"/>
              </a:ext>
            </a:extLst>
          </p:cNvPr>
          <p:cNvSpPr/>
          <p:nvPr/>
        </p:nvSpPr>
        <p:spPr>
          <a:xfrm>
            <a:off x="324464" y="4272116"/>
            <a:ext cx="10014154" cy="943897"/>
          </a:xfrm>
          <a:prstGeom prst="rect">
            <a:avLst/>
          </a:prstGeom>
          <a:solidFill>
            <a:srgbClr val="00B050"/>
          </a:solidFill>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sq-AL" sz="3200" b="1" dirty="0">
                <a:latin typeface="Times New Roman" panose="02020603050405020304" pitchFamily="18" charset="0"/>
                <a:cs typeface="Times New Roman" panose="02020603050405020304" pitchFamily="18" charset="0"/>
              </a:rPr>
              <a:t>(ALT&amp;HOI) Shpërndan kolonat në bazë të nevojës</a:t>
            </a:r>
          </a:p>
        </p:txBody>
      </p:sp>
      <p:sp>
        <p:nvSpPr>
          <p:cNvPr id="8" name="Rectangle 7">
            <a:extLst>
              <a:ext uri="{FF2B5EF4-FFF2-40B4-BE49-F238E27FC236}">
                <a16:creationId xmlns:a16="http://schemas.microsoft.com/office/drawing/2014/main" id="{2B5C7CE6-9A46-407A-A3CD-43B3FF46713B}"/>
              </a:ext>
            </a:extLst>
          </p:cNvPr>
          <p:cNvSpPr/>
          <p:nvPr/>
        </p:nvSpPr>
        <p:spPr>
          <a:xfrm>
            <a:off x="324464" y="5216013"/>
            <a:ext cx="10014154" cy="943897"/>
          </a:xfrm>
          <a:prstGeom prst="rect">
            <a:avLst/>
          </a:prstGeom>
          <a:solidFill>
            <a:srgbClr val="00B050"/>
          </a:solidFill>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rtlCol="0" anchor="ctr"/>
          <a:lstStyle/>
          <a:p>
            <a:r>
              <a:rPr lang="sq-AL" sz="3200" b="1" dirty="0">
                <a:latin typeface="Times New Roman" panose="02020603050405020304" pitchFamily="18" charset="0"/>
                <a:cs typeface="Times New Roman" panose="02020603050405020304" pitchFamily="18" charset="0"/>
              </a:rPr>
              <a:t>(ALT&amp;HBA) Përdoret për të vendosur kufizimet</a:t>
            </a:r>
          </a:p>
        </p:txBody>
      </p:sp>
    </p:spTree>
    <p:extLst>
      <p:ext uri="{BB962C8B-B14F-4D97-AF65-F5344CB8AC3E}">
        <p14:creationId xmlns:p14="http://schemas.microsoft.com/office/powerpoint/2010/main" val="17769863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hlinkClick r:id="" action="ppaction://ole?verb=0"/>
            <a:extLst>
              <a:ext uri="{FF2B5EF4-FFF2-40B4-BE49-F238E27FC236}">
                <a16:creationId xmlns:a16="http://schemas.microsoft.com/office/drawing/2014/main" id="{68645438-BE21-4959-9169-D991A95B2FBB}"/>
              </a:ext>
            </a:extLst>
          </p:cNvPr>
          <p:cNvGraphicFramePr>
            <a:graphicFrameLocks noChangeAspect="1"/>
          </p:cNvGraphicFramePr>
          <p:nvPr>
            <p:extLst>
              <p:ext uri="{D42A27DB-BD31-4B8C-83A1-F6EECF244321}">
                <p14:modId xmlns:p14="http://schemas.microsoft.com/office/powerpoint/2010/main" val="2420811839"/>
              </p:ext>
            </p:extLst>
          </p:nvPr>
        </p:nvGraphicFramePr>
        <p:xfrm>
          <a:off x="0" y="0"/>
          <a:ext cx="10799763" cy="7258307"/>
        </p:xfrm>
        <a:graphic>
          <a:graphicData uri="http://schemas.openxmlformats.org/presentationml/2006/ole">
            <mc:AlternateContent xmlns:mc="http://schemas.openxmlformats.org/markup-compatibility/2006">
              <mc:Choice xmlns:v="urn:schemas-microsoft-com:vml" Requires="v">
                <p:oleObj spid="_x0000_s1034" name="Presentation" r:id="rId3" imgW="6096015" imgH="3429236" progId="PowerPoint.Show.12">
                  <p:embed/>
                </p:oleObj>
              </mc:Choice>
              <mc:Fallback>
                <p:oleObj name="Presentation" r:id="rId3" imgW="6096015" imgH="3429236" progId="PowerPoint.Show.12">
                  <p:embed/>
                  <p:pic>
                    <p:nvPicPr>
                      <p:cNvPr id="0" name=""/>
                      <p:cNvPicPr/>
                      <p:nvPr/>
                    </p:nvPicPr>
                    <p:blipFill>
                      <a:blip r:embed="rId4"/>
                      <a:stretch>
                        <a:fillRect/>
                      </a:stretch>
                    </p:blipFill>
                    <p:spPr>
                      <a:xfrm>
                        <a:off x="0" y="0"/>
                        <a:ext cx="10799763" cy="7258307"/>
                      </a:xfrm>
                      <a:prstGeom prst="rect">
                        <a:avLst/>
                      </a:prstGeom>
                    </p:spPr>
                  </p:pic>
                </p:oleObj>
              </mc:Fallback>
            </mc:AlternateContent>
          </a:graphicData>
        </a:graphic>
      </p:graphicFrame>
    </p:spTree>
    <p:extLst>
      <p:ext uri="{BB962C8B-B14F-4D97-AF65-F5344CB8AC3E}">
        <p14:creationId xmlns:p14="http://schemas.microsoft.com/office/powerpoint/2010/main" val="15201540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23000">
              <a:srgbClr val="FFC000"/>
            </a:gs>
            <a:gs pos="46000">
              <a:srgbClr val="FFC000"/>
            </a:gs>
            <a:gs pos="62000">
              <a:srgbClr val="FF6000"/>
            </a:gs>
            <a:gs pos="84000">
              <a:srgbClr val="FF0000"/>
            </a:gs>
          </a:gsLst>
          <a:lin ang="5400000" scaled="1"/>
        </a:gradFill>
        <a:effectLst/>
      </p:bgPr>
    </p:bg>
    <p:spTree>
      <p:nvGrpSpPr>
        <p:cNvPr id="1" name="Shape 2949"/>
        <p:cNvGrpSpPr/>
        <p:nvPr/>
      </p:nvGrpSpPr>
      <p:grpSpPr>
        <a:xfrm>
          <a:off x="0" y="0"/>
          <a:ext cx="0" cy="0"/>
          <a:chOff x="0" y="0"/>
          <a:chExt cx="0" cy="0"/>
        </a:xfrm>
      </p:grpSpPr>
      <p:pic>
        <p:nvPicPr>
          <p:cNvPr id="2950" name="Google Shape;2950;p116"/>
          <p:cNvPicPr preferRelativeResize="0"/>
          <p:nvPr/>
        </p:nvPicPr>
        <p:blipFill rotWithShape="1">
          <a:blip r:embed="rId3">
            <a:alphaModFix/>
          </a:blip>
          <a:srcRect/>
          <a:stretch/>
        </p:blipFill>
        <p:spPr>
          <a:xfrm>
            <a:off x="79857" y="919157"/>
            <a:ext cx="10719905" cy="5276293"/>
          </a:xfrm>
          <a:prstGeom prst="rect">
            <a:avLst/>
          </a:prstGeom>
          <a:noFill/>
          <a:ln>
            <a:noFill/>
          </a:ln>
        </p:spPr>
      </p:pic>
      <p:sp>
        <p:nvSpPr>
          <p:cNvPr id="3" name="TextBox 2"/>
          <p:cNvSpPr txBox="1"/>
          <p:nvPr/>
        </p:nvSpPr>
        <p:spPr>
          <a:xfrm>
            <a:off x="-1" y="562223"/>
            <a:ext cx="10799763" cy="528606"/>
          </a:xfrm>
          <a:prstGeom prst="rect">
            <a:avLst/>
          </a:prstGeom>
          <a:solidFill>
            <a:srgbClr val="FF0000"/>
          </a:solidFill>
        </p:spPr>
        <p:txBody>
          <a:bodyPr wrap="square" rtlCol="0">
            <a:spAutoFit/>
          </a:bodyPr>
          <a:lstStyle/>
          <a:p>
            <a:pPr algn="ctr" defTabSz="809976">
              <a:buClr>
                <a:srgbClr val="000000"/>
              </a:buClr>
            </a:pPr>
            <a:r>
              <a:rPr lang="sq-AL" sz="2835" kern="0" dirty="0">
                <a:solidFill>
                  <a:srgbClr val="000000"/>
                </a:solidFill>
                <a:latin typeface="Baskerville Old Face" panose="02020602080505020303" pitchFamily="18" charset="0"/>
                <a:cs typeface="Arial"/>
                <a:sym typeface="Arial"/>
              </a:rPr>
              <a:t>F</a:t>
            </a:r>
            <a:r>
              <a:rPr lang="en-US" sz="2835" kern="0" dirty="0" err="1">
                <a:solidFill>
                  <a:srgbClr val="000000"/>
                </a:solidFill>
                <a:latin typeface="Baskerville Old Face" panose="02020602080505020303" pitchFamily="18" charset="0"/>
                <a:cs typeface="Arial"/>
                <a:sym typeface="Arial"/>
              </a:rPr>
              <a:t>aleminderit</a:t>
            </a:r>
            <a:endParaRPr lang="sq-XK" sz="1240" kern="0" dirty="0">
              <a:solidFill>
                <a:srgbClr val="000000"/>
              </a:solidFill>
              <a:latin typeface="Baskerville Old Face" panose="02020602080505020303" pitchFamily="18" charset="0"/>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1691</TotalTime>
  <Words>4692</Words>
  <Application>Microsoft Office PowerPoint</Application>
  <PresentationFormat>Custom</PresentationFormat>
  <Paragraphs>554</Paragraphs>
  <Slides>75</Slides>
  <Notes>2</Notes>
  <HiddenSlides>0</HiddenSlides>
  <MMClips>0</MMClips>
  <ScaleCrop>false</ScaleCrop>
  <HeadingPairs>
    <vt:vector size="8" baseType="variant">
      <vt:variant>
        <vt:lpstr>Fonts Used</vt:lpstr>
      </vt:variant>
      <vt:variant>
        <vt:i4>11</vt:i4>
      </vt:variant>
      <vt:variant>
        <vt:lpstr>Theme</vt:lpstr>
      </vt:variant>
      <vt:variant>
        <vt:i4>5</vt:i4>
      </vt:variant>
      <vt:variant>
        <vt:lpstr>Embedded OLE Servers</vt:lpstr>
      </vt:variant>
      <vt:variant>
        <vt:i4>1</vt:i4>
      </vt:variant>
      <vt:variant>
        <vt:lpstr>Slide Titles</vt:lpstr>
      </vt:variant>
      <vt:variant>
        <vt:i4>75</vt:i4>
      </vt:variant>
    </vt:vector>
  </HeadingPairs>
  <TitlesOfParts>
    <vt:vector size="92" baseType="lpstr">
      <vt:lpstr>Arial</vt:lpstr>
      <vt:lpstr>Baskerville Old Face</vt:lpstr>
      <vt:lpstr>Calibri</vt:lpstr>
      <vt:lpstr>Calibri Light</vt:lpstr>
      <vt:lpstr>Calibri,Bold</vt:lpstr>
      <vt:lpstr>Carlito</vt:lpstr>
      <vt:lpstr>Courier New</vt:lpstr>
      <vt:lpstr>Garamond</vt:lpstr>
      <vt:lpstr>Symbol</vt:lpstr>
      <vt:lpstr>Times New Roman</vt:lpstr>
      <vt:lpstr>Wingdings</vt:lpstr>
      <vt:lpstr>Office Theme</vt:lpstr>
      <vt:lpstr>1_Office Theme</vt:lpstr>
      <vt:lpstr>2_Office Theme</vt:lpstr>
      <vt:lpstr>3_Office Theme</vt:lpstr>
      <vt:lpstr>Organic</vt:lpstr>
      <vt:lpstr>Presentation</vt:lpstr>
      <vt:lpstr>APLIKIMI I PROGRAMEVE KOMPJUTERIKE NË MËSIMDHËNIE (Program Trajnimi)</vt:lpstr>
      <vt:lpstr>PowerPoint Presentation</vt:lpstr>
      <vt:lpstr>PowerPoint Presentation</vt:lpstr>
      <vt:lpstr>PowerPoint Presentation</vt:lpstr>
      <vt:lpstr>Çfarë është Excel?</vt:lpstr>
      <vt:lpstr>PowerPoint Presentation</vt:lpstr>
      <vt:lpstr>PowerPoint Presentation</vt:lpstr>
      <vt:lpstr>Ndërfaqja Kryesore e Excel-it</vt:lpstr>
      <vt:lpstr>PowerPoint Presentation</vt:lpstr>
      <vt:lpstr>PowerPoint Presentation</vt:lpstr>
      <vt:lpstr>PowerPoint Presentation</vt:lpstr>
      <vt:lpstr>PowerPoint Presentation</vt:lpstr>
      <vt:lpstr>PowerPoint Presentation</vt:lpstr>
      <vt:lpstr>Futja e të Dhënave</vt:lpstr>
      <vt:lpstr>PowerPoint Presentation</vt:lpstr>
      <vt:lpstr>PowerPoint Presentation</vt:lpstr>
      <vt:lpstr>PowerPoint Presentation</vt:lpstr>
      <vt:lpstr>Formatimi Bazë</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Formulat bazë</vt:lpstr>
      <vt:lpstr>PowerPoint Presentation</vt:lpstr>
      <vt:lpstr>PowerPoint Presentation</vt:lpstr>
      <vt:lpstr>PowerPoint Presentation</vt:lpstr>
      <vt:lpstr>PowerPoint Presentation</vt:lpstr>
      <vt:lpstr>Krijimi i Grafikëve</vt:lpstr>
      <vt:lpstr>Përdorimi i Filtërave</vt:lpstr>
      <vt:lpstr>Këshilla dhe Truket</vt:lpstr>
      <vt:lpstr>PowerPoint Presentation</vt:lpstr>
      <vt:lpstr>Formatimi i Avancuar</vt:lpstr>
      <vt:lpstr>Shkurtore të Dobishme</vt:lpstr>
      <vt:lpstr>Validimi i të Dhënave</vt:lpstr>
      <vt:lpstr>PowerPoint Presentation</vt:lpstr>
      <vt:lpstr>PowerPoint Presentation</vt:lpstr>
      <vt:lpstr>PowerPoint Presentation</vt:lpstr>
      <vt:lpstr>Bashkëpunimi në Excel</vt:lpstr>
      <vt:lpstr>Mbrojtja e Fletëve</vt:lpstr>
      <vt:lpstr>Importimi i të Dhënave</vt:lpstr>
      <vt:lpstr>Gabimet e Përbashkëta dhe Zgjidhjet</vt:lpstr>
      <vt:lpstr>PowerPoint Presentation</vt:lpstr>
      <vt:lpstr>PowerPoint Presentation</vt:lpstr>
      <vt:lpstr>PowerPoint Presentation</vt:lpstr>
      <vt:lpstr>PowerPoint Presentation</vt:lpstr>
      <vt:lpstr>PowerPoint Presentation</vt:lpstr>
      <vt:lpstr>Dita e Pestë: Aftësitë Themelore në Excel</vt:lpstr>
      <vt:lpstr>Fuqizimi i Numrave, Rrënja katrore, Funksioni IF</vt:lpstr>
      <vt:lpstr>PowerPoint Presentation</vt:lpstr>
      <vt:lpstr>Shkruarja me shkronja të vogla dhe të mëdha</vt:lpstr>
      <vt:lpstr>PowerPoint Presentation</vt:lpstr>
      <vt:lpstr>Llojet e të Dhënave</vt:lpstr>
      <vt:lpstr>PowerPoint Presentation</vt:lpstr>
      <vt:lpstr>Sortimi</vt:lpstr>
      <vt:lpstr>PowerPoint Presentation</vt:lpstr>
      <vt:lpstr>Pamja e Dokumentit para Shtypjes</vt:lpstr>
      <vt:lpstr>PowerPoint Presentation</vt:lpstr>
      <vt:lpstr>Shtypja e Dokumentit</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Bazat e Excel-it</dc:title>
  <dc:subject/>
  <dc:creator>NASER GURI</dc:creator>
  <cp:keywords/>
  <dc:description>generated using python-pptx</dc:description>
  <cp:lastModifiedBy>Naser</cp:lastModifiedBy>
  <cp:revision>148</cp:revision>
  <dcterms:created xsi:type="dcterms:W3CDTF">2013-01-27T09:14:16Z</dcterms:created>
  <dcterms:modified xsi:type="dcterms:W3CDTF">2025-04-29T22:17:57Z</dcterms:modified>
  <cp:category/>
</cp:coreProperties>
</file>