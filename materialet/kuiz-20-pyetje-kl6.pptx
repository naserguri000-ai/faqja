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sldIdLst>
    <p:sldId id="333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0" r:id="rId14"/>
    <p:sldId id="334" r:id="rId15"/>
    <p:sldId id="272" r:id="rId16"/>
    <p:sldId id="273" r:id="rId17"/>
    <p:sldId id="335" r:id="rId18"/>
    <p:sldId id="336" r:id="rId19"/>
    <p:sldId id="342" r:id="rId20"/>
    <p:sldId id="340" r:id="rId21"/>
    <p:sldId id="341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q-X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4B03D-9415-4EE8-8C9D-D10C9297DAD7}" type="datetimeFigureOut">
              <a:rPr lang="sq-XK" smtClean="0"/>
              <a:t>4.3.2024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F1C5C-E73A-49E1-BE0A-97BEE005E0F9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789226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4B03D-9415-4EE8-8C9D-D10C9297DAD7}" type="datetimeFigureOut">
              <a:rPr lang="sq-XK" smtClean="0"/>
              <a:t>4.3.2024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F1C5C-E73A-49E1-BE0A-97BEE005E0F9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390492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4B03D-9415-4EE8-8C9D-D10C9297DAD7}" type="datetimeFigureOut">
              <a:rPr lang="sq-XK" smtClean="0"/>
              <a:t>4.3.2024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F1C5C-E73A-49E1-BE0A-97BEE005E0F9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665178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4B03D-9415-4EE8-8C9D-D10C9297DAD7}" type="datetimeFigureOut">
              <a:rPr lang="sq-XK" smtClean="0"/>
              <a:t>4.3.2024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F1C5C-E73A-49E1-BE0A-97BEE005E0F9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715175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4B03D-9415-4EE8-8C9D-D10C9297DAD7}" type="datetimeFigureOut">
              <a:rPr lang="sq-XK" smtClean="0"/>
              <a:t>4.3.2024</a:t>
            </a:fld>
            <a:endParaRPr lang="sq-X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F1C5C-E73A-49E1-BE0A-97BEE005E0F9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855873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4B03D-9415-4EE8-8C9D-D10C9297DAD7}" type="datetimeFigureOut">
              <a:rPr lang="sq-XK" smtClean="0"/>
              <a:t>4.3.2024</a:t>
            </a:fld>
            <a:endParaRPr lang="sq-X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F1C5C-E73A-49E1-BE0A-97BEE005E0F9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4202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4B03D-9415-4EE8-8C9D-D10C9297DAD7}" type="datetimeFigureOut">
              <a:rPr lang="sq-XK" smtClean="0"/>
              <a:t>4.3.2024</a:t>
            </a:fld>
            <a:endParaRPr lang="sq-X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F1C5C-E73A-49E1-BE0A-97BEE005E0F9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501213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4B03D-9415-4EE8-8C9D-D10C9297DAD7}" type="datetimeFigureOut">
              <a:rPr lang="sq-XK" smtClean="0"/>
              <a:t>4.3.2024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F1C5C-E73A-49E1-BE0A-97BEE005E0F9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081594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q-X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4B03D-9415-4EE8-8C9D-D10C9297DAD7}" type="datetimeFigureOut">
              <a:rPr lang="sq-XK" smtClean="0"/>
              <a:t>4.3.2024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F1C5C-E73A-49E1-BE0A-97BEE005E0F9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225724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4B03D-9415-4EE8-8C9D-D10C9297DAD7}" type="datetimeFigureOut">
              <a:rPr lang="sq-XK" smtClean="0"/>
              <a:t>4.3.2024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F1C5C-E73A-49E1-BE0A-97BEE005E0F9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955893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4B03D-9415-4EE8-8C9D-D10C9297DAD7}" type="datetimeFigureOut">
              <a:rPr lang="sq-XK" smtClean="0"/>
              <a:t>4.3.2024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F1C5C-E73A-49E1-BE0A-97BEE005E0F9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305636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0"/>
              </a:schemeClr>
            </a:gs>
            <a:gs pos="18000">
              <a:schemeClr val="accent1">
                <a:lumMod val="45000"/>
                <a:lumOff val="55000"/>
              </a:schemeClr>
            </a:gs>
            <a:gs pos="74000">
              <a:srgbClr val="00B0F0"/>
            </a:gs>
            <a:gs pos="5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4B03D-9415-4EE8-8C9D-D10C9297DAD7}" type="datetimeFigureOut">
              <a:rPr lang="sq-XK" smtClean="0"/>
              <a:t>4.3.2024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1F1C5C-E73A-49E1-BE0A-97BEE005E0F9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545135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q-X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13" Type="http://schemas.openxmlformats.org/officeDocument/2006/relationships/slide" Target="slide13.xml"/><Relationship Id="rId18" Type="http://schemas.openxmlformats.org/officeDocument/2006/relationships/slide" Target="slide18.xml"/><Relationship Id="rId3" Type="http://schemas.openxmlformats.org/officeDocument/2006/relationships/slide" Target="slide3.xml"/><Relationship Id="rId21" Type="http://schemas.openxmlformats.org/officeDocument/2006/relationships/slide" Target="slide21.xml"/><Relationship Id="rId7" Type="http://schemas.openxmlformats.org/officeDocument/2006/relationships/slide" Target="slide7.xml"/><Relationship Id="rId12" Type="http://schemas.openxmlformats.org/officeDocument/2006/relationships/slide" Target="slide12.xml"/><Relationship Id="rId17" Type="http://schemas.openxmlformats.org/officeDocument/2006/relationships/slide" Target="slide17.xml"/><Relationship Id="rId2" Type="http://schemas.openxmlformats.org/officeDocument/2006/relationships/slide" Target="slide2.xml"/><Relationship Id="rId16" Type="http://schemas.openxmlformats.org/officeDocument/2006/relationships/slide" Target="slide16.xml"/><Relationship Id="rId20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6" Type="http://schemas.openxmlformats.org/officeDocument/2006/relationships/slide" Target="slide6.xml"/><Relationship Id="rId11" Type="http://schemas.openxmlformats.org/officeDocument/2006/relationships/slide" Target="slide11.xml"/><Relationship Id="rId5" Type="http://schemas.openxmlformats.org/officeDocument/2006/relationships/slide" Target="slide5.xml"/><Relationship Id="rId15" Type="http://schemas.openxmlformats.org/officeDocument/2006/relationships/slide" Target="slide15.xml"/><Relationship Id="rId10" Type="http://schemas.openxmlformats.org/officeDocument/2006/relationships/slide" Target="slide10.xml"/><Relationship Id="rId19" Type="http://schemas.openxmlformats.org/officeDocument/2006/relationships/slide" Target="slide19.xml"/><Relationship Id="rId4" Type="http://schemas.openxmlformats.org/officeDocument/2006/relationships/slide" Target="slide4.xml"/><Relationship Id="rId9" Type="http://schemas.openxmlformats.org/officeDocument/2006/relationships/slide" Target="slide9.xml"/><Relationship Id="rId14" Type="http://schemas.openxmlformats.org/officeDocument/2006/relationships/slide" Target="slide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340BD-CDCE-BF57-3A5C-4F5C9C108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ND1">
            <a:extLst>
              <a:ext uri="{FF2B5EF4-FFF2-40B4-BE49-F238E27FC236}">
                <a16:creationId xmlns:a16="http://schemas.microsoft.com/office/drawing/2014/main" id="{8BBB14BB-53EE-54F2-DBF0-939502897B97}"/>
              </a:ext>
            </a:extLst>
          </p:cNvPr>
          <p:cNvSpPr/>
          <p:nvPr/>
        </p:nvSpPr>
        <p:spPr>
          <a:xfrm>
            <a:off x="1135487" y="871255"/>
            <a:ext cx="2435949" cy="6858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40" name="GJ1">
            <a:extLst>
              <a:ext uri="{FF2B5EF4-FFF2-40B4-BE49-F238E27FC236}">
                <a16:creationId xmlns:a16="http://schemas.microsoft.com/office/drawing/2014/main" id="{7BA5BF55-6585-689C-7E8A-0B31F549BEB4}"/>
              </a:ext>
            </a:extLst>
          </p:cNvPr>
          <p:cNvSpPr/>
          <p:nvPr/>
        </p:nvSpPr>
        <p:spPr>
          <a:xfrm>
            <a:off x="1135487" y="871255"/>
            <a:ext cx="2421091" cy="68166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898" name="KU1">
            <a:extLst>
              <a:ext uri="{FF2B5EF4-FFF2-40B4-BE49-F238E27FC236}">
                <a16:creationId xmlns:a16="http://schemas.microsoft.com/office/drawing/2014/main" id="{68AECF28-E6EA-E709-9534-9790B14BB882}"/>
              </a:ext>
            </a:extLst>
          </p:cNvPr>
          <p:cNvSpPr/>
          <p:nvPr/>
        </p:nvSpPr>
        <p:spPr>
          <a:xfrm>
            <a:off x="1120629" y="856475"/>
            <a:ext cx="2421091" cy="681668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38" name="BA1">
            <a:extLst>
              <a:ext uri="{FF2B5EF4-FFF2-40B4-BE49-F238E27FC236}">
                <a16:creationId xmlns:a16="http://schemas.microsoft.com/office/drawing/2014/main" id="{9E6334C2-7848-8EBA-FF6A-DA9F543EC510}"/>
              </a:ext>
            </a:extLst>
          </p:cNvPr>
          <p:cNvSpPr/>
          <p:nvPr/>
        </p:nvSpPr>
        <p:spPr>
          <a:xfrm>
            <a:off x="1105771" y="886035"/>
            <a:ext cx="2421091" cy="68166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78" name="KALT 1">
            <a:extLst>
              <a:ext uri="{FF2B5EF4-FFF2-40B4-BE49-F238E27FC236}">
                <a16:creationId xmlns:a16="http://schemas.microsoft.com/office/drawing/2014/main" id="{B7938FA7-67F9-CDAD-9CFF-FF9D478D0200}"/>
              </a:ext>
            </a:extLst>
          </p:cNvPr>
          <p:cNvSpPr/>
          <p:nvPr/>
        </p:nvSpPr>
        <p:spPr>
          <a:xfrm>
            <a:off x="1098341" y="886035"/>
            <a:ext cx="2435949" cy="68585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79" name="B 1">
            <a:hlinkClick r:id="rId2" action="ppaction://hlinksldjump"/>
            <a:extLst>
              <a:ext uri="{FF2B5EF4-FFF2-40B4-BE49-F238E27FC236}">
                <a16:creationId xmlns:a16="http://schemas.microsoft.com/office/drawing/2014/main" id="{DF8A8D36-0FB3-E6D1-187D-1F9D2720E4D3}"/>
              </a:ext>
            </a:extLst>
          </p:cNvPr>
          <p:cNvSpPr/>
          <p:nvPr/>
        </p:nvSpPr>
        <p:spPr>
          <a:xfrm>
            <a:off x="1696155" y="1072284"/>
            <a:ext cx="1284896" cy="465859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b="1" dirty="0">
              <a:latin typeface=" Times New Roman"/>
            </a:endParaRPr>
          </a:p>
        </p:txBody>
      </p:sp>
      <p:sp>
        <p:nvSpPr>
          <p:cNvPr id="3" name="FUND1">
            <a:extLst>
              <a:ext uri="{FF2B5EF4-FFF2-40B4-BE49-F238E27FC236}">
                <a16:creationId xmlns:a16="http://schemas.microsoft.com/office/drawing/2014/main" id="{4D7D0207-C4EA-7EE8-EF03-13FE2C57DFF5}"/>
              </a:ext>
            </a:extLst>
          </p:cNvPr>
          <p:cNvSpPr/>
          <p:nvPr/>
        </p:nvSpPr>
        <p:spPr>
          <a:xfrm>
            <a:off x="3697197" y="871255"/>
            <a:ext cx="2435949" cy="6858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18" name="GJ1">
            <a:extLst>
              <a:ext uri="{FF2B5EF4-FFF2-40B4-BE49-F238E27FC236}">
                <a16:creationId xmlns:a16="http://schemas.microsoft.com/office/drawing/2014/main" id="{DB04928F-EADA-DE79-24A9-93B72713516F}"/>
              </a:ext>
            </a:extLst>
          </p:cNvPr>
          <p:cNvSpPr/>
          <p:nvPr/>
        </p:nvSpPr>
        <p:spPr>
          <a:xfrm>
            <a:off x="3697197" y="871255"/>
            <a:ext cx="2421091" cy="68166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20" name="KU1">
            <a:extLst>
              <a:ext uri="{FF2B5EF4-FFF2-40B4-BE49-F238E27FC236}">
                <a16:creationId xmlns:a16="http://schemas.microsoft.com/office/drawing/2014/main" id="{2A0CA95A-E080-BD09-DEDE-FE7EF765D304}"/>
              </a:ext>
            </a:extLst>
          </p:cNvPr>
          <p:cNvSpPr/>
          <p:nvPr/>
        </p:nvSpPr>
        <p:spPr>
          <a:xfrm>
            <a:off x="3682339" y="856475"/>
            <a:ext cx="2421091" cy="681668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21" name="BA1">
            <a:extLst>
              <a:ext uri="{FF2B5EF4-FFF2-40B4-BE49-F238E27FC236}">
                <a16:creationId xmlns:a16="http://schemas.microsoft.com/office/drawing/2014/main" id="{373A1A15-EC5E-8129-E7CF-E74E87297021}"/>
              </a:ext>
            </a:extLst>
          </p:cNvPr>
          <p:cNvSpPr/>
          <p:nvPr/>
        </p:nvSpPr>
        <p:spPr>
          <a:xfrm>
            <a:off x="3667481" y="886035"/>
            <a:ext cx="2421091" cy="68166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22" name="KALT 1">
            <a:extLst>
              <a:ext uri="{FF2B5EF4-FFF2-40B4-BE49-F238E27FC236}">
                <a16:creationId xmlns:a16="http://schemas.microsoft.com/office/drawing/2014/main" id="{F86BBFFE-95EA-7817-5D28-1B4DB27539CA}"/>
              </a:ext>
            </a:extLst>
          </p:cNvPr>
          <p:cNvSpPr/>
          <p:nvPr/>
        </p:nvSpPr>
        <p:spPr>
          <a:xfrm>
            <a:off x="3660051" y="886035"/>
            <a:ext cx="2435949" cy="68585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23" name="B 1">
            <a:hlinkClick r:id="rId3" action="ppaction://hlinksldjump"/>
            <a:extLst>
              <a:ext uri="{FF2B5EF4-FFF2-40B4-BE49-F238E27FC236}">
                <a16:creationId xmlns:a16="http://schemas.microsoft.com/office/drawing/2014/main" id="{3327B4CE-4A2A-0113-0550-B8B955FED4A9}"/>
              </a:ext>
            </a:extLst>
          </p:cNvPr>
          <p:cNvSpPr/>
          <p:nvPr/>
        </p:nvSpPr>
        <p:spPr>
          <a:xfrm>
            <a:off x="4272723" y="1072284"/>
            <a:ext cx="1284896" cy="465859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24" name="FUND1">
            <a:extLst>
              <a:ext uri="{FF2B5EF4-FFF2-40B4-BE49-F238E27FC236}">
                <a16:creationId xmlns:a16="http://schemas.microsoft.com/office/drawing/2014/main" id="{15C66EAB-8F49-5BFE-7871-2DC41A115555}"/>
              </a:ext>
            </a:extLst>
          </p:cNvPr>
          <p:cNvSpPr/>
          <p:nvPr/>
        </p:nvSpPr>
        <p:spPr>
          <a:xfrm>
            <a:off x="6258907" y="871255"/>
            <a:ext cx="2435949" cy="6858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25" name="GJ1">
            <a:extLst>
              <a:ext uri="{FF2B5EF4-FFF2-40B4-BE49-F238E27FC236}">
                <a16:creationId xmlns:a16="http://schemas.microsoft.com/office/drawing/2014/main" id="{021C28F3-6F23-C225-E0D9-BEA6B9EFF89E}"/>
              </a:ext>
            </a:extLst>
          </p:cNvPr>
          <p:cNvSpPr/>
          <p:nvPr/>
        </p:nvSpPr>
        <p:spPr>
          <a:xfrm>
            <a:off x="6258907" y="871255"/>
            <a:ext cx="2421091" cy="68166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26" name="KU1">
            <a:extLst>
              <a:ext uri="{FF2B5EF4-FFF2-40B4-BE49-F238E27FC236}">
                <a16:creationId xmlns:a16="http://schemas.microsoft.com/office/drawing/2014/main" id="{F296D40C-C09B-011E-9671-C359521CD67B}"/>
              </a:ext>
            </a:extLst>
          </p:cNvPr>
          <p:cNvSpPr/>
          <p:nvPr/>
        </p:nvSpPr>
        <p:spPr>
          <a:xfrm>
            <a:off x="6244049" y="856475"/>
            <a:ext cx="2421091" cy="681668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27" name="BA1">
            <a:extLst>
              <a:ext uri="{FF2B5EF4-FFF2-40B4-BE49-F238E27FC236}">
                <a16:creationId xmlns:a16="http://schemas.microsoft.com/office/drawing/2014/main" id="{7C7F83E0-D8C6-802E-50B9-2656E6744849}"/>
              </a:ext>
            </a:extLst>
          </p:cNvPr>
          <p:cNvSpPr/>
          <p:nvPr/>
        </p:nvSpPr>
        <p:spPr>
          <a:xfrm>
            <a:off x="6229191" y="886035"/>
            <a:ext cx="2421091" cy="68166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28" name="KALT 1">
            <a:extLst>
              <a:ext uri="{FF2B5EF4-FFF2-40B4-BE49-F238E27FC236}">
                <a16:creationId xmlns:a16="http://schemas.microsoft.com/office/drawing/2014/main" id="{21CC0D8E-BD9A-E2BB-D1D2-E496CF60C063}"/>
              </a:ext>
            </a:extLst>
          </p:cNvPr>
          <p:cNvSpPr/>
          <p:nvPr/>
        </p:nvSpPr>
        <p:spPr>
          <a:xfrm>
            <a:off x="6221761" y="886035"/>
            <a:ext cx="2435949" cy="68585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29" name="B 1">
            <a:hlinkClick r:id="rId4" action="ppaction://hlinksldjump"/>
            <a:extLst>
              <a:ext uri="{FF2B5EF4-FFF2-40B4-BE49-F238E27FC236}">
                <a16:creationId xmlns:a16="http://schemas.microsoft.com/office/drawing/2014/main" id="{38BD302F-0AC8-E44A-1657-BD51F1F533EC}"/>
              </a:ext>
            </a:extLst>
          </p:cNvPr>
          <p:cNvSpPr/>
          <p:nvPr/>
        </p:nvSpPr>
        <p:spPr>
          <a:xfrm>
            <a:off x="6834433" y="1072284"/>
            <a:ext cx="1284896" cy="465859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30" name="FUND1">
            <a:extLst>
              <a:ext uri="{FF2B5EF4-FFF2-40B4-BE49-F238E27FC236}">
                <a16:creationId xmlns:a16="http://schemas.microsoft.com/office/drawing/2014/main" id="{C2D4B4E3-E0FC-D2FD-49F5-9B326A73D676}"/>
              </a:ext>
            </a:extLst>
          </p:cNvPr>
          <p:cNvSpPr/>
          <p:nvPr/>
        </p:nvSpPr>
        <p:spPr>
          <a:xfrm>
            <a:off x="8820617" y="871255"/>
            <a:ext cx="2435949" cy="6858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31" name="GJ1">
            <a:extLst>
              <a:ext uri="{FF2B5EF4-FFF2-40B4-BE49-F238E27FC236}">
                <a16:creationId xmlns:a16="http://schemas.microsoft.com/office/drawing/2014/main" id="{830B63F9-5F05-2BC1-41C6-70B80D60580E}"/>
              </a:ext>
            </a:extLst>
          </p:cNvPr>
          <p:cNvSpPr/>
          <p:nvPr/>
        </p:nvSpPr>
        <p:spPr>
          <a:xfrm>
            <a:off x="8820617" y="871255"/>
            <a:ext cx="2421091" cy="68166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32" name="KU1">
            <a:extLst>
              <a:ext uri="{FF2B5EF4-FFF2-40B4-BE49-F238E27FC236}">
                <a16:creationId xmlns:a16="http://schemas.microsoft.com/office/drawing/2014/main" id="{1E0ACC14-F9AA-279D-5AAB-E143CEAE4262}"/>
              </a:ext>
            </a:extLst>
          </p:cNvPr>
          <p:cNvSpPr/>
          <p:nvPr/>
        </p:nvSpPr>
        <p:spPr>
          <a:xfrm>
            <a:off x="8805759" y="856475"/>
            <a:ext cx="2421091" cy="681668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33" name="BA1">
            <a:extLst>
              <a:ext uri="{FF2B5EF4-FFF2-40B4-BE49-F238E27FC236}">
                <a16:creationId xmlns:a16="http://schemas.microsoft.com/office/drawing/2014/main" id="{6881F513-08FA-A5D6-835F-9C96D3A6AF94}"/>
              </a:ext>
            </a:extLst>
          </p:cNvPr>
          <p:cNvSpPr/>
          <p:nvPr/>
        </p:nvSpPr>
        <p:spPr>
          <a:xfrm>
            <a:off x="8790901" y="886035"/>
            <a:ext cx="2421091" cy="68166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34" name="KALT 1">
            <a:extLst>
              <a:ext uri="{FF2B5EF4-FFF2-40B4-BE49-F238E27FC236}">
                <a16:creationId xmlns:a16="http://schemas.microsoft.com/office/drawing/2014/main" id="{62CECD45-7E6F-B403-4D46-9E3C92C87C20}"/>
              </a:ext>
            </a:extLst>
          </p:cNvPr>
          <p:cNvSpPr/>
          <p:nvPr/>
        </p:nvSpPr>
        <p:spPr>
          <a:xfrm>
            <a:off x="8783471" y="886035"/>
            <a:ext cx="2435949" cy="68585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35" name="B 1">
            <a:hlinkClick r:id="rId5" action="ppaction://hlinksldjump"/>
            <a:extLst>
              <a:ext uri="{FF2B5EF4-FFF2-40B4-BE49-F238E27FC236}">
                <a16:creationId xmlns:a16="http://schemas.microsoft.com/office/drawing/2014/main" id="{BB37A3D5-4750-2C39-9C5C-3D7AA620AF6E}"/>
              </a:ext>
            </a:extLst>
          </p:cNvPr>
          <p:cNvSpPr/>
          <p:nvPr/>
        </p:nvSpPr>
        <p:spPr>
          <a:xfrm>
            <a:off x="9396143" y="1072284"/>
            <a:ext cx="1284896" cy="465859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36" name="FUND1">
            <a:extLst>
              <a:ext uri="{FF2B5EF4-FFF2-40B4-BE49-F238E27FC236}">
                <a16:creationId xmlns:a16="http://schemas.microsoft.com/office/drawing/2014/main" id="{520F1B68-E336-2691-C36F-97FB13A10C2E}"/>
              </a:ext>
            </a:extLst>
          </p:cNvPr>
          <p:cNvSpPr/>
          <p:nvPr/>
        </p:nvSpPr>
        <p:spPr>
          <a:xfrm>
            <a:off x="1120629" y="1692304"/>
            <a:ext cx="2435949" cy="6858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37" name="GJ1">
            <a:extLst>
              <a:ext uri="{FF2B5EF4-FFF2-40B4-BE49-F238E27FC236}">
                <a16:creationId xmlns:a16="http://schemas.microsoft.com/office/drawing/2014/main" id="{1718A516-7B97-7F1F-3E58-B9E1CFDB9893}"/>
              </a:ext>
            </a:extLst>
          </p:cNvPr>
          <p:cNvSpPr/>
          <p:nvPr/>
        </p:nvSpPr>
        <p:spPr>
          <a:xfrm>
            <a:off x="1120629" y="1692304"/>
            <a:ext cx="2421091" cy="68166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38" name="KU1">
            <a:extLst>
              <a:ext uri="{FF2B5EF4-FFF2-40B4-BE49-F238E27FC236}">
                <a16:creationId xmlns:a16="http://schemas.microsoft.com/office/drawing/2014/main" id="{66BF7257-B6CE-FAF4-3060-221728D1EF1C}"/>
              </a:ext>
            </a:extLst>
          </p:cNvPr>
          <p:cNvSpPr/>
          <p:nvPr/>
        </p:nvSpPr>
        <p:spPr>
          <a:xfrm>
            <a:off x="1105771" y="1677524"/>
            <a:ext cx="2421091" cy="681668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39" name="BA1">
            <a:extLst>
              <a:ext uri="{FF2B5EF4-FFF2-40B4-BE49-F238E27FC236}">
                <a16:creationId xmlns:a16="http://schemas.microsoft.com/office/drawing/2014/main" id="{7F658B8C-644B-3EC9-3ED3-D7F62FCE62B9}"/>
              </a:ext>
            </a:extLst>
          </p:cNvPr>
          <p:cNvSpPr/>
          <p:nvPr/>
        </p:nvSpPr>
        <p:spPr>
          <a:xfrm>
            <a:off x="1090913" y="1707084"/>
            <a:ext cx="2421091" cy="68166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40" name="KALT 1">
            <a:extLst>
              <a:ext uri="{FF2B5EF4-FFF2-40B4-BE49-F238E27FC236}">
                <a16:creationId xmlns:a16="http://schemas.microsoft.com/office/drawing/2014/main" id="{D6A6C982-7499-EDE6-56F2-600F021376A5}"/>
              </a:ext>
            </a:extLst>
          </p:cNvPr>
          <p:cNvSpPr/>
          <p:nvPr/>
        </p:nvSpPr>
        <p:spPr>
          <a:xfrm>
            <a:off x="1083483" y="1707084"/>
            <a:ext cx="2435949" cy="68585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41" name="B 1">
            <a:hlinkClick r:id="rId6" action="ppaction://hlinksldjump"/>
            <a:extLst>
              <a:ext uri="{FF2B5EF4-FFF2-40B4-BE49-F238E27FC236}">
                <a16:creationId xmlns:a16="http://schemas.microsoft.com/office/drawing/2014/main" id="{2E7AD740-0876-A7B0-1BC0-BA46BC56EAF6}"/>
              </a:ext>
            </a:extLst>
          </p:cNvPr>
          <p:cNvSpPr/>
          <p:nvPr/>
        </p:nvSpPr>
        <p:spPr>
          <a:xfrm>
            <a:off x="1696155" y="1893333"/>
            <a:ext cx="1284896" cy="465859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42" name="FUND1">
            <a:extLst>
              <a:ext uri="{FF2B5EF4-FFF2-40B4-BE49-F238E27FC236}">
                <a16:creationId xmlns:a16="http://schemas.microsoft.com/office/drawing/2014/main" id="{1DC41025-9EAA-CCB1-0A0A-8D26CC8FB286}"/>
              </a:ext>
            </a:extLst>
          </p:cNvPr>
          <p:cNvSpPr/>
          <p:nvPr/>
        </p:nvSpPr>
        <p:spPr>
          <a:xfrm>
            <a:off x="3682339" y="1692304"/>
            <a:ext cx="2435949" cy="6858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43" name="GJ1">
            <a:extLst>
              <a:ext uri="{FF2B5EF4-FFF2-40B4-BE49-F238E27FC236}">
                <a16:creationId xmlns:a16="http://schemas.microsoft.com/office/drawing/2014/main" id="{5E8B8CBA-4E22-7233-8E5D-47F28B6F6328}"/>
              </a:ext>
            </a:extLst>
          </p:cNvPr>
          <p:cNvSpPr/>
          <p:nvPr/>
        </p:nvSpPr>
        <p:spPr>
          <a:xfrm>
            <a:off x="3682339" y="1692304"/>
            <a:ext cx="2421091" cy="68166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44" name="KU1">
            <a:extLst>
              <a:ext uri="{FF2B5EF4-FFF2-40B4-BE49-F238E27FC236}">
                <a16:creationId xmlns:a16="http://schemas.microsoft.com/office/drawing/2014/main" id="{E25D017E-3136-7301-C07C-4AADAEAB4775}"/>
              </a:ext>
            </a:extLst>
          </p:cNvPr>
          <p:cNvSpPr/>
          <p:nvPr/>
        </p:nvSpPr>
        <p:spPr>
          <a:xfrm>
            <a:off x="3667481" y="1677524"/>
            <a:ext cx="2421091" cy="681668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45" name="BA1">
            <a:extLst>
              <a:ext uri="{FF2B5EF4-FFF2-40B4-BE49-F238E27FC236}">
                <a16:creationId xmlns:a16="http://schemas.microsoft.com/office/drawing/2014/main" id="{25D4842F-AEC4-4530-33D1-11DB52EBE64F}"/>
              </a:ext>
            </a:extLst>
          </p:cNvPr>
          <p:cNvSpPr/>
          <p:nvPr/>
        </p:nvSpPr>
        <p:spPr>
          <a:xfrm>
            <a:off x="3652623" y="1707084"/>
            <a:ext cx="2421091" cy="68166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46" name="KALT 1">
            <a:extLst>
              <a:ext uri="{FF2B5EF4-FFF2-40B4-BE49-F238E27FC236}">
                <a16:creationId xmlns:a16="http://schemas.microsoft.com/office/drawing/2014/main" id="{76094CCB-C9EA-FAC1-318B-D249FF5BDFEA}"/>
              </a:ext>
            </a:extLst>
          </p:cNvPr>
          <p:cNvSpPr/>
          <p:nvPr/>
        </p:nvSpPr>
        <p:spPr>
          <a:xfrm>
            <a:off x="3645193" y="1707084"/>
            <a:ext cx="2435949" cy="68585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47" name="B 1">
            <a:hlinkClick r:id="rId7" action="ppaction://hlinksldjump"/>
            <a:extLst>
              <a:ext uri="{FF2B5EF4-FFF2-40B4-BE49-F238E27FC236}">
                <a16:creationId xmlns:a16="http://schemas.microsoft.com/office/drawing/2014/main" id="{D33D6D9A-FEBD-2400-667D-4FD4D0E7ED29}"/>
              </a:ext>
            </a:extLst>
          </p:cNvPr>
          <p:cNvSpPr/>
          <p:nvPr/>
        </p:nvSpPr>
        <p:spPr>
          <a:xfrm>
            <a:off x="4257865" y="1893333"/>
            <a:ext cx="1284896" cy="465859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48" name="FUND1">
            <a:extLst>
              <a:ext uri="{FF2B5EF4-FFF2-40B4-BE49-F238E27FC236}">
                <a16:creationId xmlns:a16="http://schemas.microsoft.com/office/drawing/2014/main" id="{1BDF966C-7AA3-F7E9-41F9-853BF29FBB50}"/>
              </a:ext>
            </a:extLst>
          </p:cNvPr>
          <p:cNvSpPr/>
          <p:nvPr/>
        </p:nvSpPr>
        <p:spPr>
          <a:xfrm>
            <a:off x="6244049" y="1692304"/>
            <a:ext cx="2435949" cy="6858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49" name="GJ1">
            <a:extLst>
              <a:ext uri="{FF2B5EF4-FFF2-40B4-BE49-F238E27FC236}">
                <a16:creationId xmlns:a16="http://schemas.microsoft.com/office/drawing/2014/main" id="{DDD679A7-1C74-4EC0-F49A-36105FA53601}"/>
              </a:ext>
            </a:extLst>
          </p:cNvPr>
          <p:cNvSpPr/>
          <p:nvPr/>
        </p:nvSpPr>
        <p:spPr>
          <a:xfrm>
            <a:off x="6244049" y="1692304"/>
            <a:ext cx="2421091" cy="68166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50" name="KU1">
            <a:extLst>
              <a:ext uri="{FF2B5EF4-FFF2-40B4-BE49-F238E27FC236}">
                <a16:creationId xmlns:a16="http://schemas.microsoft.com/office/drawing/2014/main" id="{86076997-92EF-ED8A-DF18-7E084C3C9D86}"/>
              </a:ext>
            </a:extLst>
          </p:cNvPr>
          <p:cNvSpPr/>
          <p:nvPr/>
        </p:nvSpPr>
        <p:spPr>
          <a:xfrm>
            <a:off x="6229191" y="1677524"/>
            <a:ext cx="2421091" cy="681668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51" name="BA1">
            <a:extLst>
              <a:ext uri="{FF2B5EF4-FFF2-40B4-BE49-F238E27FC236}">
                <a16:creationId xmlns:a16="http://schemas.microsoft.com/office/drawing/2014/main" id="{ABADCB76-607A-8FC4-C2D4-802AA7686CC9}"/>
              </a:ext>
            </a:extLst>
          </p:cNvPr>
          <p:cNvSpPr/>
          <p:nvPr/>
        </p:nvSpPr>
        <p:spPr>
          <a:xfrm>
            <a:off x="6214333" y="1707084"/>
            <a:ext cx="2421091" cy="68166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52" name="KALT 1">
            <a:extLst>
              <a:ext uri="{FF2B5EF4-FFF2-40B4-BE49-F238E27FC236}">
                <a16:creationId xmlns:a16="http://schemas.microsoft.com/office/drawing/2014/main" id="{C16FFA41-90F8-341A-E39D-87DD11760E24}"/>
              </a:ext>
            </a:extLst>
          </p:cNvPr>
          <p:cNvSpPr/>
          <p:nvPr/>
        </p:nvSpPr>
        <p:spPr>
          <a:xfrm>
            <a:off x="6206903" y="1707084"/>
            <a:ext cx="2435949" cy="68585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53" name="B 1">
            <a:hlinkClick r:id="rId8" action="ppaction://hlinksldjump"/>
            <a:extLst>
              <a:ext uri="{FF2B5EF4-FFF2-40B4-BE49-F238E27FC236}">
                <a16:creationId xmlns:a16="http://schemas.microsoft.com/office/drawing/2014/main" id="{800957E2-7031-B851-DB65-B141DB2A2684}"/>
              </a:ext>
            </a:extLst>
          </p:cNvPr>
          <p:cNvSpPr/>
          <p:nvPr/>
        </p:nvSpPr>
        <p:spPr>
          <a:xfrm>
            <a:off x="6819575" y="1893333"/>
            <a:ext cx="1284896" cy="465859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54" name="FUND1">
            <a:extLst>
              <a:ext uri="{FF2B5EF4-FFF2-40B4-BE49-F238E27FC236}">
                <a16:creationId xmlns:a16="http://schemas.microsoft.com/office/drawing/2014/main" id="{A2AD29A0-66A0-9737-AC8A-A5AC8A661BB0}"/>
              </a:ext>
            </a:extLst>
          </p:cNvPr>
          <p:cNvSpPr/>
          <p:nvPr/>
        </p:nvSpPr>
        <p:spPr>
          <a:xfrm>
            <a:off x="8805759" y="1692304"/>
            <a:ext cx="2435949" cy="6858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55" name="GJ1">
            <a:extLst>
              <a:ext uri="{FF2B5EF4-FFF2-40B4-BE49-F238E27FC236}">
                <a16:creationId xmlns:a16="http://schemas.microsoft.com/office/drawing/2014/main" id="{D7EAA6E4-EAC9-7949-FF01-E2B081812106}"/>
              </a:ext>
            </a:extLst>
          </p:cNvPr>
          <p:cNvSpPr/>
          <p:nvPr/>
        </p:nvSpPr>
        <p:spPr>
          <a:xfrm>
            <a:off x="8805759" y="1692304"/>
            <a:ext cx="2421091" cy="68166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56" name="KU1">
            <a:extLst>
              <a:ext uri="{FF2B5EF4-FFF2-40B4-BE49-F238E27FC236}">
                <a16:creationId xmlns:a16="http://schemas.microsoft.com/office/drawing/2014/main" id="{0539A5C7-3343-F54C-97C3-94ABC16389E9}"/>
              </a:ext>
            </a:extLst>
          </p:cNvPr>
          <p:cNvSpPr/>
          <p:nvPr/>
        </p:nvSpPr>
        <p:spPr>
          <a:xfrm>
            <a:off x="8790901" y="1677524"/>
            <a:ext cx="2421091" cy="681668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57" name="BA1">
            <a:extLst>
              <a:ext uri="{FF2B5EF4-FFF2-40B4-BE49-F238E27FC236}">
                <a16:creationId xmlns:a16="http://schemas.microsoft.com/office/drawing/2014/main" id="{8622B08A-F128-9A67-5172-98CBEFF50DD6}"/>
              </a:ext>
            </a:extLst>
          </p:cNvPr>
          <p:cNvSpPr/>
          <p:nvPr/>
        </p:nvSpPr>
        <p:spPr>
          <a:xfrm>
            <a:off x="8776043" y="1707084"/>
            <a:ext cx="2421091" cy="68166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58" name="KALT 1">
            <a:extLst>
              <a:ext uri="{FF2B5EF4-FFF2-40B4-BE49-F238E27FC236}">
                <a16:creationId xmlns:a16="http://schemas.microsoft.com/office/drawing/2014/main" id="{E63535C6-BE98-1D6B-60C0-9C20D629522F}"/>
              </a:ext>
            </a:extLst>
          </p:cNvPr>
          <p:cNvSpPr/>
          <p:nvPr/>
        </p:nvSpPr>
        <p:spPr>
          <a:xfrm>
            <a:off x="8768613" y="1707084"/>
            <a:ext cx="2435949" cy="68585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59" name="B 1">
            <a:hlinkClick r:id="rId9" action="ppaction://hlinksldjump"/>
            <a:extLst>
              <a:ext uri="{FF2B5EF4-FFF2-40B4-BE49-F238E27FC236}">
                <a16:creationId xmlns:a16="http://schemas.microsoft.com/office/drawing/2014/main" id="{16BA8934-34FB-215B-B473-8C6D62F52CDF}"/>
              </a:ext>
            </a:extLst>
          </p:cNvPr>
          <p:cNvSpPr/>
          <p:nvPr/>
        </p:nvSpPr>
        <p:spPr>
          <a:xfrm>
            <a:off x="9381285" y="1893333"/>
            <a:ext cx="1284896" cy="465859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60" name="FUND1">
            <a:extLst>
              <a:ext uri="{FF2B5EF4-FFF2-40B4-BE49-F238E27FC236}">
                <a16:creationId xmlns:a16="http://schemas.microsoft.com/office/drawing/2014/main" id="{10C9A48C-01ED-65EE-E10B-4C67EA765562}"/>
              </a:ext>
            </a:extLst>
          </p:cNvPr>
          <p:cNvSpPr/>
          <p:nvPr/>
        </p:nvSpPr>
        <p:spPr>
          <a:xfrm>
            <a:off x="1105771" y="2513353"/>
            <a:ext cx="2435949" cy="6858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61" name="GJ1">
            <a:extLst>
              <a:ext uri="{FF2B5EF4-FFF2-40B4-BE49-F238E27FC236}">
                <a16:creationId xmlns:a16="http://schemas.microsoft.com/office/drawing/2014/main" id="{4E0F23C8-E72B-5650-2294-ABF8E43AA666}"/>
              </a:ext>
            </a:extLst>
          </p:cNvPr>
          <p:cNvSpPr/>
          <p:nvPr/>
        </p:nvSpPr>
        <p:spPr>
          <a:xfrm>
            <a:off x="1105771" y="2513353"/>
            <a:ext cx="2421091" cy="68166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62" name="KU1">
            <a:extLst>
              <a:ext uri="{FF2B5EF4-FFF2-40B4-BE49-F238E27FC236}">
                <a16:creationId xmlns:a16="http://schemas.microsoft.com/office/drawing/2014/main" id="{E4E29E24-6A33-B97F-A824-48480F4E425B}"/>
              </a:ext>
            </a:extLst>
          </p:cNvPr>
          <p:cNvSpPr/>
          <p:nvPr/>
        </p:nvSpPr>
        <p:spPr>
          <a:xfrm>
            <a:off x="1090913" y="2498573"/>
            <a:ext cx="2421091" cy="681668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63" name="BA1">
            <a:extLst>
              <a:ext uri="{FF2B5EF4-FFF2-40B4-BE49-F238E27FC236}">
                <a16:creationId xmlns:a16="http://schemas.microsoft.com/office/drawing/2014/main" id="{270966FE-3769-0593-15B1-5B0158AD9F84}"/>
              </a:ext>
            </a:extLst>
          </p:cNvPr>
          <p:cNvSpPr/>
          <p:nvPr/>
        </p:nvSpPr>
        <p:spPr>
          <a:xfrm>
            <a:off x="1076055" y="2528133"/>
            <a:ext cx="2421091" cy="68166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896" name="KALT 1">
            <a:extLst>
              <a:ext uri="{FF2B5EF4-FFF2-40B4-BE49-F238E27FC236}">
                <a16:creationId xmlns:a16="http://schemas.microsoft.com/office/drawing/2014/main" id="{58FAB27D-D6BE-58DE-DDDC-981331E2214D}"/>
              </a:ext>
            </a:extLst>
          </p:cNvPr>
          <p:cNvSpPr/>
          <p:nvPr/>
        </p:nvSpPr>
        <p:spPr>
          <a:xfrm>
            <a:off x="1068625" y="2528133"/>
            <a:ext cx="2435949" cy="68585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897" name="B 1">
            <a:hlinkClick r:id="rId10" action="ppaction://hlinksldjump"/>
            <a:extLst>
              <a:ext uri="{FF2B5EF4-FFF2-40B4-BE49-F238E27FC236}">
                <a16:creationId xmlns:a16="http://schemas.microsoft.com/office/drawing/2014/main" id="{5E6F5B9F-D916-FDB4-D50D-1B4342BCEE29}"/>
              </a:ext>
            </a:extLst>
          </p:cNvPr>
          <p:cNvSpPr/>
          <p:nvPr/>
        </p:nvSpPr>
        <p:spPr>
          <a:xfrm>
            <a:off x="1681297" y="2714382"/>
            <a:ext cx="1284896" cy="465859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899" name="FUND1">
            <a:extLst>
              <a:ext uri="{FF2B5EF4-FFF2-40B4-BE49-F238E27FC236}">
                <a16:creationId xmlns:a16="http://schemas.microsoft.com/office/drawing/2014/main" id="{31DE257E-AFB8-4B7A-2C64-B8FF112150B0}"/>
              </a:ext>
            </a:extLst>
          </p:cNvPr>
          <p:cNvSpPr/>
          <p:nvPr/>
        </p:nvSpPr>
        <p:spPr>
          <a:xfrm>
            <a:off x="3667481" y="2513353"/>
            <a:ext cx="2435949" cy="6858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00" name="GJ1">
            <a:extLst>
              <a:ext uri="{FF2B5EF4-FFF2-40B4-BE49-F238E27FC236}">
                <a16:creationId xmlns:a16="http://schemas.microsoft.com/office/drawing/2014/main" id="{C42BA2B3-89CA-18C9-A186-B804F873189C}"/>
              </a:ext>
            </a:extLst>
          </p:cNvPr>
          <p:cNvSpPr/>
          <p:nvPr/>
        </p:nvSpPr>
        <p:spPr>
          <a:xfrm>
            <a:off x="3667481" y="2513353"/>
            <a:ext cx="2421091" cy="68166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01" name="KU1">
            <a:extLst>
              <a:ext uri="{FF2B5EF4-FFF2-40B4-BE49-F238E27FC236}">
                <a16:creationId xmlns:a16="http://schemas.microsoft.com/office/drawing/2014/main" id="{0E3B4FB2-FBD3-2E39-BCC7-039835592A22}"/>
              </a:ext>
            </a:extLst>
          </p:cNvPr>
          <p:cNvSpPr/>
          <p:nvPr/>
        </p:nvSpPr>
        <p:spPr>
          <a:xfrm>
            <a:off x="3652623" y="2498573"/>
            <a:ext cx="2421091" cy="681668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02" name="BA1">
            <a:extLst>
              <a:ext uri="{FF2B5EF4-FFF2-40B4-BE49-F238E27FC236}">
                <a16:creationId xmlns:a16="http://schemas.microsoft.com/office/drawing/2014/main" id="{361F4C26-67DD-B5F9-8BA4-25FD64463081}"/>
              </a:ext>
            </a:extLst>
          </p:cNvPr>
          <p:cNvSpPr/>
          <p:nvPr/>
        </p:nvSpPr>
        <p:spPr>
          <a:xfrm>
            <a:off x="3637765" y="2528133"/>
            <a:ext cx="2421091" cy="68166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03" name="KALT 1">
            <a:extLst>
              <a:ext uri="{FF2B5EF4-FFF2-40B4-BE49-F238E27FC236}">
                <a16:creationId xmlns:a16="http://schemas.microsoft.com/office/drawing/2014/main" id="{E1401373-E7A8-168B-656D-CD68054ECBB9}"/>
              </a:ext>
            </a:extLst>
          </p:cNvPr>
          <p:cNvSpPr/>
          <p:nvPr/>
        </p:nvSpPr>
        <p:spPr>
          <a:xfrm>
            <a:off x="3630335" y="2528133"/>
            <a:ext cx="2435949" cy="68585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04" name="B 1">
            <a:hlinkClick r:id="rId11" action="ppaction://hlinksldjump"/>
            <a:extLst>
              <a:ext uri="{FF2B5EF4-FFF2-40B4-BE49-F238E27FC236}">
                <a16:creationId xmlns:a16="http://schemas.microsoft.com/office/drawing/2014/main" id="{219CE917-9BBF-FE38-A297-83DC2B16FE94}"/>
              </a:ext>
            </a:extLst>
          </p:cNvPr>
          <p:cNvSpPr/>
          <p:nvPr/>
        </p:nvSpPr>
        <p:spPr>
          <a:xfrm>
            <a:off x="4243007" y="2714382"/>
            <a:ext cx="1284896" cy="465859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05" name="FUND1">
            <a:extLst>
              <a:ext uri="{FF2B5EF4-FFF2-40B4-BE49-F238E27FC236}">
                <a16:creationId xmlns:a16="http://schemas.microsoft.com/office/drawing/2014/main" id="{9DFEA1BD-A596-313E-4329-F815A04C6E43}"/>
              </a:ext>
            </a:extLst>
          </p:cNvPr>
          <p:cNvSpPr/>
          <p:nvPr/>
        </p:nvSpPr>
        <p:spPr>
          <a:xfrm>
            <a:off x="6229191" y="2513353"/>
            <a:ext cx="2435949" cy="6858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06" name="GJ1">
            <a:extLst>
              <a:ext uri="{FF2B5EF4-FFF2-40B4-BE49-F238E27FC236}">
                <a16:creationId xmlns:a16="http://schemas.microsoft.com/office/drawing/2014/main" id="{E0BB1645-2281-4A6C-4C3C-E725592CF389}"/>
              </a:ext>
            </a:extLst>
          </p:cNvPr>
          <p:cNvSpPr/>
          <p:nvPr/>
        </p:nvSpPr>
        <p:spPr>
          <a:xfrm>
            <a:off x="6229191" y="2513353"/>
            <a:ext cx="2421091" cy="68166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07" name="KU1">
            <a:extLst>
              <a:ext uri="{FF2B5EF4-FFF2-40B4-BE49-F238E27FC236}">
                <a16:creationId xmlns:a16="http://schemas.microsoft.com/office/drawing/2014/main" id="{5FBF4B99-4872-C72E-AEA5-B876B87295FC}"/>
              </a:ext>
            </a:extLst>
          </p:cNvPr>
          <p:cNvSpPr/>
          <p:nvPr/>
        </p:nvSpPr>
        <p:spPr>
          <a:xfrm>
            <a:off x="6214333" y="2498573"/>
            <a:ext cx="2421091" cy="681668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08" name="BA1">
            <a:extLst>
              <a:ext uri="{FF2B5EF4-FFF2-40B4-BE49-F238E27FC236}">
                <a16:creationId xmlns:a16="http://schemas.microsoft.com/office/drawing/2014/main" id="{1BEB83CA-D383-CFF7-0BFD-AAA280F7FD80}"/>
              </a:ext>
            </a:extLst>
          </p:cNvPr>
          <p:cNvSpPr/>
          <p:nvPr/>
        </p:nvSpPr>
        <p:spPr>
          <a:xfrm>
            <a:off x="6199475" y="2528133"/>
            <a:ext cx="2421091" cy="68166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09" name="KALT 1">
            <a:extLst>
              <a:ext uri="{FF2B5EF4-FFF2-40B4-BE49-F238E27FC236}">
                <a16:creationId xmlns:a16="http://schemas.microsoft.com/office/drawing/2014/main" id="{AD60809B-2B98-5BB7-4AAB-63DB84C0398B}"/>
              </a:ext>
            </a:extLst>
          </p:cNvPr>
          <p:cNvSpPr/>
          <p:nvPr/>
        </p:nvSpPr>
        <p:spPr>
          <a:xfrm>
            <a:off x="6192045" y="2528133"/>
            <a:ext cx="2435949" cy="68585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10" name="B 1">
            <a:hlinkClick r:id="rId12" action="ppaction://hlinksldjump"/>
            <a:extLst>
              <a:ext uri="{FF2B5EF4-FFF2-40B4-BE49-F238E27FC236}">
                <a16:creationId xmlns:a16="http://schemas.microsoft.com/office/drawing/2014/main" id="{0A6FFC9F-09E5-B5D4-70BD-B47F3A151639}"/>
              </a:ext>
            </a:extLst>
          </p:cNvPr>
          <p:cNvSpPr/>
          <p:nvPr/>
        </p:nvSpPr>
        <p:spPr>
          <a:xfrm>
            <a:off x="6804717" y="2714382"/>
            <a:ext cx="1284896" cy="465859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11" name="FUND1">
            <a:extLst>
              <a:ext uri="{FF2B5EF4-FFF2-40B4-BE49-F238E27FC236}">
                <a16:creationId xmlns:a16="http://schemas.microsoft.com/office/drawing/2014/main" id="{29BFC770-AFC7-1FC2-1CF7-5EB662F4D8D7}"/>
              </a:ext>
            </a:extLst>
          </p:cNvPr>
          <p:cNvSpPr/>
          <p:nvPr/>
        </p:nvSpPr>
        <p:spPr>
          <a:xfrm>
            <a:off x="8790901" y="2513353"/>
            <a:ext cx="2435949" cy="6858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12" name="GJ1">
            <a:extLst>
              <a:ext uri="{FF2B5EF4-FFF2-40B4-BE49-F238E27FC236}">
                <a16:creationId xmlns:a16="http://schemas.microsoft.com/office/drawing/2014/main" id="{A2512171-1E5B-5BD9-649C-C46F7B02D67F}"/>
              </a:ext>
            </a:extLst>
          </p:cNvPr>
          <p:cNvSpPr/>
          <p:nvPr/>
        </p:nvSpPr>
        <p:spPr>
          <a:xfrm>
            <a:off x="8790901" y="2513353"/>
            <a:ext cx="2421091" cy="68166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13" name="KU1">
            <a:extLst>
              <a:ext uri="{FF2B5EF4-FFF2-40B4-BE49-F238E27FC236}">
                <a16:creationId xmlns:a16="http://schemas.microsoft.com/office/drawing/2014/main" id="{6740CC18-B5A2-10D5-8731-B7C756B9A3F4}"/>
              </a:ext>
            </a:extLst>
          </p:cNvPr>
          <p:cNvSpPr/>
          <p:nvPr/>
        </p:nvSpPr>
        <p:spPr>
          <a:xfrm>
            <a:off x="8776043" y="2498573"/>
            <a:ext cx="2421091" cy="681668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14" name="BA1">
            <a:extLst>
              <a:ext uri="{FF2B5EF4-FFF2-40B4-BE49-F238E27FC236}">
                <a16:creationId xmlns:a16="http://schemas.microsoft.com/office/drawing/2014/main" id="{3705B6A8-E170-A20C-159A-44DFF3C9180F}"/>
              </a:ext>
            </a:extLst>
          </p:cNvPr>
          <p:cNvSpPr/>
          <p:nvPr/>
        </p:nvSpPr>
        <p:spPr>
          <a:xfrm>
            <a:off x="8761185" y="2528133"/>
            <a:ext cx="2421091" cy="68166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15" name="KALT 1">
            <a:extLst>
              <a:ext uri="{FF2B5EF4-FFF2-40B4-BE49-F238E27FC236}">
                <a16:creationId xmlns:a16="http://schemas.microsoft.com/office/drawing/2014/main" id="{1BF43D1E-C082-C15D-78F1-AA89B92680B0}"/>
              </a:ext>
            </a:extLst>
          </p:cNvPr>
          <p:cNvSpPr/>
          <p:nvPr/>
        </p:nvSpPr>
        <p:spPr>
          <a:xfrm>
            <a:off x="8753755" y="2528133"/>
            <a:ext cx="2435949" cy="68585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16" name="B 1">
            <a:hlinkClick r:id="rId13" action="ppaction://hlinksldjump"/>
            <a:extLst>
              <a:ext uri="{FF2B5EF4-FFF2-40B4-BE49-F238E27FC236}">
                <a16:creationId xmlns:a16="http://schemas.microsoft.com/office/drawing/2014/main" id="{92366539-513F-19DB-CC40-B397FDD842D5}"/>
              </a:ext>
            </a:extLst>
          </p:cNvPr>
          <p:cNvSpPr/>
          <p:nvPr/>
        </p:nvSpPr>
        <p:spPr>
          <a:xfrm>
            <a:off x="9366427" y="2714382"/>
            <a:ext cx="1284896" cy="465859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17" name="FUND1">
            <a:extLst>
              <a:ext uri="{FF2B5EF4-FFF2-40B4-BE49-F238E27FC236}">
                <a16:creationId xmlns:a16="http://schemas.microsoft.com/office/drawing/2014/main" id="{5F85BF68-7149-D9D0-A97B-E6E94C5A1117}"/>
              </a:ext>
            </a:extLst>
          </p:cNvPr>
          <p:cNvSpPr/>
          <p:nvPr/>
        </p:nvSpPr>
        <p:spPr>
          <a:xfrm>
            <a:off x="1090913" y="3334402"/>
            <a:ext cx="2435949" cy="6858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18" name="GJ1">
            <a:extLst>
              <a:ext uri="{FF2B5EF4-FFF2-40B4-BE49-F238E27FC236}">
                <a16:creationId xmlns:a16="http://schemas.microsoft.com/office/drawing/2014/main" id="{F5D62690-BB76-F7D2-A8CF-6C979205CA02}"/>
              </a:ext>
            </a:extLst>
          </p:cNvPr>
          <p:cNvSpPr/>
          <p:nvPr/>
        </p:nvSpPr>
        <p:spPr>
          <a:xfrm>
            <a:off x="1090913" y="3334402"/>
            <a:ext cx="2421091" cy="68166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19" name="KU1">
            <a:extLst>
              <a:ext uri="{FF2B5EF4-FFF2-40B4-BE49-F238E27FC236}">
                <a16:creationId xmlns:a16="http://schemas.microsoft.com/office/drawing/2014/main" id="{B1ED4DE5-5F87-2278-A657-5876502F9D7B}"/>
              </a:ext>
            </a:extLst>
          </p:cNvPr>
          <p:cNvSpPr/>
          <p:nvPr/>
        </p:nvSpPr>
        <p:spPr>
          <a:xfrm>
            <a:off x="1076055" y="3319622"/>
            <a:ext cx="2421091" cy="681668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20" name="BA1">
            <a:extLst>
              <a:ext uri="{FF2B5EF4-FFF2-40B4-BE49-F238E27FC236}">
                <a16:creationId xmlns:a16="http://schemas.microsoft.com/office/drawing/2014/main" id="{AEC3CE85-862E-E18B-7EA2-14F1B8672C6C}"/>
              </a:ext>
            </a:extLst>
          </p:cNvPr>
          <p:cNvSpPr/>
          <p:nvPr/>
        </p:nvSpPr>
        <p:spPr>
          <a:xfrm>
            <a:off x="1061197" y="3349182"/>
            <a:ext cx="2421091" cy="68166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21" name="KALT 1">
            <a:extLst>
              <a:ext uri="{FF2B5EF4-FFF2-40B4-BE49-F238E27FC236}">
                <a16:creationId xmlns:a16="http://schemas.microsoft.com/office/drawing/2014/main" id="{A66C2C65-1DEF-F555-A3EA-BD3653EA51B6}"/>
              </a:ext>
            </a:extLst>
          </p:cNvPr>
          <p:cNvSpPr/>
          <p:nvPr/>
        </p:nvSpPr>
        <p:spPr>
          <a:xfrm>
            <a:off x="1053767" y="3349182"/>
            <a:ext cx="2435949" cy="68585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22" name="B 1">
            <a:hlinkClick r:id="rId14" action="ppaction://hlinksldjump"/>
            <a:extLst>
              <a:ext uri="{FF2B5EF4-FFF2-40B4-BE49-F238E27FC236}">
                <a16:creationId xmlns:a16="http://schemas.microsoft.com/office/drawing/2014/main" id="{729C23D0-4AD0-EBFC-2CAF-2D8453CC7B51}"/>
              </a:ext>
            </a:extLst>
          </p:cNvPr>
          <p:cNvSpPr/>
          <p:nvPr/>
        </p:nvSpPr>
        <p:spPr>
          <a:xfrm>
            <a:off x="1666439" y="3535431"/>
            <a:ext cx="1284896" cy="465859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23" name="FUND1">
            <a:extLst>
              <a:ext uri="{FF2B5EF4-FFF2-40B4-BE49-F238E27FC236}">
                <a16:creationId xmlns:a16="http://schemas.microsoft.com/office/drawing/2014/main" id="{17346957-21E3-B03C-9B73-2B32E3E908A7}"/>
              </a:ext>
            </a:extLst>
          </p:cNvPr>
          <p:cNvSpPr/>
          <p:nvPr/>
        </p:nvSpPr>
        <p:spPr>
          <a:xfrm>
            <a:off x="3652623" y="3334402"/>
            <a:ext cx="2435949" cy="6858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24" name="GJ1">
            <a:extLst>
              <a:ext uri="{FF2B5EF4-FFF2-40B4-BE49-F238E27FC236}">
                <a16:creationId xmlns:a16="http://schemas.microsoft.com/office/drawing/2014/main" id="{4CB5864C-0A0C-1056-DBDA-64EACC88A8DA}"/>
              </a:ext>
            </a:extLst>
          </p:cNvPr>
          <p:cNvSpPr/>
          <p:nvPr/>
        </p:nvSpPr>
        <p:spPr>
          <a:xfrm>
            <a:off x="3652623" y="3334402"/>
            <a:ext cx="2421091" cy="68166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25" name="KU1">
            <a:extLst>
              <a:ext uri="{FF2B5EF4-FFF2-40B4-BE49-F238E27FC236}">
                <a16:creationId xmlns:a16="http://schemas.microsoft.com/office/drawing/2014/main" id="{354CD017-144D-9B2C-9CEE-5541AFF0D0D0}"/>
              </a:ext>
            </a:extLst>
          </p:cNvPr>
          <p:cNvSpPr/>
          <p:nvPr/>
        </p:nvSpPr>
        <p:spPr>
          <a:xfrm>
            <a:off x="3637765" y="3319622"/>
            <a:ext cx="2421091" cy="681668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26" name="BA1">
            <a:extLst>
              <a:ext uri="{FF2B5EF4-FFF2-40B4-BE49-F238E27FC236}">
                <a16:creationId xmlns:a16="http://schemas.microsoft.com/office/drawing/2014/main" id="{8B1359A6-FBC9-DE07-8F5B-FC6127A21B54}"/>
              </a:ext>
            </a:extLst>
          </p:cNvPr>
          <p:cNvSpPr/>
          <p:nvPr/>
        </p:nvSpPr>
        <p:spPr>
          <a:xfrm>
            <a:off x="3622907" y="3349182"/>
            <a:ext cx="2421091" cy="68166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27" name="KALT 1">
            <a:extLst>
              <a:ext uri="{FF2B5EF4-FFF2-40B4-BE49-F238E27FC236}">
                <a16:creationId xmlns:a16="http://schemas.microsoft.com/office/drawing/2014/main" id="{3125D495-4377-D51A-AC7A-908320331C2C}"/>
              </a:ext>
            </a:extLst>
          </p:cNvPr>
          <p:cNvSpPr/>
          <p:nvPr/>
        </p:nvSpPr>
        <p:spPr>
          <a:xfrm>
            <a:off x="3615477" y="3349182"/>
            <a:ext cx="2435949" cy="68585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28" name="B 1">
            <a:hlinkClick r:id="rId15" action="ppaction://hlinksldjump"/>
            <a:extLst>
              <a:ext uri="{FF2B5EF4-FFF2-40B4-BE49-F238E27FC236}">
                <a16:creationId xmlns:a16="http://schemas.microsoft.com/office/drawing/2014/main" id="{6898A362-053E-535E-2219-C44D57E07713}"/>
              </a:ext>
            </a:extLst>
          </p:cNvPr>
          <p:cNvSpPr/>
          <p:nvPr/>
        </p:nvSpPr>
        <p:spPr>
          <a:xfrm>
            <a:off x="4228149" y="3535431"/>
            <a:ext cx="1284896" cy="465859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29" name="FUND1">
            <a:extLst>
              <a:ext uri="{FF2B5EF4-FFF2-40B4-BE49-F238E27FC236}">
                <a16:creationId xmlns:a16="http://schemas.microsoft.com/office/drawing/2014/main" id="{8E8B19C7-8B6F-813A-74F3-DC2CB7F0E2AB}"/>
              </a:ext>
            </a:extLst>
          </p:cNvPr>
          <p:cNvSpPr/>
          <p:nvPr/>
        </p:nvSpPr>
        <p:spPr>
          <a:xfrm>
            <a:off x="6214333" y="3334402"/>
            <a:ext cx="2435949" cy="6858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30" name="GJ1">
            <a:extLst>
              <a:ext uri="{FF2B5EF4-FFF2-40B4-BE49-F238E27FC236}">
                <a16:creationId xmlns:a16="http://schemas.microsoft.com/office/drawing/2014/main" id="{0A1E3894-BF46-F9D3-D1AE-E358E10D06C3}"/>
              </a:ext>
            </a:extLst>
          </p:cNvPr>
          <p:cNvSpPr/>
          <p:nvPr/>
        </p:nvSpPr>
        <p:spPr>
          <a:xfrm>
            <a:off x="6214333" y="3334402"/>
            <a:ext cx="2421091" cy="68166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31" name="KU1">
            <a:extLst>
              <a:ext uri="{FF2B5EF4-FFF2-40B4-BE49-F238E27FC236}">
                <a16:creationId xmlns:a16="http://schemas.microsoft.com/office/drawing/2014/main" id="{56FAF3F0-20E5-AE92-68BC-3F06488F476D}"/>
              </a:ext>
            </a:extLst>
          </p:cNvPr>
          <p:cNvSpPr/>
          <p:nvPr/>
        </p:nvSpPr>
        <p:spPr>
          <a:xfrm>
            <a:off x="6199475" y="3319622"/>
            <a:ext cx="2421091" cy="681668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32" name="BA1">
            <a:extLst>
              <a:ext uri="{FF2B5EF4-FFF2-40B4-BE49-F238E27FC236}">
                <a16:creationId xmlns:a16="http://schemas.microsoft.com/office/drawing/2014/main" id="{EC9A7ADF-F00A-5597-AF0C-16A567553F95}"/>
              </a:ext>
            </a:extLst>
          </p:cNvPr>
          <p:cNvSpPr/>
          <p:nvPr/>
        </p:nvSpPr>
        <p:spPr>
          <a:xfrm>
            <a:off x="6184617" y="3349182"/>
            <a:ext cx="2421091" cy="68166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33" name="KALT 1">
            <a:extLst>
              <a:ext uri="{FF2B5EF4-FFF2-40B4-BE49-F238E27FC236}">
                <a16:creationId xmlns:a16="http://schemas.microsoft.com/office/drawing/2014/main" id="{C1C202E0-DFC7-532F-AFCB-BAA38ECFC58F}"/>
              </a:ext>
            </a:extLst>
          </p:cNvPr>
          <p:cNvSpPr/>
          <p:nvPr/>
        </p:nvSpPr>
        <p:spPr>
          <a:xfrm>
            <a:off x="6177187" y="3349182"/>
            <a:ext cx="2435949" cy="68585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34" name="B 1">
            <a:hlinkClick r:id="rId16" action="ppaction://hlinksldjump"/>
            <a:extLst>
              <a:ext uri="{FF2B5EF4-FFF2-40B4-BE49-F238E27FC236}">
                <a16:creationId xmlns:a16="http://schemas.microsoft.com/office/drawing/2014/main" id="{BD577248-33B9-302F-ED6C-FE8ABE426DE7}"/>
              </a:ext>
            </a:extLst>
          </p:cNvPr>
          <p:cNvSpPr/>
          <p:nvPr/>
        </p:nvSpPr>
        <p:spPr>
          <a:xfrm>
            <a:off x="6793248" y="3535430"/>
            <a:ext cx="1284896" cy="465859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35" name="FUND1">
            <a:extLst>
              <a:ext uri="{FF2B5EF4-FFF2-40B4-BE49-F238E27FC236}">
                <a16:creationId xmlns:a16="http://schemas.microsoft.com/office/drawing/2014/main" id="{377DEAF3-1263-A31E-E019-8F9D8C69CDB2}"/>
              </a:ext>
            </a:extLst>
          </p:cNvPr>
          <p:cNvSpPr/>
          <p:nvPr/>
        </p:nvSpPr>
        <p:spPr>
          <a:xfrm>
            <a:off x="8776043" y="3334402"/>
            <a:ext cx="2435949" cy="6858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36" name="GJ1">
            <a:extLst>
              <a:ext uri="{FF2B5EF4-FFF2-40B4-BE49-F238E27FC236}">
                <a16:creationId xmlns:a16="http://schemas.microsoft.com/office/drawing/2014/main" id="{F2B74F28-C6D3-84F8-9A6F-FA2A425D0A60}"/>
              </a:ext>
            </a:extLst>
          </p:cNvPr>
          <p:cNvSpPr/>
          <p:nvPr/>
        </p:nvSpPr>
        <p:spPr>
          <a:xfrm>
            <a:off x="8776043" y="3334402"/>
            <a:ext cx="2421091" cy="68166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37" name="KU1">
            <a:extLst>
              <a:ext uri="{FF2B5EF4-FFF2-40B4-BE49-F238E27FC236}">
                <a16:creationId xmlns:a16="http://schemas.microsoft.com/office/drawing/2014/main" id="{44CAB972-CE82-D3D5-62D8-ADFEF4F2F0F9}"/>
              </a:ext>
            </a:extLst>
          </p:cNvPr>
          <p:cNvSpPr/>
          <p:nvPr/>
        </p:nvSpPr>
        <p:spPr>
          <a:xfrm>
            <a:off x="8761185" y="3319622"/>
            <a:ext cx="2421091" cy="681668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39" name="BA1">
            <a:extLst>
              <a:ext uri="{FF2B5EF4-FFF2-40B4-BE49-F238E27FC236}">
                <a16:creationId xmlns:a16="http://schemas.microsoft.com/office/drawing/2014/main" id="{6B5219FC-F006-93BE-94D0-D63CF48CA01F}"/>
              </a:ext>
            </a:extLst>
          </p:cNvPr>
          <p:cNvSpPr/>
          <p:nvPr/>
        </p:nvSpPr>
        <p:spPr>
          <a:xfrm>
            <a:off x="8746327" y="3349182"/>
            <a:ext cx="2421091" cy="68166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41" name="KALT 1">
            <a:extLst>
              <a:ext uri="{FF2B5EF4-FFF2-40B4-BE49-F238E27FC236}">
                <a16:creationId xmlns:a16="http://schemas.microsoft.com/office/drawing/2014/main" id="{6CAAF380-3A4E-D6BD-01E1-F78ABD9F13F8}"/>
              </a:ext>
            </a:extLst>
          </p:cNvPr>
          <p:cNvSpPr/>
          <p:nvPr/>
        </p:nvSpPr>
        <p:spPr>
          <a:xfrm>
            <a:off x="8738897" y="3349182"/>
            <a:ext cx="2435949" cy="68585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42" name="B 1">
            <a:hlinkClick r:id="rId17" action="ppaction://hlinksldjump"/>
            <a:extLst>
              <a:ext uri="{FF2B5EF4-FFF2-40B4-BE49-F238E27FC236}">
                <a16:creationId xmlns:a16="http://schemas.microsoft.com/office/drawing/2014/main" id="{1C0E18DB-0357-91AA-9DE6-2AC3E34C84B0}"/>
              </a:ext>
            </a:extLst>
          </p:cNvPr>
          <p:cNvSpPr/>
          <p:nvPr/>
        </p:nvSpPr>
        <p:spPr>
          <a:xfrm>
            <a:off x="9351569" y="3535431"/>
            <a:ext cx="1284896" cy="465859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43" name="FUND1">
            <a:extLst>
              <a:ext uri="{FF2B5EF4-FFF2-40B4-BE49-F238E27FC236}">
                <a16:creationId xmlns:a16="http://schemas.microsoft.com/office/drawing/2014/main" id="{141138A9-5E9D-6D96-1C7B-0AA8901B2E9A}"/>
              </a:ext>
            </a:extLst>
          </p:cNvPr>
          <p:cNvSpPr/>
          <p:nvPr/>
        </p:nvSpPr>
        <p:spPr>
          <a:xfrm>
            <a:off x="1076055" y="4155451"/>
            <a:ext cx="2435949" cy="6858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44" name="GJ1">
            <a:extLst>
              <a:ext uri="{FF2B5EF4-FFF2-40B4-BE49-F238E27FC236}">
                <a16:creationId xmlns:a16="http://schemas.microsoft.com/office/drawing/2014/main" id="{03C8CC4B-6E1D-2303-76CC-9C0EE76E5BE7}"/>
              </a:ext>
            </a:extLst>
          </p:cNvPr>
          <p:cNvSpPr/>
          <p:nvPr/>
        </p:nvSpPr>
        <p:spPr>
          <a:xfrm>
            <a:off x="1076055" y="4155451"/>
            <a:ext cx="2421091" cy="68166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45" name="KU1">
            <a:extLst>
              <a:ext uri="{FF2B5EF4-FFF2-40B4-BE49-F238E27FC236}">
                <a16:creationId xmlns:a16="http://schemas.microsoft.com/office/drawing/2014/main" id="{DDA3580F-F292-752E-AC0D-412BC536723A}"/>
              </a:ext>
            </a:extLst>
          </p:cNvPr>
          <p:cNvSpPr/>
          <p:nvPr/>
        </p:nvSpPr>
        <p:spPr>
          <a:xfrm>
            <a:off x="1061197" y="4140671"/>
            <a:ext cx="2421091" cy="681668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46" name="BA1">
            <a:extLst>
              <a:ext uri="{FF2B5EF4-FFF2-40B4-BE49-F238E27FC236}">
                <a16:creationId xmlns:a16="http://schemas.microsoft.com/office/drawing/2014/main" id="{44739DFE-13E9-D875-D7A8-2B9F61D6F560}"/>
              </a:ext>
            </a:extLst>
          </p:cNvPr>
          <p:cNvSpPr/>
          <p:nvPr/>
        </p:nvSpPr>
        <p:spPr>
          <a:xfrm>
            <a:off x="1046339" y="4170231"/>
            <a:ext cx="2421091" cy="68166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47" name="KALT 1">
            <a:extLst>
              <a:ext uri="{FF2B5EF4-FFF2-40B4-BE49-F238E27FC236}">
                <a16:creationId xmlns:a16="http://schemas.microsoft.com/office/drawing/2014/main" id="{2094D1D6-C7EE-9ECB-AE99-077A94A1D188}"/>
              </a:ext>
            </a:extLst>
          </p:cNvPr>
          <p:cNvSpPr/>
          <p:nvPr/>
        </p:nvSpPr>
        <p:spPr>
          <a:xfrm>
            <a:off x="1038909" y="4170231"/>
            <a:ext cx="2435949" cy="68585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48" name="B 1">
            <a:hlinkClick r:id="rId18" action="ppaction://hlinksldjump"/>
            <a:extLst>
              <a:ext uri="{FF2B5EF4-FFF2-40B4-BE49-F238E27FC236}">
                <a16:creationId xmlns:a16="http://schemas.microsoft.com/office/drawing/2014/main" id="{A11FFA85-E90B-0272-E7DD-FD1B2C2F97D5}"/>
              </a:ext>
            </a:extLst>
          </p:cNvPr>
          <p:cNvSpPr/>
          <p:nvPr/>
        </p:nvSpPr>
        <p:spPr>
          <a:xfrm>
            <a:off x="1651581" y="4356480"/>
            <a:ext cx="1284896" cy="465859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49" name="FUND1">
            <a:extLst>
              <a:ext uri="{FF2B5EF4-FFF2-40B4-BE49-F238E27FC236}">
                <a16:creationId xmlns:a16="http://schemas.microsoft.com/office/drawing/2014/main" id="{91BC21B0-5CB6-6FE3-384A-A361C8007336}"/>
              </a:ext>
            </a:extLst>
          </p:cNvPr>
          <p:cNvSpPr/>
          <p:nvPr/>
        </p:nvSpPr>
        <p:spPr>
          <a:xfrm>
            <a:off x="3637765" y="4155451"/>
            <a:ext cx="2435949" cy="6858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50" name="GJ1">
            <a:extLst>
              <a:ext uri="{FF2B5EF4-FFF2-40B4-BE49-F238E27FC236}">
                <a16:creationId xmlns:a16="http://schemas.microsoft.com/office/drawing/2014/main" id="{1E8290B8-B872-B802-5424-6867083B288D}"/>
              </a:ext>
            </a:extLst>
          </p:cNvPr>
          <p:cNvSpPr/>
          <p:nvPr/>
        </p:nvSpPr>
        <p:spPr>
          <a:xfrm>
            <a:off x="3637765" y="4155451"/>
            <a:ext cx="2421091" cy="68166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51" name="KU1">
            <a:extLst>
              <a:ext uri="{FF2B5EF4-FFF2-40B4-BE49-F238E27FC236}">
                <a16:creationId xmlns:a16="http://schemas.microsoft.com/office/drawing/2014/main" id="{80440B3A-1793-C63B-3A0D-B278DB8D84AD}"/>
              </a:ext>
            </a:extLst>
          </p:cNvPr>
          <p:cNvSpPr/>
          <p:nvPr/>
        </p:nvSpPr>
        <p:spPr>
          <a:xfrm>
            <a:off x="3622907" y="4140671"/>
            <a:ext cx="2421091" cy="681668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52" name="BA1">
            <a:extLst>
              <a:ext uri="{FF2B5EF4-FFF2-40B4-BE49-F238E27FC236}">
                <a16:creationId xmlns:a16="http://schemas.microsoft.com/office/drawing/2014/main" id="{CFDFA9E0-EA6B-374A-2F6A-B2454153E941}"/>
              </a:ext>
            </a:extLst>
          </p:cNvPr>
          <p:cNvSpPr/>
          <p:nvPr/>
        </p:nvSpPr>
        <p:spPr>
          <a:xfrm>
            <a:off x="3608049" y="4170231"/>
            <a:ext cx="2421091" cy="68166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53" name="KALT 1">
            <a:extLst>
              <a:ext uri="{FF2B5EF4-FFF2-40B4-BE49-F238E27FC236}">
                <a16:creationId xmlns:a16="http://schemas.microsoft.com/office/drawing/2014/main" id="{B88BC04A-C4F5-854D-1F08-88E6AB9C5884}"/>
              </a:ext>
            </a:extLst>
          </p:cNvPr>
          <p:cNvSpPr/>
          <p:nvPr/>
        </p:nvSpPr>
        <p:spPr>
          <a:xfrm>
            <a:off x="3600619" y="4170231"/>
            <a:ext cx="2435949" cy="68585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54" name="B 1">
            <a:hlinkClick r:id="rId19" action="ppaction://hlinksldjump"/>
            <a:extLst>
              <a:ext uri="{FF2B5EF4-FFF2-40B4-BE49-F238E27FC236}">
                <a16:creationId xmlns:a16="http://schemas.microsoft.com/office/drawing/2014/main" id="{A9E3EABF-336F-4062-CC9A-A392AF44A06D}"/>
              </a:ext>
            </a:extLst>
          </p:cNvPr>
          <p:cNvSpPr/>
          <p:nvPr/>
        </p:nvSpPr>
        <p:spPr>
          <a:xfrm>
            <a:off x="4213291" y="4356480"/>
            <a:ext cx="1284896" cy="465859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55" name="FUND1">
            <a:extLst>
              <a:ext uri="{FF2B5EF4-FFF2-40B4-BE49-F238E27FC236}">
                <a16:creationId xmlns:a16="http://schemas.microsoft.com/office/drawing/2014/main" id="{BE0AC77C-F106-1D11-DA21-528BCD0EE615}"/>
              </a:ext>
            </a:extLst>
          </p:cNvPr>
          <p:cNvSpPr/>
          <p:nvPr/>
        </p:nvSpPr>
        <p:spPr>
          <a:xfrm>
            <a:off x="6199475" y="4155451"/>
            <a:ext cx="2435949" cy="6858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56" name="GJ1">
            <a:extLst>
              <a:ext uri="{FF2B5EF4-FFF2-40B4-BE49-F238E27FC236}">
                <a16:creationId xmlns:a16="http://schemas.microsoft.com/office/drawing/2014/main" id="{0327F203-05CC-3F32-11E7-F089485111E6}"/>
              </a:ext>
            </a:extLst>
          </p:cNvPr>
          <p:cNvSpPr/>
          <p:nvPr/>
        </p:nvSpPr>
        <p:spPr>
          <a:xfrm>
            <a:off x="6199475" y="4155451"/>
            <a:ext cx="2421091" cy="68166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57" name="KU1">
            <a:extLst>
              <a:ext uri="{FF2B5EF4-FFF2-40B4-BE49-F238E27FC236}">
                <a16:creationId xmlns:a16="http://schemas.microsoft.com/office/drawing/2014/main" id="{EDBD8412-95A1-2372-B27B-72492C5D7EDB}"/>
              </a:ext>
            </a:extLst>
          </p:cNvPr>
          <p:cNvSpPr/>
          <p:nvPr/>
        </p:nvSpPr>
        <p:spPr>
          <a:xfrm>
            <a:off x="6184617" y="4140671"/>
            <a:ext cx="2421091" cy="681668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58" name="BA1">
            <a:extLst>
              <a:ext uri="{FF2B5EF4-FFF2-40B4-BE49-F238E27FC236}">
                <a16:creationId xmlns:a16="http://schemas.microsoft.com/office/drawing/2014/main" id="{9408BDFA-E087-AD4E-AB11-34382DF4CF39}"/>
              </a:ext>
            </a:extLst>
          </p:cNvPr>
          <p:cNvSpPr/>
          <p:nvPr/>
        </p:nvSpPr>
        <p:spPr>
          <a:xfrm>
            <a:off x="6169759" y="4170231"/>
            <a:ext cx="2421091" cy="68166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59" name="KALT 1">
            <a:extLst>
              <a:ext uri="{FF2B5EF4-FFF2-40B4-BE49-F238E27FC236}">
                <a16:creationId xmlns:a16="http://schemas.microsoft.com/office/drawing/2014/main" id="{7B1E0786-5030-B62C-C173-A228B0E63981}"/>
              </a:ext>
            </a:extLst>
          </p:cNvPr>
          <p:cNvSpPr/>
          <p:nvPr/>
        </p:nvSpPr>
        <p:spPr>
          <a:xfrm>
            <a:off x="6162329" y="4170231"/>
            <a:ext cx="2435949" cy="68585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60" name="B 1">
            <a:hlinkClick r:id="rId20" action="ppaction://hlinksldjump"/>
            <a:extLst>
              <a:ext uri="{FF2B5EF4-FFF2-40B4-BE49-F238E27FC236}">
                <a16:creationId xmlns:a16="http://schemas.microsoft.com/office/drawing/2014/main" id="{8ABF7B4A-873D-2DEC-A8C1-138F80C33FBC}"/>
              </a:ext>
            </a:extLst>
          </p:cNvPr>
          <p:cNvSpPr/>
          <p:nvPr/>
        </p:nvSpPr>
        <p:spPr>
          <a:xfrm>
            <a:off x="6775001" y="4356480"/>
            <a:ext cx="1284896" cy="465859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61" name="FUND1">
            <a:extLst>
              <a:ext uri="{FF2B5EF4-FFF2-40B4-BE49-F238E27FC236}">
                <a16:creationId xmlns:a16="http://schemas.microsoft.com/office/drawing/2014/main" id="{38F68191-FAA1-A491-C488-C542B11A9F47}"/>
              </a:ext>
            </a:extLst>
          </p:cNvPr>
          <p:cNvSpPr/>
          <p:nvPr/>
        </p:nvSpPr>
        <p:spPr>
          <a:xfrm>
            <a:off x="8761185" y="4155451"/>
            <a:ext cx="2435949" cy="6858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62" name="GJ1">
            <a:extLst>
              <a:ext uri="{FF2B5EF4-FFF2-40B4-BE49-F238E27FC236}">
                <a16:creationId xmlns:a16="http://schemas.microsoft.com/office/drawing/2014/main" id="{0646A7F5-0021-2381-7819-259A6D70E3CC}"/>
              </a:ext>
            </a:extLst>
          </p:cNvPr>
          <p:cNvSpPr/>
          <p:nvPr/>
        </p:nvSpPr>
        <p:spPr>
          <a:xfrm>
            <a:off x="8761185" y="4155451"/>
            <a:ext cx="2421091" cy="68166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63" name="KU1">
            <a:extLst>
              <a:ext uri="{FF2B5EF4-FFF2-40B4-BE49-F238E27FC236}">
                <a16:creationId xmlns:a16="http://schemas.microsoft.com/office/drawing/2014/main" id="{F8A85CE0-7D95-D302-501A-7A50C985470B}"/>
              </a:ext>
            </a:extLst>
          </p:cNvPr>
          <p:cNvSpPr/>
          <p:nvPr/>
        </p:nvSpPr>
        <p:spPr>
          <a:xfrm>
            <a:off x="8746327" y="4140671"/>
            <a:ext cx="2421091" cy="681668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64" name="BA1">
            <a:extLst>
              <a:ext uri="{FF2B5EF4-FFF2-40B4-BE49-F238E27FC236}">
                <a16:creationId xmlns:a16="http://schemas.microsoft.com/office/drawing/2014/main" id="{F863750B-41A1-EFD7-0077-AF592D4EA1EE}"/>
              </a:ext>
            </a:extLst>
          </p:cNvPr>
          <p:cNvSpPr/>
          <p:nvPr/>
        </p:nvSpPr>
        <p:spPr>
          <a:xfrm>
            <a:off x="8731469" y="4170231"/>
            <a:ext cx="2421091" cy="68166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65" name="KALT 1">
            <a:extLst>
              <a:ext uri="{FF2B5EF4-FFF2-40B4-BE49-F238E27FC236}">
                <a16:creationId xmlns:a16="http://schemas.microsoft.com/office/drawing/2014/main" id="{6DB0286B-01AD-023A-E3C7-97F137579554}"/>
              </a:ext>
            </a:extLst>
          </p:cNvPr>
          <p:cNvSpPr/>
          <p:nvPr/>
        </p:nvSpPr>
        <p:spPr>
          <a:xfrm>
            <a:off x="8724039" y="4170231"/>
            <a:ext cx="2435949" cy="68585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66" name="B 1">
            <a:hlinkClick r:id="rId21" action="ppaction://hlinksldjump"/>
            <a:extLst>
              <a:ext uri="{FF2B5EF4-FFF2-40B4-BE49-F238E27FC236}">
                <a16:creationId xmlns:a16="http://schemas.microsoft.com/office/drawing/2014/main" id="{5A137FF4-5E4B-9363-3876-F74BB36F2A06}"/>
              </a:ext>
            </a:extLst>
          </p:cNvPr>
          <p:cNvSpPr/>
          <p:nvPr/>
        </p:nvSpPr>
        <p:spPr>
          <a:xfrm>
            <a:off x="9336711" y="4356480"/>
            <a:ext cx="1284896" cy="465859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967" name="Rectangle: Rounded Corners 966">
            <a:hlinkClick r:id="" action="ppaction://hlinkshowjump?jump=endshow"/>
            <a:extLst>
              <a:ext uri="{FF2B5EF4-FFF2-40B4-BE49-F238E27FC236}">
                <a16:creationId xmlns:a16="http://schemas.microsoft.com/office/drawing/2014/main" id="{F61EF29D-D1AB-D245-D2F3-2E83565E22A2}"/>
              </a:ext>
            </a:extLst>
          </p:cNvPr>
          <p:cNvSpPr/>
          <p:nvPr/>
        </p:nvSpPr>
        <p:spPr>
          <a:xfrm>
            <a:off x="8705733" y="5686073"/>
            <a:ext cx="2576568" cy="740412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>
                <a:latin typeface=" Times New Roman"/>
              </a:rPr>
              <a:t>Përfundimi</a:t>
            </a:r>
            <a:endParaRPr lang="sq-XK" sz="3200" b="1" dirty="0">
              <a:latin typeface=" Times New Roman"/>
            </a:endParaRPr>
          </a:p>
        </p:txBody>
      </p:sp>
      <p:sp>
        <p:nvSpPr>
          <p:cNvPr id="968" name="Rectangle: Rounded Corners 967">
            <a:extLst>
              <a:ext uri="{FF2B5EF4-FFF2-40B4-BE49-F238E27FC236}">
                <a16:creationId xmlns:a16="http://schemas.microsoft.com/office/drawing/2014/main" id="{B2D1D1E5-01D4-C19D-5915-E8BEB44E2281}"/>
              </a:ext>
            </a:extLst>
          </p:cNvPr>
          <p:cNvSpPr/>
          <p:nvPr/>
        </p:nvSpPr>
        <p:spPr>
          <a:xfrm>
            <a:off x="318052" y="979519"/>
            <a:ext cx="617382" cy="46585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>
                <a:latin typeface=" Times New Roman"/>
              </a:rPr>
              <a:t>A</a:t>
            </a:r>
            <a:endParaRPr lang="sq-XK" sz="3200" b="1" dirty="0">
              <a:latin typeface=" Times New Roman"/>
            </a:endParaRPr>
          </a:p>
        </p:txBody>
      </p:sp>
      <p:sp>
        <p:nvSpPr>
          <p:cNvPr id="969" name="Rectangle: Rounded Corners 968">
            <a:extLst>
              <a:ext uri="{FF2B5EF4-FFF2-40B4-BE49-F238E27FC236}">
                <a16:creationId xmlns:a16="http://schemas.microsoft.com/office/drawing/2014/main" id="{94A8A403-9C04-846E-AAEF-4D45F52B1BAD}"/>
              </a:ext>
            </a:extLst>
          </p:cNvPr>
          <p:cNvSpPr/>
          <p:nvPr/>
        </p:nvSpPr>
        <p:spPr>
          <a:xfrm>
            <a:off x="307852" y="1785428"/>
            <a:ext cx="617382" cy="46585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>
                <a:latin typeface=" Times New Roman"/>
              </a:rPr>
              <a:t>B</a:t>
            </a:r>
            <a:endParaRPr lang="sq-XK" sz="3200" b="1" dirty="0">
              <a:latin typeface=" Times New Roman"/>
            </a:endParaRPr>
          </a:p>
        </p:txBody>
      </p:sp>
      <p:sp>
        <p:nvSpPr>
          <p:cNvPr id="970" name="Rectangle: Rounded Corners 969">
            <a:extLst>
              <a:ext uri="{FF2B5EF4-FFF2-40B4-BE49-F238E27FC236}">
                <a16:creationId xmlns:a16="http://schemas.microsoft.com/office/drawing/2014/main" id="{BF7C9DD5-3766-0A29-B6D5-17443E58FD4E}"/>
              </a:ext>
            </a:extLst>
          </p:cNvPr>
          <p:cNvSpPr/>
          <p:nvPr/>
        </p:nvSpPr>
        <p:spPr>
          <a:xfrm>
            <a:off x="297652" y="2591337"/>
            <a:ext cx="617382" cy="46585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>
                <a:latin typeface=" Times New Roman"/>
              </a:rPr>
              <a:t>C</a:t>
            </a:r>
            <a:endParaRPr lang="sq-XK" sz="3200" b="1" dirty="0">
              <a:latin typeface=" Times New Roman"/>
            </a:endParaRPr>
          </a:p>
        </p:txBody>
      </p:sp>
      <p:sp>
        <p:nvSpPr>
          <p:cNvPr id="971" name="Rectangle: Rounded Corners 970">
            <a:extLst>
              <a:ext uri="{FF2B5EF4-FFF2-40B4-BE49-F238E27FC236}">
                <a16:creationId xmlns:a16="http://schemas.microsoft.com/office/drawing/2014/main" id="{376214C7-2B90-424F-0E4B-3249CBE477CF}"/>
              </a:ext>
            </a:extLst>
          </p:cNvPr>
          <p:cNvSpPr/>
          <p:nvPr/>
        </p:nvSpPr>
        <p:spPr>
          <a:xfrm>
            <a:off x="287452" y="3397246"/>
            <a:ext cx="617382" cy="46585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>
                <a:latin typeface=" Times New Roman"/>
              </a:rPr>
              <a:t>Q</a:t>
            </a:r>
            <a:endParaRPr lang="sq-XK" sz="3200" b="1" dirty="0">
              <a:latin typeface=" Times New Roman"/>
            </a:endParaRPr>
          </a:p>
        </p:txBody>
      </p:sp>
      <p:sp>
        <p:nvSpPr>
          <p:cNvPr id="972" name="Rectangle: Rounded Corners 971">
            <a:extLst>
              <a:ext uri="{FF2B5EF4-FFF2-40B4-BE49-F238E27FC236}">
                <a16:creationId xmlns:a16="http://schemas.microsoft.com/office/drawing/2014/main" id="{7BC39460-E4C7-1376-821B-9CF3517C67DA}"/>
              </a:ext>
            </a:extLst>
          </p:cNvPr>
          <p:cNvSpPr/>
          <p:nvPr/>
        </p:nvSpPr>
        <p:spPr>
          <a:xfrm>
            <a:off x="277252" y="4203155"/>
            <a:ext cx="617382" cy="46585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>
                <a:latin typeface=" Times New Roman"/>
              </a:rPr>
              <a:t>D</a:t>
            </a:r>
            <a:endParaRPr lang="sq-XK" sz="3200" b="1" dirty="0">
              <a:latin typeface=" Times New Roman"/>
            </a:endParaRPr>
          </a:p>
        </p:txBody>
      </p:sp>
      <p:sp>
        <p:nvSpPr>
          <p:cNvPr id="973" name="Rectangle: Rounded Corners 972">
            <a:extLst>
              <a:ext uri="{FF2B5EF4-FFF2-40B4-BE49-F238E27FC236}">
                <a16:creationId xmlns:a16="http://schemas.microsoft.com/office/drawing/2014/main" id="{8C45344C-F8EA-E69D-0C8D-147EF00CC9AC}"/>
              </a:ext>
            </a:extLst>
          </p:cNvPr>
          <p:cNvSpPr/>
          <p:nvPr/>
        </p:nvSpPr>
        <p:spPr>
          <a:xfrm>
            <a:off x="2044770" y="5038148"/>
            <a:ext cx="617382" cy="46585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>
                <a:latin typeface=" Times New Roman"/>
              </a:rPr>
              <a:t>1</a:t>
            </a:r>
            <a:endParaRPr lang="sq-XK" sz="3200" b="1" dirty="0">
              <a:latin typeface=" Times New Roman"/>
            </a:endParaRPr>
          </a:p>
        </p:txBody>
      </p:sp>
      <p:sp>
        <p:nvSpPr>
          <p:cNvPr id="974" name="Rectangle: Rounded Corners 973">
            <a:extLst>
              <a:ext uri="{FF2B5EF4-FFF2-40B4-BE49-F238E27FC236}">
                <a16:creationId xmlns:a16="http://schemas.microsoft.com/office/drawing/2014/main" id="{BAC2CA0E-45A1-093C-0C8D-E7DD0F9332BA}"/>
              </a:ext>
            </a:extLst>
          </p:cNvPr>
          <p:cNvSpPr/>
          <p:nvPr/>
        </p:nvSpPr>
        <p:spPr>
          <a:xfrm>
            <a:off x="4547048" y="5038148"/>
            <a:ext cx="617382" cy="46585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>
                <a:latin typeface=" Times New Roman"/>
              </a:rPr>
              <a:t>2</a:t>
            </a:r>
            <a:endParaRPr lang="sq-XK" sz="3200" b="1" dirty="0">
              <a:latin typeface=" Times New Roman"/>
            </a:endParaRPr>
          </a:p>
        </p:txBody>
      </p:sp>
      <p:sp>
        <p:nvSpPr>
          <p:cNvPr id="975" name="Rectangle: Rounded Corners 974">
            <a:extLst>
              <a:ext uri="{FF2B5EF4-FFF2-40B4-BE49-F238E27FC236}">
                <a16:creationId xmlns:a16="http://schemas.microsoft.com/office/drawing/2014/main" id="{174306DE-6FBB-769F-F55E-58AC760FC1C5}"/>
              </a:ext>
            </a:extLst>
          </p:cNvPr>
          <p:cNvSpPr/>
          <p:nvPr/>
        </p:nvSpPr>
        <p:spPr>
          <a:xfrm>
            <a:off x="7049326" y="5038148"/>
            <a:ext cx="617382" cy="46585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>
                <a:latin typeface=" Times New Roman"/>
              </a:rPr>
              <a:t>3</a:t>
            </a:r>
            <a:endParaRPr lang="sq-XK" sz="3200" b="1" dirty="0">
              <a:latin typeface=" Times New Roman"/>
            </a:endParaRPr>
          </a:p>
        </p:txBody>
      </p:sp>
      <p:sp>
        <p:nvSpPr>
          <p:cNvPr id="976" name="Rectangle: Rounded Corners 975">
            <a:extLst>
              <a:ext uri="{FF2B5EF4-FFF2-40B4-BE49-F238E27FC236}">
                <a16:creationId xmlns:a16="http://schemas.microsoft.com/office/drawing/2014/main" id="{0EC92FCF-2E83-66BA-3CCB-965558E0EB86}"/>
              </a:ext>
            </a:extLst>
          </p:cNvPr>
          <p:cNvSpPr/>
          <p:nvPr/>
        </p:nvSpPr>
        <p:spPr>
          <a:xfrm>
            <a:off x="9610039" y="5042331"/>
            <a:ext cx="617382" cy="46585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>
                <a:latin typeface=" Times New Roman"/>
              </a:rPr>
              <a:t>4</a:t>
            </a:r>
            <a:endParaRPr lang="sq-XK" sz="3200" b="1" dirty="0">
              <a:latin typeface=" 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18730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8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9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8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8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9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0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84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" fill="hold">
                      <p:stCondLst>
                        <p:cond delay="0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103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" fill="hold">
                      <p:stCondLst>
                        <p:cond delay="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08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113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" fill="hold">
                      <p:stCondLst>
                        <p:cond delay="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118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" fill="hold">
                      <p:stCondLst>
                        <p:cond delay="0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127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137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142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3" fill="hold">
                      <p:stCondLst>
                        <p:cond delay="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147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161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166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7" fill="hold">
                      <p:stCondLst>
                        <p:cond delay="0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185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6" fill="hold">
                      <p:stCondLst>
                        <p:cond delay="0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190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1" fill="hold">
                      <p:stCondLst>
                        <p:cond delay="0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195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6" fill="hold">
                      <p:stCondLst>
                        <p:cond delay="0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200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205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6" fill="hold">
                      <p:stCondLst>
                        <p:cond delay="0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21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5" fill="hold">
                      <p:stCondLst>
                        <p:cond delay="0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219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0" fill="hold">
                      <p:stCondLst>
                        <p:cond delay="0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224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5" fill="hold">
                      <p:stCondLst>
                        <p:cond delay="0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229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0" fill="hold">
                      <p:stCondLst>
                        <p:cond delay="0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234" restart="whenNotActive" fill="hold" evtFilter="cancelBubble" nodeType="interactiveSeq">
                <p:stCondLst>
                  <p:cond evt="onClick" delay="0">
                    <p:tgtEl>
                      <p:spTgt spid="8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5" fill="hold">
                      <p:stCondLst>
                        <p:cond delay="0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6"/>
                  </p:tgtEl>
                </p:cond>
              </p:nextCondLst>
            </p:seq>
            <p:seq concurrent="1" nextAc="seek">
              <p:cTn id="243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4" fill="hold">
                      <p:stCondLst>
                        <p:cond delay="0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248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9" fill="hold">
                      <p:stCondLst>
                        <p:cond delay="0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253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4" fill="hold">
                      <p:stCondLst>
                        <p:cond delay="0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25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9" fill="hold">
                      <p:stCondLst>
                        <p:cond delay="0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263" restart="whenNotActive" fill="hold" evtFilter="cancelBubble" nodeType="interactiveSeq">
                <p:stCondLst>
                  <p:cond evt="onClick" delay="0">
                    <p:tgtEl>
                      <p:spTgt spid="9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4" fill="hold">
                      <p:stCondLst>
                        <p:cond delay="0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03"/>
                  </p:tgtEl>
                </p:cond>
              </p:nextCondLst>
            </p:seq>
            <p:seq concurrent="1" nextAc="seek">
              <p:cTn id="272" restart="whenNotActive" fill="hold" evtFilter="cancelBubble" nodeType="interactiveSeq">
                <p:stCondLst>
                  <p:cond evt="onClick" delay="0">
                    <p:tgtEl>
                      <p:spTgt spid="9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3" fill="hold">
                      <p:stCondLst>
                        <p:cond delay="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02"/>
                  </p:tgtEl>
                </p:cond>
              </p:nextCondLst>
            </p:seq>
            <p:seq concurrent="1" nextAc="seek">
              <p:cTn id="277" restart="whenNotActive" fill="hold" evtFilter="cancelBubble" nodeType="interactiveSeq">
                <p:stCondLst>
                  <p:cond evt="onClick" delay="0">
                    <p:tgtEl>
                      <p:spTgt spid="9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8" fill="hold">
                      <p:stCondLst>
                        <p:cond delay="0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01"/>
                  </p:tgtEl>
                </p:cond>
              </p:nextCondLst>
            </p:seq>
            <p:seq concurrent="1" nextAc="seek">
              <p:cTn id="282" restart="whenNotActive" fill="hold" evtFilter="cancelBubble" nodeType="interactiveSeq">
                <p:stCondLst>
                  <p:cond evt="onClick" delay="0">
                    <p:tgtEl>
                      <p:spTgt spid="9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3" fill="hold">
                      <p:stCondLst>
                        <p:cond delay="0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00"/>
                  </p:tgtEl>
                </p:cond>
              </p:nextCondLst>
            </p:seq>
            <p:seq concurrent="1" nextAc="seek">
              <p:cTn id="287" restart="whenNotActive" fill="hold" evtFilter="cancelBubble" nodeType="interactiveSeq">
                <p:stCondLst>
                  <p:cond evt="onClick" delay="0">
                    <p:tgtEl>
                      <p:spTgt spid="8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8" fill="hold">
                      <p:stCondLst>
                        <p:cond delay="0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9"/>
                  </p:tgtEl>
                </p:cond>
              </p:nextCondLst>
            </p:seq>
            <p:seq concurrent="1" nextAc="seek">
              <p:cTn id="292" restart="whenNotActive" fill="hold" evtFilter="cancelBubble" nodeType="interactiveSeq">
                <p:stCondLst>
                  <p:cond evt="onClick" delay="0">
                    <p:tgtEl>
                      <p:spTgt spid="9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3" fill="hold">
                      <p:stCondLst>
                        <p:cond delay="0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09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9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08"/>
                  </p:tgtEl>
                </p:cond>
              </p:nextCondLst>
            </p:seq>
            <p:seq concurrent="1" nextAc="seek">
              <p:cTn id="306" restart="whenNotActive" fill="hold" evtFilter="cancelBubble" nodeType="interactiveSeq">
                <p:stCondLst>
                  <p:cond evt="onClick" delay="0">
                    <p:tgtEl>
                      <p:spTgt spid="9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7" fill="hold">
                      <p:stCondLst>
                        <p:cond delay="0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07"/>
                  </p:tgtEl>
                </p:cond>
              </p:nextCondLst>
            </p:seq>
            <p:seq concurrent="1" nextAc="seek">
              <p:cTn id="311" restart="whenNotActive" fill="hold" evtFilter="cancelBubble" nodeType="interactiveSeq">
                <p:stCondLst>
                  <p:cond evt="onClick" delay="0">
                    <p:tgtEl>
                      <p:spTgt spid="9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2" fill="hold">
                      <p:stCondLst>
                        <p:cond delay="0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06"/>
                  </p:tgtEl>
                </p:cond>
              </p:nextCondLst>
            </p:seq>
            <p:seq concurrent="1" nextAc="seek">
              <p:cTn id="316" restart="whenNotActive" fill="hold" evtFilter="cancelBubble" nodeType="interactiveSeq">
                <p:stCondLst>
                  <p:cond evt="onClick" delay="0">
                    <p:tgtEl>
                      <p:spTgt spid="9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7" fill="hold">
                      <p:stCondLst>
                        <p:cond delay="0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05"/>
                  </p:tgtEl>
                </p:cond>
              </p:nextCondLst>
            </p:seq>
            <p:seq concurrent="1" nextAc="seek">
              <p:cTn id="321" restart="whenNotActive" fill="hold" evtFilter="cancelBubble" nodeType="interactiveSeq">
                <p:stCondLst>
                  <p:cond evt="onClick" delay="0">
                    <p:tgtEl>
                      <p:spTgt spid="9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2" fill="hold">
                      <p:stCondLst>
                        <p:cond delay="0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>
                      <p:stCondLst>
                        <p:cond delay="indefinite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"/>
                  </p:tgtEl>
                </p:cond>
              </p:nextCondLst>
            </p:seq>
            <p:seq concurrent="1" nextAc="seek">
              <p:cTn id="330" restart="whenNotActive" fill="hold" evtFilter="cancelBubble" nodeType="interactiveSeq">
                <p:stCondLst>
                  <p:cond evt="onClick" delay="0">
                    <p:tgtEl>
                      <p:spTgt spid="9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1" fill="hold">
                      <p:stCondLst>
                        <p:cond delay="0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4"/>
                  </p:tgtEl>
                </p:cond>
              </p:nextCondLst>
            </p:seq>
            <p:seq concurrent="1" nextAc="seek">
              <p:cTn id="335" restart="whenNotActive" fill="hold" evtFilter="cancelBubble" nodeType="interactiveSeq">
                <p:stCondLst>
                  <p:cond evt="onClick" delay="0">
                    <p:tgtEl>
                      <p:spTgt spid="9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6" fill="hold">
                      <p:stCondLst>
                        <p:cond delay="0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3"/>
                  </p:tgtEl>
                </p:cond>
              </p:nextCondLst>
            </p:seq>
            <p:seq concurrent="1" nextAc="seek">
              <p:cTn id="340" restart="whenNotActive" fill="hold" evtFilter="cancelBubble" nodeType="interactiveSeq">
                <p:stCondLst>
                  <p:cond evt="onClick" delay="0">
                    <p:tgtEl>
                      <p:spTgt spid="9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1" fill="hold">
                      <p:stCondLst>
                        <p:cond delay="0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2"/>
                  </p:tgtEl>
                </p:cond>
              </p:nextCondLst>
            </p:seq>
            <p:seq concurrent="1" nextAc="seek">
              <p:cTn id="345" restart="whenNotActive" fill="hold" evtFilter="cancelBubble" nodeType="interactiveSeq">
                <p:stCondLst>
                  <p:cond evt="onClick" delay="0">
                    <p:tgtEl>
                      <p:spTgt spid="9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6" fill="hold">
                      <p:stCondLst>
                        <p:cond delay="0"/>
                      </p:stCondLst>
                      <p:childTnLst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par>
                                <p:cTn id="348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1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9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>
                      <p:stCondLst>
                        <p:cond delay="indefinite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1"/>
                  </p:tgtEl>
                </p:cond>
              </p:nextCondLst>
            </p:seq>
            <p:seq concurrent="1" nextAc="seek">
              <p:cTn id="359" restart="whenNotActive" fill="hold" evtFilter="cancelBubble" nodeType="interactiveSeq">
                <p:stCondLst>
                  <p:cond evt="onClick" delay="0">
                    <p:tgtEl>
                      <p:spTgt spid="9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0" fill="hold">
                      <p:stCondLst>
                        <p:cond delay="0"/>
                      </p:stCondLst>
                      <p:childTnLst>
                        <p:par>
                          <p:cTn id="361" fill="hold">
                            <p:stCondLst>
                              <p:cond delay="0"/>
                            </p:stCondLst>
                            <p:childTnLst>
                              <p:par>
                                <p:cTn id="36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0"/>
                  </p:tgtEl>
                </p:cond>
              </p:nextCondLst>
            </p:seq>
            <p:seq concurrent="1" nextAc="seek">
              <p:cTn id="364" restart="whenNotActive" fill="hold" evtFilter="cancelBubble" nodeType="interactiveSeq">
                <p:stCondLst>
                  <p:cond evt="onClick" delay="0">
                    <p:tgtEl>
                      <p:spTgt spid="9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5" fill="hold">
                      <p:stCondLst>
                        <p:cond delay="0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"/>
                  </p:tgtEl>
                </p:cond>
              </p:nextCondLst>
            </p:seq>
            <p:seq concurrent="1" nextAc="seek">
              <p:cTn id="369" restart="whenNotActive" fill="hold" evtFilter="cancelBubble" nodeType="interactiveSeq">
                <p:stCondLst>
                  <p:cond evt="onClick" delay="0">
                    <p:tgtEl>
                      <p:spTgt spid="9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0" fill="hold">
                      <p:stCondLst>
                        <p:cond delay="0"/>
                      </p:stCondLst>
                      <p:childTnLst>
                        <p:par>
                          <p:cTn id="371" fill="hold">
                            <p:stCondLst>
                              <p:cond delay="0"/>
                            </p:stCondLst>
                            <p:childTnLst>
                              <p:par>
                                <p:cTn id="37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9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>
                      <p:stCondLst>
                        <p:cond delay="0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7"/>
                  </p:tgtEl>
                </p:cond>
              </p:nextCondLst>
            </p:seq>
            <p:seq concurrent="1" nextAc="seek">
              <p:cTn id="379" restart="whenNotActive" fill="hold" evtFilter="cancelBubble" nodeType="interactiveSeq">
                <p:stCondLst>
                  <p:cond evt="onClick" delay="0">
                    <p:tgtEl>
                      <p:spTgt spid="9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0" fill="hold">
                      <p:stCondLst>
                        <p:cond delay="0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4" fill="hold">
                      <p:stCondLst>
                        <p:cond delay="indefinite"/>
                      </p:stCondLst>
                      <p:childTnLst>
                        <p:par>
                          <p:cTn id="385" fill="hold">
                            <p:stCondLst>
                              <p:cond delay="0"/>
                            </p:stCondLst>
                            <p:childTnLst>
                              <p:par>
                                <p:cTn id="38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7"/>
                  </p:tgtEl>
                </p:cond>
              </p:nextCondLst>
            </p:seq>
            <p:seq concurrent="1" nextAc="seek">
              <p:cTn id="388" restart="whenNotActive" fill="hold" evtFilter="cancelBubble" nodeType="interactiveSeq">
                <p:stCondLst>
                  <p:cond evt="onClick" delay="0">
                    <p:tgtEl>
                      <p:spTgt spid="9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9" fill="hold">
                      <p:stCondLst>
                        <p:cond delay="0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id="39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6"/>
                  </p:tgtEl>
                </p:cond>
              </p:nextCondLst>
            </p:seq>
            <p:seq concurrent="1" nextAc="seek">
              <p:cTn id="393" restart="whenNotActive" fill="hold" evtFilter="cancelBubble" nodeType="interactiveSeq">
                <p:stCondLst>
                  <p:cond evt="onClick" delay="0">
                    <p:tgtEl>
                      <p:spTgt spid="9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4" fill="hold">
                      <p:stCondLst>
                        <p:cond delay="0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5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9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4"/>
                  </p:tgtEl>
                </p:cond>
              </p:nextCondLst>
            </p:seq>
            <p:seq concurrent="1" nextAc="seek">
              <p:cTn id="403" restart="whenNotActive" fill="hold" evtFilter="cancelBubble" nodeType="interactiveSeq">
                <p:stCondLst>
                  <p:cond evt="onClick" delay="0">
                    <p:tgtEl>
                      <p:spTgt spid="9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4" fill="hold">
                      <p:stCondLst>
                        <p:cond delay="0"/>
                      </p:stCondLst>
                      <p:childTnLst>
                        <p:par>
                          <p:cTn id="405" fill="hold">
                            <p:stCondLst>
                              <p:cond delay="0"/>
                            </p:stCondLst>
                            <p:childTnLst>
                              <p:par>
                                <p:cTn id="406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3"/>
                  </p:tgtEl>
                </p:cond>
              </p:nextCondLst>
            </p:seq>
            <p:seq concurrent="1" nextAc="seek">
              <p:cTn id="408" restart="whenNotActive" fill="hold" evtFilter="cancelBubble" nodeType="interactiveSeq">
                <p:stCondLst>
                  <p:cond evt="onClick" delay="0">
                    <p:tgtEl>
                      <p:spTgt spid="9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9" fill="hold">
                      <p:stCondLst>
                        <p:cond delay="0"/>
                      </p:stCondLst>
                      <p:childTnLst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id="4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3" fill="hold">
                      <p:stCondLst>
                        <p:cond delay="indefinite"/>
                      </p:stCondLst>
                      <p:childTnLst>
                        <p:par>
                          <p:cTn id="414" fill="hold">
                            <p:stCondLst>
                              <p:cond delay="0"/>
                            </p:stCondLst>
                            <p:childTnLst>
                              <p:par>
                                <p:cTn id="4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3"/>
                  </p:tgtEl>
                </p:cond>
              </p:nextCondLst>
            </p:seq>
            <p:seq concurrent="1" nextAc="seek">
              <p:cTn id="417" restart="whenNotActive" fill="hold" evtFilter="cancelBubble" nodeType="interactiveSeq">
                <p:stCondLst>
                  <p:cond evt="onClick" delay="0">
                    <p:tgtEl>
                      <p:spTgt spid="9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8" fill="hold">
                      <p:stCondLst>
                        <p:cond delay="0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id="4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2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9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"/>
                  </p:tgtEl>
                </p:cond>
              </p:nextCondLst>
            </p:seq>
            <p:seq concurrent="1" nextAc="seek">
              <p:cTn id="427" restart="whenNotActive" fill="hold" evtFilter="cancelBubble" nodeType="interactiveSeq">
                <p:stCondLst>
                  <p:cond evt="onClick" delay="0">
                    <p:tgtEl>
                      <p:spTgt spid="9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8" fill="hold">
                      <p:stCondLst>
                        <p:cond delay="0"/>
                      </p:stCondLst>
                      <p:childTnLst>
                        <p:par>
                          <p:cTn id="429" fill="hold">
                            <p:stCondLst>
                              <p:cond delay="0"/>
                            </p:stCondLst>
                            <p:childTnLst>
                              <p:par>
                                <p:cTn id="43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"/>
                  </p:tgtEl>
                </p:cond>
              </p:nextCondLst>
            </p:seq>
            <p:seq concurrent="1" nextAc="seek">
              <p:cTn id="432" restart="whenNotActive" fill="hold" evtFilter="cancelBubble" nodeType="interactiveSeq">
                <p:stCondLst>
                  <p:cond evt="onClick" delay="0">
                    <p:tgtEl>
                      <p:spTgt spid="9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3" fill="hold">
                      <p:stCondLst>
                        <p:cond delay="0"/>
                      </p:stCondLst>
                      <p:childTnLst>
                        <p:par>
                          <p:cTn id="434" fill="hold">
                            <p:stCondLst>
                              <p:cond delay="0"/>
                            </p:stCondLst>
                            <p:childTnLst>
                              <p:par>
                                <p:cTn id="43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"/>
                  </p:tgtEl>
                </p:cond>
              </p:nextCondLst>
            </p:seq>
            <p:seq concurrent="1" nextAc="seek">
              <p:cTn id="437" restart="whenNotActive" fill="hold" evtFilter="cancelBubble" nodeType="interactiveSeq">
                <p:stCondLst>
                  <p:cond evt="onClick" delay="0">
                    <p:tgtEl>
                      <p:spTgt spid="9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8" fill="hold">
                      <p:stCondLst>
                        <p:cond delay="0"/>
                      </p:stCondLst>
                      <p:childTnLst>
                        <p:par>
                          <p:cTn id="439" fill="hold">
                            <p:stCondLst>
                              <p:cond delay="0"/>
                            </p:stCondLst>
                            <p:childTnLst>
                              <p:par>
                                <p:cTn id="44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2" fill="hold">
                      <p:stCondLst>
                        <p:cond delay="indefinite"/>
                      </p:stCondLst>
                      <p:childTnLst>
                        <p:par>
                          <p:cTn id="443" fill="hold">
                            <p:stCondLst>
                              <p:cond delay="0"/>
                            </p:stCondLst>
                            <p:childTnLst>
                              <p:par>
                                <p:cTn id="44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1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9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"/>
                  </p:tgtEl>
                </p:cond>
              </p:nextCondLst>
            </p:seq>
            <p:seq concurrent="1" nextAc="seek">
              <p:cTn id="451" restart="whenNotActive" fill="hold" evtFilter="cancelBubble" nodeType="interactiveSeq">
                <p:stCondLst>
                  <p:cond evt="onClick" delay="0">
                    <p:tgtEl>
                      <p:spTgt spid="9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2" fill="hold">
                      <p:stCondLst>
                        <p:cond delay="0"/>
                      </p:stCondLst>
                      <p:childTnLst>
                        <p:par>
                          <p:cTn id="453" fill="hold">
                            <p:stCondLst>
                              <p:cond delay="0"/>
                            </p:stCondLst>
                            <p:childTnLst>
                              <p:par>
                                <p:cTn id="45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7"/>
                  </p:tgtEl>
                </p:cond>
              </p:nextCondLst>
            </p:seq>
            <p:seq concurrent="1" nextAc="seek">
              <p:cTn id="456" restart="whenNotActive" fill="hold" evtFilter="cancelBubble" nodeType="interactiveSeq">
                <p:stCondLst>
                  <p:cond evt="onClick" delay="0">
                    <p:tgtEl>
                      <p:spTgt spid="9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7" fill="hold">
                      <p:stCondLst>
                        <p:cond delay="0"/>
                      </p:stCondLst>
                      <p:childTnLst>
                        <p:par>
                          <p:cTn id="458" fill="hold">
                            <p:stCondLst>
                              <p:cond delay="0"/>
                            </p:stCondLst>
                            <p:childTnLst>
                              <p:par>
                                <p:cTn id="45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6"/>
                  </p:tgtEl>
                </p:cond>
              </p:nextCondLst>
            </p:seq>
            <p:seq concurrent="1" nextAc="seek">
              <p:cTn id="461" restart="whenNotActive" fill="hold" evtFilter="cancelBubble" nodeType="interactiveSeq">
                <p:stCondLst>
                  <p:cond evt="onClick" delay="0">
                    <p:tgtEl>
                      <p:spTgt spid="9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2" fill="hold">
                      <p:stCondLst>
                        <p:cond delay="0"/>
                      </p:stCondLst>
                      <p:childTnLst>
                        <p:par>
                          <p:cTn id="463" fill="hold">
                            <p:stCondLst>
                              <p:cond delay="0"/>
                            </p:stCondLst>
                            <p:childTnLst>
                              <p:par>
                                <p:cTn id="464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5"/>
                  </p:tgtEl>
                </p:cond>
              </p:nextCondLst>
            </p:seq>
            <p:seq concurrent="1" nextAc="seek">
              <p:cTn id="466" restart="whenNotActive" fill="hold" evtFilter="cancelBubble" nodeType="interactiveSeq">
                <p:stCondLst>
                  <p:cond evt="onClick" delay="0">
                    <p:tgtEl>
                      <p:spTgt spid="9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7" fill="hold">
                      <p:stCondLst>
                        <p:cond delay="0"/>
                      </p:stCondLst>
                      <p:childTnLst>
                        <p:par>
                          <p:cTn id="468" fill="hold">
                            <p:stCondLst>
                              <p:cond delay="0"/>
                            </p:stCondLst>
                            <p:childTnLst>
                              <p:par>
                                <p:cTn id="46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1" fill="hold">
                      <p:stCondLst>
                        <p:cond delay="indefinite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7"/>
                  </p:tgtEl>
                </p:cond>
              </p:nextCondLst>
            </p:seq>
            <p:seq concurrent="1" nextAc="seek">
              <p:cTn id="475" restart="whenNotActive" fill="hold" evtFilter="cancelBubble" nodeType="interactiveSeq">
                <p:stCondLst>
                  <p:cond evt="onClick" delay="0">
                    <p:tgtEl>
                      <p:spTgt spid="9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6" fill="hold">
                      <p:stCondLst>
                        <p:cond delay="0"/>
                      </p:stCondLst>
                      <p:childTnLst>
                        <p:par>
                          <p:cTn id="477" fill="hold">
                            <p:stCondLst>
                              <p:cond delay="0"/>
                            </p:stCondLst>
                            <p:childTnLst>
                              <p:par>
                                <p:cTn id="47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6"/>
                  </p:tgtEl>
                </p:cond>
              </p:nextCondLst>
            </p:seq>
            <p:seq concurrent="1" nextAc="seek">
              <p:cTn id="480" restart="whenNotActive" fill="hold" evtFilter="cancelBubble" nodeType="interactiveSeq">
                <p:stCondLst>
                  <p:cond evt="onClick" delay="0">
                    <p:tgtEl>
                      <p:spTgt spid="9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1" fill="hold">
                      <p:stCondLst>
                        <p:cond delay="0"/>
                      </p:stCondLst>
                      <p:childTnLst>
                        <p:par>
                          <p:cTn id="482" fill="hold">
                            <p:stCondLst>
                              <p:cond delay="0"/>
                            </p:stCondLst>
                            <p:childTnLst>
                              <p:par>
                                <p:cTn id="48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5"/>
                  </p:tgtEl>
                </p:cond>
              </p:nextCondLst>
            </p:seq>
            <p:seq concurrent="1" nextAc="seek">
              <p:cTn id="485" restart="whenNotActive" fill="hold" evtFilter="cancelBubble" nodeType="interactiveSeq">
                <p:stCondLst>
                  <p:cond evt="onClick" delay="0">
                    <p:tgtEl>
                      <p:spTgt spid="9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6" fill="hold">
                      <p:stCondLst>
                        <p:cond delay="0"/>
                      </p:stCondLst>
                      <p:childTnLst>
                        <p:par>
                          <p:cTn id="487" fill="hold">
                            <p:stCondLst>
                              <p:cond delay="0"/>
                            </p:stCondLst>
                            <p:childTnLst>
                              <p:par>
                                <p:cTn id="48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4"/>
                  </p:tgtEl>
                </p:cond>
              </p:nextCondLst>
            </p:seq>
            <p:seq concurrent="1" nextAc="seek">
              <p:cTn id="490" restart="whenNotActive" fill="hold" evtFilter="cancelBubble" nodeType="interactiveSeq">
                <p:stCondLst>
                  <p:cond evt="onClick" delay="0">
                    <p:tgtEl>
                      <p:spTgt spid="9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1" fill="hold">
                      <p:stCondLst>
                        <p:cond delay="0"/>
                      </p:stCondLst>
                      <p:childTnLst>
                        <p:par>
                          <p:cTn id="492" fill="hold">
                            <p:stCondLst>
                              <p:cond delay="0"/>
                            </p:stCondLst>
                            <p:childTnLst>
                              <p:par>
                                <p:cTn id="493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3"/>
                  </p:tgtEl>
                </p:cond>
              </p:nextCondLst>
            </p:seq>
            <p:seq concurrent="1" nextAc="seek">
              <p:cTn id="495" restart="whenNotActive" fill="hold" evtFilter="cancelBubble" nodeType="interactiveSeq">
                <p:stCondLst>
                  <p:cond evt="onClick" delay="0">
                    <p:tgtEl>
                      <p:spTgt spid="9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6" fill="hold">
                      <p:stCondLst>
                        <p:cond delay="0"/>
                      </p:stCondLst>
                      <p:childTnLst>
                        <p:par>
                          <p:cTn id="497" fill="hold">
                            <p:stCondLst>
                              <p:cond delay="0"/>
                            </p:stCondLst>
                            <p:childTnLst>
                              <p:par>
                                <p:cTn id="49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0" fill="hold">
                      <p:stCondLst>
                        <p:cond delay="indefinite"/>
                      </p:stCondLst>
                      <p:childTnLst>
                        <p:par>
                          <p:cTn id="501" fill="hold">
                            <p:stCondLst>
                              <p:cond delay="0"/>
                            </p:stCondLst>
                            <p:childTnLst>
                              <p:par>
                                <p:cTn id="50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3"/>
                  </p:tgtEl>
                </p:cond>
              </p:nextCondLst>
            </p:seq>
            <p:seq concurrent="1" nextAc="seek">
              <p:cTn id="504" restart="whenNotActive" fill="hold" evtFilter="cancelBubble" nodeType="interactiveSeq">
                <p:stCondLst>
                  <p:cond evt="onClick" delay="0">
                    <p:tgtEl>
                      <p:spTgt spid="9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5" fill="hold">
                      <p:stCondLst>
                        <p:cond delay="0"/>
                      </p:stCondLst>
                      <p:childTnLst>
                        <p:par>
                          <p:cTn id="506" fill="hold">
                            <p:stCondLst>
                              <p:cond delay="0"/>
                            </p:stCondLst>
                            <p:childTnLst>
                              <p:par>
                                <p:cTn id="50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"/>
                  </p:tgtEl>
                </p:cond>
              </p:nextCondLst>
            </p:seq>
            <p:seq concurrent="1" nextAc="seek">
              <p:cTn id="509" restart="whenNotActive" fill="hold" evtFilter="cancelBubble" nodeType="interactiveSeq">
                <p:stCondLst>
                  <p:cond evt="onClick" delay="0">
                    <p:tgtEl>
                      <p:spTgt spid="9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0" fill="hold">
                      <p:stCondLst>
                        <p:cond delay="0"/>
                      </p:stCondLst>
                      <p:childTnLst>
                        <p:par>
                          <p:cTn id="511" fill="hold">
                            <p:stCondLst>
                              <p:cond delay="0"/>
                            </p:stCondLst>
                            <p:childTnLst>
                              <p:par>
                                <p:cTn id="51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"/>
                  </p:tgtEl>
                </p:cond>
              </p:nextCondLst>
            </p:seq>
            <p:seq concurrent="1" nextAc="seek">
              <p:cTn id="514" restart="whenNotActive" fill="hold" evtFilter="cancelBubble" nodeType="interactiveSeq">
                <p:stCondLst>
                  <p:cond evt="onClick" delay="0">
                    <p:tgtEl>
                      <p:spTgt spid="9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5" fill="hold">
                      <p:stCondLst>
                        <p:cond delay="0"/>
                      </p:stCondLst>
                      <p:childTnLst>
                        <p:par>
                          <p:cTn id="516" fill="hold">
                            <p:stCondLst>
                              <p:cond delay="0"/>
                            </p:stCondLst>
                            <p:childTnLst>
                              <p:par>
                                <p:cTn id="5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0"/>
                  </p:tgtEl>
                </p:cond>
              </p:nextCondLst>
            </p:seq>
            <p:seq concurrent="1" nextAc="seek">
              <p:cTn id="519" restart="whenNotActive" fill="hold" evtFilter="cancelBubble" nodeType="interactiveSeq">
                <p:stCondLst>
                  <p:cond evt="onClick" delay="0">
                    <p:tgtEl>
                      <p:spTgt spid="9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0" fill="hold">
                      <p:stCondLst>
                        <p:cond delay="0"/>
                      </p:stCondLst>
                      <p:childTnLst>
                        <p:par>
                          <p:cTn id="521" fill="hold">
                            <p:stCondLst>
                              <p:cond delay="0"/>
                            </p:stCondLst>
                            <p:childTnLst>
                              <p:par>
                                <p:cTn id="522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9"/>
                  </p:tgtEl>
                </p:cond>
              </p:nextCondLst>
            </p:seq>
            <p:seq concurrent="1" nextAc="seek">
              <p:cTn id="524" restart="whenNotActive" fill="hold" evtFilter="cancelBubble" nodeType="interactiveSeq">
                <p:stCondLst>
                  <p:cond evt="onClick" delay="0">
                    <p:tgtEl>
                      <p:spTgt spid="9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5" fill="hold">
                      <p:stCondLst>
                        <p:cond delay="0"/>
                      </p:stCondLst>
                      <p:childTnLst>
                        <p:par>
                          <p:cTn id="526" fill="hold">
                            <p:stCondLst>
                              <p:cond delay="0"/>
                            </p:stCondLst>
                            <p:childTnLst>
                              <p:par>
                                <p:cTn id="52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9" fill="hold">
                      <p:stCondLst>
                        <p:cond delay="indefinite"/>
                      </p:stCondLst>
                      <p:childTnLst>
                        <p:par>
                          <p:cTn id="530" fill="hold">
                            <p:stCondLst>
                              <p:cond delay="0"/>
                            </p:stCondLst>
                            <p:childTnLst>
                              <p:par>
                                <p:cTn id="53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"/>
                  </p:tgtEl>
                </p:cond>
              </p:nextCondLst>
            </p:seq>
            <p:seq concurrent="1" nextAc="seek">
              <p:cTn id="533" restart="whenNotActive" fill="hold" evtFilter="cancelBubble" nodeType="interactiveSeq">
                <p:stCondLst>
                  <p:cond evt="onClick" delay="0">
                    <p:tgtEl>
                      <p:spTgt spid="9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4" fill="hold">
                      <p:stCondLst>
                        <p:cond delay="0"/>
                      </p:stCondLst>
                      <p:childTnLst>
                        <p:par>
                          <p:cTn id="535" fill="hold">
                            <p:stCondLst>
                              <p:cond delay="0"/>
                            </p:stCondLst>
                            <p:childTnLst>
                              <p:par>
                                <p:cTn id="53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8"/>
                  </p:tgtEl>
                </p:cond>
              </p:nextCondLst>
            </p:seq>
            <p:seq concurrent="1" nextAc="seek">
              <p:cTn id="538" restart="whenNotActive" fill="hold" evtFilter="cancelBubble" nodeType="interactiveSeq">
                <p:stCondLst>
                  <p:cond evt="onClick" delay="0">
                    <p:tgtEl>
                      <p:spTgt spid="9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9" fill="hold">
                      <p:stCondLst>
                        <p:cond delay="0"/>
                      </p:stCondLst>
                      <p:childTnLst>
                        <p:par>
                          <p:cTn id="540" fill="hold">
                            <p:stCondLst>
                              <p:cond delay="0"/>
                            </p:stCondLst>
                            <p:childTnLst>
                              <p:par>
                                <p:cTn id="5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7"/>
                  </p:tgtEl>
                </p:cond>
              </p:nextCondLst>
            </p:seq>
            <p:seq concurrent="1" nextAc="seek">
              <p:cTn id="543" restart="whenNotActive" fill="hold" evtFilter="cancelBubble" nodeType="interactiveSeq">
                <p:stCondLst>
                  <p:cond evt="onClick" delay="0">
                    <p:tgtEl>
                      <p:spTgt spid="9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4" fill="hold">
                      <p:stCondLst>
                        <p:cond delay="0"/>
                      </p:stCondLst>
                      <p:childTnLst>
                        <p:par>
                          <p:cTn id="545" fill="hold">
                            <p:stCondLst>
                              <p:cond delay="0"/>
                            </p:stCondLst>
                            <p:childTnLst>
                              <p:par>
                                <p:cTn id="54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"/>
                  </p:tgtEl>
                </p:cond>
              </p:nextCondLst>
            </p:seq>
            <p:seq concurrent="1" nextAc="seek">
              <p:cTn id="548" restart="whenNotActive" fill="hold" evtFilter="cancelBubble" nodeType="interactiveSeq">
                <p:stCondLst>
                  <p:cond evt="onClick" delay="0">
                    <p:tgtEl>
                      <p:spTgt spid="9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9" fill="hold">
                      <p:stCondLst>
                        <p:cond delay="0"/>
                      </p:stCondLst>
                      <p:childTnLst>
                        <p:par>
                          <p:cTn id="550" fill="hold">
                            <p:stCondLst>
                              <p:cond delay="0"/>
                            </p:stCondLst>
                            <p:childTnLst>
                              <p:par>
                                <p:cTn id="55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5"/>
                  </p:tgtEl>
                </p:cond>
              </p:nextCondLst>
            </p:seq>
            <p:seq concurrent="1" nextAc="seek">
              <p:cTn id="553" restart="whenNotActive" fill="hold" evtFilter="cancelBubble" nodeType="interactiveSeq">
                <p:stCondLst>
                  <p:cond evt="onClick" delay="0">
                    <p:tgtEl>
                      <p:spTgt spid="9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4" fill="hold">
                      <p:stCondLst>
                        <p:cond delay="0"/>
                      </p:stCondLst>
                      <p:childTnLst>
                        <p:par>
                          <p:cTn id="555" fill="hold">
                            <p:stCondLst>
                              <p:cond delay="0"/>
                            </p:stCondLst>
                            <p:childTnLst>
                              <p:par>
                                <p:cTn id="55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8" fill="hold">
                      <p:stCondLst>
                        <p:cond delay="indefinite"/>
                      </p:stCondLst>
                      <p:childTnLst>
                        <p:par>
                          <p:cTn id="559" fill="hold">
                            <p:stCondLst>
                              <p:cond delay="0"/>
                            </p:stCondLst>
                            <p:childTnLst>
                              <p:par>
                                <p:cTn id="56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5"/>
                  </p:tgtEl>
                </p:cond>
              </p:nextCondLst>
            </p:seq>
            <p:seq concurrent="1" nextAc="seek">
              <p:cTn id="562" restart="whenNotActive" fill="hold" evtFilter="cancelBubble" nodeType="interactiveSeq">
                <p:stCondLst>
                  <p:cond evt="onClick" delay="0">
                    <p:tgtEl>
                      <p:spTgt spid="9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3" fill="hold">
                      <p:stCondLst>
                        <p:cond delay="0"/>
                      </p:stCondLst>
                      <p:childTnLst>
                        <p:par>
                          <p:cTn id="564" fill="hold">
                            <p:stCondLst>
                              <p:cond delay="0"/>
                            </p:stCondLst>
                            <p:childTnLst>
                              <p:par>
                                <p:cTn id="5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4"/>
                  </p:tgtEl>
                </p:cond>
              </p:nextCondLst>
            </p:seq>
            <p:seq concurrent="1" nextAc="seek">
              <p:cTn id="567" restart="whenNotActive" fill="hold" evtFilter="cancelBubble" nodeType="interactiveSeq">
                <p:stCondLst>
                  <p:cond evt="onClick" delay="0">
                    <p:tgtEl>
                      <p:spTgt spid="9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8" fill="hold">
                      <p:stCondLst>
                        <p:cond delay="0"/>
                      </p:stCondLst>
                      <p:childTnLst>
                        <p:par>
                          <p:cTn id="569" fill="hold">
                            <p:stCondLst>
                              <p:cond delay="0"/>
                            </p:stCondLst>
                            <p:childTnLst>
                              <p:par>
                                <p:cTn id="57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3"/>
                  </p:tgtEl>
                </p:cond>
              </p:nextCondLst>
            </p:seq>
            <p:seq concurrent="1" nextAc="seek">
              <p:cTn id="572" restart="whenNotActive" fill="hold" evtFilter="cancelBubble" nodeType="interactiveSeq">
                <p:stCondLst>
                  <p:cond evt="onClick" delay="0">
                    <p:tgtEl>
                      <p:spTgt spid="9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3" fill="hold">
                      <p:stCondLst>
                        <p:cond delay="0"/>
                      </p:stCondLst>
                      <p:childTnLst>
                        <p:par>
                          <p:cTn id="574" fill="hold">
                            <p:stCondLst>
                              <p:cond delay="0"/>
                            </p:stCondLst>
                            <p:childTnLst>
                              <p:par>
                                <p:cTn id="57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"/>
                  </p:tgtEl>
                </p:cond>
              </p:nextCondLst>
            </p:seq>
            <p:seq concurrent="1" nextAc="seek">
              <p:cTn id="577" restart="whenNotActive" fill="hold" evtFilter="cancelBubble" nodeType="interactiveSeq">
                <p:stCondLst>
                  <p:cond evt="onClick" delay="0">
                    <p:tgtEl>
                      <p:spTgt spid="9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8" fill="hold">
                      <p:stCondLst>
                        <p:cond delay="0"/>
                      </p:stCondLst>
                      <p:childTnLst>
                        <p:par>
                          <p:cTn id="579" fill="hold">
                            <p:stCondLst>
                              <p:cond delay="0"/>
                            </p:stCondLst>
                            <p:childTnLst>
                              <p:par>
                                <p:cTn id="580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1"/>
                  </p:tgtEl>
                </p:cond>
              </p:nextCondLst>
            </p:seq>
          </p:childTnLst>
        </p:cTn>
      </p:par>
    </p:tnLst>
    <p:bldLst>
      <p:bldP spid="940" grpId="0" animBg="1"/>
      <p:bldP spid="898" grpId="0" animBg="1"/>
      <p:bldP spid="938" grpId="0" animBg="1"/>
      <p:bldP spid="978" grpId="0" animBg="1"/>
      <p:bldP spid="978" grpId="1" animBg="1"/>
      <p:bldP spid="978" grpId="2" animBg="1"/>
      <p:bldP spid="18" grpId="0" animBg="1"/>
      <p:bldP spid="20" grpId="0" animBg="1"/>
      <p:bldP spid="21" grpId="0" animBg="1"/>
      <p:bldP spid="22" grpId="0" animBg="1"/>
      <p:bldP spid="22" grpId="1" animBg="1"/>
      <p:bldP spid="22" grpId="2" animBg="1"/>
      <p:bldP spid="25" grpId="0" animBg="1"/>
      <p:bldP spid="26" grpId="0" animBg="1"/>
      <p:bldP spid="27" grpId="0" animBg="1"/>
      <p:bldP spid="28" grpId="0" animBg="1"/>
      <p:bldP spid="28" grpId="1" animBg="1"/>
      <p:bldP spid="28" grpId="2" animBg="1"/>
      <p:bldP spid="31" grpId="0" animBg="1"/>
      <p:bldP spid="32" grpId="0" animBg="1"/>
      <p:bldP spid="33" grpId="0" animBg="1"/>
      <p:bldP spid="34" grpId="0" animBg="1"/>
      <p:bldP spid="34" grpId="1" animBg="1"/>
      <p:bldP spid="34" grpId="2" animBg="1"/>
      <p:bldP spid="37" grpId="0" animBg="1"/>
      <p:bldP spid="38" grpId="0" animBg="1"/>
      <p:bldP spid="39" grpId="0" animBg="1"/>
      <p:bldP spid="40" grpId="0" animBg="1"/>
      <p:bldP spid="40" grpId="1" animBg="1"/>
      <p:bldP spid="40" grpId="2" animBg="1"/>
      <p:bldP spid="43" grpId="0" animBg="1"/>
      <p:bldP spid="44" grpId="0" animBg="1"/>
      <p:bldP spid="45" grpId="0" animBg="1"/>
      <p:bldP spid="46" grpId="0" animBg="1"/>
      <p:bldP spid="46" grpId="1" animBg="1"/>
      <p:bldP spid="46" grpId="2" animBg="1"/>
      <p:bldP spid="49" grpId="0" animBg="1"/>
      <p:bldP spid="50" grpId="0" animBg="1"/>
      <p:bldP spid="51" grpId="0" animBg="1"/>
      <p:bldP spid="52" grpId="0" animBg="1"/>
      <p:bldP spid="52" grpId="1" animBg="1"/>
      <p:bldP spid="52" grpId="2" animBg="1"/>
      <p:bldP spid="55" grpId="0" animBg="1"/>
      <p:bldP spid="56" grpId="0" animBg="1"/>
      <p:bldP spid="57" grpId="0" animBg="1"/>
      <p:bldP spid="58" grpId="0" animBg="1"/>
      <p:bldP spid="58" grpId="1" animBg="1"/>
      <p:bldP spid="58" grpId="2" animBg="1"/>
      <p:bldP spid="61" grpId="0" animBg="1"/>
      <p:bldP spid="62" grpId="0" animBg="1"/>
      <p:bldP spid="63" grpId="0" animBg="1"/>
      <p:bldP spid="896" grpId="0" animBg="1"/>
      <p:bldP spid="896" grpId="1" animBg="1"/>
      <p:bldP spid="896" grpId="2" animBg="1"/>
      <p:bldP spid="900" grpId="0" animBg="1"/>
      <p:bldP spid="901" grpId="0" animBg="1"/>
      <p:bldP spid="902" grpId="0" animBg="1"/>
      <p:bldP spid="903" grpId="0" animBg="1"/>
      <p:bldP spid="903" grpId="1" animBg="1"/>
      <p:bldP spid="903" grpId="2" animBg="1"/>
      <p:bldP spid="906" grpId="0" animBg="1"/>
      <p:bldP spid="907" grpId="0" animBg="1"/>
      <p:bldP spid="908" grpId="0" animBg="1"/>
      <p:bldP spid="909" grpId="0" animBg="1"/>
      <p:bldP spid="909" grpId="1" animBg="1"/>
      <p:bldP spid="909" grpId="2" animBg="1"/>
      <p:bldP spid="912" grpId="0" animBg="1"/>
      <p:bldP spid="913" grpId="0" animBg="1"/>
      <p:bldP spid="914" grpId="0" animBg="1"/>
      <p:bldP spid="915" grpId="0" animBg="1"/>
      <p:bldP spid="915" grpId="1" animBg="1"/>
      <p:bldP spid="915" grpId="2" animBg="1"/>
      <p:bldP spid="918" grpId="0" animBg="1"/>
      <p:bldP spid="919" grpId="0" animBg="1"/>
      <p:bldP spid="920" grpId="0" animBg="1"/>
      <p:bldP spid="921" grpId="0" animBg="1"/>
      <p:bldP spid="921" grpId="1" animBg="1"/>
      <p:bldP spid="921" grpId="2" animBg="1"/>
      <p:bldP spid="924" grpId="0" animBg="1"/>
      <p:bldP spid="925" grpId="0" animBg="1"/>
      <p:bldP spid="926" grpId="0" animBg="1"/>
      <p:bldP spid="927" grpId="0" animBg="1"/>
      <p:bldP spid="927" grpId="1" animBg="1"/>
      <p:bldP spid="927" grpId="2" animBg="1"/>
      <p:bldP spid="930" grpId="0" animBg="1"/>
      <p:bldP spid="931" grpId="0" animBg="1"/>
      <p:bldP spid="932" grpId="0" animBg="1"/>
      <p:bldP spid="933" grpId="0" animBg="1"/>
      <p:bldP spid="933" grpId="1" animBg="1"/>
      <p:bldP spid="933" grpId="2" animBg="1"/>
      <p:bldP spid="936" grpId="0" animBg="1"/>
      <p:bldP spid="937" grpId="0" animBg="1"/>
      <p:bldP spid="939" grpId="0" animBg="1"/>
      <p:bldP spid="941" grpId="0" animBg="1"/>
      <p:bldP spid="941" grpId="1" animBg="1"/>
      <p:bldP spid="941" grpId="2" animBg="1"/>
      <p:bldP spid="944" grpId="0" animBg="1"/>
      <p:bldP spid="945" grpId="0" animBg="1"/>
      <p:bldP spid="946" grpId="0" animBg="1"/>
      <p:bldP spid="947" grpId="0" animBg="1"/>
      <p:bldP spid="947" grpId="1" animBg="1"/>
      <p:bldP spid="947" grpId="2" animBg="1"/>
      <p:bldP spid="950" grpId="0" animBg="1"/>
      <p:bldP spid="951" grpId="0" animBg="1"/>
      <p:bldP spid="952" grpId="0" animBg="1"/>
      <p:bldP spid="953" grpId="0" animBg="1"/>
      <p:bldP spid="953" grpId="1" animBg="1"/>
      <p:bldP spid="953" grpId="2" animBg="1"/>
      <p:bldP spid="956" grpId="0" animBg="1"/>
      <p:bldP spid="957" grpId="0" animBg="1"/>
      <p:bldP spid="958" grpId="0" animBg="1"/>
      <p:bldP spid="959" grpId="0" animBg="1"/>
      <p:bldP spid="959" grpId="1" animBg="1"/>
      <p:bldP spid="959" grpId="2" animBg="1"/>
      <p:bldP spid="962" grpId="0" animBg="1"/>
      <p:bldP spid="963" grpId="0" animBg="1"/>
      <p:bldP spid="964" grpId="0" animBg="1"/>
      <p:bldP spid="965" grpId="0" animBg="1"/>
      <p:bldP spid="965" grpId="1" animBg="1"/>
      <p:bldP spid="965" grpId="2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1"/>
          <p:cNvSpPr/>
          <p:nvPr/>
        </p:nvSpPr>
        <p:spPr>
          <a:xfrm>
            <a:off x="2685246" y="3938788"/>
            <a:ext cx="3052293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2"/>
          <p:cNvSpPr/>
          <p:nvPr/>
        </p:nvSpPr>
        <p:spPr>
          <a:xfrm>
            <a:off x="6275602" y="3966692"/>
            <a:ext cx="3565301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3"/>
          <p:cNvSpPr/>
          <p:nvPr/>
        </p:nvSpPr>
        <p:spPr>
          <a:xfrm>
            <a:off x="2685246" y="5110765"/>
            <a:ext cx="3052293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4"/>
          <p:cNvSpPr/>
          <p:nvPr/>
        </p:nvSpPr>
        <p:spPr>
          <a:xfrm>
            <a:off x="6297769" y="5110765"/>
            <a:ext cx="3543134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PYETJA"/>
          <p:cNvSpPr txBox="1"/>
          <p:nvPr/>
        </p:nvSpPr>
        <p:spPr>
          <a:xfrm>
            <a:off x="548640" y="871472"/>
            <a:ext cx="9144001" cy="2246769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q-AL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Kafshët kryesisht jetojnë në grupe shoqërore për të siguruar më lehtë ushqimin, mbrojtjen, gjetjen e partnerit etj. Ato ndahen në shoqërizime të përkohëshme dhe të përherëshme.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q-AL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Dallo se cilat nga shoqërizimet e më poshtme është e përherëshme!  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1"/>
          <p:cNvSpPr txBox="1"/>
          <p:nvPr/>
        </p:nvSpPr>
        <p:spPr>
          <a:xfrm>
            <a:off x="2868680" y="4031505"/>
            <a:ext cx="2852671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a)</a:t>
            </a:r>
            <a:r>
              <a:rPr kumimoji="0" lang="sq-AL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 Llava e ujqëve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8" name="T2"/>
          <p:cNvSpPr txBox="1"/>
          <p:nvPr/>
        </p:nvSpPr>
        <p:spPr>
          <a:xfrm>
            <a:off x="6275602" y="4108360"/>
            <a:ext cx="3572092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b)</a:t>
            </a:r>
            <a:r>
              <a:rPr kumimoji="0" lang="sq-AL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 Kolonia e thneglave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0" name="T3"/>
          <p:cNvSpPr txBox="1"/>
          <p:nvPr/>
        </p:nvSpPr>
        <p:spPr>
          <a:xfrm>
            <a:off x="2499359" y="5272205"/>
            <a:ext cx="3386441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c) </a:t>
            </a:r>
            <a:r>
              <a:rPr lang="sq-AL" sz="2800" dirty="0">
                <a:solidFill>
                  <a:prstClr val="black"/>
                </a:solidFill>
                <a:latin typeface="Bodoni MT" panose="02070603080606020203" pitchFamily="18" charset="0"/>
              </a:rPr>
              <a:t>Grupet e hienave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2" name="T4"/>
          <p:cNvSpPr txBox="1"/>
          <p:nvPr/>
        </p:nvSpPr>
        <p:spPr>
          <a:xfrm>
            <a:off x="6810777" y="5252433"/>
            <a:ext cx="2881864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d)</a:t>
            </a:r>
            <a:r>
              <a:rPr kumimoji="0" lang="sq-AL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 Tufa e luanëve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3" name="S2"/>
          <p:cNvSpPr txBox="1"/>
          <p:nvPr/>
        </p:nvSpPr>
        <p:spPr>
          <a:xfrm>
            <a:off x="6823304" y="4046804"/>
            <a:ext cx="2492063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SAKTË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4" name="G1"/>
          <p:cNvSpPr txBox="1"/>
          <p:nvPr/>
        </p:nvSpPr>
        <p:spPr>
          <a:xfrm>
            <a:off x="3052645" y="4046804"/>
            <a:ext cx="2492063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5" name="G3"/>
          <p:cNvSpPr txBox="1"/>
          <p:nvPr/>
        </p:nvSpPr>
        <p:spPr>
          <a:xfrm>
            <a:off x="3084490" y="5236455"/>
            <a:ext cx="2492063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6" name="G4"/>
          <p:cNvSpPr txBox="1"/>
          <p:nvPr/>
        </p:nvSpPr>
        <p:spPr>
          <a:xfrm>
            <a:off x="7050109" y="5252433"/>
            <a:ext cx="2492063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7" name="Circle: Hollow 16">
            <a:extLst>
              <a:ext uri="{FF2B5EF4-FFF2-40B4-BE49-F238E27FC236}">
                <a16:creationId xmlns:a16="http://schemas.microsoft.com/office/drawing/2014/main" id="{4AA2BB2E-4FD1-43AD-A209-8513EFD0AA0C}"/>
              </a:ext>
            </a:extLst>
          </p:cNvPr>
          <p:cNvSpPr/>
          <p:nvPr/>
        </p:nvSpPr>
        <p:spPr>
          <a:xfrm>
            <a:off x="10045148" y="0"/>
            <a:ext cx="2146852" cy="2176670"/>
          </a:xfrm>
          <a:prstGeom prst="donut">
            <a:avLst>
              <a:gd name="adj" fmla="val 1225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" name="Graphic 19" descr="For Sale with solid fill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634D272-14F7-C99F-2931-1D20BE17F0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40525" y="4516980"/>
            <a:ext cx="1488866" cy="148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878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1" presetClass="entr" presetSubtype="1" repeatCount="1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500"/>
                            </p:stCondLst>
                            <p:childTnLst>
                              <p:par>
                                <p:cTn id="4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1D747"/>
                                      </p:to>
                                    </p:animClr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4" grpId="0"/>
      <p:bldP spid="6" grpId="0"/>
      <p:bldP spid="6" grpId="1"/>
      <p:bldP spid="8" grpId="0"/>
      <p:bldP spid="8" grpId="1"/>
      <p:bldP spid="10" grpId="0"/>
      <p:bldP spid="10" grpId="1"/>
      <p:bldP spid="12" grpId="0"/>
      <p:bldP spid="12" grpId="1"/>
      <p:bldP spid="13" grpId="0"/>
      <p:bldP spid="14" grpId="0"/>
      <p:bldP spid="15" grpId="0"/>
      <p:bldP spid="16" grpId="0"/>
      <p:bldP spid="17" grpId="0" animBg="1"/>
      <p:bldP spid="17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1"/>
          <p:cNvSpPr/>
          <p:nvPr/>
        </p:nvSpPr>
        <p:spPr>
          <a:xfrm>
            <a:off x="6275697" y="3884658"/>
            <a:ext cx="3052293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7" name="O2"/>
          <p:cNvSpPr/>
          <p:nvPr/>
        </p:nvSpPr>
        <p:spPr>
          <a:xfrm>
            <a:off x="2473210" y="3903378"/>
            <a:ext cx="3052293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9" name="O3"/>
          <p:cNvSpPr/>
          <p:nvPr/>
        </p:nvSpPr>
        <p:spPr>
          <a:xfrm>
            <a:off x="2473211" y="5110765"/>
            <a:ext cx="3052293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1" name="O4"/>
          <p:cNvSpPr/>
          <p:nvPr/>
        </p:nvSpPr>
        <p:spPr>
          <a:xfrm>
            <a:off x="6275697" y="5110765"/>
            <a:ext cx="3052293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4" name="PYETJA"/>
          <p:cNvSpPr txBox="1"/>
          <p:nvPr/>
        </p:nvSpPr>
        <p:spPr>
          <a:xfrm>
            <a:off x="473764" y="1867437"/>
            <a:ext cx="104752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q-AL" sz="3200" b="1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Cila nga kafshët e më poshtme e shënon territorin e vet me anë të jashtëqitjes</a:t>
            </a:r>
            <a:r>
              <a:rPr kumimoji="0" lang="sq-AL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? 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1"/>
          <p:cNvSpPr txBox="1"/>
          <p:nvPr/>
        </p:nvSpPr>
        <p:spPr>
          <a:xfrm>
            <a:off x="6636305" y="4012112"/>
            <a:ext cx="2492063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b) </a:t>
            </a:r>
            <a:r>
              <a:rPr lang="sq-AL" sz="3600" noProof="0" dirty="0">
                <a:solidFill>
                  <a:prstClr val="black"/>
                </a:solidFill>
                <a:latin typeface="Bodoni MT" panose="02070603080606020203" pitchFamily="18" charset="0"/>
              </a:rPr>
              <a:t>Qeni</a:t>
            </a:r>
            <a:endParaRPr kumimoji="0" lang="sq-XK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8" name="T2"/>
          <p:cNvSpPr txBox="1"/>
          <p:nvPr/>
        </p:nvSpPr>
        <p:spPr>
          <a:xfrm>
            <a:off x="2838114" y="4018095"/>
            <a:ext cx="2492063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a)</a:t>
            </a:r>
            <a:r>
              <a:rPr kumimoji="0" lang="sq-AL" sz="36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 Lepuri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0" name="T3"/>
          <p:cNvSpPr txBox="1"/>
          <p:nvPr/>
        </p:nvSpPr>
        <p:spPr>
          <a:xfrm>
            <a:off x="2833819" y="5252433"/>
            <a:ext cx="2492063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q-AL" sz="3600" dirty="0">
                <a:solidFill>
                  <a:prstClr val="black"/>
                </a:solidFill>
                <a:latin typeface="Bodoni MT" panose="02070603080606020203" pitchFamily="18" charset="0"/>
              </a:rPr>
              <a:t>c) Ariu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2" name="T4"/>
          <p:cNvSpPr txBox="1"/>
          <p:nvPr/>
        </p:nvSpPr>
        <p:spPr>
          <a:xfrm>
            <a:off x="6598742" y="5208551"/>
            <a:ext cx="2492063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d)</a:t>
            </a:r>
            <a:r>
              <a:rPr kumimoji="0" lang="sq-AL" sz="36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 Dhelpra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3" name="S2"/>
          <p:cNvSpPr txBox="1"/>
          <p:nvPr/>
        </p:nvSpPr>
        <p:spPr>
          <a:xfrm>
            <a:off x="2948116" y="4086648"/>
            <a:ext cx="2492063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SAKTË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4" name="G1"/>
          <p:cNvSpPr txBox="1"/>
          <p:nvPr/>
        </p:nvSpPr>
        <p:spPr>
          <a:xfrm>
            <a:off x="6736116" y="4076262"/>
            <a:ext cx="2492063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5" name="G3"/>
          <p:cNvSpPr txBox="1"/>
          <p:nvPr/>
        </p:nvSpPr>
        <p:spPr>
          <a:xfrm>
            <a:off x="2985072" y="5296315"/>
            <a:ext cx="2492063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6" name="G4"/>
          <p:cNvSpPr txBox="1"/>
          <p:nvPr/>
        </p:nvSpPr>
        <p:spPr>
          <a:xfrm>
            <a:off x="6802656" y="5218368"/>
            <a:ext cx="2492063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7" name="Circle: Hollow 16">
            <a:extLst>
              <a:ext uri="{FF2B5EF4-FFF2-40B4-BE49-F238E27FC236}">
                <a16:creationId xmlns:a16="http://schemas.microsoft.com/office/drawing/2014/main" id="{C94AA211-4A61-4261-AAFC-A646324A999F}"/>
              </a:ext>
            </a:extLst>
          </p:cNvPr>
          <p:cNvSpPr/>
          <p:nvPr/>
        </p:nvSpPr>
        <p:spPr>
          <a:xfrm>
            <a:off x="9833113" y="0"/>
            <a:ext cx="2146852" cy="2176670"/>
          </a:xfrm>
          <a:prstGeom prst="donut">
            <a:avLst>
              <a:gd name="adj" fmla="val 1225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pic>
        <p:nvPicPr>
          <p:cNvPr id="2" name="Graphic 1" descr="For Sale with solid fill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61B2EBA-F800-6780-4B49-D50E245141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28490" y="4516980"/>
            <a:ext cx="1488866" cy="148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803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1" presetClass="entr" presetSubtype="1" repeatCount="1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500"/>
                            </p:stCondLst>
                            <p:childTnLst>
                              <p:par>
                                <p:cTn id="4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1D747"/>
                                      </p:to>
                                    </p:animClr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4" grpId="0"/>
      <p:bldP spid="6" grpId="0"/>
      <p:bldP spid="6" grpId="1"/>
      <p:bldP spid="8" grpId="0"/>
      <p:bldP spid="8" grpId="1"/>
      <p:bldP spid="10" grpId="0"/>
      <p:bldP spid="10" grpId="1"/>
      <p:bldP spid="12" grpId="0"/>
      <p:bldP spid="12" grpId="1"/>
      <p:bldP spid="13" grpId="0"/>
      <p:bldP spid="14" grpId="0"/>
      <p:bldP spid="15" grpId="0"/>
      <p:bldP spid="16" grpId="0"/>
      <p:bldP spid="17" grpId="0" animBg="1"/>
      <p:bldP spid="17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1"/>
          <p:cNvSpPr/>
          <p:nvPr/>
        </p:nvSpPr>
        <p:spPr>
          <a:xfrm>
            <a:off x="6260439" y="3733531"/>
            <a:ext cx="4610637" cy="1057549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7" name="O2"/>
          <p:cNvSpPr/>
          <p:nvPr/>
        </p:nvSpPr>
        <p:spPr>
          <a:xfrm>
            <a:off x="491771" y="4959638"/>
            <a:ext cx="4815632" cy="1057549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9" name="O3"/>
          <p:cNvSpPr/>
          <p:nvPr/>
        </p:nvSpPr>
        <p:spPr>
          <a:xfrm>
            <a:off x="491771" y="3740916"/>
            <a:ext cx="4815632" cy="1050164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1" name="O4"/>
          <p:cNvSpPr/>
          <p:nvPr/>
        </p:nvSpPr>
        <p:spPr>
          <a:xfrm>
            <a:off x="6194179" y="4959638"/>
            <a:ext cx="4676897" cy="1057549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4" name="PYETJA"/>
          <p:cNvSpPr txBox="1"/>
          <p:nvPr/>
        </p:nvSpPr>
        <p:spPr>
          <a:xfrm>
            <a:off x="770586" y="2150772"/>
            <a:ext cx="106508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q-AL" sz="2800" b="1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Përmes çkafit kumunikojnë në mes vete shpendët në rast të ndonjë rreziku?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1"/>
          <p:cNvSpPr txBox="1"/>
          <p:nvPr/>
        </p:nvSpPr>
        <p:spPr>
          <a:xfrm>
            <a:off x="6462464" y="3972790"/>
            <a:ext cx="4149557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b) </a:t>
            </a:r>
            <a:r>
              <a:rPr lang="sq-AL" sz="2800" dirty="0">
                <a:solidFill>
                  <a:prstClr val="black"/>
                </a:solidFill>
                <a:latin typeface="Bodoni MT" panose="02070603080606020203" pitchFamily="18" charset="0"/>
              </a:rPr>
              <a:t>Ulërimës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8" name="T2"/>
          <p:cNvSpPr txBox="1"/>
          <p:nvPr/>
        </p:nvSpPr>
        <p:spPr>
          <a:xfrm>
            <a:off x="589586" y="5257579"/>
            <a:ext cx="4507606" cy="461665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c) </a:t>
            </a:r>
            <a:r>
              <a:rPr lang="sq-AL" sz="240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Klithjeve</a:t>
            </a:r>
            <a:endParaRPr kumimoji="0" lang="sq-XK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3"/>
          <p:cNvSpPr txBox="1"/>
          <p:nvPr/>
        </p:nvSpPr>
        <p:spPr>
          <a:xfrm>
            <a:off x="135688" y="3915491"/>
            <a:ext cx="4979652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a) </a:t>
            </a:r>
            <a:r>
              <a:rPr lang="sq-AL" sz="2800" noProof="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Këngës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4"/>
          <p:cNvSpPr txBox="1"/>
          <p:nvPr/>
        </p:nvSpPr>
        <p:spPr>
          <a:xfrm>
            <a:off x="6429334" y="5113107"/>
            <a:ext cx="4206586" cy="461665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d) </a:t>
            </a:r>
            <a:r>
              <a:rPr lang="sq-AL" sz="2400" dirty="0">
                <a:solidFill>
                  <a:prstClr val="black"/>
                </a:solidFill>
                <a:latin typeface="Bodoni MT" panose="02070603080606020203" pitchFamily="18" charset="0"/>
              </a:rPr>
              <a:t>Lehjeve</a:t>
            </a:r>
            <a:endParaRPr kumimoji="0" lang="sq-XK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3" name="S2"/>
          <p:cNvSpPr txBox="1"/>
          <p:nvPr/>
        </p:nvSpPr>
        <p:spPr>
          <a:xfrm>
            <a:off x="933711" y="5251607"/>
            <a:ext cx="3931752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SAKTË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4" name="G1"/>
          <p:cNvSpPr txBox="1"/>
          <p:nvPr/>
        </p:nvSpPr>
        <p:spPr>
          <a:xfrm>
            <a:off x="6683566" y="3915491"/>
            <a:ext cx="3764382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5" name="G3"/>
          <p:cNvSpPr txBox="1"/>
          <p:nvPr/>
        </p:nvSpPr>
        <p:spPr>
          <a:xfrm>
            <a:off x="877513" y="3873425"/>
            <a:ext cx="3931752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6" name="G4"/>
          <p:cNvSpPr txBox="1"/>
          <p:nvPr/>
        </p:nvSpPr>
        <p:spPr>
          <a:xfrm>
            <a:off x="6826950" y="5078110"/>
            <a:ext cx="3764382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7" name="Circle: Hollow 16">
            <a:extLst>
              <a:ext uri="{FF2B5EF4-FFF2-40B4-BE49-F238E27FC236}">
                <a16:creationId xmlns:a16="http://schemas.microsoft.com/office/drawing/2014/main" id="{2D71FBF2-CC2F-4C6E-86B3-9A336C71C5D8}"/>
              </a:ext>
            </a:extLst>
          </p:cNvPr>
          <p:cNvSpPr/>
          <p:nvPr/>
        </p:nvSpPr>
        <p:spPr>
          <a:xfrm>
            <a:off x="10045148" y="0"/>
            <a:ext cx="2146852" cy="2176670"/>
          </a:xfrm>
          <a:prstGeom prst="donut">
            <a:avLst>
              <a:gd name="adj" fmla="val 1225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pic>
        <p:nvPicPr>
          <p:cNvPr id="2" name="Graphic 1" descr="For Sale with solid fill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C7F23E82-D968-1DC8-843D-4AB00F80EF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43728" y="4507174"/>
            <a:ext cx="1488866" cy="148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311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1" presetClass="entr" presetSubtype="1" repeatCount="1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500"/>
                            </p:stCondLst>
                            <p:childTnLst>
                              <p:par>
                                <p:cTn id="4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1D747"/>
                                      </p:to>
                                    </p:animClr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4" grpId="0"/>
      <p:bldP spid="6" grpId="0"/>
      <p:bldP spid="6" grpId="1"/>
      <p:bldP spid="8" grpId="0"/>
      <p:bldP spid="8" grpId="1"/>
      <p:bldP spid="10" grpId="0"/>
      <p:bldP spid="10" grpId="1"/>
      <p:bldP spid="12" grpId="0"/>
      <p:bldP spid="12" grpId="1"/>
      <p:bldP spid="13" grpId="0"/>
      <p:bldP spid="14" grpId="0"/>
      <p:bldP spid="15" grpId="0"/>
      <p:bldP spid="16" grpId="0"/>
      <p:bldP spid="17" grpId="0" animBg="1"/>
      <p:bldP spid="17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1"/>
          <p:cNvSpPr/>
          <p:nvPr/>
        </p:nvSpPr>
        <p:spPr>
          <a:xfrm>
            <a:off x="6466262" y="3908022"/>
            <a:ext cx="4815632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7" name="O2"/>
          <p:cNvSpPr/>
          <p:nvPr/>
        </p:nvSpPr>
        <p:spPr>
          <a:xfrm>
            <a:off x="6466262" y="5142131"/>
            <a:ext cx="4815632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9" name="O3"/>
          <p:cNvSpPr/>
          <p:nvPr/>
        </p:nvSpPr>
        <p:spPr>
          <a:xfrm>
            <a:off x="902588" y="3915407"/>
            <a:ext cx="4815632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1" name="O4"/>
          <p:cNvSpPr/>
          <p:nvPr/>
        </p:nvSpPr>
        <p:spPr>
          <a:xfrm>
            <a:off x="902588" y="5221665"/>
            <a:ext cx="4815632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4" name="PYETJA"/>
          <p:cNvSpPr txBox="1"/>
          <p:nvPr/>
        </p:nvSpPr>
        <p:spPr>
          <a:xfrm>
            <a:off x="759854" y="2150772"/>
            <a:ext cx="10661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q-AL" sz="3200" dirty="0">
                <a:solidFill>
                  <a:prstClr val="black"/>
                </a:solidFill>
                <a:latin typeface="Bodoni MT" panose="02070603080606020203" pitchFamily="18" charset="0"/>
              </a:rPr>
              <a:t>Sjelljet që bëjnë shtazët për gjetjen e partnerit i quajmë</a:t>
            </a:r>
            <a:r>
              <a:rPr kumimoji="0" lang="sq-AL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? 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1"/>
          <p:cNvSpPr txBox="1"/>
          <p:nvPr/>
        </p:nvSpPr>
        <p:spPr>
          <a:xfrm>
            <a:off x="7186822" y="4084293"/>
            <a:ext cx="3931751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b) </a:t>
            </a:r>
            <a:r>
              <a:rPr lang="sq-AL" sz="2800" noProof="0" dirty="0">
                <a:solidFill>
                  <a:prstClr val="black"/>
                </a:solidFill>
                <a:latin typeface="Bodoni MT" panose="02070603080606020203" pitchFamily="18" charset="0"/>
              </a:rPr>
              <a:t>Komunikim me dritë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8" name="T2"/>
          <p:cNvSpPr txBox="1"/>
          <p:nvPr/>
        </p:nvSpPr>
        <p:spPr>
          <a:xfrm>
            <a:off x="6813687" y="5363333"/>
            <a:ext cx="4402971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d) </a:t>
            </a:r>
            <a:r>
              <a:rPr lang="sq-AL" sz="2800" dirty="0">
                <a:solidFill>
                  <a:prstClr val="black"/>
                </a:solidFill>
                <a:latin typeface="Bodoni MT" panose="02070603080606020203" pitchFamily="18" charset="0"/>
              </a:rPr>
              <a:t>Vardisje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0" name="T3"/>
          <p:cNvSpPr txBox="1"/>
          <p:nvPr/>
        </p:nvSpPr>
        <p:spPr>
          <a:xfrm>
            <a:off x="1344528" y="3960173"/>
            <a:ext cx="3931752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a) </a:t>
            </a:r>
            <a:r>
              <a:rPr lang="sq-AL" sz="2800" dirty="0">
                <a:solidFill>
                  <a:prstClr val="black"/>
                </a:solidFill>
                <a:latin typeface="Bodoni MT" panose="02070603080606020203" pitchFamily="18" charset="0"/>
              </a:rPr>
              <a:t>Komunikim kimik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2" name="T4"/>
          <p:cNvSpPr txBox="1"/>
          <p:nvPr/>
        </p:nvSpPr>
        <p:spPr>
          <a:xfrm>
            <a:off x="1549283" y="5363333"/>
            <a:ext cx="3931751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c) </a:t>
            </a:r>
            <a:r>
              <a:rPr lang="sq-AL" sz="2800" dirty="0">
                <a:solidFill>
                  <a:prstClr val="black"/>
                </a:solidFill>
                <a:latin typeface="Bodoni MT" panose="02070603080606020203" pitchFamily="18" charset="0"/>
              </a:rPr>
              <a:t>Komunikim me zë</a:t>
            </a:r>
            <a:endParaRPr kumimoji="0" lang="sq-AL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3" name="S2"/>
          <p:cNvSpPr txBox="1"/>
          <p:nvPr/>
        </p:nvSpPr>
        <p:spPr>
          <a:xfrm>
            <a:off x="7317524" y="5290514"/>
            <a:ext cx="3931752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SAKTË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4" name="G1"/>
          <p:cNvSpPr txBox="1"/>
          <p:nvPr/>
        </p:nvSpPr>
        <p:spPr>
          <a:xfrm>
            <a:off x="7284907" y="4017987"/>
            <a:ext cx="3931751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5" name="G3"/>
          <p:cNvSpPr txBox="1"/>
          <p:nvPr/>
        </p:nvSpPr>
        <p:spPr>
          <a:xfrm>
            <a:off x="1565498" y="3873740"/>
            <a:ext cx="3931752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6" name="G4"/>
          <p:cNvSpPr txBox="1"/>
          <p:nvPr/>
        </p:nvSpPr>
        <p:spPr>
          <a:xfrm>
            <a:off x="1565498" y="5301084"/>
            <a:ext cx="3931751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7" name="Circle: Hollow 16">
            <a:extLst>
              <a:ext uri="{FF2B5EF4-FFF2-40B4-BE49-F238E27FC236}">
                <a16:creationId xmlns:a16="http://schemas.microsoft.com/office/drawing/2014/main" id="{6B112764-5DEB-45FD-9E36-AA1876394DEB}"/>
              </a:ext>
            </a:extLst>
          </p:cNvPr>
          <p:cNvSpPr/>
          <p:nvPr/>
        </p:nvSpPr>
        <p:spPr>
          <a:xfrm>
            <a:off x="10045148" y="0"/>
            <a:ext cx="2146852" cy="2176670"/>
          </a:xfrm>
          <a:prstGeom prst="donut">
            <a:avLst>
              <a:gd name="adj" fmla="val 1225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pic>
        <p:nvPicPr>
          <p:cNvPr id="2" name="Graphic 1" descr="For Sale with solid fill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B0E80EA-F04F-1151-D03B-1500D0E0DE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00274" y="2348196"/>
            <a:ext cx="1488866" cy="148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810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1" presetClass="entr" presetSubtype="1" repeatCount="1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500"/>
                            </p:stCondLst>
                            <p:childTnLst>
                              <p:par>
                                <p:cTn id="4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1D747"/>
                                      </p:to>
                                    </p:animClr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4" grpId="0"/>
      <p:bldP spid="6" grpId="0"/>
      <p:bldP spid="6" grpId="1"/>
      <p:bldP spid="8" grpId="0"/>
      <p:bldP spid="8" grpId="1"/>
      <p:bldP spid="10" grpId="0"/>
      <p:bldP spid="10" grpId="1"/>
      <p:bldP spid="12" grpId="0"/>
      <p:bldP spid="12" grpId="1"/>
      <p:bldP spid="13" grpId="0"/>
      <p:bldP spid="14" grpId="0"/>
      <p:bldP spid="15" grpId="0"/>
      <p:bldP spid="16" grpId="0"/>
      <p:bldP spid="17" grpId="0" animBg="1"/>
      <p:bldP spid="17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1"/>
          <p:cNvSpPr/>
          <p:nvPr/>
        </p:nvSpPr>
        <p:spPr>
          <a:xfrm>
            <a:off x="6671256" y="3908022"/>
            <a:ext cx="4610637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7" name="O2"/>
          <p:cNvSpPr/>
          <p:nvPr/>
        </p:nvSpPr>
        <p:spPr>
          <a:xfrm>
            <a:off x="902588" y="5134129"/>
            <a:ext cx="4815632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9" name="O3"/>
          <p:cNvSpPr/>
          <p:nvPr/>
        </p:nvSpPr>
        <p:spPr>
          <a:xfrm>
            <a:off x="902588" y="3915407"/>
            <a:ext cx="4815632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1" name="O4"/>
          <p:cNvSpPr/>
          <p:nvPr/>
        </p:nvSpPr>
        <p:spPr>
          <a:xfrm>
            <a:off x="6671256" y="5134129"/>
            <a:ext cx="4610637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4" name="PYETJA"/>
          <p:cNvSpPr txBox="1"/>
          <p:nvPr/>
        </p:nvSpPr>
        <p:spPr>
          <a:xfrm>
            <a:off x="155316" y="1142019"/>
            <a:ext cx="97440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q-AL" sz="2800" b="1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Xixëllonjat gjatë kohës së shumimit komunikojnë në mes vete përmes: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1"/>
          <p:cNvSpPr txBox="1"/>
          <p:nvPr/>
        </p:nvSpPr>
        <p:spPr>
          <a:xfrm>
            <a:off x="7280326" y="4117175"/>
            <a:ext cx="3764382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b) </a:t>
            </a:r>
            <a:r>
              <a:rPr lang="sq-AL" sz="2800" dirty="0">
                <a:solidFill>
                  <a:prstClr val="black"/>
                </a:solidFill>
                <a:latin typeface="Bodoni MT" panose="02070603080606020203" pitchFamily="18" charset="0"/>
              </a:rPr>
              <a:t>zërit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8" name="T2"/>
          <p:cNvSpPr txBox="1"/>
          <p:nvPr/>
        </p:nvSpPr>
        <p:spPr>
          <a:xfrm>
            <a:off x="973124" y="5337188"/>
            <a:ext cx="4507606" cy="461665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c) </a:t>
            </a:r>
            <a:r>
              <a:rPr lang="sq-AL" sz="240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dritës</a:t>
            </a:r>
            <a:endParaRPr kumimoji="0" lang="sq-XK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3"/>
          <p:cNvSpPr txBox="1"/>
          <p:nvPr/>
        </p:nvSpPr>
        <p:spPr>
          <a:xfrm>
            <a:off x="1344528" y="4091678"/>
            <a:ext cx="3931752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a) </a:t>
            </a:r>
            <a:r>
              <a:rPr lang="sq-AL" sz="280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aromës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4"/>
          <p:cNvSpPr txBox="1"/>
          <p:nvPr/>
        </p:nvSpPr>
        <p:spPr>
          <a:xfrm>
            <a:off x="7280326" y="5275797"/>
            <a:ext cx="3764382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d) </a:t>
            </a:r>
            <a:r>
              <a:rPr lang="sq-AL" sz="2800" dirty="0">
                <a:solidFill>
                  <a:prstClr val="black"/>
                </a:solidFill>
                <a:latin typeface="Bodoni MT" panose="02070603080606020203" pitchFamily="18" charset="0"/>
              </a:rPr>
              <a:t>ulërimës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3" name="S2"/>
          <p:cNvSpPr txBox="1"/>
          <p:nvPr/>
        </p:nvSpPr>
        <p:spPr>
          <a:xfrm>
            <a:off x="1261051" y="5244854"/>
            <a:ext cx="3931752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SAKTË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4" name="G1"/>
          <p:cNvSpPr txBox="1"/>
          <p:nvPr/>
        </p:nvSpPr>
        <p:spPr>
          <a:xfrm>
            <a:off x="7354192" y="4091678"/>
            <a:ext cx="3764382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5" name="G3"/>
          <p:cNvSpPr txBox="1"/>
          <p:nvPr/>
        </p:nvSpPr>
        <p:spPr>
          <a:xfrm>
            <a:off x="1345830" y="3993153"/>
            <a:ext cx="3931752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6" name="G4"/>
          <p:cNvSpPr txBox="1"/>
          <p:nvPr/>
        </p:nvSpPr>
        <p:spPr>
          <a:xfrm>
            <a:off x="7398919" y="5181578"/>
            <a:ext cx="3764382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7" name="Circle: Hollow 16">
            <a:extLst>
              <a:ext uri="{FF2B5EF4-FFF2-40B4-BE49-F238E27FC236}">
                <a16:creationId xmlns:a16="http://schemas.microsoft.com/office/drawing/2014/main" id="{F1F85DBE-621D-4765-9B74-CF6760B96124}"/>
              </a:ext>
            </a:extLst>
          </p:cNvPr>
          <p:cNvSpPr/>
          <p:nvPr/>
        </p:nvSpPr>
        <p:spPr>
          <a:xfrm>
            <a:off x="10045148" y="0"/>
            <a:ext cx="2146852" cy="2176670"/>
          </a:xfrm>
          <a:prstGeom prst="donut">
            <a:avLst>
              <a:gd name="adj" fmla="val 1225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pic>
        <p:nvPicPr>
          <p:cNvPr id="2" name="Graphic 1" descr="For Sale with solid fill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20E64DB-387E-F528-EF9C-6E49FF49F6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5966" y="2383214"/>
            <a:ext cx="1488866" cy="148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467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1" presetClass="entr" presetSubtype="1" repeatCount="1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500"/>
                            </p:stCondLst>
                            <p:childTnLst>
                              <p:par>
                                <p:cTn id="4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1D747"/>
                                      </p:to>
                                    </p:animClr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4" grpId="0"/>
      <p:bldP spid="6" grpId="0"/>
      <p:bldP spid="6" grpId="1"/>
      <p:bldP spid="8" grpId="0"/>
      <p:bldP spid="8" grpId="1"/>
      <p:bldP spid="10" grpId="0"/>
      <p:bldP spid="10" grpId="1"/>
      <p:bldP spid="12" grpId="0"/>
      <p:bldP spid="12" grpId="1"/>
      <p:bldP spid="13" grpId="0"/>
      <p:bldP spid="14" grpId="0"/>
      <p:bldP spid="15" grpId="0"/>
      <p:bldP spid="16" grpId="0"/>
      <p:bldP spid="17" grpId="0" animBg="1"/>
      <p:bldP spid="17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1"/>
          <p:cNvSpPr/>
          <p:nvPr/>
        </p:nvSpPr>
        <p:spPr>
          <a:xfrm>
            <a:off x="840571" y="5156822"/>
            <a:ext cx="4815632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7" name="O2"/>
          <p:cNvSpPr/>
          <p:nvPr/>
        </p:nvSpPr>
        <p:spPr>
          <a:xfrm>
            <a:off x="6414746" y="3869819"/>
            <a:ext cx="4815632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9" name="O3"/>
          <p:cNvSpPr/>
          <p:nvPr/>
        </p:nvSpPr>
        <p:spPr>
          <a:xfrm>
            <a:off x="902588" y="3915407"/>
            <a:ext cx="4815632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1" name="O4"/>
          <p:cNvSpPr/>
          <p:nvPr/>
        </p:nvSpPr>
        <p:spPr>
          <a:xfrm>
            <a:off x="6414746" y="5134129"/>
            <a:ext cx="4867148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4" name="PYETJA"/>
          <p:cNvSpPr txBox="1"/>
          <p:nvPr/>
        </p:nvSpPr>
        <p:spPr>
          <a:xfrm>
            <a:off x="770586" y="2150772"/>
            <a:ext cx="106508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q-AL" sz="2800" b="1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Orientimin në errësirë macja e bënë përmes</a:t>
            </a:r>
            <a:r>
              <a:rPr kumimoji="0" lang="sq-AL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 .........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1"/>
          <p:cNvSpPr txBox="1"/>
          <p:nvPr/>
        </p:nvSpPr>
        <p:spPr>
          <a:xfrm>
            <a:off x="1487266" y="5315725"/>
            <a:ext cx="3931751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c) </a:t>
            </a:r>
            <a:r>
              <a:rPr lang="sq-AL" sz="2800" dirty="0">
                <a:solidFill>
                  <a:prstClr val="black"/>
                </a:solidFill>
                <a:latin typeface="Bodoni MT" panose="02070603080606020203" pitchFamily="18" charset="0"/>
              </a:rPr>
              <a:t>aromës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8" name="T2"/>
          <p:cNvSpPr txBox="1"/>
          <p:nvPr/>
        </p:nvSpPr>
        <p:spPr>
          <a:xfrm>
            <a:off x="6654615" y="4141415"/>
            <a:ext cx="4507606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b) </a:t>
            </a:r>
            <a:r>
              <a:rPr lang="sq-AL" sz="280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mustaqeve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3"/>
          <p:cNvSpPr txBox="1"/>
          <p:nvPr/>
        </p:nvSpPr>
        <p:spPr>
          <a:xfrm>
            <a:off x="1430385" y="4089982"/>
            <a:ext cx="3931752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a) </a:t>
            </a:r>
            <a:r>
              <a:rPr lang="sq-AL" sz="280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syve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4"/>
          <p:cNvSpPr txBox="1"/>
          <p:nvPr/>
        </p:nvSpPr>
        <p:spPr>
          <a:xfrm>
            <a:off x="7280326" y="5275797"/>
            <a:ext cx="3764382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d) </a:t>
            </a:r>
            <a:r>
              <a:rPr lang="sq-AL" sz="280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dritës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2"/>
          <p:cNvSpPr txBox="1"/>
          <p:nvPr/>
        </p:nvSpPr>
        <p:spPr>
          <a:xfrm>
            <a:off x="7112956" y="4086620"/>
            <a:ext cx="3931752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SAKTË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4" name="G1"/>
          <p:cNvSpPr txBox="1"/>
          <p:nvPr/>
        </p:nvSpPr>
        <p:spPr>
          <a:xfrm>
            <a:off x="1559849" y="5248844"/>
            <a:ext cx="3931751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5" name="G3"/>
          <p:cNvSpPr txBox="1"/>
          <p:nvPr/>
        </p:nvSpPr>
        <p:spPr>
          <a:xfrm>
            <a:off x="1430385" y="4107874"/>
            <a:ext cx="3931752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6" name="G4"/>
          <p:cNvSpPr txBox="1"/>
          <p:nvPr/>
        </p:nvSpPr>
        <p:spPr>
          <a:xfrm>
            <a:off x="7398919" y="5214241"/>
            <a:ext cx="3764382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7" name="Circle: Hollow 16">
            <a:extLst>
              <a:ext uri="{FF2B5EF4-FFF2-40B4-BE49-F238E27FC236}">
                <a16:creationId xmlns:a16="http://schemas.microsoft.com/office/drawing/2014/main" id="{7C9163F7-53FF-4F79-AE78-F0F535900B46}"/>
              </a:ext>
            </a:extLst>
          </p:cNvPr>
          <p:cNvSpPr/>
          <p:nvPr/>
        </p:nvSpPr>
        <p:spPr>
          <a:xfrm>
            <a:off x="10045148" y="13252"/>
            <a:ext cx="2146852" cy="2176670"/>
          </a:xfrm>
          <a:prstGeom prst="donut">
            <a:avLst>
              <a:gd name="adj" fmla="val 1225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pic>
        <p:nvPicPr>
          <p:cNvPr id="2" name="Graphic 1" descr="For Sale with solid fill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C6C7BD6F-2E10-697C-FCFA-6BC96F6D8F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5966" y="2383214"/>
            <a:ext cx="1488866" cy="148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538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1" presetClass="entr" presetSubtype="1" repeatCount="1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500"/>
                            </p:stCondLst>
                            <p:childTnLst>
                              <p:par>
                                <p:cTn id="4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1D747"/>
                                      </p:to>
                                    </p:animClr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4" grpId="0"/>
      <p:bldP spid="6" grpId="0"/>
      <p:bldP spid="6" grpId="1"/>
      <p:bldP spid="8" grpId="0"/>
      <p:bldP spid="8" grpId="1"/>
      <p:bldP spid="10" grpId="0"/>
      <p:bldP spid="10" grpId="1"/>
      <p:bldP spid="12" grpId="0"/>
      <p:bldP spid="12" grpId="1"/>
      <p:bldP spid="13" grpId="0"/>
      <p:bldP spid="14" grpId="0"/>
      <p:bldP spid="15" grpId="0"/>
      <p:bldP spid="16" grpId="0"/>
      <p:bldP spid="17" grpId="0" animBg="1"/>
      <p:bldP spid="17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1"/>
          <p:cNvSpPr/>
          <p:nvPr/>
        </p:nvSpPr>
        <p:spPr>
          <a:xfrm>
            <a:off x="6671256" y="3908022"/>
            <a:ext cx="4610637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7" name="O2"/>
          <p:cNvSpPr/>
          <p:nvPr/>
        </p:nvSpPr>
        <p:spPr>
          <a:xfrm>
            <a:off x="6466261" y="5054445"/>
            <a:ext cx="4815632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9" name="O3"/>
          <p:cNvSpPr/>
          <p:nvPr/>
        </p:nvSpPr>
        <p:spPr>
          <a:xfrm>
            <a:off x="902588" y="3915407"/>
            <a:ext cx="4815632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1" name="O4"/>
          <p:cNvSpPr/>
          <p:nvPr/>
        </p:nvSpPr>
        <p:spPr>
          <a:xfrm>
            <a:off x="770586" y="4914661"/>
            <a:ext cx="4883239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4" name="PYETJA"/>
          <p:cNvSpPr txBox="1"/>
          <p:nvPr/>
        </p:nvSpPr>
        <p:spPr>
          <a:xfrm>
            <a:off x="392806" y="1943339"/>
            <a:ext cx="106508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q-AL" sz="2800" b="1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Cila është detyra e këmbëve të pasme të lepurit?</a:t>
            </a:r>
            <a:r>
              <a:rPr kumimoji="0" lang="sq-AL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 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1"/>
          <p:cNvSpPr txBox="1"/>
          <p:nvPr/>
        </p:nvSpPr>
        <p:spPr>
          <a:xfrm>
            <a:off x="7280326" y="4026920"/>
            <a:ext cx="3764382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b) </a:t>
            </a:r>
            <a:r>
              <a:rPr lang="sq-AL" sz="2800" dirty="0">
                <a:solidFill>
                  <a:prstClr val="black"/>
                </a:solidFill>
                <a:latin typeface="Bodoni MT" panose="02070603080606020203" pitchFamily="18" charset="0"/>
              </a:rPr>
              <a:t>Hedhja e mesme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8" name="T2"/>
          <p:cNvSpPr txBox="1"/>
          <p:nvPr/>
        </p:nvSpPr>
        <p:spPr>
          <a:xfrm>
            <a:off x="6537102" y="5319922"/>
            <a:ext cx="4507606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d) </a:t>
            </a:r>
            <a:r>
              <a:rPr lang="sq-AL" sz="280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Hedhja e lartë e gjërë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3"/>
          <p:cNvSpPr txBox="1"/>
          <p:nvPr/>
        </p:nvSpPr>
        <p:spPr>
          <a:xfrm>
            <a:off x="1430385" y="4089982"/>
            <a:ext cx="3931752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a) </a:t>
            </a:r>
            <a:r>
              <a:rPr lang="sq-AL" sz="280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Hedhja e shkurtë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4"/>
          <p:cNvSpPr txBox="1"/>
          <p:nvPr/>
        </p:nvSpPr>
        <p:spPr>
          <a:xfrm>
            <a:off x="1429690" y="5056329"/>
            <a:ext cx="3986950" cy="954107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c) </a:t>
            </a:r>
            <a:r>
              <a:rPr lang="sq-AL" sz="280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Hedhja e shkurtë e ulët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2"/>
          <p:cNvSpPr txBox="1"/>
          <p:nvPr/>
        </p:nvSpPr>
        <p:spPr>
          <a:xfrm>
            <a:off x="7010698" y="5256383"/>
            <a:ext cx="3931752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SAKTË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4" name="G1"/>
          <p:cNvSpPr txBox="1"/>
          <p:nvPr/>
        </p:nvSpPr>
        <p:spPr>
          <a:xfrm>
            <a:off x="7354192" y="4017630"/>
            <a:ext cx="3764382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5" name="G3"/>
          <p:cNvSpPr txBox="1"/>
          <p:nvPr/>
        </p:nvSpPr>
        <p:spPr>
          <a:xfrm>
            <a:off x="1558910" y="4030122"/>
            <a:ext cx="3931752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6" name="G4"/>
          <p:cNvSpPr txBox="1"/>
          <p:nvPr/>
        </p:nvSpPr>
        <p:spPr>
          <a:xfrm>
            <a:off x="1525186" y="5038655"/>
            <a:ext cx="3986950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7" name="Circle: Hollow 16">
            <a:extLst>
              <a:ext uri="{FF2B5EF4-FFF2-40B4-BE49-F238E27FC236}">
                <a16:creationId xmlns:a16="http://schemas.microsoft.com/office/drawing/2014/main" id="{80F94526-1723-40FE-90D2-0456054B6700}"/>
              </a:ext>
            </a:extLst>
          </p:cNvPr>
          <p:cNvSpPr/>
          <p:nvPr/>
        </p:nvSpPr>
        <p:spPr>
          <a:xfrm>
            <a:off x="10045148" y="0"/>
            <a:ext cx="2146852" cy="2176670"/>
          </a:xfrm>
          <a:prstGeom prst="donut">
            <a:avLst>
              <a:gd name="adj" fmla="val 1225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pic>
        <p:nvPicPr>
          <p:cNvPr id="2" name="Graphic 1" descr="For Sale with solid fill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C066627D-7A0B-ADA2-0F38-C6DA39112B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5966" y="2383214"/>
            <a:ext cx="1488866" cy="148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684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1" presetClass="entr" presetSubtype="1" repeatCount="1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500"/>
                            </p:stCondLst>
                            <p:childTnLst>
                              <p:par>
                                <p:cTn id="4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1D747"/>
                                      </p:to>
                                    </p:animClr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4" grpId="0"/>
      <p:bldP spid="6" grpId="0"/>
      <p:bldP spid="6" grpId="1"/>
      <p:bldP spid="8" grpId="0"/>
      <p:bldP spid="8" grpId="1"/>
      <p:bldP spid="10" grpId="0"/>
      <p:bldP spid="10" grpId="1"/>
      <p:bldP spid="12" grpId="0"/>
      <p:bldP spid="12" grpId="1"/>
      <p:bldP spid="13" grpId="0"/>
      <p:bldP spid="14" grpId="0"/>
      <p:bldP spid="15" grpId="0"/>
      <p:bldP spid="16" grpId="0"/>
      <p:bldP spid="17" grpId="0" animBg="1"/>
      <p:bldP spid="17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1"/>
          <p:cNvSpPr/>
          <p:nvPr/>
        </p:nvSpPr>
        <p:spPr>
          <a:xfrm>
            <a:off x="889711" y="4036404"/>
            <a:ext cx="4806808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7" name="O2"/>
          <p:cNvSpPr/>
          <p:nvPr/>
        </p:nvSpPr>
        <p:spPr>
          <a:xfrm>
            <a:off x="6671256" y="3960186"/>
            <a:ext cx="4815632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9" name="O3"/>
          <p:cNvSpPr/>
          <p:nvPr/>
        </p:nvSpPr>
        <p:spPr>
          <a:xfrm>
            <a:off x="889710" y="5134129"/>
            <a:ext cx="4815632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1" name="O4"/>
          <p:cNvSpPr/>
          <p:nvPr/>
        </p:nvSpPr>
        <p:spPr>
          <a:xfrm>
            <a:off x="6671256" y="5134129"/>
            <a:ext cx="4795703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4" name="PYETJA"/>
          <p:cNvSpPr txBox="1"/>
          <p:nvPr/>
        </p:nvSpPr>
        <p:spPr>
          <a:xfrm>
            <a:off x="-103870" y="1255825"/>
            <a:ext cx="109062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sq-AL" sz="3600" kern="0" dirty="0">
                <a:solidFill>
                  <a:srgbClr val="000000"/>
                </a:solidFill>
                <a:latin typeface="Bodoni MT" panose="02070603080606020203" pitchFamily="18" charset="0"/>
                <a:cs typeface="Times New Roman"/>
                <a:sym typeface="Times New Roman"/>
              </a:rPr>
              <a:t>Ndërrimi ditë-natë ndryshe quhet edhe .....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1"/>
          <p:cNvSpPr txBox="1"/>
          <p:nvPr/>
        </p:nvSpPr>
        <p:spPr>
          <a:xfrm>
            <a:off x="1534785" y="4274022"/>
            <a:ext cx="3924547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a) </a:t>
            </a:r>
            <a:r>
              <a:rPr lang="sq-AL" sz="280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dimorfizëm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2"/>
          <p:cNvSpPr txBox="1"/>
          <p:nvPr/>
        </p:nvSpPr>
        <p:spPr>
          <a:xfrm>
            <a:off x="6825269" y="4084484"/>
            <a:ext cx="4507606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b)</a:t>
            </a:r>
            <a:r>
              <a:rPr kumimoji="0" lang="sq-AL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 fotoperiodizëm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3"/>
          <p:cNvSpPr txBox="1"/>
          <p:nvPr/>
        </p:nvSpPr>
        <p:spPr>
          <a:xfrm>
            <a:off x="1417507" y="5308704"/>
            <a:ext cx="3931752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c) </a:t>
            </a:r>
            <a:r>
              <a:rPr lang="sq-AL" sz="280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diapauzë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4"/>
          <p:cNvSpPr txBox="1"/>
          <p:nvPr/>
        </p:nvSpPr>
        <p:spPr>
          <a:xfrm>
            <a:off x="7280326" y="5275797"/>
            <a:ext cx="3915480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d) </a:t>
            </a:r>
            <a:r>
              <a:rPr lang="sq-AL" sz="280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ritëm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2"/>
          <p:cNvSpPr txBox="1"/>
          <p:nvPr/>
        </p:nvSpPr>
        <p:spPr>
          <a:xfrm>
            <a:off x="7264054" y="4036404"/>
            <a:ext cx="3931752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SAKTË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4" name="G1"/>
          <p:cNvSpPr txBox="1"/>
          <p:nvPr/>
        </p:nvSpPr>
        <p:spPr>
          <a:xfrm>
            <a:off x="1542208" y="4189618"/>
            <a:ext cx="3924547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5" name="G3"/>
          <p:cNvSpPr txBox="1"/>
          <p:nvPr/>
        </p:nvSpPr>
        <p:spPr>
          <a:xfrm>
            <a:off x="1492000" y="5360168"/>
            <a:ext cx="3931752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6" name="G4"/>
          <p:cNvSpPr txBox="1"/>
          <p:nvPr/>
        </p:nvSpPr>
        <p:spPr>
          <a:xfrm>
            <a:off x="7386810" y="5323676"/>
            <a:ext cx="3915480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7" name="Circle: Hollow 16">
            <a:extLst>
              <a:ext uri="{FF2B5EF4-FFF2-40B4-BE49-F238E27FC236}">
                <a16:creationId xmlns:a16="http://schemas.microsoft.com/office/drawing/2014/main" id="{6BC13BC5-AEFC-40DB-BD66-78F7DA22266E}"/>
              </a:ext>
            </a:extLst>
          </p:cNvPr>
          <p:cNvSpPr/>
          <p:nvPr/>
        </p:nvSpPr>
        <p:spPr>
          <a:xfrm>
            <a:off x="10375336" y="259236"/>
            <a:ext cx="1704908" cy="1488866"/>
          </a:xfrm>
          <a:prstGeom prst="donut">
            <a:avLst>
              <a:gd name="adj" fmla="val 1225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pic>
        <p:nvPicPr>
          <p:cNvPr id="2" name="Graphic 1" descr="For Sale with solid fill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B595A12-FCA1-A1B2-B8EB-5244FAFC39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5966" y="2383214"/>
            <a:ext cx="1488866" cy="148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042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1" presetClass="entr" presetSubtype="1" repeatCount="1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500"/>
                            </p:stCondLst>
                            <p:childTnLst>
                              <p:par>
                                <p:cTn id="4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1D747"/>
                                      </p:to>
                                    </p:animClr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4" grpId="0"/>
      <p:bldP spid="6" grpId="0"/>
      <p:bldP spid="6" grpId="1"/>
      <p:bldP spid="8" grpId="0"/>
      <p:bldP spid="8" grpId="1"/>
      <p:bldP spid="10" grpId="0"/>
      <p:bldP spid="10" grpId="1"/>
      <p:bldP spid="12" grpId="0"/>
      <p:bldP spid="12" grpId="1"/>
      <p:bldP spid="13" grpId="0"/>
      <p:bldP spid="14" grpId="0"/>
      <p:bldP spid="15" grpId="0"/>
      <p:bldP spid="16" grpId="0"/>
      <p:bldP spid="17" grpId="0" animBg="1"/>
      <p:bldP spid="17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1"/>
          <p:cNvSpPr/>
          <p:nvPr/>
        </p:nvSpPr>
        <p:spPr>
          <a:xfrm>
            <a:off x="6671256" y="3963392"/>
            <a:ext cx="4806808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7" name="O2"/>
          <p:cNvSpPr/>
          <p:nvPr/>
        </p:nvSpPr>
        <p:spPr>
          <a:xfrm>
            <a:off x="889710" y="3920421"/>
            <a:ext cx="4815632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9" name="O3"/>
          <p:cNvSpPr/>
          <p:nvPr/>
        </p:nvSpPr>
        <p:spPr>
          <a:xfrm>
            <a:off x="889710" y="5134129"/>
            <a:ext cx="4815632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1" name="O4"/>
          <p:cNvSpPr/>
          <p:nvPr/>
        </p:nvSpPr>
        <p:spPr>
          <a:xfrm>
            <a:off x="6671256" y="5134129"/>
            <a:ext cx="4795703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4" name="PYETJA"/>
          <p:cNvSpPr txBox="1"/>
          <p:nvPr/>
        </p:nvSpPr>
        <p:spPr>
          <a:xfrm>
            <a:off x="189168" y="1400705"/>
            <a:ext cx="116847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q-AL" sz="360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«Nënkupton përshtatjen e shtazëve ndaj kushteve të pa volitshme të mjedisit jetësor» vlen për ...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1"/>
          <p:cNvSpPr txBox="1"/>
          <p:nvPr/>
        </p:nvSpPr>
        <p:spPr>
          <a:xfrm>
            <a:off x="7281631" y="4140818"/>
            <a:ext cx="3924547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b) </a:t>
            </a:r>
            <a:r>
              <a:rPr lang="sq-AL" sz="280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fotoperiodizëm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2"/>
          <p:cNvSpPr txBox="1"/>
          <p:nvPr/>
        </p:nvSpPr>
        <p:spPr>
          <a:xfrm>
            <a:off x="1043723" y="4042132"/>
            <a:ext cx="4507606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a) </a:t>
            </a:r>
            <a:r>
              <a:rPr lang="sq-AL" sz="280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diapauzë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3"/>
          <p:cNvSpPr txBox="1"/>
          <p:nvPr/>
        </p:nvSpPr>
        <p:spPr>
          <a:xfrm>
            <a:off x="1417507" y="5308704"/>
            <a:ext cx="3931752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c) dimorfizëm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4"/>
          <p:cNvSpPr txBox="1"/>
          <p:nvPr/>
        </p:nvSpPr>
        <p:spPr>
          <a:xfrm>
            <a:off x="7280326" y="5275797"/>
            <a:ext cx="3915480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d) </a:t>
            </a:r>
            <a:r>
              <a:rPr lang="sq-AL" sz="280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ritëm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2"/>
          <p:cNvSpPr txBox="1"/>
          <p:nvPr/>
        </p:nvSpPr>
        <p:spPr>
          <a:xfrm>
            <a:off x="1491245" y="3995660"/>
            <a:ext cx="3931752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SAKTË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4" name="G1"/>
          <p:cNvSpPr txBox="1"/>
          <p:nvPr/>
        </p:nvSpPr>
        <p:spPr>
          <a:xfrm>
            <a:off x="7417574" y="4078624"/>
            <a:ext cx="3924547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5" name="G3"/>
          <p:cNvSpPr txBox="1"/>
          <p:nvPr/>
        </p:nvSpPr>
        <p:spPr>
          <a:xfrm>
            <a:off x="1491245" y="5308704"/>
            <a:ext cx="3931752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6" name="G4"/>
          <p:cNvSpPr txBox="1"/>
          <p:nvPr/>
        </p:nvSpPr>
        <p:spPr>
          <a:xfrm>
            <a:off x="7562584" y="5275797"/>
            <a:ext cx="3915480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7" name="Circle: Hollow 16">
            <a:extLst>
              <a:ext uri="{FF2B5EF4-FFF2-40B4-BE49-F238E27FC236}">
                <a16:creationId xmlns:a16="http://schemas.microsoft.com/office/drawing/2014/main" id="{EEE8CE2D-0F47-4D49-AF5A-97ECFC0B225D}"/>
              </a:ext>
            </a:extLst>
          </p:cNvPr>
          <p:cNvSpPr/>
          <p:nvPr/>
        </p:nvSpPr>
        <p:spPr>
          <a:xfrm>
            <a:off x="10045148" y="0"/>
            <a:ext cx="2146852" cy="2176670"/>
          </a:xfrm>
          <a:prstGeom prst="donut">
            <a:avLst>
              <a:gd name="adj" fmla="val 1225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pic>
        <p:nvPicPr>
          <p:cNvPr id="2" name="Graphic 1" descr="For Sale with solid fill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A326EDB-255B-31A1-2D5B-3E6A35861B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5966" y="2383214"/>
            <a:ext cx="1488866" cy="148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044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1" presetClass="entr" presetSubtype="1" repeatCount="1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500"/>
                            </p:stCondLst>
                            <p:childTnLst>
                              <p:par>
                                <p:cTn id="4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1D747"/>
                                      </p:to>
                                    </p:animClr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4" grpId="0"/>
      <p:bldP spid="6" grpId="0"/>
      <p:bldP spid="6" grpId="1"/>
      <p:bldP spid="8" grpId="0"/>
      <p:bldP spid="8" grpId="1"/>
      <p:bldP spid="10" grpId="0"/>
      <p:bldP spid="10" grpId="1"/>
      <p:bldP spid="12" grpId="0"/>
      <p:bldP spid="12" grpId="1"/>
      <p:bldP spid="13" grpId="0"/>
      <p:bldP spid="14" grpId="0"/>
      <p:bldP spid="15" grpId="0"/>
      <p:bldP spid="16" grpId="0"/>
      <p:bldP spid="17" grpId="0" animBg="1"/>
      <p:bldP spid="17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1"/>
          <p:cNvSpPr/>
          <p:nvPr/>
        </p:nvSpPr>
        <p:spPr>
          <a:xfrm>
            <a:off x="6671256" y="3963392"/>
            <a:ext cx="4806808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7" name="O2"/>
          <p:cNvSpPr/>
          <p:nvPr/>
        </p:nvSpPr>
        <p:spPr>
          <a:xfrm>
            <a:off x="722284" y="5096031"/>
            <a:ext cx="4815632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9" name="O3"/>
          <p:cNvSpPr/>
          <p:nvPr/>
        </p:nvSpPr>
        <p:spPr>
          <a:xfrm>
            <a:off x="722284" y="3894350"/>
            <a:ext cx="4815632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1" name="O4"/>
          <p:cNvSpPr/>
          <p:nvPr/>
        </p:nvSpPr>
        <p:spPr>
          <a:xfrm>
            <a:off x="6671256" y="5134129"/>
            <a:ext cx="4795703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4" name="PYETJA"/>
          <p:cNvSpPr txBox="1"/>
          <p:nvPr/>
        </p:nvSpPr>
        <p:spPr>
          <a:xfrm>
            <a:off x="248501" y="1761969"/>
            <a:ext cx="970388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q-AL" sz="360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Largimin e shtazëve për gjetjen e kushteve më të përshtatshme të jetesës nga vendi ynë e quajmë ...</a:t>
            </a:r>
            <a:endParaRPr kumimoji="0" lang="sq-AL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1"/>
          <p:cNvSpPr txBox="1"/>
          <p:nvPr/>
        </p:nvSpPr>
        <p:spPr>
          <a:xfrm>
            <a:off x="7280326" y="4201812"/>
            <a:ext cx="3924547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b) </a:t>
            </a:r>
            <a:r>
              <a:rPr lang="sq-AL" sz="280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asimilim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2"/>
          <p:cNvSpPr txBox="1"/>
          <p:nvPr/>
        </p:nvSpPr>
        <p:spPr>
          <a:xfrm>
            <a:off x="876297" y="5217742"/>
            <a:ext cx="4507606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c) </a:t>
            </a:r>
            <a:r>
              <a:rPr lang="sq-AL" sz="280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emigrim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3"/>
          <p:cNvSpPr txBox="1"/>
          <p:nvPr/>
        </p:nvSpPr>
        <p:spPr>
          <a:xfrm>
            <a:off x="1247513" y="4069927"/>
            <a:ext cx="3931752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a) </a:t>
            </a:r>
            <a:r>
              <a:rPr lang="sq-AL" sz="280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imigrim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4"/>
          <p:cNvSpPr txBox="1"/>
          <p:nvPr/>
        </p:nvSpPr>
        <p:spPr>
          <a:xfrm>
            <a:off x="7280326" y="5275797"/>
            <a:ext cx="3915480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d) </a:t>
            </a:r>
            <a:r>
              <a:rPr lang="sq-AL" sz="280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asgjësim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2"/>
          <p:cNvSpPr txBox="1"/>
          <p:nvPr/>
        </p:nvSpPr>
        <p:spPr>
          <a:xfrm>
            <a:off x="1371950" y="5201995"/>
            <a:ext cx="3931752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SAKTË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4" name="G1"/>
          <p:cNvSpPr txBox="1"/>
          <p:nvPr/>
        </p:nvSpPr>
        <p:spPr>
          <a:xfrm>
            <a:off x="7280326" y="4140256"/>
            <a:ext cx="3924547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5" name="G3"/>
          <p:cNvSpPr txBox="1"/>
          <p:nvPr/>
        </p:nvSpPr>
        <p:spPr>
          <a:xfrm>
            <a:off x="1371950" y="4008371"/>
            <a:ext cx="3931752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6" name="G4"/>
          <p:cNvSpPr txBox="1"/>
          <p:nvPr/>
        </p:nvSpPr>
        <p:spPr>
          <a:xfrm>
            <a:off x="7551479" y="5248844"/>
            <a:ext cx="3915480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7" name="Circle: Hollow 16">
            <a:extLst>
              <a:ext uri="{FF2B5EF4-FFF2-40B4-BE49-F238E27FC236}">
                <a16:creationId xmlns:a16="http://schemas.microsoft.com/office/drawing/2014/main" id="{6C3A8C7B-CEAD-4C4F-B264-51DA03F2D020}"/>
              </a:ext>
            </a:extLst>
          </p:cNvPr>
          <p:cNvSpPr/>
          <p:nvPr/>
        </p:nvSpPr>
        <p:spPr>
          <a:xfrm>
            <a:off x="10045148" y="0"/>
            <a:ext cx="2146852" cy="2176670"/>
          </a:xfrm>
          <a:prstGeom prst="donut">
            <a:avLst>
              <a:gd name="adj" fmla="val 1225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pic>
        <p:nvPicPr>
          <p:cNvPr id="2" name="Graphic 1" descr="For Sale with solid fill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74C7BB8D-AE51-5069-6826-176AF61DA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5966" y="2383214"/>
            <a:ext cx="1488866" cy="148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979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1" presetClass="entr" presetSubtype="1" repeatCount="1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500"/>
                            </p:stCondLst>
                            <p:childTnLst>
                              <p:par>
                                <p:cTn id="4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1D747"/>
                                      </p:to>
                                    </p:animClr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4" grpId="0"/>
      <p:bldP spid="6" grpId="0"/>
      <p:bldP spid="6" grpId="1"/>
      <p:bldP spid="8" grpId="0"/>
      <p:bldP spid="8" grpId="1"/>
      <p:bldP spid="10" grpId="0"/>
      <p:bldP spid="10" grpId="1"/>
      <p:bldP spid="12" grpId="0"/>
      <p:bldP spid="12" grpId="1"/>
      <p:bldP spid="13" grpId="0"/>
      <p:bldP spid="14" grpId="0"/>
      <p:bldP spid="15" grpId="0"/>
      <p:bldP spid="16" grpId="0"/>
      <p:bldP spid="17" grpId="0" animBg="1"/>
      <p:bldP spid="17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1"/>
          <p:cNvSpPr/>
          <p:nvPr/>
        </p:nvSpPr>
        <p:spPr>
          <a:xfrm>
            <a:off x="6671256" y="3963392"/>
            <a:ext cx="4806808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7" name="O2"/>
          <p:cNvSpPr/>
          <p:nvPr/>
        </p:nvSpPr>
        <p:spPr>
          <a:xfrm>
            <a:off x="705113" y="3878575"/>
            <a:ext cx="4815632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9" name="O3"/>
          <p:cNvSpPr/>
          <p:nvPr/>
        </p:nvSpPr>
        <p:spPr>
          <a:xfrm>
            <a:off x="705113" y="5131568"/>
            <a:ext cx="4815632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1" name="O4"/>
          <p:cNvSpPr/>
          <p:nvPr/>
        </p:nvSpPr>
        <p:spPr>
          <a:xfrm>
            <a:off x="6671256" y="5134129"/>
            <a:ext cx="4795703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4" name="PYETJA"/>
          <p:cNvSpPr txBox="1"/>
          <p:nvPr/>
        </p:nvSpPr>
        <p:spPr>
          <a:xfrm>
            <a:off x="193027" y="1723871"/>
            <a:ext cx="97461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q-AL" sz="360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Sa zgjat rruga e ngjalës për në detin sargas ku i lëshon vezët?</a:t>
            </a:r>
            <a:endParaRPr kumimoji="0" lang="sq-AL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1"/>
          <p:cNvSpPr txBox="1"/>
          <p:nvPr/>
        </p:nvSpPr>
        <p:spPr>
          <a:xfrm>
            <a:off x="7280326" y="4201812"/>
            <a:ext cx="3924547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b) </a:t>
            </a:r>
            <a:r>
              <a:rPr lang="sq-AL" sz="280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2 vite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2"/>
          <p:cNvSpPr txBox="1"/>
          <p:nvPr/>
        </p:nvSpPr>
        <p:spPr>
          <a:xfrm>
            <a:off x="859126" y="4000286"/>
            <a:ext cx="4507606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c) </a:t>
            </a:r>
            <a:r>
              <a:rPr lang="sq-AL" sz="280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1 vit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3"/>
          <p:cNvSpPr txBox="1"/>
          <p:nvPr/>
        </p:nvSpPr>
        <p:spPr>
          <a:xfrm>
            <a:off x="1282630" y="5307840"/>
            <a:ext cx="3931752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a) </a:t>
            </a:r>
            <a:r>
              <a:rPr lang="sq-AL" sz="280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3 vite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4"/>
          <p:cNvSpPr txBox="1"/>
          <p:nvPr/>
        </p:nvSpPr>
        <p:spPr>
          <a:xfrm>
            <a:off x="7280326" y="5275797"/>
            <a:ext cx="3915480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d) </a:t>
            </a:r>
            <a:r>
              <a:rPr lang="sq-AL" sz="280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1 muaj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2"/>
          <p:cNvSpPr txBox="1"/>
          <p:nvPr/>
        </p:nvSpPr>
        <p:spPr>
          <a:xfrm>
            <a:off x="1417175" y="3938730"/>
            <a:ext cx="3931752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SAKTË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4" name="G1"/>
          <p:cNvSpPr txBox="1"/>
          <p:nvPr/>
        </p:nvSpPr>
        <p:spPr>
          <a:xfrm>
            <a:off x="7408327" y="4117290"/>
            <a:ext cx="3924547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5" name="G3"/>
          <p:cNvSpPr txBox="1"/>
          <p:nvPr/>
        </p:nvSpPr>
        <p:spPr>
          <a:xfrm>
            <a:off x="1282630" y="5307840"/>
            <a:ext cx="3931752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6" name="G4"/>
          <p:cNvSpPr txBox="1"/>
          <p:nvPr/>
        </p:nvSpPr>
        <p:spPr>
          <a:xfrm>
            <a:off x="7572712" y="5275797"/>
            <a:ext cx="3915480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7" name="Circle: Hollow 16">
            <a:extLst>
              <a:ext uri="{FF2B5EF4-FFF2-40B4-BE49-F238E27FC236}">
                <a16:creationId xmlns:a16="http://schemas.microsoft.com/office/drawing/2014/main" id="{7C8BA0C2-B8AA-41DA-88CF-957C954BE9B6}"/>
              </a:ext>
            </a:extLst>
          </p:cNvPr>
          <p:cNvSpPr/>
          <p:nvPr/>
        </p:nvSpPr>
        <p:spPr>
          <a:xfrm>
            <a:off x="10045148" y="0"/>
            <a:ext cx="2146852" cy="2176670"/>
          </a:xfrm>
          <a:prstGeom prst="donut">
            <a:avLst>
              <a:gd name="adj" fmla="val 1225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pic>
        <p:nvPicPr>
          <p:cNvPr id="2" name="Graphic 1" descr="For Sale with solid fill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67925F54-1CB6-502A-E5D9-5F2890CCD4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5966" y="2383214"/>
            <a:ext cx="1488866" cy="148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073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1" presetClass="entr" presetSubtype="1" repeatCount="1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500"/>
                            </p:stCondLst>
                            <p:childTnLst>
                              <p:par>
                                <p:cTn id="4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1D747"/>
                                      </p:to>
                                    </p:animClr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4" grpId="0"/>
      <p:bldP spid="6" grpId="0"/>
      <p:bldP spid="6" grpId="1"/>
      <p:bldP spid="8" grpId="0"/>
      <p:bldP spid="8" grpId="1"/>
      <p:bldP spid="10" grpId="0"/>
      <p:bldP spid="10" grpId="1"/>
      <p:bldP spid="12" grpId="0"/>
      <p:bldP spid="12" grpId="1"/>
      <p:bldP spid="13" grpId="0"/>
      <p:bldP spid="14" grpId="0"/>
      <p:bldP spid="15" grpId="0"/>
      <p:bldP spid="16" grpId="0"/>
      <p:bldP spid="17" grpId="0" animBg="1"/>
      <p:bldP spid="17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1"/>
          <p:cNvSpPr/>
          <p:nvPr/>
        </p:nvSpPr>
        <p:spPr>
          <a:xfrm>
            <a:off x="6671256" y="3963392"/>
            <a:ext cx="4806808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7" name="O2"/>
          <p:cNvSpPr/>
          <p:nvPr/>
        </p:nvSpPr>
        <p:spPr>
          <a:xfrm>
            <a:off x="6656146" y="5148002"/>
            <a:ext cx="4815632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9" name="O3"/>
          <p:cNvSpPr/>
          <p:nvPr/>
        </p:nvSpPr>
        <p:spPr>
          <a:xfrm>
            <a:off x="705113" y="5131568"/>
            <a:ext cx="4815632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1" name="O4"/>
          <p:cNvSpPr/>
          <p:nvPr/>
        </p:nvSpPr>
        <p:spPr>
          <a:xfrm>
            <a:off x="689832" y="3906598"/>
            <a:ext cx="4795703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4" name="PYETJA"/>
          <p:cNvSpPr txBox="1"/>
          <p:nvPr/>
        </p:nvSpPr>
        <p:spPr>
          <a:xfrm>
            <a:off x="246813" y="1698216"/>
            <a:ext cx="116983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q-AL" sz="360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Përbërja, numri dhe llojet bimore dhe shtazore në një biocenozë shprehen përmes organizimit:</a:t>
            </a: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6" name="T1"/>
          <p:cNvSpPr txBox="1"/>
          <p:nvPr/>
        </p:nvSpPr>
        <p:spPr>
          <a:xfrm>
            <a:off x="7280326" y="4201812"/>
            <a:ext cx="3924547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b) </a:t>
            </a:r>
            <a:r>
              <a:rPr lang="sq-AL" sz="280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ciklik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2"/>
          <p:cNvSpPr txBox="1"/>
          <p:nvPr/>
        </p:nvSpPr>
        <p:spPr>
          <a:xfrm>
            <a:off x="6810159" y="5269713"/>
            <a:ext cx="4507606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c) </a:t>
            </a:r>
            <a:r>
              <a:rPr lang="sq-AL" sz="280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hapësinor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3"/>
          <p:cNvSpPr txBox="1"/>
          <p:nvPr/>
        </p:nvSpPr>
        <p:spPr>
          <a:xfrm>
            <a:off x="1282630" y="5307840"/>
            <a:ext cx="3931752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a) </a:t>
            </a:r>
            <a:r>
              <a:rPr lang="sq-AL" sz="280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kohor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4"/>
          <p:cNvSpPr txBox="1"/>
          <p:nvPr/>
        </p:nvSpPr>
        <p:spPr>
          <a:xfrm>
            <a:off x="1298902" y="4048266"/>
            <a:ext cx="3915480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d) </a:t>
            </a:r>
            <a:r>
              <a:rPr lang="sq-AL" sz="2800" noProof="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Shoqëror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2"/>
          <p:cNvSpPr txBox="1"/>
          <p:nvPr/>
        </p:nvSpPr>
        <p:spPr>
          <a:xfrm>
            <a:off x="7273121" y="5246283"/>
            <a:ext cx="3931752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SAKTË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4" name="G1"/>
          <p:cNvSpPr txBox="1"/>
          <p:nvPr/>
        </p:nvSpPr>
        <p:spPr>
          <a:xfrm>
            <a:off x="7393218" y="4147728"/>
            <a:ext cx="3924547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5" name="G3"/>
          <p:cNvSpPr txBox="1"/>
          <p:nvPr/>
        </p:nvSpPr>
        <p:spPr>
          <a:xfrm>
            <a:off x="1416083" y="5307840"/>
            <a:ext cx="3931752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6" name="G4"/>
          <p:cNvSpPr txBox="1"/>
          <p:nvPr/>
        </p:nvSpPr>
        <p:spPr>
          <a:xfrm>
            <a:off x="1298902" y="3951735"/>
            <a:ext cx="3915480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7" name="Circle: Hollow 16">
            <a:extLst>
              <a:ext uri="{FF2B5EF4-FFF2-40B4-BE49-F238E27FC236}">
                <a16:creationId xmlns:a16="http://schemas.microsoft.com/office/drawing/2014/main" id="{39A5770D-A102-4ECD-9E93-0B3A955923C7}"/>
              </a:ext>
            </a:extLst>
          </p:cNvPr>
          <p:cNvSpPr/>
          <p:nvPr/>
        </p:nvSpPr>
        <p:spPr>
          <a:xfrm>
            <a:off x="10575413" y="59175"/>
            <a:ext cx="1616587" cy="1639041"/>
          </a:xfrm>
          <a:prstGeom prst="donut">
            <a:avLst>
              <a:gd name="adj" fmla="val 1225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pic>
        <p:nvPicPr>
          <p:cNvPr id="2" name="Graphic 1" descr="For Sale with solid fill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97483CC1-C918-13A7-722E-526CE56480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5966" y="2383214"/>
            <a:ext cx="1488866" cy="148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294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1" presetClass="entr" presetSubtype="1" repeatCount="1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500"/>
                            </p:stCondLst>
                            <p:childTnLst>
                              <p:par>
                                <p:cTn id="4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1D747"/>
                                      </p:to>
                                    </p:animClr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4" grpId="0"/>
      <p:bldP spid="6" grpId="0"/>
      <p:bldP spid="6" grpId="1"/>
      <p:bldP spid="8" grpId="0"/>
      <p:bldP spid="8" grpId="1"/>
      <p:bldP spid="10" grpId="0"/>
      <p:bldP spid="10" grpId="1"/>
      <p:bldP spid="12" grpId="0"/>
      <p:bldP spid="12" grpId="1"/>
      <p:bldP spid="13" grpId="0"/>
      <p:bldP spid="14" grpId="0"/>
      <p:bldP spid="15" grpId="0"/>
      <p:bldP spid="16" grpId="0"/>
      <p:bldP spid="17" grpId="0" animBg="1"/>
      <p:bldP spid="17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546C9-4DE9-5527-1693-C0153239F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1">
            <a:extLst>
              <a:ext uri="{FF2B5EF4-FFF2-40B4-BE49-F238E27FC236}">
                <a16:creationId xmlns:a16="http://schemas.microsoft.com/office/drawing/2014/main" id="{4FE76776-8391-D639-1CE0-7763BC838CA1}"/>
              </a:ext>
            </a:extLst>
          </p:cNvPr>
          <p:cNvSpPr/>
          <p:nvPr/>
        </p:nvSpPr>
        <p:spPr>
          <a:xfrm>
            <a:off x="6671256" y="3963392"/>
            <a:ext cx="4806808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7" name="O2">
            <a:extLst>
              <a:ext uri="{FF2B5EF4-FFF2-40B4-BE49-F238E27FC236}">
                <a16:creationId xmlns:a16="http://schemas.microsoft.com/office/drawing/2014/main" id="{7A966F6D-5B55-D3F4-5D7B-F8C3E18C403A}"/>
              </a:ext>
            </a:extLst>
          </p:cNvPr>
          <p:cNvSpPr/>
          <p:nvPr/>
        </p:nvSpPr>
        <p:spPr>
          <a:xfrm>
            <a:off x="6656146" y="5148002"/>
            <a:ext cx="4815632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9" name="O3">
            <a:extLst>
              <a:ext uri="{FF2B5EF4-FFF2-40B4-BE49-F238E27FC236}">
                <a16:creationId xmlns:a16="http://schemas.microsoft.com/office/drawing/2014/main" id="{7A21DE2A-E628-73C8-B8F8-3A6A2F5E1630}"/>
              </a:ext>
            </a:extLst>
          </p:cNvPr>
          <p:cNvSpPr/>
          <p:nvPr/>
        </p:nvSpPr>
        <p:spPr>
          <a:xfrm>
            <a:off x="705113" y="5131568"/>
            <a:ext cx="4815632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1" name="O4">
            <a:extLst>
              <a:ext uri="{FF2B5EF4-FFF2-40B4-BE49-F238E27FC236}">
                <a16:creationId xmlns:a16="http://schemas.microsoft.com/office/drawing/2014/main" id="{C148C870-1FAC-876B-B639-C7BF12868B32}"/>
              </a:ext>
            </a:extLst>
          </p:cNvPr>
          <p:cNvSpPr/>
          <p:nvPr/>
        </p:nvSpPr>
        <p:spPr>
          <a:xfrm>
            <a:off x="689832" y="3906598"/>
            <a:ext cx="4795703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4" name="PYETJA">
            <a:extLst>
              <a:ext uri="{FF2B5EF4-FFF2-40B4-BE49-F238E27FC236}">
                <a16:creationId xmlns:a16="http://schemas.microsoft.com/office/drawing/2014/main" id="{A0CBD9AC-555B-F600-01FF-F02282565043}"/>
              </a:ext>
            </a:extLst>
          </p:cNvPr>
          <p:cNvSpPr txBox="1"/>
          <p:nvPr/>
        </p:nvSpPr>
        <p:spPr>
          <a:xfrm>
            <a:off x="246813" y="1698216"/>
            <a:ext cx="11698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q-AL" sz="3600" noProof="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Shprehet përmes katëzimit!</a:t>
            </a: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6" name="T1">
            <a:extLst>
              <a:ext uri="{FF2B5EF4-FFF2-40B4-BE49-F238E27FC236}">
                <a16:creationId xmlns:a16="http://schemas.microsoft.com/office/drawing/2014/main" id="{0A4F7087-EC07-3509-94AB-EFA126529495}"/>
              </a:ext>
            </a:extLst>
          </p:cNvPr>
          <p:cNvSpPr txBox="1"/>
          <p:nvPr/>
        </p:nvSpPr>
        <p:spPr>
          <a:xfrm>
            <a:off x="7280326" y="4201812"/>
            <a:ext cx="3924547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b) </a:t>
            </a:r>
            <a:r>
              <a:rPr lang="sq-AL" sz="280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ciklik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2">
            <a:extLst>
              <a:ext uri="{FF2B5EF4-FFF2-40B4-BE49-F238E27FC236}">
                <a16:creationId xmlns:a16="http://schemas.microsoft.com/office/drawing/2014/main" id="{70C8A8EC-DC54-4C8D-90FC-A381D6AD183F}"/>
              </a:ext>
            </a:extLst>
          </p:cNvPr>
          <p:cNvSpPr txBox="1"/>
          <p:nvPr/>
        </p:nvSpPr>
        <p:spPr>
          <a:xfrm>
            <a:off x="6810159" y="5269713"/>
            <a:ext cx="4507606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c) </a:t>
            </a:r>
            <a:r>
              <a:rPr lang="sq-AL" sz="280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hapësinor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3">
            <a:extLst>
              <a:ext uri="{FF2B5EF4-FFF2-40B4-BE49-F238E27FC236}">
                <a16:creationId xmlns:a16="http://schemas.microsoft.com/office/drawing/2014/main" id="{15086381-44F8-F495-A568-2F44D0CAE44F}"/>
              </a:ext>
            </a:extLst>
          </p:cNvPr>
          <p:cNvSpPr txBox="1"/>
          <p:nvPr/>
        </p:nvSpPr>
        <p:spPr>
          <a:xfrm>
            <a:off x="1282630" y="5307840"/>
            <a:ext cx="3931752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a) </a:t>
            </a:r>
            <a:r>
              <a:rPr lang="sq-AL" sz="280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kohor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4">
            <a:extLst>
              <a:ext uri="{FF2B5EF4-FFF2-40B4-BE49-F238E27FC236}">
                <a16:creationId xmlns:a16="http://schemas.microsoft.com/office/drawing/2014/main" id="{77D96C09-FF14-B1CC-7BE9-EA0181026C0A}"/>
              </a:ext>
            </a:extLst>
          </p:cNvPr>
          <p:cNvSpPr txBox="1"/>
          <p:nvPr/>
        </p:nvSpPr>
        <p:spPr>
          <a:xfrm>
            <a:off x="1298902" y="4048266"/>
            <a:ext cx="3915480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d) </a:t>
            </a:r>
            <a:r>
              <a:rPr lang="sq-AL" sz="2800" noProof="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Shoqëror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2">
            <a:extLst>
              <a:ext uri="{FF2B5EF4-FFF2-40B4-BE49-F238E27FC236}">
                <a16:creationId xmlns:a16="http://schemas.microsoft.com/office/drawing/2014/main" id="{48D2F4E0-422B-1EDC-8DA6-1194DD93A484}"/>
              </a:ext>
            </a:extLst>
          </p:cNvPr>
          <p:cNvSpPr txBox="1"/>
          <p:nvPr/>
        </p:nvSpPr>
        <p:spPr>
          <a:xfrm>
            <a:off x="7273121" y="5246283"/>
            <a:ext cx="3931752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SAKTË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4" name="G1">
            <a:extLst>
              <a:ext uri="{FF2B5EF4-FFF2-40B4-BE49-F238E27FC236}">
                <a16:creationId xmlns:a16="http://schemas.microsoft.com/office/drawing/2014/main" id="{33C2C178-3736-F946-75CA-5F415CEBF2C3}"/>
              </a:ext>
            </a:extLst>
          </p:cNvPr>
          <p:cNvSpPr txBox="1"/>
          <p:nvPr/>
        </p:nvSpPr>
        <p:spPr>
          <a:xfrm>
            <a:off x="7393218" y="4147728"/>
            <a:ext cx="3924547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5" name="G3">
            <a:extLst>
              <a:ext uri="{FF2B5EF4-FFF2-40B4-BE49-F238E27FC236}">
                <a16:creationId xmlns:a16="http://schemas.microsoft.com/office/drawing/2014/main" id="{66E0600D-A5BA-59CF-CACA-AEB0A1AC4F63}"/>
              </a:ext>
            </a:extLst>
          </p:cNvPr>
          <p:cNvSpPr txBox="1"/>
          <p:nvPr/>
        </p:nvSpPr>
        <p:spPr>
          <a:xfrm>
            <a:off x="1416083" y="5307840"/>
            <a:ext cx="3931752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6" name="G4">
            <a:extLst>
              <a:ext uri="{FF2B5EF4-FFF2-40B4-BE49-F238E27FC236}">
                <a16:creationId xmlns:a16="http://schemas.microsoft.com/office/drawing/2014/main" id="{8E3EE81D-7076-B901-3D68-206D6D60F4F3}"/>
              </a:ext>
            </a:extLst>
          </p:cNvPr>
          <p:cNvSpPr txBox="1"/>
          <p:nvPr/>
        </p:nvSpPr>
        <p:spPr>
          <a:xfrm>
            <a:off x="1298902" y="3951735"/>
            <a:ext cx="3915480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7" name="Circle: Hollow 16">
            <a:extLst>
              <a:ext uri="{FF2B5EF4-FFF2-40B4-BE49-F238E27FC236}">
                <a16:creationId xmlns:a16="http://schemas.microsoft.com/office/drawing/2014/main" id="{5B7E82C8-7B00-FDF4-9FE2-5E97348BA771}"/>
              </a:ext>
            </a:extLst>
          </p:cNvPr>
          <p:cNvSpPr/>
          <p:nvPr/>
        </p:nvSpPr>
        <p:spPr>
          <a:xfrm>
            <a:off x="10575413" y="59175"/>
            <a:ext cx="1616587" cy="1639041"/>
          </a:xfrm>
          <a:prstGeom prst="donut">
            <a:avLst>
              <a:gd name="adj" fmla="val 1225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pic>
        <p:nvPicPr>
          <p:cNvPr id="2" name="Graphic 1" descr="For Sale with solid fill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D95A735A-A4A0-FE37-4B52-22A949745C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5966" y="2383214"/>
            <a:ext cx="1488866" cy="148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794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1" presetClass="entr" presetSubtype="1" repeatCount="1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500"/>
                            </p:stCondLst>
                            <p:childTnLst>
                              <p:par>
                                <p:cTn id="4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1D747"/>
                                      </p:to>
                                    </p:animClr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4" grpId="0"/>
      <p:bldP spid="6" grpId="0"/>
      <p:bldP spid="6" grpId="1"/>
      <p:bldP spid="8" grpId="0"/>
      <p:bldP spid="8" grpId="1"/>
      <p:bldP spid="10" grpId="0"/>
      <p:bldP spid="10" grpId="1"/>
      <p:bldP spid="12" grpId="0"/>
      <p:bldP spid="12" grpId="1"/>
      <p:bldP spid="13" grpId="0"/>
      <p:bldP spid="14" grpId="0"/>
      <p:bldP spid="15" grpId="0"/>
      <p:bldP spid="16" grpId="0"/>
      <p:bldP spid="17" grpId="0" animBg="1"/>
      <p:bldP spid="17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1"/>
          <p:cNvSpPr/>
          <p:nvPr/>
        </p:nvSpPr>
        <p:spPr>
          <a:xfrm>
            <a:off x="6671256" y="3963392"/>
            <a:ext cx="4806808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7" name="O2"/>
          <p:cNvSpPr/>
          <p:nvPr/>
        </p:nvSpPr>
        <p:spPr>
          <a:xfrm>
            <a:off x="722284" y="5096031"/>
            <a:ext cx="4815632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9" name="O3"/>
          <p:cNvSpPr/>
          <p:nvPr/>
        </p:nvSpPr>
        <p:spPr>
          <a:xfrm>
            <a:off x="722284" y="3894350"/>
            <a:ext cx="4815632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1" name="O4"/>
          <p:cNvSpPr/>
          <p:nvPr/>
        </p:nvSpPr>
        <p:spPr>
          <a:xfrm>
            <a:off x="6671256" y="5134129"/>
            <a:ext cx="4795703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4" name="PYETJA"/>
          <p:cNvSpPr txBox="1"/>
          <p:nvPr/>
        </p:nvSpPr>
        <p:spPr>
          <a:xfrm>
            <a:off x="398654" y="1395123"/>
            <a:ext cx="102785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 Ndryshimet që ndodhin në banorët e një biocenoze gjatë një ose më shumë vjetëve nënkuptojnë organizimin: .....</a:t>
            </a:r>
          </a:p>
        </p:txBody>
      </p:sp>
      <p:sp>
        <p:nvSpPr>
          <p:cNvPr id="6" name="T1"/>
          <p:cNvSpPr txBox="1"/>
          <p:nvPr/>
        </p:nvSpPr>
        <p:spPr>
          <a:xfrm>
            <a:off x="7280326" y="4201812"/>
            <a:ext cx="3924547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b) </a:t>
            </a:r>
            <a:r>
              <a:rPr lang="sq-AL" sz="280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shoqëror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2"/>
          <p:cNvSpPr txBox="1"/>
          <p:nvPr/>
        </p:nvSpPr>
        <p:spPr>
          <a:xfrm>
            <a:off x="876297" y="5217742"/>
            <a:ext cx="4507606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c) </a:t>
            </a:r>
            <a:r>
              <a:rPr lang="sq-AL" sz="280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kohor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3"/>
          <p:cNvSpPr txBox="1"/>
          <p:nvPr/>
        </p:nvSpPr>
        <p:spPr>
          <a:xfrm>
            <a:off x="1247513" y="4069927"/>
            <a:ext cx="3931752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a) </a:t>
            </a:r>
            <a:r>
              <a:rPr lang="sq-AL" sz="280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hapësinor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4"/>
          <p:cNvSpPr txBox="1"/>
          <p:nvPr/>
        </p:nvSpPr>
        <p:spPr>
          <a:xfrm>
            <a:off x="7280326" y="5275797"/>
            <a:ext cx="3915480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d) </a:t>
            </a:r>
            <a:r>
              <a:rPr lang="sq-AL" sz="280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armiqësor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2"/>
          <p:cNvSpPr txBox="1"/>
          <p:nvPr/>
        </p:nvSpPr>
        <p:spPr>
          <a:xfrm>
            <a:off x="1312064" y="5177602"/>
            <a:ext cx="3931752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SAKTË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4" name="G1"/>
          <p:cNvSpPr txBox="1"/>
          <p:nvPr/>
        </p:nvSpPr>
        <p:spPr>
          <a:xfrm>
            <a:off x="7553517" y="4133234"/>
            <a:ext cx="3924547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5" name="G3"/>
          <p:cNvSpPr txBox="1"/>
          <p:nvPr/>
        </p:nvSpPr>
        <p:spPr>
          <a:xfrm>
            <a:off x="1384109" y="4008371"/>
            <a:ext cx="3931752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6" name="G4"/>
          <p:cNvSpPr txBox="1"/>
          <p:nvPr/>
        </p:nvSpPr>
        <p:spPr>
          <a:xfrm>
            <a:off x="7551479" y="5248844"/>
            <a:ext cx="3915480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7" name="Circle: Hollow 16">
            <a:extLst>
              <a:ext uri="{FF2B5EF4-FFF2-40B4-BE49-F238E27FC236}">
                <a16:creationId xmlns:a16="http://schemas.microsoft.com/office/drawing/2014/main" id="{178ACC0B-7077-42D6-93EF-8A217D797EDD}"/>
              </a:ext>
            </a:extLst>
          </p:cNvPr>
          <p:cNvSpPr/>
          <p:nvPr/>
        </p:nvSpPr>
        <p:spPr>
          <a:xfrm>
            <a:off x="10045148" y="0"/>
            <a:ext cx="2146852" cy="2176670"/>
          </a:xfrm>
          <a:prstGeom prst="donut">
            <a:avLst>
              <a:gd name="adj" fmla="val 1225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pic>
        <p:nvPicPr>
          <p:cNvPr id="2" name="Graphic 1" descr="For Sale with solid fill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B7B12422-1879-995B-2749-7758952744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5966" y="2383214"/>
            <a:ext cx="1488866" cy="148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894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1" presetClass="entr" presetSubtype="1" repeatCount="1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500"/>
                            </p:stCondLst>
                            <p:childTnLst>
                              <p:par>
                                <p:cTn id="4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1D747"/>
                                      </p:to>
                                    </p:animClr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4" grpId="0"/>
      <p:bldP spid="6" grpId="0"/>
      <p:bldP spid="6" grpId="1"/>
      <p:bldP spid="8" grpId="0"/>
      <p:bldP spid="8" grpId="1"/>
      <p:bldP spid="10" grpId="0"/>
      <p:bldP spid="10" grpId="1"/>
      <p:bldP spid="12" grpId="0"/>
      <p:bldP spid="12" grpId="1"/>
      <p:bldP spid="13" grpId="0"/>
      <p:bldP spid="14" grpId="0"/>
      <p:bldP spid="15" grpId="0"/>
      <p:bldP spid="16" grpId="0"/>
      <p:bldP spid="17" grpId="0" animBg="1"/>
      <p:bldP spid="17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1"/>
          <p:cNvSpPr/>
          <p:nvPr/>
        </p:nvSpPr>
        <p:spPr>
          <a:xfrm>
            <a:off x="6824896" y="5289011"/>
            <a:ext cx="4806808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7" name="O2"/>
          <p:cNvSpPr/>
          <p:nvPr/>
        </p:nvSpPr>
        <p:spPr>
          <a:xfrm>
            <a:off x="6907853" y="3903059"/>
            <a:ext cx="4815632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9" name="O3"/>
          <p:cNvSpPr/>
          <p:nvPr/>
        </p:nvSpPr>
        <p:spPr>
          <a:xfrm>
            <a:off x="705113" y="5131568"/>
            <a:ext cx="4815632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1" name="O4"/>
          <p:cNvSpPr/>
          <p:nvPr/>
        </p:nvSpPr>
        <p:spPr>
          <a:xfrm>
            <a:off x="689832" y="3906598"/>
            <a:ext cx="4795703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4" name="PYETJA"/>
          <p:cNvSpPr txBox="1"/>
          <p:nvPr/>
        </p:nvSpPr>
        <p:spPr>
          <a:xfrm>
            <a:off x="349497" y="1545697"/>
            <a:ext cx="6712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q-AL" sz="360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Sa kate ka në pyllin e dushkut?</a:t>
            </a:r>
            <a:endParaRPr kumimoji="0" lang="sq-AL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1"/>
          <p:cNvSpPr txBox="1"/>
          <p:nvPr/>
        </p:nvSpPr>
        <p:spPr>
          <a:xfrm>
            <a:off x="7433966" y="5527431"/>
            <a:ext cx="3924547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b) </a:t>
            </a:r>
            <a:r>
              <a:rPr lang="sq-AL" sz="280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2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2"/>
          <p:cNvSpPr txBox="1"/>
          <p:nvPr/>
        </p:nvSpPr>
        <p:spPr>
          <a:xfrm>
            <a:off x="7061866" y="4024770"/>
            <a:ext cx="4507606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c) </a:t>
            </a:r>
            <a:r>
              <a:rPr lang="sq-AL" sz="280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4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3"/>
          <p:cNvSpPr txBox="1"/>
          <p:nvPr/>
        </p:nvSpPr>
        <p:spPr>
          <a:xfrm>
            <a:off x="1282630" y="5307840"/>
            <a:ext cx="3931752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a) </a:t>
            </a:r>
            <a:r>
              <a:rPr lang="sq-AL" sz="280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3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4"/>
          <p:cNvSpPr txBox="1"/>
          <p:nvPr/>
        </p:nvSpPr>
        <p:spPr>
          <a:xfrm>
            <a:off x="1298902" y="4048266"/>
            <a:ext cx="3915480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d) </a:t>
            </a:r>
            <a:r>
              <a:rPr lang="sq-AL" sz="280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5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2"/>
          <p:cNvSpPr txBox="1"/>
          <p:nvPr/>
        </p:nvSpPr>
        <p:spPr>
          <a:xfrm>
            <a:off x="7433966" y="4017774"/>
            <a:ext cx="3931752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SAKTË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4" name="G1"/>
          <p:cNvSpPr txBox="1"/>
          <p:nvPr/>
        </p:nvSpPr>
        <p:spPr>
          <a:xfrm>
            <a:off x="7798938" y="5518443"/>
            <a:ext cx="3924547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5" name="G3"/>
          <p:cNvSpPr txBox="1"/>
          <p:nvPr/>
        </p:nvSpPr>
        <p:spPr>
          <a:xfrm>
            <a:off x="1435812" y="5204265"/>
            <a:ext cx="3931752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6" name="G4"/>
          <p:cNvSpPr txBox="1"/>
          <p:nvPr/>
        </p:nvSpPr>
        <p:spPr>
          <a:xfrm>
            <a:off x="1290766" y="3986710"/>
            <a:ext cx="3915480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7" name="Circle: Hollow 16">
            <a:extLst>
              <a:ext uri="{FF2B5EF4-FFF2-40B4-BE49-F238E27FC236}">
                <a16:creationId xmlns:a16="http://schemas.microsoft.com/office/drawing/2014/main" id="{1CEFB7B0-644E-40B1-A835-FDB2E385AB0A}"/>
              </a:ext>
            </a:extLst>
          </p:cNvPr>
          <p:cNvSpPr/>
          <p:nvPr/>
        </p:nvSpPr>
        <p:spPr>
          <a:xfrm>
            <a:off x="10045148" y="0"/>
            <a:ext cx="2146852" cy="2176670"/>
          </a:xfrm>
          <a:prstGeom prst="donut">
            <a:avLst>
              <a:gd name="adj" fmla="val 1225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pic>
        <p:nvPicPr>
          <p:cNvPr id="2" name="Graphic 1" descr="For Sale with solid fill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A399108-9D21-21DC-5458-2E830F20F1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5966" y="2383214"/>
            <a:ext cx="1488866" cy="148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92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1" presetClass="entr" presetSubtype="1" repeatCount="1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500"/>
                            </p:stCondLst>
                            <p:childTnLst>
                              <p:par>
                                <p:cTn id="4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1D747"/>
                                      </p:to>
                                    </p:animClr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4" grpId="0"/>
      <p:bldP spid="6" grpId="0"/>
      <p:bldP spid="6" grpId="1"/>
      <p:bldP spid="8" grpId="0"/>
      <p:bldP spid="8" grpId="1"/>
      <p:bldP spid="10" grpId="0"/>
      <p:bldP spid="10" grpId="1"/>
      <p:bldP spid="12" grpId="0"/>
      <p:bldP spid="12" grpId="1"/>
      <p:bldP spid="13" grpId="0"/>
      <p:bldP spid="14" grpId="0"/>
      <p:bldP spid="15" grpId="0"/>
      <p:bldP spid="16" grpId="0"/>
      <p:bldP spid="17" grpId="0" animBg="1"/>
      <p:bldP spid="17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B43FA-445A-5666-35C7-FD3A1C8E5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1">
            <a:extLst>
              <a:ext uri="{FF2B5EF4-FFF2-40B4-BE49-F238E27FC236}">
                <a16:creationId xmlns:a16="http://schemas.microsoft.com/office/drawing/2014/main" id="{B61CEA1A-D68C-E052-22AB-DC838ECBBF47}"/>
              </a:ext>
            </a:extLst>
          </p:cNvPr>
          <p:cNvSpPr/>
          <p:nvPr/>
        </p:nvSpPr>
        <p:spPr>
          <a:xfrm>
            <a:off x="6824896" y="5289011"/>
            <a:ext cx="4806808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7" name="O2">
            <a:extLst>
              <a:ext uri="{FF2B5EF4-FFF2-40B4-BE49-F238E27FC236}">
                <a16:creationId xmlns:a16="http://schemas.microsoft.com/office/drawing/2014/main" id="{9F3CC4B7-093E-3E87-E2E9-7B0D1982FE00}"/>
              </a:ext>
            </a:extLst>
          </p:cNvPr>
          <p:cNvSpPr/>
          <p:nvPr/>
        </p:nvSpPr>
        <p:spPr>
          <a:xfrm>
            <a:off x="6907853" y="3903059"/>
            <a:ext cx="4815632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9" name="O3">
            <a:extLst>
              <a:ext uri="{FF2B5EF4-FFF2-40B4-BE49-F238E27FC236}">
                <a16:creationId xmlns:a16="http://schemas.microsoft.com/office/drawing/2014/main" id="{E18CFBBD-EAE6-04FF-61F9-01C44A634769}"/>
              </a:ext>
            </a:extLst>
          </p:cNvPr>
          <p:cNvSpPr/>
          <p:nvPr/>
        </p:nvSpPr>
        <p:spPr>
          <a:xfrm>
            <a:off x="705113" y="5131568"/>
            <a:ext cx="4815632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1" name="O4">
            <a:extLst>
              <a:ext uri="{FF2B5EF4-FFF2-40B4-BE49-F238E27FC236}">
                <a16:creationId xmlns:a16="http://schemas.microsoft.com/office/drawing/2014/main" id="{FC591462-87E8-4E4C-E0C5-571058AED2D1}"/>
              </a:ext>
            </a:extLst>
          </p:cNvPr>
          <p:cNvSpPr/>
          <p:nvPr/>
        </p:nvSpPr>
        <p:spPr>
          <a:xfrm>
            <a:off x="689832" y="3906598"/>
            <a:ext cx="4795703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4" name="PYETJA">
            <a:extLst>
              <a:ext uri="{FF2B5EF4-FFF2-40B4-BE49-F238E27FC236}">
                <a16:creationId xmlns:a16="http://schemas.microsoft.com/office/drawing/2014/main" id="{D31A76AB-0780-47B1-7CF2-03BA6C1B4863}"/>
              </a:ext>
            </a:extLst>
          </p:cNvPr>
          <p:cNvSpPr txBox="1"/>
          <p:nvPr/>
        </p:nvSpPr>
        <p:spPr>
          <a:xfrm>
            <a:off x="349497" y="1545697"/>
            <a:ext cx="90330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q-AL" sz="3600" noProof="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Ndryshimet që ndodhin me kalimin e kohës në një ekosistem i quajmë:...</a:t>
            </a:r>
            <a:endParaRPr kumimoji="0" lang="sq-AL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1">
            <a:extLst>
              <a:ext uri="{FF2B5EF4-FFF2-40B4-BE49-F238E27FC236}">
                <a16:creationId xmlns:a16="http://schemas.microsoft.com/office/drawing/2014/main" id="{5E8B559A-8A5F-DDBC-2622-86F673389BBD}"/>
              </a:ext>
            </a:extLst>
          </p:cNvPr>
          <p:cNvSpPr txBox="1"/>
          <p:nvPr/>
        </p:nvSpPr>
        <p:spPr>
          <a:xfrm>
            <a:off x="7433966" y="5527431"/>
            <a:ext cx="3924547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b) </a:t>
            </a:r>
            <a:r>
              <a:rPr lang="sq-AL" sz="2800" noProof="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Gabime 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2">
            <a:extLst>
              <a:ext uri="{FF2B5EF4-FFF2-40B4-BE49-F238E27FC236}">
                <a16:creationId xmlns:a16="http://schemas.microsoft.com/office/drawing/2014/main" id="{EACA7ABA-9AFF-8A8B-313A-294C588D9DE8}"/>
              </a:ext>
            </a:extLst>
          </p:cNvPr>
          <p:cNvSpPr txBox="1"/>
          <p:nvPr/>
        </p:nvSpPr>
        <p:spPr>
          <a:xfrm>
            <a:off x="7061866" y="4024770"/>
            <a:ext cx="4507606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c) </a:t>
            </a:r>
            <a:r>
              <a:rPr lang="sq-AL" sz="2800" noProof="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Suksesione 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3">
            <a:extLst>
              <a:ext uri="{FF2B5EF4-FFF2-40B4-BE49-F238E27FC236}">
                <a16:creationId xmlns:a16="http://schemas.microsoft.com/office/drawing/2014/main" id="{0B24F287-04ED-E6FD-F826-AA048255A21E}"/>
              </a:ext>
            </a:extLst>
          </p:cNvPr>
          <p:cNvSpPr txBox="1"/>
          <p:nvPr/>
        </p:nvSpPr>
        <p:spPr>
          <a:xfrm>
            <a:off x="1282630" y="5307840"/>
            <a:ext cx="3931752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a) </a:t>
            </a:r>
            <a:r>
              <a:rPr lang="sq-AL" sz="2800" noProof="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Të suksesshme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4">
            <a:extLst>
              <a:ext uri="{FF2B5EF4-FFF2-40B4-BE49-F238E27FC236}">
                <a16:creationId xmlns:a16="http://schemas.microsoft.com/office/drawing/2014/main" id="{C61E6A15-0E8C-13E0-994C-762A84D537F4}"/>
              </a:ext>
            </a:extLst>
          </p:cNvPr>
          <p:cNvSpPr txBox="1"/>
          <p:nvPr/>
        </p:nvSpPr>
        <p:spPr>
          <a:xfrm>
            <a:off x="1298902" y="4048266"/>
            <a:ext cx="3915480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q-AL" sz="280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d) Të mëdha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2">
            <a:extLst>
              <a:ext uri="{FF2B5EF4-FFF2-40B4-BE49-F238E27FC236}">
                <a16:creationId xmlns:a16="http://schemas.microsoft.com/office/drawing/2014/main" id="{98B08471-4E73-B7E2-AD2D-59346DD04F36}"/>
              </a:ext>
            </a:extLst>
          </p:cNvPr>
          <p:cNvSpPr txBox="1"/>
          <p:nvPr/>
        </p:nvSpPr>
        <p:spPr>
          <a:xfrm>
            <a:off x="7433966" y="3988413"/>
            <a:ext cx="3931752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SAKTË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4" name="G1">
            <a:extLst>
              <a:ext uri="{FF2B5EF4-FFF2-40B4-BE49-F238E27FC236}">
                <a16:creationId xmlns:a16="http://schemas.microsoft.com/office/drawing/2014/main" id="{E6F9AB43-BA1E-BCE9-E2E5-807563BDF986}"/>
              </a:ext>
            </a:extLst>
          </p:cNvPr>
          <p:cNvSpPr txBox="1"/>
          <p:nvPr/>
        </p:nvSpPr>
        <p:spPr>
          <a:xfrm>
            <a:off x="7570561" y="5406714"/>
            <a:ext cx="3924547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5" name="G3">
            <a:extLst>
              <a:ext uri="{FF2B5EF4-FFF2-40B4-BE49-F238E27FC236}">
                <a16:creationId xmlns:a16="http://schemas.microsoft.com/office/drawing/2014/main" id="{ADE60C9B-D30A-9FC0-5DD8-F3A8EFB4B494}"/>
              </a:ext>
            </a:extLst>
          </p:cNvPr>
          <p:cNvSpPr txBox="1"/>
          <p:nvPr/>
        </p:nvSpPr>
        <p:spPr>
          <a:xfrm>
            <a:off x="1533781" y="5246283"/>
            <a:ext cx="3931752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6" name="G4">
            <a:extLst>
              <a:ext uri="{FF2B5EF4-FFF2-40B4-BE49-F238E27FC236}">
                <a16:creationId xmlns:a16="http://schemas.microsoft.com/office/drawing/2014/main" id="{06217BA8-B1AB-F1E2-0608-BF47AE7473F4}"/>
              </a:ext>
            </a:extLst>
          </p:cNvPr>
          <p:cNvSpPr txBox="1"/>
          <p:nvPr/>
        </p:nvSpPr>
        <p:spPr>
          <a:xfrm>
            <a:off x="1477786" y="3987468"/>
            <a:ext cx="3915480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7" name="Circle: Hollow 16">
            <a:extLst>
              <a:ext uri="{FF2B5EF4-FFF2-40B4-BE49-F238E27FC236}">
                <a16:creationId xmlns:a16="http://schemas.microsoft.com/office/drawing/2014/main" id="{A93232E7-C074-8675-CCC5-E148DB61F799}"/>
              </a:ext>
            </a:extLst>
          </p:cNvPr>
          <p:cNvSpPr/>
          <p:nvPr/>
        </p:nvSpPr>
        <p:spPr>
          <a:xfrm>
            <a:off x="10045148" y="0"/>
            <a:ext cx="2146852" cy="2176670"/>
          </a:xfrm>
          <a:prstGeom prst="donut">
            <a:avLst>
              <a:gd name="adj" fmla="val 1225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pic>
        <p:nvPicPr>
          <p:cNvPr id="2" name="Graphic 1" descr="For Sale with solid fill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08EE02F-E77B-1D35-489F-EDEF17C750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5966" y="2383214"/>
            <a:ext cx="1488866" cy="148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57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1" presetClass="entr" presetSubtype="1" repeatCount="1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500"/>
                            </p:stCondLst>
                            <p:childTnLst>
                              <p:par>
                                <p:cTn id="4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1D747"/>
                                      </p:to>
                                    </p:animClr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4" grpId="0"/>
      <p:bldP spid="6" grpId="0"/>
      <p:bldP spid="6" grpId="1"/>
      <p:bldP spid="8" grpId="0"/>
      <p:bldP spid="8" grpId="1"/>
      <p:bldP spid="10" grpId="0"/>
      <p:bldP spid="10" grpId="1"/>
      <p:bldP spid="12" grpId="0"/>
      <p:bldP spid="12" grpId="1"/>
      <p:bldP spid="13" grpId="0"/>
      <p:bldP spid="14" grpId="0"/>
      <p:bldP spid="15" grpId="0"/>
      <p:bldP spid="16" grpId="0"/>
      <p:bldP spid="17" grpId="0" animBg="1"/>
      <p:bldP spid="17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015D3-A54D-AA74-3ADA-076439104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1">
            <a:extLst>
              <a:ext uri="{FF2B5EF4-FFF2-40B4-BE49-F238E27FC236}">
                <a16:creationId xmlns:a16="http://schemas.microsoft.com/office/drawing/2014/main" id="{1D6A4E3B-DFC6-1A2A-85C7-43B210594A5A}"/>
              </a:ext>
            </a:extLst>
          </p:cNvPr>
          <p:cNvSpPr/>
          <p:nvPr/>
        </p:nvSpPr>
        <p:spPr>
          <a:xfrm>
            <a:off x="6824896" y="5289011"/>
            <a:ext cx="4806808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7" name="O2">
            <a:extLst>
              <a:ext uri="{FF2B5EF4-FFF2-40B4-BE49-F238E27FC236}">
                <a16:creationId xmlns:a16="http://schemas.microsoft.com/office/drawing/2014/main" id="{34F03B88-4CB1-9777-0969-4EC8E4E110B8}"/>
              </a:ext>
            </a:extLst>
          </p:cNvPr>
          <p:cNvSpPr/>
          <p:nvPr/>
        </p:nvSpPr>
        <p:spPr>
          <a:xfrm>
            <a:off x="669903" y="5307802"/>
            <a:ext cx="4815632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9" name="O3">
            <a:extLst>
              <a:ext uri="{FF2B5EF4-FFF2-40B4-BE49-F238E27FC236}">
                <a16:creationId xmlns:a16="http://schemas.microsoft.com/office/drawing/2014/main" id="{7984B977-9B97-9D1F-A94B-3CD87311AA50}"/>
              </a:ext>
            </a:extLst>
          </p:cNvPr>
          <p:cNvSpPr/>
          <p:nvPr/>
        </p:nvSpPr>
        <p:spPr>
          <a:xfrm>
            <a:off x="6660344" y="3914013"/>
            <a:ext cx="4815632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1" name="O4">
            <a:extLst>
              <a:ext uri="{FF2B5EF4-FFF2-40B4-BE49-F238E27FC236}">
                <a16:creationId xmlns:a16="http://schemas.microsoft.com/office/drawing/2014/main" id="{DA13248A-678A-EE96-0D79-8D2200AA9063}"/>
              </a:ext>
            </a:extLst>
          </p:cNvPr>
          <p:cNvSpPr/>
          <p:nvPr/>
        </p:nvSpPr>
        <p:spPr>
          <a:xfrm>
            <a:off x="689832" y="3906598"/>
            <a:ext cx="4795703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4" name="PYETJA">
            <a:extLst>
              <a:ext uri="{FF2B5EF4-FFF2-40B4-BE49-F238E27FC236}">
                <a16:creationId xmlns:a16="http://schemas.microsoft.com/office/drawing/2014/main" id="{5EB56EB7-5C23-4810-3047-A7CA490B5CDF}"/>
              </a:ext>
            </a:extLst>
          </p:cNvPr>
          <p:cNvSpPr txBox="1"/>
          <p:nvPr/>
        </p:nvSpPr>
        <p:spPr>
          <a:xfrm>
            <a:off x="349497" y="1545697"/>
            <a:ext cx="93245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q-AL" sz="3600" noProof="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Paraqitet në ato vende ku më parë nuk ka pasur jetë vlen për suksesionin:...</a:t>
            </a:r>
            <a:endParaRPr kumimoji="0" lang="sq-AL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1">
            <a:extLst>
              <a:ext uri="{FF2B5EF4-FFF2-40B4-BE49-F238E27FC236}">
                <a16:creationId xmlns:a16="http://schemas.microsoft.com/office/drawing/2014/main" id="{6BBA8A57-BCEB-B617-3DF6-8F797CEA6C35}"/>
              </a:ext>
            </a:extLst>
          </p:cNvPr>
          <p:cNvSpPr txBox="1"/>
          <p:nvPr/>
        </p:nvSpPr>
        <p:spPr>
          <a:xfrm>
            <a:off x="7433966" y="5527431"/>
            <a:ext cx="3924547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b) </a:t>
            </a:r>
            <a:r>
              <a:rPr lang="sq-AL" sz="2800" noProof="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terciar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2">
            <a:extLst>
              <a:ext uri="{FF2B5EF4-FFF2-40B4-BE49-F238E27FC236}">
                <a16:creationId xmlns:a16="http://schemas.microsoft.com/office/drawing/2014/main" id="{D0990A48-9195-3A86-471A-7188007B8B23}"/>
              </a:ext>
            </a:extLst>
          </p:cNvPr>
          <p:cNvSpPr txBox="1"/>
          <p:nvPr/>
        </p:nvSpPr>
        <p:spPr>
          <a:xfrm>
            <a:off x="823916" y="5429513"/>
            <a:ext cx="4507606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c) </a:t>
            </a:r>
            <a:r>
              <a:rPr lang="sq-AL" sz="2800" noProof="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parësor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3">
            <a:extLst>
              <a:ext uri="{FF2B5EF4-FFF2-40B4-BE49-F238E27FC236}">
                <a16:creationId xmlns:a16="http://schemas.microsoft.com/office/drawing/2014/main" id="{0949F0AB-7234-8925-E3F3-B76B127C45F5}"/>
              </a:ext>
            </a:extLst>
          </p:cNvPr>
          <p:cNvSpPr txBox="1"/>
          <p:nvPr/>
        </p:nvSpPr>
        <p:spPr>
          <a:xfrm>
            <a:off x="7237861" y="4090285"/>
            <a:ext cx="3931752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a) </a:t>
            </a:r>
            <a:r>
              <a:rPr lang="sq-AL" sz="2800" noProof="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tretësor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4">
            <a:extLst>
              <a:ext uri="{FF2B5EF4-FFF2-40B4-BE49-F238E27FC236}">
                <a16:creationId xmlns:a16="http://schemas.microsoft.com/office/drawing/2014/main" id="{ADB48252-6D64-C09F-CA3A-26021742B60B}"/>
              </a:ext>
            </a:extLst>
          </p:cNvPr>
          <p:cNvSpPr txBox="1"/>
          <p:nvPr/>
        </p:nvSpPr>
        <p:spPr>
          <a:xfrm>
            <a:off x="1298902" y="4048266"/>
            <a:ext cx="3915480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d) </a:t>
            </a:r>
            <a:r>
              <a:rPr lang="sq-AL" sz="2800" noProof="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dytësor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2">
            <a:extLst>
              <a:ext uri="{FF2B5EF4-FFF2-40B4-BE49-F238E27FC236}">
                <a16:creationId xmlns:a16="http://schemas.microsoft.com/office/drawing/2014/main" id="{81AF0967-998D-FA90-72D4-BC9844E0C5DD}"/>
              </a:ext>
            </a:extLst>
          </p:cNvPr>
          <p:cNvSpPr txBox="1"/>
          <p:nvPr/>
        </p:nvSpPr>
        <p:spPr>
          <a:xfrm>
            <a:off x="1121807" y="5403726"/>
            <a:ext cx="3931752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SAKTË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4" name="G1">
            <a:extLst>
              <a:ext uri="{FF2B5EF4-FFF2-40B4-BE49-F238E27FC236}">
                <a16:creationId xmlns:a16="http://schemas.microsoft.com/office/drawing/2014/main" id="{707D5EAA-487A-15B5-D980-4BFB0DCAD9CC}"/>
              </a:ext>
            </a:extLst>
          </p:cNvPr>
          <p:cNvSpPr txBox="1"/>
          <p:nvPr/>
        </p:nvSpPr>
        <p:spPr>
          <a:xfrm>
            <a:off x="7551429" y="5454183"/>
            <a:ext cx="3924547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5" name="G3">
            <a:extLst>
              <a:ext uri="{FF2B5EF4-FFF2-40B4-BE49-F238E27FC236}">
                <a16:creationId xmlns:a16="http://schemas.microsoft.com/office/drawing/2014/main" id="{667EFC8C-2F45-9506-D35E-4BCB1C2F979C}"/>
              </a:ext>
            </a:extLst>
          </p:cNvPr>
          <p:cNvSpPr txBox="1"/>
          <p:nvPr/>
        </p:nvSpPr>
        <p:spPr>
          <a:xfrm>
            <a:off x="7237861" y="4048149"/>
            <a:ext cx="3931752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6" name="G4">
            <a:extLst>
              <a:ext uri="{FF2B5EF4-FFF2-40B4-BE49-F238E27FC236}">
                <a16:creationId xmlns:a16="http://schemas.microsoft.com/office/drawing/2014/main" id="{EE90EC83-C159-76FA-0D57-B8CBA1C01DD8}"/>
              </a:ext>
            </a:extLst>
          </p:cNvPr>
          <p:cNvSpPr txBox="1"/>
          <p:nvPr/>
        </p:nvSpPr>
        <p:spPr>
          <a:xfrm>
            <a:off x="1204152" y="3984890"/>
            <a:ext cx="3915480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7" name="Circle: Hollow 16">
            <a:extLst>
              <a:ext uri="{FF2B5EF4-FFF2-40B4-BE49-F238E27FC236}">
                <a16:creationId xmlns:a16="http://schemas.microsoft.com/office/drawing/2014/main" id="{6615D7D2-9329-AA08-93B3-D69655202690}"/>
              </a:ext>
            </a:extLst>
          </p:cNvPr>
          <p:cNvSpPr/>
          <p:nvPr/>
        </p:nvSpPr>
        <p:spPr>
          <a:xfrm>
            <a:off x="10045148" y="0"/>
            <a:ext cx="2146852" cy="2176670"/>
          </a:xfrm>
          <a:prstGeom prst="donut">
            <a:avLst>
              <a:gd name="adj" fmla="val 1225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pic>
        <p:nvPicPr>
          <p:cNvPr id="2" name="Graphic 1" descr="For Sale with solid fill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78B88AF-FC58-141E-EAA1-80373ED4C6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5966" y="2383214"/>
            <a:ext cx="1488866" cy="148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225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1" presetClass="entr" presetSubtype="1" repeatCount="1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500"/>
                            </p:stCondLst>
                            <p:childTnLst>
                              <p:par>
                                <p:cTn id="4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1D747"/>
                                      </p:to>
                                    </p:animClr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4" grpId="0"/>
      <p:bldP spid="6" grpId="0"/>
      <p:bldP spid="6" grpId="1"/>
      <p:bldP spid="8" grpId="0"/>
      <p:bldP spid="8" grpId="1"/>
      <p:bldP spid="10" grpId="0"/>
      <p:bldP spid="10" grpId="1"/>
      <p:bldP spid="12" grpId="0"/>
      <p:bldP spid="12" grpId="1"/>
      <p:bldP spid="13" grpId="0"/>
      <p:bldP spid="14" grpId="0"/>
      <p:bldP spid="15" grpId="0"/>
      <p:bldP spid="16" grpId="0"/>
      <p:bldP spid="17" grpId="0" animBg="1"/>
      <p:bldP spid="17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: Hollow 1">
            <a:extLst>
              <a:ext uri="{FF2B5EF4-FFF2-40B4-BE49-F238E27FC236}">
                <a16:creationId xmlns:a16="http://schemas.microsoft.com/office/drawing/2014/main" id="{F318AACA-9E08-481F-94EC-6603BE9ED499}"/>
              </a:ext>
            </a:extLst>
          </p:cNvPr>
          <p:cNvSpPr/>
          <p:nvPr/>
        </p:nvSpPr>
        <p:spPr>
          <a:xfrm>
            <a:off x="10045148" y="0"/>
            <a:ext cx="2146852" cy="2176670"/>
          </a:xfrm>
          <a:prstGeom prst="donut">
            <a:avLst>
              <a:gd name="adj" fmla="val 1225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pic>
        <p:nvPicPr>
          <p:cNvPr id="3" name="Graphic 2" descr="For Sale with solid fill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7546150-4AFB-CFE9-A7F3-1899780964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5966" y="2383214"/>
            <a:ext cx="1488866" cy="1488866"/>
          </a:xfrm>
          <a:prstGeom prst="rect">
            <a:avLst/>
          </a:prstGeom>
        </p:spPr>
      </p:pic>
      <p:sp>
        <p:nvSpPr>
          <p:cNvPr id="4" name="PYETJA">
            <a:extLst>
              <a:ext uri="{FF2B5EF4-FFF2-40B4-BE49-F238E27FC236}">
                <a16:creationId xmlns:a16="http://schemas.microsoft.com/office/drawing/2014/main" id="{FA85D724-590F-693B-5582-2CBF1BBDBB5D}"/>
              </a:ext>
            </a:extLst>
          </p:cNvPr>
          <p:cNvSpPr txBox="1"/>
          <p:nvPr/>
        </p:nvSpPr>
        <p:spPr>
          <a:xfrm>
            <a:off x="349497" y="1545697"/>
            <a:ext cx="93245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q-AL" sz="3600" noProof="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Paraqitet në ato vende ku më parë ka pasur jetë vlen për suksesionin:...</a:t>
            </a:r>
            <a:endParaRPr kumimoji="0" lang="sq-AL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1">
            <a:extLst>
              <a:ext uri="{FF2B5EF4-FFF2-40B4-BE49-F238E27FC236}">
                <a16:creationId xmlns:a16="http://schemas.microsoft.com/office/drawing/2014/main" id="{97F7FC25-32CA-24BD-BFD7-DFC536C87BC6}"/>
              </a:ext>
            </a:extLst>
          </p:cNvPr>
          <p:cNvSpPr/>
          <p:nvPr/>
        </p:nvSpPr>
        <p:spPr>
          <a:xfrm>
            <a:off x="6824896" y="5289011"/>
            <a:ext cx="4806808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6" name="O2">
            <a:extLst>
              <a:ext uri="{FF2B5EF4-FFF2-40B4-BE49-F238E27FC236}">
                <a16:creationId xmlns:a16="http://schemas.microsoft.com/office/drawing/2014/main" id="{3A8F3D1E-2D8A-CE12-4277-5D6D5848860E}"/>
              </a:ext>
            </a:extLst>
          </p:cNvPr>
          <p:cNvSpPr/>
          <p:nvPr/>
        </p:nvSpPr>
        <p:spPr>
          <a:xfrm>
            <a:off x="669903" y="5307802"/>
            <a:ext cx="4815632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7" name="O3">
            <a:extLst>
              <a:ext uri="{FF2B5EF4-FFF2-40B4-BE49-F238E27FC236}">
                <a16:creationId xmlns:a16="http://schemas.microsoft.com/office/drawing/2014/main" id="{BCCB54AE-0D31-36DD-A72D-9186210653EB}"/>
              </a:ext>
            </a:extLst>
          </p:cNvPr>
          <p:cNvSpPr/>
          <p:nvPr/>
        </p:nvSpPr>
        <p:spPr>
          <a:xfrm>
            <a:off x="6660344" y="3914013"/>
            <a:ext cx="4815632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8" name="O4">
            <a:extLst>
              <a:ext uri="{FF2B5EF4-FFF2-40B4-BE49-F238E27FC236}">
                <a16:creationId xmlns:a16="http://schemas.microsoft.com/office/drawing/2014/main" id="{68964C91-7EF7-F2E1-EA2B-1AB1433E7671}"/>
              </a:ext>
            </a:extLst>
          </p:cNvPr>
          <p:cNvSpPr/>
          <p:nvPr/>
        </p:nvSpPr>
        <p:spPr>
          <a:xfrm>
            <a:off x="689832" y="3906598"/>
            <a:ext cx="4795703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9" name="T1">
            <a:extLst>
              <a:ext uri="{FF2B5EF4-FFF2-40B4-BE49-F238E27FC236}">
                <a16:creationId xmlns:a16="http://schemas.microsoft.com/office/drawing/2014/main" id="{C0F884F8-A42D-8B4C-1FD8-5B2C2F26767F}"/>
              </a:ext>
            </a:extLst>
          </p:cNvPr>
          <p:cNvSpPr txBox="1"/>
          <p:nvPr/>
        </p:nvSpPr>
        <p:spPr>
          <a:xfrm>
            <a:off x="7433966" y="5527431"/>
            <a:ext cx="3924547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b) </a:t>
            </a:r>
            <a:r>
              <a:rPr lang="sq-AL" sz="2800" noProof="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terciar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2">
            <a:extLst>
              <a:ext uri="{FF2B5EF4-FFF2-40B4-BE49-F238E27FC236}">
                <a16:creationId xmlns:a16="http://schemas.microsoft.com/office/drawing/2014/main" id="{5C873427-3F8E-F841-722B-BDBAAF34285B}"/>
              </a:ext>
            </a:extLst>
          </p:cNvPr>
          <p:cNvSpPr txBox="1"/>
          <p:nvPr/>
        </p:nvSpPr>
        <p:spPr>
          <a:xfrm>
            <a:off x="823916" y="5429513"/>
            <a:ext cx="4507606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c) dytësor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3">
            <a:extLst>
              <a:ext uri="{FF2B5EF4-FFF2-40B4-BE49-F238E27FC236}">
                <a16:creationId xmlns:a16="http://schemas.microsoft.com/office/drawing/2014/main" id="{A00F9F3C-C3FB-492E-2A4A-0188304EDA6D}"/>
              </a:ext>
            </a:extLst>
          </p:cNvPr>
          <p:cNvSpPr txBox="1"/>
          <p:nvPr/>
        </p:nvSpPr>
        <p:spPr>
          <a:xfrm>
            <a:off x="7237861" y="4090285"/>
            <a:ext cx="3931752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a) </a:t>
            </a:r>
            <a:r>
              <a:rPr lang="sq-AL" sz="2800" noProof="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tretësor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4">
            <a:extLst>
              <a:ext uri="{FF2B5EF4-FFF2-40B4-BE49-F238E27FC236}">
                <a16:creationId xmlns:a16="http://schemas.microsoft.com/office/drawing/2014/main" id="{8F278779-A009-4174-A0C0-67ED013B0029}"/>
              </a:ext>
            </a:extLst>
          </p:cNvPr>
          <p:cNvSpPr txBox="1"/>
          <p:nvPr/>
        </p:nvSpPr>
        <p:spPr>
          <a:xfrm>
            <a:off x="1298902" y="4048266"/>
            <a:ext cx="3915480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d) </a:t>
            </a:r>
            <a:r>
              <a:rPr lang="sq-AL" sz="280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parë</a:t>
            </a:r>
            <a:r>
              <a:rPr lang="sq-AL" sz="2800" noProof="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sor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2">
            <a:extLst>
              <a:ext uri="{FF2B5EF4-FFF2-40B4-BE49-F238E27FC236}">
                <a16:creationId xmlns:a16="http://schemas.microsoft.com/office/drawing/2014/main" id="{75ACFCF6-8DB4-C8A3-4C07-E845A7C7834D}"/>
              </a:ext>
            </a:extLst>
          </p:cNvPr>
          <p:cNvSpPr txBox="1"/>
          <p:nvPr/>
        </p:nvSpPr>
        <p:spPr>
          <a:xfrm>
            <a:off x="1173072" y="5487631"/>
            <a:ext cx="3931752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SAKTË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4" name="G1">
            <a:extLst>
              <a:ext uri="{FF2B5EF4-FFF2-40B4-BE49-F238E27FC236}">
                <a16:creationId xmlns:a16="http://schemas.microsoft.com/office/drawing/2014/main" id="{8BE19DE6-DC2B-229A-88FC-570626E770DE}"/>
              </a:ext>
            </a:extLst>
          </p:cNvPr>
          <p:cNvSpPr txBox="1"/>
          <p:nvPr/>
        </p:nvSpPr>
        <p:spPr>
          <a:xfrm>
            <a:off x="7551429" y="5454183"/>
            <a:ext cx="3924547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5" name="G3">
            <a:extLst>
              <a:ext uri="{FF2B5EF4-FFF2-40B4-BE49-F238E27FC236}">
                <a16:creationId xmlns:a16="http://schemas.microsoft.com/office/drawing/2014/main" id="{F18706FF-4268-36E0-D574-D5CB49EC2864}"/>
              </a:ext>
            </a:extLst>
          </p:cNvPr>
          <p:cNvSpPr txBox="1"/>
          <p:nvPr/>
        </p:nvSpPr>
        <p:spPr>
          <a:xfrm>
            <a:off x="7237861" y="4048149"/>
            <a:ext cx="3931752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6" name="G4">
            <a:extLst>
              <a:ext uri="{FF2B5EF4-FFF2-40B4-BE49-F238E27FC236}">
                <a16:creationId xmlns:a16="http://schemas.microsoft.com/office/drawing/2014/main" id="{B73D8281-E13F-7333-7DB4-0992162BD0BA}"/>
              </a:ext>
            </a:extLst>
          </p:cNvPr>
          <p:cNvSpPr txBox="1"/>
          <p:nvPr/>
        </p:nvSpPr>
        <p:spPr>
          <a:xfrm>
            <a:off x="1298902" y="4021313"/>
            <a:ext cx="3915480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4810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repeatCount="1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0"/>
                            </p:stCondLst>
                            <p:childTnLst>
                              <p:par>
                                <p:cTn id="9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1D747"/>
                                      </p:to>
                                    </p:animClr>
                                    <p:set>
                                      <p:cBhvr>
                                        <p:cTn id="6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7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8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5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" fill="hold">
                      <p:stCondLst>
                        <p:cond delay="0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9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4" grpId="0"/>
      <p:bldP spid="5" grpId="0" animBg="1"/>
      <p:bldP spid="6" grpId="0" animBg="1"/>
      <p:bldP spid="7" grpId="0" animBg="1"/>
      <p:bldP spid="8" grpId="0" animBg="1"/>
      <p:bldP spid="9" grpId="0"/>
      <p:bldP spid="9" grpId="1"/>
      <p:bldP spid="10" grpId="0"/>
      <p:bldP spid="10" grpId="1"/>
      <p:bldP spid="11" grpId="0"/>
      <p:bldP spid="11" grpId="1"/>
      <p:bldP spid="12" grpId="0"/>
      <p:bldP spid="12" grpId="1"/>
      <p:bldP spid="13" grpId="0"/>
      <p:bldP spid="14" grpId="0"/>
      <p:bldP spid="15" grpId="0"/>
      <p:bldP spid="1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7ABDB-AC00-5F2B-CF72-BF5FF11E3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1">
            <a:extLst>
              <a:ext uri="{FF2B5EF4-FFF2-40B4-BE49-F238E27FC236}">
                <a16:creationId xmlns:a16="http://schemas.microsoft.com/office/drawing/2014/main" id="{192B3D32-C98F-AC4A-60B8-9F53B9193744}"/>
              </a:ext>
            </a:extLst>
          </p:cNvPr>
          <p:cNvSpPr/>
          <p:nvPr/>
        </p:nvSpPr>
        <p:spPr>
          <a:xfrm>
            <a:off x="6671256" y="3963392"/>
            <a:ext cx="4806808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7" name="O2">
            <a:extLst>
              <a:ext uri="{FF2B5EF4-FFF2-40B4-BE49-F238E27FC236}">
                <a16:creationId xmlns:a16="http://schemas.microsoft.com/office/drawing/2014/main" id="{012782AA-1A08-9E83-B1D0-DB7BBB70B4EF}"/>
              </a:ext>
            </a:extLst>
          </p:cNvPr>
          <p:cNvSpPr/>
          <p:nvPr/>
        </p:nvSpPr>
        <p:spPr>
          <a:xfrm>
            <a:off x="722284" y="5096031"/>
            <a:ext cx="4815632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9" name="O3">
            <a:extLst>
              <a:ext uri="{FF2B5EF4-FFF2-40B4-BE49-F238E27FC236}">
                <a16:creationId xmlns:a16="http://schemas.microsoft.com/office/drawing/2014/main" id="{E5B5F923-A03E-BEEE-7B8D-78D860BE4561}"/>
              </a:ext>
            </a:extLst>
          </p:cNvPr>
          <p:cNvSpPr/>
          <p:nvPr/>
        </p:nvSpPr>
        <p:spPr>
          <a:xfrm>
            <a:off x="722284" y="3894350"/>
            <a:ext cx="4815632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1" name="O4">
            <a:extLst>
              <a:ext uri="{FF2B5EF4-FFF2-40B4-BE49-F238E27FC236}">
                <a16:creationId xmlns:a16="http://schemas.microsoft.com/office/drawing/2014/main" id="{C8F90683-B64D-40FF-F0C2-FFE5F8305D1C}"/>
              </a:ext>
            </a:extLst>
          </p:cNvPr>
          <p:cNvSpPr/>
          <p:nvPr/>
        </p:nvSpPr>
        <p:spPr>
          <a:xfrm>
            <a:off x="6671256" y="5134129"/>
            <a:ext cx="4795703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4" name="PYETJA">
            <a:extLst>
              <a:ext uri="{FF2B5EF4-FFF2-40B4-BE49-F238E27FC236}">
                <a16:creationId xmlns:a16="http://schemas.microsoft.com/office/drawing/2014/main" id="{F047653B-A207-5C1D-02CF-327BD594C5E9}"/>
              </a:ext>
            </a:extLst>
          </p:cNvPr>
          <p:cNvSpPr txBox="1"/>
          <p:nvPr/>
        </p:nvSpPr>
        <p:spPr>
          <a:xfrm>
            <a:off x="398654" y="1395123"/>
            <a:ext cx="102785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q-AL" sz="360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Llojet e para që shfaqen në një biotop të ndryshuar quhen lloje:...</a:t>
            </a:r>
            <a:endParaRPr kumimoji="0" lang="sq-AL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1">
            <a:extLst>
              <a:ext uri="{FF2B5EF4-FFF2-40B4-BE49-F238E27FC236}">
                <a16:creationId xmlns:a16="http://schemas.microsoft.com/office/drawing/2014/main" id="{B0AC60EC-B591-C2DC-3E22-C4F75DB42B95}"/>
              </a:ext>
            </a:extLst>
          </p:cNvPr>
          <p:cNvSpPr txBox="1"/>
          <p:nvPr/>
        </p:nvSpPr>
        <p:spPr>
          <a:xfrm>
            <a:off x="7280326" y="4201812"/>
            <a:ext cx="3924547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b) </a:t>
            </a:r>
            <a:r>
              <a:rPr lang="sq-AL" sz="2800" noProof="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dytësore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2">
            <a:extLst>
              <a:ext uri="{FF2B5EF4-FFF2-40B4-BE49-F238E27FC236}">
                <a16:creationId xmlns:a16="http://schemas.microsoft.com/office/drawing/2014/main" id="{298D5055-7B35-7285-089D-47CE76C54D3E}"/>
              </a:ext>
            </a:extLst>
          </p:cNvPr>
          <p:cNvSpPr txBox="1"/>
          <p:nvPr/>
        </p:nvSpPr>
        <p:spPr>
          <a:xfrm>
            <a:off x="876297" y="5217742"/>
            <a:ext cx="4507606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c) </a:t>
            </a:r>
            <a:r>
              <a:rPr lang="sq-AL" sz="2800" noProof="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pioniere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3">
            <a:extLst>
              <a:ext uri="{FF2B5EF4-FFF2-40B4-BE49-F238E27FC236}">
                <a16:creationId xmlns:a16="http://schemas.microsoft.com/office/drawing/2014/main" id="{0AA3E002-4AE3-2285-3172-D64E2EB0C715}"/>
              </a:ext>
            </a:extLst>
          </p:cNvPr>
          <p:cNvSpPr txBox="1"/>
          <p:nvPr/>
        </p:nvSpPr>
        <p:spPr>
          <a:xfrm>
            <a:off x="1247513" y="4069927"/>
            <a:ext cx="3931752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a) </a:t>
            </a:r>
            <a:r>
              <a:rPr lang="sq-AL" sz="2800" noProof="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Parësore 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4">
            <a:extLst>
              <a:ext uri="{FF2B5EF4-FFF2-40B4-BE49-F238E27FC236}">
                <a16:creationId xmlns:a16="http://schemas.microsoft.com/office/drawing/2014/main" id="{5FFD7E0D-0CAB-2884-CB78-038EE4282B31}"/>
              </a:ext>
            </a:extLst>
          </p:cNvPr>
          <p:cNvSpPr txBox="1"/>
          <p:nvPr/>
        </p:nvSpPr>
        <p:spPr>
          <a:xfrm>
            <a:off x="7280326" y="5275797"/>
            <a:ext cx="3915480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d) </a:t>
            </a:r>
            <a:r>
              <a:rPr lang="sq-AL" sz="2800" noProof="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terciare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2">
            <a:extLst>
              <a:ext uri="{FF2B5EF4-FFF2-40B4-BE49-F238E27FC236}">
                <a16:creationId xmlns:a16="http://schemas.microsoft.com/office/drawing/2014/main" id="{CCBDAE59-7944-D5C4-BB4C-D19F1C347DCC}"/>
              </a:ext>
            </a:extLst>
          </p:cNvPr>
          <p:cNvSpPr txBox="1"/>
          <p:nvPr/>
        </p:nvSpPr>
        <p:spPr>
          <a:xfrm>
            <a:off x="1247122" y="5217742"/>
            <a:ext cx="3931752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SAKTË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4" name="G1">
            <a:extLst>
              <a:ext uri="{FF2B5EF4-FFF2-40B4-BE49-F238E27FC236}">
                <a16:creationId xmlns:a16="http://schemas.microsoft.com/office/drawing/2014/main" id="{9948083B-A125-0156-53AA-F2A92C94D74C}"/>
              </a:ext>
            </a:extLst>
          </p:cNvPr>
          <p:cNvSpPr txBox="1"/>
          <p:nvPr/>
        </p:nvSpPr>
        <p:spPr>
          <a:xfrm>
            <a:off x="7271259" y="4123782"/>
            <a:ext cx="3924547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5" name="G3">
            <a:extLst>
              <a:ext uri="{FF2B5EF4-FFF2-40B4-BE49-F238E27FC236}">
                <a16:creationId xmlns:a16="http://schemas.microsoft.com/office/drawing/2014/main" id="{DCB30ADA-E506-2FA1-ADF1-CC7B82F043F4}"/>
              </a:ext>
            </a:extLst>
          </p:cNvPr>
          <p:cNvSpPr txBox="1"/>
          <p:nvPr/>
        </p:nvSpPr>
        <p:spPr>
          <a:xfrm>
            <a:off x="1384109" y="4008371"/>
            <a:ext cx="3931752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6" name="G4">
            <a:extLst>
              <a:ext uri="{FF2B5EF4-FFF2-40B4-BE49-F238E27FC236}">
                <a16:creationId xmlns:a16="http://schemas.microsoft.com/office/drawing/2014/main" id="{0BE3F4E2-D517-7DDC-10B9-06C3DCCD3C2D}"/>
              </a:ext>
            </a:extLst>
          </p:cNvPr>
          <p:cNvSpPr txBox="1"/>
          <p:nvPr/>
        </p:nvSpPr>
        <p:spPr>
          <a:xfrm>
            <a:off x="7289393" y="5152686"/>
            <a:ext cx="3915480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7" name="Circle: Hollow 16">
            <a:extLst>
              <a:ext uri="{FF2B5EF4-FFF2-40B4-BE49-F238E27FC236}">
                <a16:creationId xmlns:a16="http://schemas.microsoft.com/office/drawing/2014/main" id="{B6BF3A78-A5E9-4B79-9974-FC6751878967}"/>
              </a:ext>
            </a:extLst>
          </p:cNvPr>
          <p:cNvSpPr/>
          <p:nvPr/>
        </p:nvSpPr>
        <p:spPr>
          <a:xfrm>
            <a:off x="10045148" y="0"/>
            <a:ext cx="2146852" cy="2176670"/>
          </a:xfrm>
          <a:prstGeom prst="donut">
            <a:avLst>
              <a:gd name="adj" fmla="val 1225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pic>
        <p:nvPicPr>
          <p:cNvPr id="2" name="Graphic 1" descr="For Sale with solid fill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BFD5996-B548-34C9-A62E-894BB3BFFD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5966" y="2383214"/>
            <a:ext cx="1488866" cy="148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52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1" presetClass="entr" presetSubtype="1" repeatCount="1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500"/>
                            </p:stCondLst>
                            <p:childTnLst>
                              <p:par>
                                <p:cTn id="4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1D747"/>
                                      </p:to>
                                    </p:animClr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4" grpId="0"/>
      <p:bldP spid="6" grpId="0"/>
      <p:bldP spid="6" grpId="1"/>
      <p:bldP spid="8" grpId="0"/>
      <p:bldP spid="8" grpId="1"/>
      <p:bldP spid="10" grpId="0"/>
      <p:bldP spid="10" grpId="1"/>
      <p:bldP spid="12" grpId="0"/>
      <p:bldP spid="12" grpId="1"/>
      <p:bldP spid="13" grpId="0"/>
      <p:bldP spid="14" grpId="0"/>
      <p:bldP spid="15" grpId="0"/>
      <p:bldP spid="16" grpId="0"/>
      <p:bldP spid="17" grpId="0" animBg="1"/>
      <p:bldP spid="17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4DA81-B573-2951-867F-EEF18C8DC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2">
            <a:extLst>
              <a:ext uri="{FF2B5EF4-FFF2-40B4-BE49-F238E27FC236}">
                <a16:creationId xmlns:a16="http://schemas.microsoft.com/office/drawing/2014/main" id="{4975EF7A-1712-3CEC-5F55-E6CDD2E5FDC2}"/>
              </a:ext>
            </a:extLst>
          </p:cNvPr>
          <p:cNvSpPr/>
          <p:nvPr/>
        </p:nvSpPr>
        <p:spPr>
          <a:xfrm>
            <a:off x="5828931" y="3887048"/>
            <a:ext cx="4815632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9" name="O3">
            <a:extLst>
              <a:ext uri="{FF2B5EF4-FFF2-40B4-BE49-F238E27FC236}">
                <a16:creationId xmlns:a16="http://schemas.microsoft.com/office/drawing/2014/main" id="{6C4A10C8-86DE-E719-9D43-518F08A130DA}"/>
              </a:ext>
            </a:extLst>
          </p:cNvPr>
          <p:cNvSpPr/>
          <p:nvPr/>
        </p:nvSpPr>
        <p:spPr>
          <a:xfrm>
            <a:off x="722284" y="3894350"/>
            <a:ext cx="4815632" cy="875763"/>
          </a:xfrm>
          <a:prstGeom prst="roundRect">
            <a:avLst>
              <a:gd name="adj" fmla="val 43138"/>
            </a:avLst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4" name="PYETJA">
            <a:extLst>
              <a:ext uri="{FF2B5EF4-FFF2-40B4-BE49-F238E27FC236}">
                <a16:creationId xmlns:a16="http://schemas.microsoft.com/office/drawing/2014/main" id="{5B0B2B64-57E3-DF2A-61C0-183D19812F51}"/>
              </a:ext>
            </a:extLst>
          </p:cNvPr>
          <p:cNvSpPr txBox="1"/>
          <p:nvPr/>
        </p:nvSpPr>
        <p:spPr>
          <a:xfrm>
            <a:off x="248501" y="1761969"/>
            <a:ext cx="97038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q-AL" sz="3600" noProof="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Prerja masive e pyllit paraqet suksesion: ... </a:t>
            </a:r>
            <a:endParaRPr kumimoji="0" lang="sq-AL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2">
            <a:extLst>
              <a:ext uri="{FF2B5EF4-FFF2-40B4-BE49-F238E27FC236}">
                <a16:creationId xmlns:a16="http://schemas.microsoft.com/office/drawing/2014/main" id="{24402FCA-D917-AC12-94E5-15AFD5D499D0}"/>
              </a:ext>
            </a:extLst>
          </p:cNvPr>
          <p:cNvSpPr txBox="1"/>
          <p:nvPr/>
        </p:nvSpPr>
        <p:spPr>
          <a:xfrm>
            <a:off x="5982944" y="4008759"/>
            <a:ext cx="4507606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c) </a:t>
            </a:r>
            <a:r>
              <a:rPr lang="sq-AL" sz="2800" noProof="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dytësore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3">
            <a:extLst>
              <a:ext uri="{FF2B5EF4-FFF2-40B4-BE49-F238E27FC236}">
                <a16:creationId xmlns:a16="http://schemas.microsoft.com/office/drawing/2014/main" id="{F27FB885-68ED-5C3A-1698-D507E34362EF}"/>
              </a:ext>
            </a:extLst>
          </p:cNvPr>
          <p:cNvSpPr txBox="1"/>
          <p:nvPr/>
        </p:nvSpPr>
        <p:spPr>
          <a:xfrm>
            <a:off x="1247513" y="4069927"/>
            <a:ext cx="3931752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cs typeface="Times New Roman" panose="02020603050405020304" pitchFamily="18" charset="0"/>
              </a:rPr>
              <a:t>a) </a:t>
            </a:r>
            <a:r>
              <a:rPr lang="sq-AL" sz="2800" noProof="0" dirty="0">
                <a:solidFill>
                  <a:prstClr val="black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parësor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2">
            <a:extLst>
              <a:ext uri="{FF2B5EF4-FFF2-40B4-BE49-F238E27FC236}">
                <a16:creationId xmlns:a16="http://schemas.microsoft.com/office/drawing/2014/main" id="{372D639E-D982-2DBB-4253-5E8312AAA406}"/>
              </a:ext>
            </a:extLst>
          </p:cNvPr>
          <p:cNvSpPr txBox="1"/>
          <p:nvPr/>
        </p:nvSpPr>
        <p:spPr>
          <a:xfrm>
            <a:off x="6478597" y="4035000"/>
            <a:ext cx="3931752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SAKTË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5" name="G3">
            <a:extLst>
              <a:ext uri="{FF2B5EF4-FFF2-40B4-BE49-F238E27FC236}">
                <a16:creationId xmlns:a16="http://schemas.microsoft.com/office/drawing/2014/main" id="{7BD62A51-C99E-3084-30D0-2818F2228DE6}"/>
              </a:ext>
            </a:extLst>
          </p:cNvPr>
          <p:cNvSpPr txBox="1"/>
          <p:nvPr/>
        </p:nvSpPr>
        <p:spPr>
          <a:xfrm>
            <a:off x="1371950" y="4078107"/>
            <a:ext cx="3931752" cy="64633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sp>
        <p:nvSpPr>
          <p:cNvPr id="17" name="Circle: Hollow 16">
            <a:extLst>
              <a:ext uri="{FF2B5EF4-FFF2-40B4-BE49-F238E27FC236}">
                <a16:creationId xmlns:a16="http://schemas.microsoft.com/office/drawing/2014/main" id="{2702E53B-6B5E-36AD-8D85-871D6FDA9BFD}"/>
              </a:ext>
            </a:extLst>
          </p:cNvPr>
          <p:cNvSpPr/>
          <p:nvPr/>
        </p:nvSpPr>
        <p:spPr>
          <a:xfrm>
            <a:off x="10045148" y="0"/>
            <a:ext cx="2146852" cy="2176670"/>
          </a:xfrm>
          <a:prstGeom prst="donut">
            <a:avLst>
              <a:gd name="adj" fmla="val 1225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</a:endParaRPr>
          </a:p>
        </p:txBody>
      </p:sp>
      <p:pic>
        <p:nvPicPr>
          <p:cNvPr id="2" name="Graphic 1" descr="For Sale with solid fill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6956694-B5B0-93E4-A76B-0DD3869792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5966" y="2383214"/>
            <a:ext cx="1488866" cy="148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833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1" presetClass="entr" presetSubtype="1" repeatCount="1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1000"/>
                            </p:stCondLst>
                            <p:childTnLst>
                              <p:par>
                                <p:cTn id="3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1D747"/>
                                      </p:to>
                                    </p:animClr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5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4" grpId="0"/>
      <p:bldP spid="8" grpId="0"/>
      <p:bldP spid="8" grpId="1"/>
      <p:bldP spid="10" grpId="0"/>
      <p:bldP spid="10" grpId="1"/>
      <p:bldP spid="13" grpId="0"/>
      <p:bldP spid="15" grpId="0"/>
      <p:bldP spid="17" grpId="0" animBg="1"/>
      <p:bldP spid="17" grpId="1" animBg="1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1056</TotalTime>
  <Words>628</Words>
  <Application>Microsoft Office PowerPoint</Application>
  <PresentationFormat>Widescreen</PresentationFormat>
  <Paragraphs>187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 Times New Roman</vt:lpstr>
      <vt:lpstr>Arial</vt:lpstr>
      <vt:lpstr>Bodoni MT</vt:lpstr>
      <vt:lpstr>Calibri</vt:lpstr>
      <vt:lpstr>Calibri Light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Naser Guri</dc:creator>
  <cp:lastModifiedBy>Naser Guri</cp:lastModifiedBy>
  <cp:revision>52</cp:revision>
  <dcterms:created xsi:type="dcterms:W3CDTF">2024-03-01T17:04:20Z</dcterms:created>
  <dcterms:modified xsi:type="dcterms:W3CDTF">2024-03-04T13:08:28Z</dcterms:modified>
</cp:coreProperties>
</file>