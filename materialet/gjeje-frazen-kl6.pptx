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sq-X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-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C39D3-B58A-B18C-ACB7-D8A619E913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68F66D-64D4-53BD-EE2A-0AFE33793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50C25-F506-A059-9909-C881207E3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FB1B5-DFEC-4DF8-B219-E790948811F9}" type="datetimeFigureOut">
              <a:rPr lang="sq-XK" smtClean="0"/>
              <a:t>15.3.2023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AEBF3-98AD-9B5D-FA7E-BC3239590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430C0-1783-5511-3C3E-65236158D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4134B-AB3F-4099-8488-446240567CC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01034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58E46-6B1D-E105-6718-A8AEE4665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C4E74-F90A-1B46-D463-CB98E0163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75164-676D-7CF0-467F-7A3BF0FD1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FB1B5-DFEC-4DF8-B219-E790948811F9}" type="datetimeFigureOut">
              <a:rPr lang="sq-XK" smtClean="0"/>
              <a:t>15.3.2023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B2C06-BA6F-804E-53F2-1208F913B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084B9-6BA6-6F82-3C24-0AB34BA00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4134B-AB3F-4099-8488-446240567CC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260267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8EBA8-3969-57CB-634A-E02551E2D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5E576-5ED6-6A92-4EB7-FEFA6BD22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EFEFE-21DF-94C6-634A-6D4433FC8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FB1B5-DFEC-4DF8-B219-E790948811F9}" type="datetimeFigureOut">
              <a:rPr lang="sq-XK" smtClean="0"/>
              <a:t>15.3.2023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BD9B3-CB1B-4E55-2E76-8EA91D9C6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F7839-6F4C-12D9-DDCE-385C94B09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4134B-AB3F-4099-8488-446240567CC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21264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2087E-433D-2ABF-7FD3-B8D6DD4C9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C12F5-D253-447C-00BC-571C746EF3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6D0FFB-DDBB-1976-4EF7-25AC9B5E45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18809B-E004-B554-97F1-E3A05E51E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FB1B5-DFEC-4DF8-B219-E790948811F9}" type="datetimeFigureOut">
              <a:rPr lang="sq-XK" smtClean="0"/>
              <a:t>15.3.2023</a:t>
            </a:fld>
            <a:endParaRPr lang="sq-X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75F5A8-76EA-322E-3FD8-EECD9E06F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7E5863-82AF-A22E-EA75-5EF942095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4134B-AB3F-4099-8488-446240567CC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345099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26D20-6379-CF49-3BAC-42ACED327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F5889-0F45-876D-93BC-FA10C6CB6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1F8194-4753-5A8A-BA81-2CA44DFEEC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F5DAA1-CB4D-ECD2-C8C4-18DD00B207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134EB8-6B18-0CEA-610B-AE3C1F749C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577390-459E-B809-307D-5418391CE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FB1B5-DFEC-4DF8-B219-E790948811F9}" type="datetimeFigureOut">
              <a:rPr lang="sq-XK" smtClean="0"/>
              <a:t>15.3.2023</a:t>
            </a:fld>
            <a:endParaRPr lang="sq-X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251436-AD87-ABD3-E2BB-C28C68025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BABD97-B562-2340-0803-C127E657D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4134B-AB3F-4099-8488-446240567CC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231258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6411E-C39F-2455-9C0D-CEB6E452A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18609E-0EBD-23AE-EA18-1E3C0CB1A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FB1B5-DFEC-4DF8-B219-E790948811F9}" type="datetimeFigureOut">
              <a:rPr lang="sq-XK" smtClean="0"/>
              <a:t>15.3.2023</a:t>
            </a:fld>
            <a:endParaRPr lang="sq-X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FB6598-64EF-1447-2691-D9B911F66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1D2929-3489-3CEC-D167-0A4320DD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4134B-AB3F-4099-8488-446240567CC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644693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5114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924E5-1BFD-9E3D-DB86-4A58E731E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9E8E0-4795-B629-ED32-AA5797EA4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506BB1-428D-CF88-232B-3801CC64CA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B6E798-307D-4E68-31F1-03920D7FA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FB1B5-DFEC-4DF8-B219-E790948811F9}" type="datetimeFigureOut">
              <a:rPr lang="sq-XK" smtClean="0"/>
              <a:t>15.3.2023</a:t>
            </a:fld>
            <a:endParaRPr lang="sq-X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FBE306-C5B0-0D5A-D38F-6A1DD160D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57FCBF-7ABA-8E03-B856-AE304FDAB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4134B-AB3F-4099-8488-446240567CC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734429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6FF7B-4873-3A7A-025A-CDB32C41A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7449C9-5242-4B90-F199-2F4282D1FD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q-X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73084-50CB-7636-ACB2-D9B1BD4EA8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4E5827-007B-FFC5-B165-C8E3F73E1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FB1B5-DFEC-4DF8-B219-E790948811F9}" type="datetimeFigureOut">
              <a:rPr lang="sq-XK" smtClean="0"/>
              <a:t>15.3.2023</a:t>
            </a:fld>
            <a:endParaRPr lang="sq-X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78B98B-6794-AFCC-F8DF-F09100631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C4CFC5-C3BB-45F6-591E-26D4930E1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4134B-AB3F-4099-8488-446240567CC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134047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ECF8A-2A0B-9FE0-8ACC-4781A39A7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2C208D-B34B-247E-31BC-716C0DD76E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D35A5-41AD-993B-A21A-A001BBB32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FB1B5-DFEC-4DF8-B219-E790948811F9}" type="datetimeFigureOut">
              <a:rPr lang="sq-XK" smtClean="0"/>
              <a:t>15.3.2023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242EC-3F81-856C-00AF-9A589A377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ACFC5-9BB8-085F-DF5A-7B53B6B0B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4134B-AB3F-4099-8488-446240567CC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5944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C8964F-55EC-DC46-A049-B52E6CB8A5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41CF7A-ACBD-A11E-33E4-7733F8E4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6C793-023F-146E-1239-AF143D36F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FB1B5-DFEC-4DF8-B219-E790948811F9}" type="datetimeFigureOut">
              <a:rPr lang="sq-XK" smtClean="0"/>
              <a:t>15.3.2023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76461-4C85-9D50-A968-C8485B8AA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67678-C904-E469-19FF-CC7EBE6F0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4134B-AB3F-4099-8488-446240567CCF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088843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www.flickr.com/photos/lumaxart/2291429309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A5B6-ED0A-3E2A-908B-D25C76E81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BCCBFB-F8DC-8F72-9EF0-869B1BF42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0870C-5D5F-3257-1F1E-412887131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EFB1B5-DFEC-4DF8-B219-E790948811F9}" type="datetimeFigureOut">
              <a:rPr lang="sq-XK" smtClean="0"/>
              <a:t>15.3.2023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5F2B4-F0E6-A927-6930-0FAC96710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CDB37-DD6B-72E6-8882-8ABE236649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4134B-AB3F-4099-8488-446240567CCF}" type="slidenum">
              <a:rPr lang="sq-XK" smtClean="0"/>
              <a:t>‹#›</a:t>
            </a:fld>
            <a:endParaRPr lang="sq-XK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D048AC7-1B00-A973-9CE4-55601C4A11E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ECC4557-1FDB-2B2B-D5B1-8CD8A65A3791}"/>
              </a:ext>
            </a:extLst>
          </p:cNvPr>
          <p:cNvSpPr/>
          <p:nvPr userDrawn="1"/>
        </p:nvSpPr>
        <p:spPr>
          <a:xfrm>
            <a:off x="-56606" y="6742584"/>
            <a:ext cx="1789611" cy="2308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Naser Guri</a:t>
            </a:r>
            <a:endParaRPr lang="sq-XK" dirty="0"/>
          </a:p>
        </p:txBody>
      </p:sp>
    </p:spTree>
    <p:extLst>
      <p:ext uri="{BB962C8B-B14F-4D97-AF65-F5344CB8AC3E}">
        <p14:creationId xmlns:p14="http://schemas.microsoft.com/office/powerpoint/2010/main" val="1499657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q-X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">
            <a:extLst>
              <a:ext uri="{FF2B5EF4-FFF2-40B4-BE49-F238E27FC236}">
                <a16:creationId xmlns:a16="http://schemas.microsoft.com/office/drawing/2014/main" id="{7127A436-1205-F779-9726-BB262953E36C}"/>
              </a:ext>
            </a:extLst>
          </p:cNvPr>
          <p:cNvSpPr/>
          <p:nvPr/>
        </p:nvSpPr>
        <p:spPr>
          <a:xfrm>
            <a:off x="389438" y="281252"/>
            <a:ext cx="647346" cy="43197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A</a:t>
            </a:r>
            <a:endParaRPr lang="sq-XK" sz="2400" dirty="0"/>
          </a:p>
        </p:txBody>
      </p:sp>
      <p:sp>
        <p:nvSpPr>
          <p:cNvPr id="8" name="B">
            <a:extLst>
              <a:ext uri="{FF2B5EF4-FFF2-40B4-BE49-F238E27FC236}">
                <a16:creationId xmlns:a16="http://schemas.microsoft.com/office/drawing/2014/main" id="{80847C29-BDAF-9EB3-0459-55C88B306AEC}"/>
              </a:ext>
            </a:extLst>
          </p:cNvPr>
          <p:cNvSpPr/>
          <p:nvPr/>
        </p:nvSpPr>
        <p:spPr>
          <a:xfrm>
            <a:off x="1141746" y="269226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B</a:t>
            </a:r>
            <a:endParaRPr lang="sq-XK" sz="2400" dirty="0"/>
          </a:p>
        </p:txBody>
      </p:sp>
      <p:sp>
        <p:nvSpPr>
          <p:cNvPr id="9" name="C">
            <a:extLst>
              <a:ext uri="{FF2B5EF4-FFF2-40B4-BE49-F238E27FC236}">
                <a16:creationId xmlns:a16="http://schemas.microsoft.com/office/drawing/2014/main" id="{D04D410C-975F-22F8-9876-28AC2179DC69}"/>
              </a:ext>
            </a:extLst>
          </p:cNvPr>
          <p:cNvSpPr/>
          <p:nvPr/>
        </p:nvSpPr>
        <p:spPr>
          <a:xfrm>
            <a:off x="1757383" y="269227"/>
            <a:ext cx="575174" cy="43197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C</a:t>
            </a:r>
            <a:endParaRPr lang="sq-XK" sz="2400" dirty="0"/>
          </a:p>
        </p:txBody>
      </p:sp>
      <p:sp>
        <p:nvSpPr>
          <p:cNvPr id="10" name="Ç">
            <a:extLst>
              <a:ext uri="{FF2B5EF4-FFF2-40B4-BE49-F238E27FC236}">
                <a16:creationId xmlns:a16="http://schemas.microsoft.com/office/drawing/2014/main" id="{5D0E20B3-38C0-AFDB-B7E5-CF587BF9670E}"/>
              </a:ext>
            </a:extLst>
          </p:cNvPr>
          <p:cNvSpPr/>
          <p:nvPr/>
        </p:nvSpPr>
        <p:spPr>
          <a:xfrm>
            <a:off x="2329279" y="263214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Ç</a:t>
            </a:r>
            <a:endParaRPr lang="sq-XK" sz="2400" dirty="0"/>
          </a:p>
        </p:txBody>
      </p:sp>
      <p:sp>
        <p:nvSpPr>
          <p:cNvPr id="11" name="D">
            <a:extLst>
              <a:ext uri="{FF2B5EF4-FFF2-40B4-BE49-F238E27FC236}">
                <a16:creationId xmlns:a16="http://schemas.microsoft.com/office/drawing/2014/main" id="{ACA72B8F-B5FC-8051-49F6-4A4C858DE1FF}"/>
              </a:ext>
            </a:extLst>
          </p:cNvPr>
          <p:cNvSpPr/>
          <p:nvPr/>
        </p:nvSpPr>
        <p:spPr>
          <a:xfrm>
            <a:off x="2902271" y="269226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D</a:t>
            </a:r>
            <a:endParaRPr lang="sq-XK" sz="2400" dirty="0"/>
          </a:p>
        </p:txBody>
      </p:sp>
      <p:sp>
        <p:nvSpPr>
          <p:cNvPr id="12" name="DH">
            <a:extLst>
              <a:ext uri="{FF2B5EF4-FFF2-40B4-BE49-F238E27FC236}">
                <a16:creationId xmlns:a16="http://schemas.microsoft.com/office/drawing/2014/main" id="{B77C4B40-8AF7-18DE-3C06-A42ED722BA4B}"/>
              </a:ext>
            </a:extLst>
          </p:cNvPr>
          <p:cNvSpPr/>
          <p:nvPr/>
        </p:nvSpPr>
        <p:spPr>
          <a:xfrm>
            <a:off x="3584609" y="263214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/>
              <a:t>DH</a:t>
            </a:r>
            <a:endParaRPr lang="sq-XK" sz="2000" dirty="0"/>
          </a:p>
        </p:txBody>
      </p:sp>
      <p:sp>
        <p:nvSpPr>
          <p:cNvPr id="13" name="E">
            <a:extLst>
              <a:ext uri="{FF2B5EF4-FFF2-40B4-BE49-F238E27FC236}">
                <a16:creationId xmlns:a16="http://schemas.microsoft.com/office/drawing/2014/main" id="{82ABEE83-FEC8-6932-EB2B-7AB725460F38}"/>
              </a:ext>
            </a:extLst>
          </p:cNvPr>
          <p:cNvSpPr/>
          <p:nvPr/>
        </p:nvSpPr>
        <p:spPr>
          <a:xfrm>
            <a:off x="4217726" y="281252"/>
            <a:ext cx="518307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E</a:t>
            </a:r>
            <a:endParaRPr lang="sq-XK" sz="2400" dirty="0"/>
          </a:p>
        </p:txBody>
      </p:sp>
      <p:sp>
        <p:nvSpPr>
          <p:cNvPr id="14" name="Ë">
            <a:extLst>
              <a:ext uri="{FF2B5EF4-FFF2-40B4-BE49-F238E27FC236}">
                <a16:creationId xmlns:a16="http://schemas.microsoft.com/office/drawing/2014/main" id="{47C887DA-CEE0-9C00-E12A-0051D6F58E2A}"/>
              </a:ext>
            </a:extLst>
          </p:cNvPr>
          <p:cNvSpPr/>
          <p:nvPr/>
        </p:nvSpPr>
        <p:spPr>
          <a:xfrm>
            <a:off x="4841027" y="28125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Ë</a:t>
            </a:r>
            <a:endParaRPr lang="sq-XK" sz="2400" dirty="0"/>
          </a:p>
        </p:txBody>
      </p:sp>
      <p:sp>
        <p:nvSpPr>
          <p:cNvPr id="15" name="F">
            <a:extLst>
              <a:ext uri="{FF2B5EF4-FFF2-40B4-BE49-F238E27FC236}">
                <a16:creationId xmlns:a16="http://schemas.microsoft.com/office/drawing/2014/main" id="{E34CE2C2-A390-60AE-13DC-7914206BA11A}"/>
              </a:ext>
            </a:extLst>
          </p:cNvPr>
          <p:cNvSpPr/>
          <p:nvPr/>
        </p:nvSpPr>
        <p:spPr>
          <a:xfrm>
            <a:off x="5513501" y="28125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F</a:t>
            </a:r>
            <a:endParaRPr lang="sq-XK" sz="2400" dirty="0"/>
          </a:p>
        </p:txBody>
      </p:sp>
      <p:sp>
        <p:nvSpPr>
          <p:cNvPr id="16" name="G">
            <a:extLst>
              <a:ext uri="{FF2B5EF4-FFF2-40B4-BE49-F238E27FC236}">
                <a16:creationId xmlns:a16="http://schemas.microsoft.com/office/drawing/2014/main" id="{8C0A3064-8421-49BB-BB65-C7BC4AB9C588}"/>
              </a:ext>
            </a:extLst>
          </p:cNvPr>
          <p:cNvSpPr/>
          <p:nvPr/>
        </p:nvSpPr>
        <p:spPr>
          <a:xfrm>
            <a:off x="6120397" y="269226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G</a:t>
            </a:r>
            <a:endParaRPr lang="sq-XK" sz="2400" dirty="0"/>
          </a:p>
        </p:txBody>
      </p:sp>
      <p:sp>
        <p:nvSpPr>
          <p:cNvPr id="17" name="GJ">
            <a:extLst>
              <a:ext uri="{FF2B5EF4-FFF2-40B4-BE49-F238E27FC236}">
                <a16:creationId xmlns:a16="http://schemas.microsoft.com/office/drawing/2014/main" id="{DF7F133F-B053-C122-9C89-5618D6F329B3}"/>
              </a:ext>
            </a:extLst>
          </p:cNvPr>
          <p:cNvSpPr/>
          <p:nvPr/>
        </p:nvSpPr>
        <p:spPr>
          <a:xfrm>
            <a:off x="6769898" y="28125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GJ</a:t>
            </a:r>
            <a:endParaRPr lang="sq-XK" sz="2400" dirty="0"/>
          </a:p>
        </p:txBody>
      </p:sp>
      <p:sp>
        <p:nvSpPr>
          <p:cNvPr id="18" name="H">
            <a:extLst>
              <a:ext uri="{FF2B5EF4-FFF2-40B4-BE49-F238E27FC236}">
                <a16:creationId xmlns:a16="http://schemas.microsoft.com/office/drawing/2014/main" id="{1FA68389-B089-2F0C-C341-A0CE53B78AAC}"/>
              </a:ext>
            </a:extLst>
          </p:cNvPr>
          <p:cNvSpPr/>
          <p:nvPr/>
        </p:nvSpPr>
        <p:spPr>
          <a:xfrm>
            <a:off x="7419426" y="28125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H</a:t>
            </a:r>
            <a:endParaRPr lang="sq-XK" sz="2400" dirty="0"/>
          </a:p>
        </p:txBody>
      </p:sp>
      <p:sp>
        <p:nvSpPr>
          <p:cNvPr id="19" name="I">
            <a:extLst>
              <a:ext uri="{FF2B5EF4-FFF2-40B4-BE49-F238E27FC236}">
                <a16:creationId xmlns:a16="http://schemas.microsoft.com/office/drawing/2014/main" id="{FE1C4CE4-4AB2-F7B0-047E-47EA08A21B05}"/>
              </a:ext>
            </a:extLst>
          </p:cNvPr>
          <p:cNvSpPr/>
          <p:nvPr/>
        </p:nvSpPr>
        <p:spPr>
          <a:xfrm>
            <a:off x="8060230" y="28125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I</a:t>
            </a:r>
            <a:endParaRPr lang="sq-XK" sz="2400" dirty="0"/>
          </a:p>
        </p:txBody>
      </p:sp>
      <p:sp>
        <p:nvSpPr>
          <p:cNvPr id="20" name="J">
            <a:extLst>
              <a:ext uri="{FF2B5EF4-FFF2-40B4-BE49-F238E27FC236}">
                <a16:creationId xmlns:a16="http://schemas.microsoft.com/office/drawing/2014/main" id="{5661557C-5D43-0F89-57E3-B8F9B92DB785}"/>
              </a:ext>
            </a:extLst>
          </p:cNvPr>
          <p:cNvSpPr/>
          <p:nvPr/>
        </p:nvSpPr>
        <p:spPr>
          <a:xfrm>
            <a:off x="8675814" y="281251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J</a:t>
            </a:r>
            <a:endParaRPr lang="sq-XK" sz="2400" dirty="0"/>
          </a:p>
        </p:txBody>
      </p:sp>
      <p:sp>
        <p:nvSpPr>
          <p:cNvPr id="21" name="K">
            <a:extLst>
              <a:ext uri="{FF2B5EF4-FFF2-40B4-BE49-F238E27FC236}">
                <a16:creationId xmlns:a16="http://schemas.microsoft.com/office/drawing/2014/main" id="{E5CF65F7-9058-57AD-A047-82892AB21E77}"/>
              </a:ext>
            </a:extLst>
          </p:cNvPr>
          <p:cNvSpPr/>
          <p:nvPr/>
        </p:nvSpPr>
        <p:spPr>
          <a:xfrm>
            <a:off x="9302432" y="281251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K</a:t>
            </a:r>
            <a:endParaRPr lang="sq-XK" sz="2400" dirty="0"/>
          </a:p>
        </p:txBody>
      </p:sp>
      <p:sp>
        <p:nvSpPr>
          <p:cNvPr id="22" name="L">
            <a:extLst>
              <a:ext uri="{FF2B5EF4-FFF2-40B4-BE49-F238E27FC236}">
                <a16:creationId xmlns:a16="http://schemas.microsoft.com/office/drawing/2014/main" id="{46F53768-6483-A477-9EDE-8F25035A5ECF}"/>
              </a:ext>
            </a:extLst>
          </p:cNvPr>
          <p:cNvSpPr/>
          <p:nvPr/>
        </p:nvSpPr>
        <p:spPr>
          <a:xfrm>
            <a:off x="9891808" y="281251"/>
            <a:ext cx="579536" cy="414854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L</a:t>
            </a:r>
            <a:endParaRPr lang="sq-XK" sz="2400" dirty="0"/>
          </a:p>
        </p:txBody>
      </p:sp>
      <p:sp>
        <p:nvSpPr>
          <p:cNvPr id="23" name="LL">
            <a:extLst>
              <a:ext uri="{FF2B5EF4-FFF2-40B4-BE49-F238E27FC236}">
                <a16:creationId xmlns:a16="http://schemas.microsoft.com/office/drawing/2014/main" id="{05D8F148-033A-E09E-645E-5ED0FD50B7D6}"/>
              </a:ext>
            </a:extLst>
          </p:cNvPr>
          <p:cNvSpPr/>
          <p:nvPr/>
        </p:nvSpPr>
        <p:spPr>
          <a:xfrm>
            <a:off x="10588389" y="263213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LL</a:t>
            </a:r>
            <a:endParaRPr lang="sq-XK" sz="2400" dirty="0"/>
          </a:p>
        </p:txBody>
      </p:sp>
      <p:sp>
        <p:nvSpPr>
          <p:cNvPr id="24" name="M">
            <a:extLst>
              <a:ext uri="{FF2B5EF4-FFF2-40B4-BE49-F238E27FC236}">
                <a16:creationId xmlns:a16="http://schemas.microsoft.com/office/drawing/2014/main" id="{40C008EC-2E76-30E2-0AEF-5BDC8229250B}"/>
              </a:ext>
            </a:extLst>
          </p:cNvPr>
          <p:cNvSpPr/>
          <p:nvPr/>
        </p:nvSpPr>
        <p:spPr>
          <a:xfrm>
            <a:off x="11243335" y="26321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M</a:t>
            </a:r>
            <a:endParaRPr lang="sq-XK" sz="2400" dirty="0"/>
          </a:p>
        </p:txBody>
      </p:sp>
      <p:sp>
        <p:nvSpPr>
          <p:cNvPr id="25" name="N">
            <a:extLst>
              <a:ext uri="{FF2B5EF4-FFF2-40B4-BE49-F238E27FC236}">
                <a16:creationId xmlns:a16="http://schemas.microsoft.com/office/drawing/2014/main" id="{38979201-5C5A-70DD-D62F-02201F04729C}"/>
              </a:ext>
            </a:extLst>
          </p:cNvPr>
          <p:cNvSpPr/>
          <p:nvPr/>
        </p:nvSpPr>
        <p:spPr>
          <a:xfrm>
            <a:off x="412788" y="780641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N</a:t>
            </a:r>
            <a:endParaRPr lang="sq-XK" sz="2400" dirty="0"/>
          </a:p>
        </p:txBody>
      </p:sp>
      <p:sp>
        <p:nvSpPr>
          <p:cNvPr id="29" name="RR">
            <a:extLst>
              <a:ext uri="{FF2B5EF4-FFF2-40B4-BE49-F238E27FC236}">
                <a16:creationId xmlns:a16="http://schemas.microsoft.com/office/drawing/2014/main" id="{BFA860B4-2D5F-E2DC-AC98-F15A345E4292}"/>
              </a:ext>
            </a:extLst>
          </p:cNvPr>
          <p:cNvSpPr/>
          <p:nvPr/>
        </p:nvSpPr>
        <p:spPr>
          <a:xfrm>
            <a:off x="4210272" y="73397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RR</a:t>
            </a:r>
            <a:endParaRPr lang="sq-XK" sz="2400" dirty="0"/>
          </a:p>
        </p:txBody>
      </p:sp>
      <p:sp>
        <p:nvSpPr>
          <p:cNvPr id="30" name="S">
            <a:extLst>
              <a:ext uri="{FF2B5EF4-FFF2-40B4-BE49-F238E27FC236}">
                <a16:creationId xmlns:a16="http://schemas.microsoft.com/office/drawing/2014/main" id="{9FAD3DCE-02B3-3323-89C6-A1DD379ED779}"/>
              </a:ext>
            </a:extLst>
          </p:cNvPr>
          <p:cNvSpPr/>
          <p:nvPr/>
        </p:nvSpPr>
        <p:spPr>
          <a:xfrm>
            <a:off x="4879224" y="733970"/>
            <a:ext cx="466727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S</a:t>
            </a:r>
            <a:endParaRPr lang="sq-XK" sz="2400" dirty="0"/>
          </a:p>
        </p:txBody>
      </p:sp>
      <p:sp>
        <p:nvSpPr>
          <p:cNvPr id="31" name="SH">
            <a:extLst>
              <a:ext uri="{FF2B5EF4-FFF2-40B4-BE49-F238E27FC236}">
                <a16:creationId xmlns:a16="http://schemas.microsoft.com/office/drawing/2014/main" id="{71771A2D-009E-DCD8-D5EC-113BFDF168DA}"/>
              </a:ext>
            </a:extLst>
          </p:cNvPr>
          <p:cNvSpPr/>
          <p:nvPr/>
        </p:nvSpPr>
        <p:spPr>
          <a:xfrm>
            <a:off x="5493029" y="73397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SH</a:t>
            </a:r>
            <a:endParaRPr lang="sq-XK" sz="2400" dirty="0"/>
          </a:p>
        </p:txBody>
      </p:sp>
      <p:sp>
        <p:nvSpPr>
          <p:cNvPr id="32" name="T">
            <a:extLst>
              <a:ext uri="{FF2B5EF4-FFF2-40B4-BE49-F238E27FC236}">
                <a16:creationId xmlns:a16="http://schemas.microsoft.com/office/drawing/2014/main" id="{692AA0F4-BBD7-88A2-EF4D-42CF1AB43610}"/>
              </a:ext>
            </a:extLst>
          </p:cNvPr>
          <p:cNvSpPr/>
          <p:nvPr/>
        </p:nvSpPr>
        <p:spPr>
          <a:xfrm>
            <a:off x="6160703" y="73397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T</a:t>
            </a:r>
            <a:endParaRPr lang="sq-XK" sz="2400" dirty="0"/>
          </a:p>
        </p:txBody>
      </p:sp>
      <p:sp>
        <p:nvSpPr>
          <p:cNvPr id="33" name="TH">
            <a:extLst>
              <a:ext uri="{FF2B5EF4-FFF2-40B4-BE49-F238E27FC236}">
                <a16:creationId xmlns:a16="http://schemas.microsoft.com/office/drawing/2014/main" id="{C5D913B7-C229-A5C3-733C-BE426F6F93D6}"/>
              </a:ext>
            </a:extLst>
          </p:cNvPr>
          <p:cNvSpPr/>
          <p:nvPr/>
        </p:nvSpPr>
        <p:spPr>
          <a:xfrm>
            <a:off x="6793642" y="722501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TH</a:t>
            </a:r>
            <a:endParaRPr lang="sq-XK" sz="2400" dirty="0"/>
          </a:p>
        </p:txBody>
      </p:sp>
      <p:sp>
        <p:nvSpPr>
          <p:cNvPr id="34" name="U">
            <a:extLst>
              <a:ext uri="{FF2B5EF4-FFF2-40B4-BE49-F238E27FC236}">
                <a16:creationId xmlns:a16="http://schemas.microsoft.com/office/drawing/2014/main" id="{0C2E5247-7C1B-5CC4-9374-EAE4D9973809}"/>
              </a:ext>
            </a:extLst>
          </p:cNvPr>
          <p:cNvSpPr/>
          <p:nvPr/>
        </p:nvSpPr>
        <p:spPr>
          <a:xfrm>
            <a:off x="7407672" y="73397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U</a:t>
            </a:r>
            <a:endParaRPr lang="sq-XK" sz="2400" dirty="0"/>
          </a:p>
        </p:txBody>
      </p:sp>
      <p:sp>
        <p:nvSpPr>
          <p:cNvPr id="35" name="V">
            <a:extLst>
              <a:ext uri="{FF2B5EF4-FFF2-40B4-BE49-F238E27FC236}">
                <a16:creationId xmlns:a16="http://schemas.microsoft.com/office/drawing/2014/main" id="{BFD0C8D1-FF57-3B4E-0F76-5C5A62E5162F}"/>
              </a:ext>
            </a:extLst>
          </p:cNvPr>
          <p:cNvSpPr/>
          <p:nvPr/>
        </p:nvSpPr>
        <p:spPr>
          <a:xfrm>
            <a:off x="8084944" y="73397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V</a:t>
            </a:r>
            <a:endParaRPr lang="sq-XK" sz="2400" dirty="0"/>
          </a:p>
        </p:txBody>
      </p:sp>
      <p:sp>
        <p:nvSpPr>
          <p:cNvPr id="36" name="X">
            <a:extLst>
              <a:ext uri="{FF2B5EF4-FFF2-40B4-BE49-F238E27FC236}">
                <a16:creationId xmlns:a16="http://schemas.microsoft.com/office/drawing/2014/main" id="{91ADF158-275A-1FF6-FB79-EE93497BC668}"/>
              </a:ext>
            </a:extLst>
          </p:cNvPr>
          <p:cNvSpPr/>
          <p:nvPr/>
        </p:nvSpPr>
        <p:spPr>
          <a:xfrm>
            <a:off x="8712233" y="748836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X</a:t>
            </a:r>
            <a:endParaRPr lang="sq-XK" sz="2400" dirty="0"/>
          </a:p>
        </p:txBody>
      </p:sp>
      <p:sp>
        <p:nvSpPr>
          <p:cNvPr id="37" name="XH">
            <a:extLst>
              <a:ext uri="{FF2B5EF4-FFF2-40B4-BE49-F238E27FC236}">
                <a16:creationId xmlns:a16="http://schemas.microsoft.com/office/drawing/2014/main" id="{EBE046FB-1C7C-CBD5-56EF-B8EDF6AD345F}"/>
              </a:ext>
            </a:extLst>
          </p:cNvPr>
          <p:cNvSpPr/>
          <p:nvPr/>
        </p:nvSpPr>
        <p:spPr>
          <a:xfrm>
            <a:off x="9309175" y="721166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XH</a:t>
            </a:r>
            <a:endParaRPr lang="sq-XK" sz="2400" dirty="0"/>
          </a:p>
        </p:txBody>
      </p:sp>
      <p:sp>
        <p:nvSpPr>
          <p:cNvPr id="38" name="Y">
            <a:extLst>
              <a:ext uri="{FF2B5EF4-FFF2-40B4-BE49-F238E27FC236}">
                <a16:creationId xmlns:a16="http://schemas.microsoft.com/office/drawing/2014/main" id="{5DEC1F19-641A-70FD-23FF-5D3674F51C1F}"/>
              </a:ext>
            </a:extLst>
          </p:cNvPr>
          <p:cNvSpPr/>
          <p:nvPr/>
        </p:nvSpPr>
        <p:spPr>
          <a:xfrm>
            <a:off x="9946621" y="73397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Y</a:t>
            </a:r>
            <a:endParaRPr lang="sq-XK" sz="2400" dirty="0"/>
          </a:p>
        </p:txBody>
      </p:sp>
      <p:sp>
        <p:nvSpPr>
          <p:cNvPr id="39" name="Z">
            <a:extLst>
              <a:ext uri="{FF2B5EF4-FFF2-40B4-BE49-F238E27FC236}">
                <a16:creationId xmlns:a16="http://schemas.microsoft.com/office/drawing/2014/main" id="{1EB45CFC-73B9-1EAD-6F86-DB520535EAEB}"/>
              </a:ext>
            </a:extLst>
          </p:cNvPr>
          <p:cNvSpPr/>
          <p:nvPr/>
        </p:nvSpPr>
        <p:spPr>
          <a:xfrm>
            <a:off x="10566935" y="746253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Z</a:t>
            </a:r>
            <a:endParaRPr lang="sq-XK" sz="2400" dirty="0"/>
          </a:p>
        </p:txBody>
      </p:sp>
      <p:sp>
        <p:nvSpPr>
          <p:cNvPr id="40" name="ZH">
            <a:extLst>
              <a:ext uri="{FF2B5EF4-FFF2-40B4-BE49-F238E27FC236}">
                <a16:creationId xmlns:a16="http://schemas.microsoft.com/office/drawing/2014/main" id="{C1637862-D87D-74AF-FF83-D32066FDEF98}"/>
              </a:ext>
            </a:extLst>
          </p:cNvPr>
          <p:cNvSpPr/>
          <p:nvPr/>
        </p:nvSpPr>
        <p:spPr>
          <a:xfrm>
            <a:off x="11210678" y="74625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ZH</a:t>
            </a:r>
            <a:endParaRPr lang="sq-XK" sz="2400" dirty="0"/>
          </a:p>
        </p:txBody>
      </p:sp>
      <p:sp>
        <p:nvSpPr>
          <p:cNvPr id="26" name="NJ">
            <a:extLst>
              <a:ext uri="{FF2B5EF4-FFF2-40B4-BE49-F238E27FC236}">
                <a16:creationId xmlns:a16="http://schemas.microsoft.com/office/drawing/2014/main" id="{5D20C09E-9F31-4E8F-82E9-6DA17F157D1E}"/>
              </a:ext>
            </a:extLst>
          </p:cNvPr>
          <p:cNvSpPr/>
          <p:nvPr/>
        </p:nvSpPr>
        <p:spPr>
          <a:xfrm>
            <a:off x="1047889" y="78064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NJ</a:t>
            </a:r>
            <a:endParaRPr lang="sq-XK" sz="2400" dirty="0"/>
          </a:p>
        </p:txBody>
      </p:sp>
      <p:sp>
        <p:nvSpPr>
          <p:cNvPr id="42" name="P">
            <a:extLst>
              <a:ext uri="{FF2B5EF4-FFF2-40B4-BE49-F238E27FC236}">
                <a16:creationId xmlns:a16="http://schemas.microsoft.com/office/drawing/2014/main" id="{36968340-EC59-4AD1-B69A-EEF4C061A957}"/>
              </a:ext>
            </a:extLst>
          </p:cNvPr>
          <p:cNvSpPr/>
          <p:nvPr/>
        </p:nvSpPr>
        <p:spPr>
          <a:xfrm>
            <a:off x="2347052" y="743994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P</a:t>
            </a:r>
            <a:endParaRPr lang="sq-XK" sz="2400" dirty="0"/>
          </a:p>
        </p:txBody>
      </p:sp>
      <p:sp>
        <p:nvSpPr>
          <p:cNvPr id="43" name="Q">
            <a:extLst>
              <a:ext uri="{FF2B5EF4-FFF2-40B4-BE49-F238E27FC236}">
                <a16:creationId xmlns:a16="http://schemas.microsoft.com/office/drawing/2014/main" id="{003FAD99-236C-1F51-3C20-AF9068DC9DCE}"/>
              </a:ext>
            </a:extLst>
          </p:cNvPr>
          <p:cNvSpPr/>
          <p:nvPr/>
        </p:nvSpPr>
        <p:spPr>
          <a:xfrm>
            <a:off x="2950670" y="76111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Q</a:t>
            </a:r>
            <a:endParaRPr lang="sq-XK" sz="2400" dirty="0"/>
          </a:p>
        </p:txBody>
      </p:sp>
      <p:sp>
        <p:nvSpPr>
          <p:cNvPr id="44" name="R">
            <a:extLst>
              <a:ext uri="{FF2B5EF4-FFF2-40B4-BE49-F238E27FC236}">
                <a16:creationId xmlns:a16="http://schemas.microsoft.com/office/drawing/2014/main" id="{500ACA0B-3B28-389F-5E36-E090EED6801D}"/>
              </a:ext>
            </a:extLst>
          </p:cNvPr>
          <p:cNvSpPr/>
          <p:nvPr/>
        </p:nvSpPr>
        <p:spPr>
          <a:xfrm>
            <a:off x="3554272" y="746254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R</a:t>
            </a:r>
            <a:endParaRPr lang="sq-XK" sz="2400" dirty="0"/>
          </a:p>
        </p:txBody>
      </p:sp>
      <p:sp>
        <p:nvSpPr>
          <p:cNvPr id="46" name="O">
            <a:extLst>
              <a:ext uri="{FF2B5EF4-FFF2-40B4-BE49-F238E27FC236}">
                <a16:creationId xmlns:a16="http://schemas.microsoft.com/office/drawing/2014/main" id="{FA9869B9-03B1-EDF0-9411-FE237095CA3D}"/>
              </a:ext>
            </a:extLst>
          </p:cNvPr>
          <p:cNvSpPr/>
          <p:nvPr/>
        </p:nvSpPr>
        <p:spPr>
          <a:xfrm>
            <a:off x="1714266" y="768307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O</a:t>
            </a:r>
            <a:endParaRPr lang="sq-XK" sz="2400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C5C18CE2-17AB-9E18-6D00-C105FE4CB064}"/>
              </a:ext>
            </a:extLst>
          </p:cNvPr>
          <p:cNvSpPr/>
          <p:nvPr/>
        </p:nvSpPr>
        <p:spPr>
          <a:xfrm>
            <a:off x="558463" y="1492870"/>
            <a:ext cx="870519" cy="104993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7ECDAD3-3715-D953-1C41-88AD2085E7CE}"/>
              </a:ext>
            </a:extLst>
          </p:cNvPr>
          <p:cNvSpPr/>
          <p:nvPr/>
        </p:nvSpPr>
        <p:spPr>
          <a:xfrm>
            <a:off x="1480819" y="1492870"/>
            <a:ext cx="870519" cy="104993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E8BBA81-143F-4E0F-71C0-AAB78B2F0087}"/>
              </a:ext>
            </a:extLst>
          </p:cNvPr>
          <p:cNvSpPr/>
          <p:nvPr/>
        </p:nvSpPr>
        <p:spPr>
          <a:xfrm>
            <a:off x="2386837" y="1492870"/>
            <a:ext cx="870519" cy="104993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BCB7F255-1E18-6C81-68E9-30AC09458DB8}"/>
              </a:ext>
            </a:extLst>
          </p:cNvPr>
          <p:cNvSpPr/>
          <p:nvPr/>
        </p:nvSpPr>
        <p:spPr>
          <a:xfrm>
            <a:off x="3309488" y="1492870"/>
            <a:ext cx="870519" cy="104993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EFF498C7-76B9-76E3-F52C-37EC88C5241D}"/>
              </a:ext>
            </a:extLst>
          </p:cNvPr>
          <p:cNvSpPr/>
          <p:nvPr/>
        </p:nvSpPr>
        <p:spPr>
          <a:xfrm>
            <a:off x="4240347" y="1492870"/>
            <a:ext cx="870519" cy="104993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D0216DAC-194E-4FE3-814C-B49A58525FEE}"/>
              </a:ext>
            </a:extLst>
          </p:cNvPr>
          <p:cNvSpPr/>
          <p:nvPr/>
        </p:nvSpPr>
        <p:spPr>
          <a:xfrm>
            <a:off x="558463" y="2661589"/>
            <a:ext cx="870519" cy="104993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530D7B38-3ED2-3771-A70E-B721F1E5DDBC}"/>
              </a:ext>
            </a:extLst>
          </p:cNvPr>
          <p:cNvSpPr/>
          <p:nvPr/>
        </p:nvSpPr>
        <p:spPr>
          <a:xfrm>
            <a:off x="1480819" y="2661589"/>
            <a:ext cx="870519" cy="104993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0BCC0FB8-1E83-C55C-5922-F27AF762CACB}"/>
              </a:ext>
            </a:extLst>
          </p:cNvPr>
          <p:cNvSpPr/>
          <p:nvPr/>
        </p:nvSpPr>
        <p:spPr>
          <a:xfrm>
            <a:off x="2386837" y="2661589"/>
            <a:ext cx="870519" cy="104993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075AA950-60A8-48A4-64BD-7A18990997CF}"/>
              </a:ext>
            </a:extLst>
          </p:cNvPr>
          <p:cNvSpPr/>
          <p:nvPr/>
        </p:nvSpPr>
        <p:spPr>
          <a:xfrm>
            <a:off x="3309488" y="2661589"/>
            <a:ext cx="870519" cy="104993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5D7102F-8E2D-C196-89D7-09996A398443}"/>
              </a:ext>
            </a:extLst>
          </p:cNvPr>
          <p:cNvSpPr/>
          <p:nvPr/>
        </p:nvSpPr>
        <p:spPr>
          <a:xfrm>
            <a:off x="4240347" y="2661589"/>
            <a:ext cx="870519" cy="104993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E94502F1-302C-C5A6-B0CF-79C0B9775B7C}"/>
              </a:ext>
            </a:extLst>
          </p:cNvPr>
          <p:cNvSpPr/>
          <p:nvPr/>
        </p:nvSpPr>
        <p:spPr>
          <a:xfrm>
            <a:off x="5181671" y="2650603"/>
            <a:ext cx="870519" cy="104993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44540913-7F1E-4314-C6F9-0D8D9C604721}"/>
              </a:ext>
            </a:extLst>
          </p:cNvPr>
          <p:cNvSpPr/>
          <p:nvPr/>
        </p:nvSpPr>
        <p:spPr>
          <a:xfrm>
            <a:off x="6104027" y="2650603"/>
            <a:ext cx="870519" cy="104993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988A63C-31C9-B0E1-D575-A86EE28EE400}"/>
              </a:ext>
            </a:extLst>
          </p:cNvPr>
          <p:cNvSpPr/>
          <p:nvPr/>
        </p:nvSpPr>
        <p:spPr>
          <a:xfrm>
            <a:off x="7010045" y="2650603"/>
            <a:ext cx="870519" cy="104993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58471FE-9802-FBE9-8DC6-7CD1E28AC8A4}"/>
              </a:ext>
            </a:extLst>
          </p:cNvPr>
          <p:cNvSpPr/>
          <p:nvPr/>
        </p:nvSpPr>
        <p:spPr>
          <a:xfrm>
            <a:off x="7932696" y="2650603"/>
            <a:ext cx="870519" cy="104993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2F9C913-5CC8-7A37-7FA2-3B4B5BFA975F}"/>
              </a:ext>
            </a:extLst>
          </p:cNvPr>
          <p:cNvSpPr/>
          <p:nvPr/>
        </p:nvSpPr>
        <p:spPr>
          <a:xfrm>
            <a:off x="8863555" y="2650603"/>
            <a:ext cx="870519" cy="104993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244190D-4568-03A5-1D0F-DEF8CCAC98CE}"/>
              </a:ext>
            </a:extLst>
          </p:cNvPr>
          <p:cNvSpPr/>
          <p:nvPr/>
        </p:nvSpPr>
        <p:spPr>
          <a:xfrm>
            <a:off x="5158391" y="1492870"/>
            <a:ext cx="870519" cy="104993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9A1F7FDC-95D2-DFE0-4637-9B65268A3916}"/>
              </a:ext>
            </a:extLst>
          </p:cNvPr>
          <p:cNvSpPr/>
          <p:nvPr/>
        </p:nvSpPr>
        <p:spPr>
          <a:xfrm>
            <a:off x="6080747" y="1492870"/>
            <a:ext cx="870519" cy="104993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53850E2F-A35F-63CE-10AD-69EE950D85AE}"/>
              </a:ext>
            </a:extLst>
          </p:cNvPr>
          <p:cNvSpPr/>
          <p:nvPr/>
        </p:nvSpPr>
        <p:spPr>
          <a:xfrm>
            <a:off x="6986765" y="1492870"/>
            <a:ext cx="870519" cy="104993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AAB43BF-B977-E3BE-894F-66E5801350CA}"/>
              </a:ext>
            </a:extLst>
          </p:cNvPr>
          <p:cNvSpPr/>
          <p:nvPr/>
        </p:nvSpPr>
        <p:spPr>
          <a:xfrm>
            <a:off x="7909416" y="1492870"/>
            <a:ext cx="870519" cy="104993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A1A5B9D-C197-363D-C380-BEFE77B24C43}"/>
              </a:ext>
            </a:extLst>
          </p:cNvPr>
          <p:cNvSpPr/>
          <p:nvPr/>
        </p:nvSpPr>
        <p:spPr>
          <a:xfrm>
            <a:off x="8840275" y="1492870"/>
            <a:ext cx="870519" cy="104993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270A7E6D-B67A-42FF-139B-F3ABB22122FA}"/>
              </a:ext>
            </a:extLst>
          </p:cNvPr>
          <p:cNvSpPr/>
          <p:nvPr/>
        </p:nvSpPr>
        <p:spPr>
          <a:xfrm>
            <a:off x="9786405" y="1510068"/>
            <a:ext cx="870519" cy="104993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435" name="Rectangle 434">
            <a:extLst>
              <a:ext uri="{FF2B5EF4-FFF2-40B4-BE49-F238E27FC236}">
                <a16:creationId xmlns:a16="http://schemas.microsoft.com/office/drawing/2014/main" id="{236B133C-EF25-79AA-74FA-26002269D058}"/>
              </a:ext>
            </a:extLst>
          </p:cNvPr>
          <p:cNvSpPr/>
          <p:nvPr/>
        </p:nvSpPr>
        <p:spPr>
          <a:xfrm>
            <a:off x="9794414" y="2647091"/>
            <a:ext cx="870519" cy="104993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4BD8BE02-0310-13BB-4A14-EA914A151D9E}"/>
              </a:ext>
            </a:extLst>
          </p:cNvPr>
          <p:cNvSpPr/>
          <p:nvPr/>
        </p:nvSpPr>
        <p:spPr>
          <a:xfrm>
            <a:off x="10744259" y="1531974"/>
            <a:ext cx="870519" cy="104993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C41BC287-F407-F640-8042-C90492F93793}"/>
              </a:ext>
            </a:extLst>
          </p:cNvPr>
          <p:cNvSpPr/>
          <p:nvPr/>
        </p:nvSpPr>
        <p:spPr>
          <a:xfrm>
            <a:off x="10763018" y="2661588"/>
            <a:ext cx="870519" cy="104993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DFC733-AD3F-6A9E-9A22-8F4AD3712D32}"/>
              </a:ext>
            </a:extLst>
          </p:cNvPr>
          <p:cNvSpPr/>
          <p:nvPr/>
        </p:nvSpPr>
        <p:spPr>
          <a:xfrm>
            <a:off x="377996" y="389482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E4FD94D-F58F-942E-1B63-1153A01D77C8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527D9E4-B73F-B9F7-BA9B-B4DC5F1E3971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9930C69-2CAE-536B-0B1F-3452CDF58DB3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8309644-DE46-72C0-44AB-E8B44774B374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257D2A3-3532-2E33-A409-20ED309BFFE9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0BA2119-5C12-8047-D819-F9DB2551351D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D7B7F51-B2DC-FA32-1F5C-E71A91C1AB4C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2FB2796-8A74-7C37-9CC9-BCA4346FEE3F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86FD842-8770-6940-ABAC-64F1765529E0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254D310-2F5E-8AAA-9BCA-8C8DADE2C222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9209C3B-8CBC-CC5C-638C-933B817E7798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1F6763D-1A4E-B88E-B7AE-A0DF8F0A2EBD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2D9B51C1-C23C-A1FE-9B85-B55690C563ED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9DD2D3A5-8EA7-2B25-127D-95DE315C4120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D45113B1-FE79-5EBA-0BFB-274A29DF954B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B3E3E79-4CA0-AECC-655A-8BC9F62BEF07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3EA1C7FC-22C7-30EB-F703-E4D21D515AB9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87383242-0F9C-5CF6-41C1-DF74EADD3060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96EA4113-0A22-1EF0-3414-0C2B27CFFCAB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7BC1647-6122-BABA-A756-0538CC43265C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BEB2E55C-A049-3208-B7D4-353DD2125A5D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E0EF2E71-986E-2067-4D04-2525772D8B7E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C6CAAD92-0315-3A47-FCFE-BB24FB864241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37F701EA-7E40-02B9-5A38-D3038744B7AA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2719D6EC-438B-14E0-05C3-4793EF854D93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BB6126C1-742A-6471-257E-B88C6E58BF1C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63A45BFC-8767-6678-D1BE-A823DBCFB7A8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BB3DE60B-AE1D-2AB2-AF37-8D8672BB6123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439F587C-FB2B-868B-0714-49FDDC496029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C594F43E-B604-2637-AC71-F6F0E6487FC4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FBB9A3AB-69AA-8330-8524-1C8D300DC62F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4B2A7EF3-7EE3-4AFD-F245-0890E504FD9D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BE60FCBD-7D5A-B2C3-2593-2F13AECB853F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220348AA-3AEA-488E-164E-BBFDF4F0EA49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11202790-60ED-1EEC-9892-450BE4C5EDEC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A7B4C033-02E0-4403-D190-276AE89E484E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311860E3-949B-60B6-7D8D-5F6AF1F7C344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82666AD8-63FC-C16C-D559-323ACA5B424E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F7083098-AFA7-69AF-EF96-15866BE28C43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78C97798-A1F9-84B2-5CF2-FC33084FA19B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AB08FAC5-0913-BB9B-4097-177FC70FA776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7E31202C-A19C-2B20-AEFA-F7331457EA0C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81CD8C70-4A39-05FC-4805-FF102727A873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A1120DC8-4B27-5D84-D042-C032361514D3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75826864-3D0E-BE91-0668-7A97C80162CB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E595BC1-8F54-14A0-EE18-8A38BA7EB9E0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A83DD4F5-BDFC-3A79-AB55-4A7560608B25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A0217FC9-4AA5-A3C0-7D7B-DCBB307E77A0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53ECE0B9-5A0E-E0EF-66CF-1D7D358552D9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9A5C86E1-A801-E765-373F-99EBCFFC97A9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16DD9015-F096-82E3-3F31-AA3DB0A8584A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46C9C310-5225-1E46-4BFC-5AD5F2FA8AEC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2CCCF095-0E4B-2F3F-EF98-938F8B9579B5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D7470E3F-CF54-9BE0-A638-7078A2EAEB1C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086439DC-755B-7031-709C-D5477E867FB7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19169FD2-6D5D-A6DF-0ABC-D126BC591709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635D594D-B5D1-3581-23DD-77ECCFD9FA8F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32AD203C-32D4-EE50-13B3-92E24DF59B70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8189B762-100B-55F2-913E-0DD5CE415153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C06B683C-4C34-C4A0-FE38-AF4E555DFFFA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F37707C7-7577-B287-611C-480CD38B5FBA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40951A8B-9FF4-C704-2750-4BC2566170B7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546D9835-F023-1414-D5A5-3EC80BCEE2DC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6D960E6E-10F4-FE5C-ECCA-344ABC939384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D004174B-EFF7-2B4D-63FA-17A067EDE637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B60F6BAA-95C5-165E-CBD8-2A1CCE3C0565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FFB32DC4-FD51-6EBF-81EE-802FA61961B6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CBA2C44A-92A8-84A3-D25F-623D0B78938A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540533B1-6D7E-8D19-0CCF-41FDA7B18BC0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A27E5B4D-253C-5996-48F8-3D37D14F2E91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8A8F45A0-153A-CCCE-90ED-0B15F71308D4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30509E34-6C7E-7072-3217-3C1444AE5AC9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0331F73B-35A1-F015-E178-EE172462EC8B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23FC285D-FDAA-E96A-CBD6-6DBC465499E6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958DECA2-B570-5544-7299-859E6AD69C98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37C2AD29-EEA9-9770-30AC-6EA9BADEF466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984CBC33-FBCE-361D-7D1C-DECEC817F810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DEA56CFE-8C14-881E-DBE8-63280A131168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CC40AAD9-C718-682A-2A67-2608701C8915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08D76BBA-F5B4-C280-956E-4290ADDC7F41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B9A1E2FE-5424-D766-E350-A823425FD45E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9A28C11B-1279-2286-A5CF-4EFD024A383C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F3BF2109-690D-0876-693F-9D829A975AB6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E3AE0815-CC26-ABC4-974C-9FFA56106067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F4775E2D-9C57-38B4-A1A2-1E3A599A1EEA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E3B3DC5C-7805-5211-0073-574D5DF84CB0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57378577-F5DB-B646-9976-571841B98783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444C80D2-0848-AF79-97C3-CA27A1EF6F07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982B816-46C3-6C66-81AD-F6F205F11288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108F5CCC-F585-EE3D-08D9-F2F05133FC14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5B742DA0-5767-2889-ED42-9FE48B79E20E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B0B6EDED-954A-01F6-C1E6-2B8BEF24A7B2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8B572E3-C158-9C02-AD8E-CB9DF17A9861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48FD1C68-2BBB-C62E-054E-2D6F8BB676B0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DADF5114-E5A7-46AB-5BA2-CFD5C2543F00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19B41FD4-661E-C1AE-D4A6-E32995D2E6D6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7C34DA2-D644-3398-6474-A4A187309542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352AD62-7D69-A046-FE2D-4D3DE2923B20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1F3795EE-E596-6168-7B52-74C001ADEAB7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909FC51D-D1F7-7CA1-D86B-734648563A42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33FF83A9-1A8E-D368-DAD7-9D812FD663E5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FF79178C-F02D-4029-0F08-88C4263F43DC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E8D1ECBF-8AB6-A0D5-5255-C2A3FF6E99BA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26756CDC-9917-D902-2016-A8E3598D4E52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C262B797-CC39-850A-7B9E-BB2A2418D5C4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446F4FAC-524E-2308-9113-4535A662E8F5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BDE3B019-9316-73FB-7D8F-ECD42C0D3BA4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EA03FC36-DF97-27BD-1F01-6D5EDBF4EB61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AAD2832E-B449-D1B7-E717-93C4236878C7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9042D536-90B1-834C-1AD5-C42A87210293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867472E4-72C4-AB59-A4F2-03A13C193EFA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3691FB91-E9DD-1629-D3FC-A3FA9CDDDDE3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CF5878FA-E376-F68B-60FF-59AB2249B062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4B901B58-082D-9DEC-E863-561FD21A9807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36E35FAE-9EBE-5DD2-DDDA-CA84AB27DE69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C636B4D3-27E3-78D3-4335-3B92366BA9BD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ADDC1C0A-AEEB-B02E-9079-7CD4F904A7E4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3DA0F6BB-7940-8F4D-5310-6102FFE7C9ED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9DE8EAFE-B8F3-B923-ACB9-13821A826BA8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444A1F39-6B04-190A-AF12-556C6E8367D0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A8C470C-8360-FDF8-5E9B-4F59D3C62C26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2DBB3F9-418C-3C69-7A7C-E4A53556149F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F6DC1B3-E4D8-8552-98AE-82E3B26D4E04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DDDE5A5-B9BE-3340-C2FB-AAD742EE7960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950CB53-E761-79DE-35A8-31B76FFA2FC8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54865E8-05DF-C224-BDDC-B36A0ECCD712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E2853187-A67C-0C53-5356-80477A719699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69000CC-CCA6-AD54-5684-9DEBFA237979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DB5DC7C5-C06D-2023-6451-C01A6D626703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4CF5E55D-D2DB-7B63-63E2-A8BBFD9FBDE9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DBDD35E0-1C41-EBF5-0974-93073D0F2F4B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BC8AACA4-5960-73DA-17F6-FA0C5EFD012A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5B0B8DF4-7286-7B9E-2A05-F3223905CD7F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41988C9A-9A27-2A2A-78B8-8E54FED3E298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9B3BDF7E-1620-680B-04F9-2BE2280B6EC7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BA03447E-A35A-3B5E-966F-C9CB5DACD3D5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746929FE-282F-2451-8527-5A2D073D764B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BCC7E877-15DA-CDF1-5246-12CCECCC0629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2359BC16-3F0D-4606-61AF-369748801D16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04EE2C9A-CC8B-9FE3-FA10-C06C9DA154C8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89A120B1-B07B-6A4A-CE47-FC4B9C38225B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1C6102A6-CB63-D4AB-8742-0CFE956ECF72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58E1703A-1F84-07B5-DAE2-5A8CD5CB23DE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EDE39A61-0E0A-4F27-EC51-E626B86617DC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F5B8531E-EC93-C47F-5EDB-2905E2712274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CFD02948-CC06-2F32-CAA0-F6782CF5CB5B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1C114D24-DF8E-09A4-DD94-5E8FDB738DDD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8E363CA6-90D1-1680-B979-5D1709865A29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4D13E209-ED69-1868-4F86-62690242AB6E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A277DBA9-4E25-C98D-027D-6E3E025268BE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AF5A2831-079E-1A89-1301-8C82329B2D26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9CDE936A-34F9-E1C3-7177-D12FD736CC0F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D0A265C9-7565-AE1A-2046-0030F2D7535F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433702C3-AB6E-3188-7FE1-E98D610998A2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8D22CC02-172D-F5DD-9698-7FF9ECD5BD08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6FB56624-BAD1-D150-73A1-B10D6664D24E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98D3CAAD-D252-CE61-5435-221EF1DA4881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2A0A26E0-11DC-CCAA-D96C-7B9030778931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51D901A4-97F3-AE0E-6C77-25456B124A69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D53FC067-9AA6-2C7B-8903-C5E54A697223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1FC5A914-E22C-DD00-2576-ABF29558A707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B8989D84-99DC-4B63-49E2-750DA75C219A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3F053C84-1C9F-5EB7-F64E-F1BC3DB572EC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82A924CC-3CF7-F5D6-797A-A27879687D97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E5D4F8D7-58A8-80BE-0BFB-BBAEA0C739A6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D0A403E8-9696-3676-520C-0281756E2CAD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6B7E9260-B82F-FFBF-8B6C-ADBEE9C53697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799E4FEE-6C5D-138F-61D2-C06BE86D4DB7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D3965F67-76C2-2B0D-0564-77A61BC285AA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8C622B2E-C4D5-4F10-0B5C-7D42F932AA46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4E169072-7138-B062-4FA3-BDCB07A138FC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54070378-096D-5E84-BE6E-B0C468D51C5E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A3E20A15-E70A-5470-7AC4-1C18DB8E4153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F3DB4AF0-DB9E-25CB-DF34-C0D7E62755C9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D9DA6EFA-50CB-35B8-467A-0CE25A539FBC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A344E9D3-9A83-FBFD-3E06-F94DB1BCC2D7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C87E75BE-B75C-5F89-55C7-C3CBCEA02817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B024DEE7-6591-F470-35AB-F6BA199CA247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983F5DBC-D257-4B38-0858-A4CFD2440F61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A166A7F3-427D-6D57-96DA-B21CFBCFFAC7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BDD9AE7-9303-118C-F50F-698CEF5BB13D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F0D1DFD-C6A0-C5DA-8788-BBB4B98FD644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DEA993A-67CA-28C6-A798-C4228A55B1E8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C6988D2-1B3F-7AC3-D129-849A5A0B5A1A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CFA8FD2-ACB2-686A-8DA5-81E7A5E040A5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B8B5270-9D20-79A5-5CE8-F5F633D3ECB7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756D6A-188E-FFA1-AEE4-3DD202CB46A6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48EC36-6ABE-987C-A234-C11D3F600148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B4ABC9-83B7-1B35-930C-A4F551A2A40F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4EA7CB-EDCF-5665-AA76-9E477D71957D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41686A6-3F9C-A086-A4DE-5F572806D05F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578DE8-0154-439B-5894-1707258F4870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C8B17B6-01BC-CEF5-E910-FFFDE7A076C6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90EDF82-23C3-7DB6-ED97-295BC0D0B036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CF0DBD8-D878-60FC-D6F3-B4F0A44E0D40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B8629FE-9E5E-17EB-B124-AAB745DD92B1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B92A073-5E1A-0B0F-6E68-16BE24FDF8BB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2C2D9ABD-BDF3-4E51-F81B-070D5B597DD1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A3B1ABE0-B8DA-377D-81E7-E67677FEC408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41A3B0EC-D517-994C-1FAE-247B8DE80E04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F4651820-CCE7-16D1-798C-136D383B471D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B6FD3528-3EEA-063D-1B63-9764A00D6427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9D685B5A-9185-67BD-8036-02C9219877F8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195117CA-B22B-E1A2-3C47-E6B313CF23B0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94ADD049-CF7A-627A-0FC7-9C7217E71A82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0024A108-6712-CDC1-FFEE-2223B6D58E89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F8DBE11D-D106-3321-FFC2-C227DC86AF7B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B5FA3167-599C-5492-4498-AB13E01D1544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5A58F77F-5741-BD54-1FF2-9EF159D6B2BF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DDAA7549-8EF9-05CF-3829-6FC0C78821F9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B85F7FB8-FE5D-0A31-624F-2B6176C31543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188F57A3-4F9B-F4B2-32BC-BE8B31AE2A00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5E747C70-9415-CF97-6A38-1BB852DF1039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BBFFD43A-8B70-D80E-5FCB-35A27A452430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5332DFB1-203A-35AE-BA47-871D89F28CE8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C7C737C7-C39F-48DA-1022-8FE8C1848EDE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EFA347CB-E8F8-B11F-E91C-2C09B6ACBAAC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4579D523-9D8F-4B65-D87E-890F4EE5E02D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E83A3FF0-1566-6326-BDB9-EA52C878BF81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BD1F0C64-AD0D-4356-D59D-3E525BD70946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7891BB20-6410-1DA4-6C30-2E8DE56295D5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D56B8DC3-BA3A-9E03-2A20-4A3F84A4BA02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E96E9FBB-77D9-5636-AE04-210650D09ED5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9439C8EC-C687-3426-518A-80C2659784AF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E9FFB9DF-1CA3-14B1-DC18-91751AB7DFD4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205396ED-454A-FF2A-1820-E6121E1EF797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E26636FF-61F5-67F1-2861-77BFA93831C1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44AE5402-5DB0-7651-FB7C-60A704D7F26B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21903DC6-7D80-5F8C-97C2-DF6D9A011B87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6D76E631-F744-3848-10C7-1EBDDF7B24B6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D1987988-76E5-D452-5107-0239F4C589EA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EA9A0DCC-7C83-BFDD-582B-04BBB938F96E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CCF32014-22B5-4742-BA5E-8188E8E0B1BB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861A5E83-7228-94AB-F46C-E222F8CE8E40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4390201D-B2AB-6F4C-22E3-8B8866CAC2A5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1F56708F-8EEE-1F0D-8CC5-4CD6E63C13BC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59CB0111-C285-B5E7-4A53-8C33A0BCD66D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F59B73B5-5749-559F-1666-F1C8529F0F71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770CF9EE-4610-2659-7BA1-3616F2071A6F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11" name="Rectangle 310">
            <a:extLst>
              <a:ext uri="{FF2B5EF4-FFF2-40B4-BE49-F238E27FC236}">
                <a16:creationId xmlns:a16="http://schemas.microsoft.com/office/drawing/2014/main" id="{33DCE2DB-73F1-B401-84C0-EFC0A52604C2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DB4B820-AE0B-4270-0EEA-17A566846549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D10138B-5CE3-9878-136C-9024C502A892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41E0CC7-704E-8B2A-11D7-3DD0FA23188C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C70D74D-ADCE-A2E4-1654-7C47C566AB0C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471FF9E-D38E-1EA9-2189-20EBDF89C83B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CA63CDCE-2DF3-617B-273A-7810855DA737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FD38CE51-C398-A630-FFD2-99448316B888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98B8491C-DF91-9F87-D0AE-EEEEB2632A0D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4858E361-557D-ECC9-7F83-D905F7912054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47045BDD-5A07-AB0F-224A-AC0E47CCA825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7BD5029A-2684-92F7-2103-A572AD2FF6F1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F5AB91DF-0FBA-247D-44CF-4A50CED7E868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8BC0AF72-D469-071A-FBE4-D7221009DBD6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CEE205FA-8B39-B79C-8700-070586AEEBC9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AA7F33CA-2A0A-98CC-BEEC-A0BC51FA371E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9ABD22EA-8D9D-F4FD-D2BA-3D6D71FA6AF8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16288E24-E238-4B05-1FF3-AD7FFEA9C9A7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C2E5F61E-1C79-8F6E-FB56-570DD4151706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3D8E6DCD-ED1B-B713-231B-DD9341ED6423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99C5ADD7-A25E-F88B-424B-5A3841EF07B6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3E7653B4-90B1-0803-1D75-2607B328A6F2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C4392D45-B901-E540-98CF-D6AA3186FB2B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850AFD21-5CED-B655-C574-CE3FE43CFF14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88755405-04D8-79AF-52BA-37D8F8F42DC4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176F1CF8-4329-2BDA-09A7-514E8FF92D1B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CB572970-0494-198A-B9E9-F7B8B610356F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AFA55968-5C84-9390-7C82-47595F9C6919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DBA638A6-D2A2-3380-90B2-A6268B6E8D50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6968F61E-BA4D-086B-BDFA-99EC595FF206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30A5B89A-CF9F-5EB1-7774-A41D046DF3D2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6FC184C7-A1A5-0323-82BB-C250148E701E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16A707A8-F4F1-DC0A-D9D0-DC5D19738975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AB4485A4-5EF2-7B80-2EB7-F6AFE5089533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62B02AE3-BD72-95EB-744F-CCA3C951854C}"/>
              </a:ext>
            </a:extLst>
          </p:cNvPr>
          <p:cNvSpPr/>
          <p:nvPr/>
        </p:nvSpPr>
        <p:spPr>
          <a:xfrm>
            <a:off x="4135192" y="6045646"/>
            <a:ext cx="694855" cy="66988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37FE430A-598D-6EEE-327F-353523C5DC71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B2305EDC-F4C2-7C32-FFBB-50C848BBC257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F99B6318-D433-8691-F043-2C840EB7707B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4591C6D0-0F1A-FF4E-2B83-6F02570B3714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3E7FAA5E-0E01-8A86-0646-1CFC893C55EE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D3760341-AF8C-29C7-71ED-A89E8D7804AF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0607A6CF-F459-381F-5F69-86FE26215F1D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B9253B0C-256C-FFFC-D1B8-8299C86FA1D5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1680BBA1-9ED7-DEAF-0F16-B6A9D7A8AC11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743DF3F8-4944-7149-FC62-38D494029D6B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305596E6-0267-7E43-B3CE-8CB75874AEFB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B4F6770D-1E39-1F1A-3100-74351133C10E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62" name="Rectangle 361">
            <a:extLst>
              <a:ext uri="{FF2B5EF4-FFF2-40B4-BE49-F238E27FC236}">
                <a16:creationId xmlns:a16="http://schemas.microsoft.com/office/drawing/2014/main" id="{A0C20DFC-3A1A-12B7-6AB8-E05195FE6CA0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F8E8624F-B4AE-9E90-0D92-D8D701090671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80027C6E-9906-32AB-8531-8DF70647E740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F6F473B6-9179-2947-5827-00DFA54E562F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782D7F5-6BC7-5F03-C077-69A4BA59B20A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A031BEA-DF26-8E6F-057B-445234C0FF5A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EC247FD-40AA-46B8-CEB5-90F4AEC28676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B238767-EABC-8673-CFA8-1B15821775B0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CE95FD33-74A7-15F4-5EE8-C10AEC312DA4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2C6D914-8DC1-0163-8BD8-4B492FFAA832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B72C050F-8002-6337-D99B-E4DC8D9507E8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0A7758B8-70E5-07C4-86CE-64A62BFF7ABC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68" name="Rectangle 367">
            <a:extLst>
              <a:ext uri="{FF2B5EF4-FFF2-40B4-BE49-F238E27FC236}">
                <a16:creationId xmlns:a16="http://schemas.microsoft.com/office/drawing/2014/main" id="{E019C543-9575-8A0D-1E58-FDC3AAC0444A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69" name="Rectangle 368">
            <a:extLst>
              <a:ext uri="{FF2B5EF4-FFF2-40B4-BE49-F238E27FC236}">
                <a16:creationId xmlns:a16="http://schemas.microsoft.com/office/drawing/2014/main" id="{0DC00FF4-A690-BEA6-A042-6B0F944E23C1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70" name="Rectangle 369">
            <a:extLst>
              <a:ext uri="{FF2B5EF4-FFF2-40B4-BE49-F238E27FC236}">
                <a16:creationId xmlns:a16="http://schemas.microsoft.com/office/drawing/2014/main" id="{642D4961-41E8-3781-4BDA-4C2286A52E82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71" name="Rectangle 370">
            <a:extLst>
              <a:ext uri="{FF2B5EF4-FFF2-40B4-BE49-F238E27FC236}">
                <a16:creationId xmlns:a16="http://schemas.microsoft.com/office/drawing/2014/main" id="{B351E915-63A2-E8E2-D9CF-FD01C737093A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72" name="Rectangle 371">
            <a:extLst>
              <a:ext uri="{FF2B5EF4-FFF2-40B4-BE49-F238E27FC236}">
                <a16:creationId xmlns:a16="http://schemas.microsoft.com/office/drawing/2014/main" id="{30182F72-9E52-EA57-8B73-0BE57C5039D0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73" name="Rectangle 372">
            <a:extLst>
              <a:ext uri="{FF2B5EF4-FFF2-40B4-BE49-F238E27FC236}">
                <a16:creationId xmlns:a16="http://schemas.microsoft.com/office/drawing/2014/main" id="{95D62269-14D1-B9E2-8A06-47E92B42E3CD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94101C06-7EC2-B903-6E66-633A5BF0A5AA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EAF92AF2-4F90-38DC-BF08-073239D02718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76" name="Rectangle 375">
            <a:extLst>
              <a:ext uri="{FF2B5EF4-FFF2-40B4-BE49-F238E27FC236}">
                <a16:creationId xmlns:a16="http://schemas.microsoft.com/office/drawing/2014/main" id="{42283194-025F-9521-2069-749779D67520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77" name="Rectangle 376">
            <a:extLst>
              <a:ext uri="{FF2B5EF4-FFF2-40B4-BE49-F238E27FC236}">
                <a16:creationId xmlns:a16="http://schemas.microsoft.com/office/drawing/2014/main" id="{9F531FDB-FE5F-C540-EDF6-62D35A137867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EC2338CD-98BE-6E24-DFCF-1F7A5140471D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79" name="Rectangle 378">
            <a:extLst>
              <a:ext uri="{FF2B5EF4-FFF2-40B4-BE49-F238E27FC236}">
                <a16:creationId xmlns:a16="http://schemas.microsoft.com/office/drawing/2014/main" id="{A80CD3FF-609E-8786-F6FE-AB4BFF41C692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06F94901-B8E2-4425-47F6-E547D4DDBECA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FED0D9ED-756D-D82D-7E67-22F6BAAF14E2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E6E518D0-4C35-ADD8-A86C-5A3C923B5339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FE3D2A41-8263-5BBB-02B4-4E066394A971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6E3467FE-61B1-D814-9C6D-49731E00DF6B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85" name="Rectangle 384">
            <a:extLst>
              <a:ext uri="{FF2B5EF4-FFF2-40B4-BE49-F238E27FC236}">
                <a16:creationId xmlns:a16="http://schemas.microsoft.com/office/drawing/2014/main" id="{BDF8D115-8F6B-C935-EAE4-95739794A113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86" name="Rectangle 385">
            <a:extLst>
              <a:ext uri="{FF2B5EF4-FFF2-40B4-BE49-F238E27FC236}">
                <a16:creationId xmlns:a16="http://schemas.microsoft.com/office/drawing/2014/main" id="{3748EA27-83AF-C928-017F-E387536357C8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7CAD73BF-E74C-8A2E-05D7-98B843F0BC79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88" name="Rectangle 387">
            <a:extLst>
              <a:ext uri="{FF2B5EF4-FFF2-40B4-BE49-F238E27FC236}">
                <a16:creationId xmlns:a16="http://schemas.microsoft.com/office/drawing/2014/main" id="{D76BE292-E4F5-003C-AA82-BFA1171AA997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89" name="Rectangle 388">
            <a:extLst>
              <a:ext uri="{FF2B5EF4-FFF2-40B4-BE49-F238E27FC236}">
                <a16:creationId xmlns:a16="http://schemas.microsoft.com/office/drawing/2014/main" id="{7E097438-E360-9E32-95E7-A3875CE5F0B3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90" name="Rectangle 389">
            <a:extLst>
              <a:ext uri="{FF2B5EF4-FFF2-40B4-BE49-F238E27FC236}">
                <a16:creationId xmlns:a16="http://schemas.microsoft.com/office/drawing/2014/main" id="{1CF5E849-C644-88C5-F0EA-9E8269421875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91" name="Rectangle 390">
            <a:extLst>
              <a:ext uri="{FF2B5EF4-FFF2-40B4-BE49-F238E27FC236}">
                <a16:creationId xmlns:a16="http://schemas.microsoft.com/office/drawing/2014/main" id="{280397C9-5EE4-0F09-3E3E-811574B87F97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008FE9E7-AA6D-D415-160F-324406E97985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93" name="Rectangle 392">
            <a:extLst>
              <a:ext uri="{FF2B5EF4-FFF2-40B4-BE49-F238E27FC236}">
                <a16:creationId xmlns:a16="http://schemas.microsoft.com/office/drawing/2014/main" id="{5FB07EBA-F5BB-1853-3598-70E840FF71F2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394" name="Rectangle 393">
            <a:extLst>
              <a:ext uri="{FF2B5EF4-FFF2-40B4-BE49-F238E27FC236}">
                <a16:creationId xmlns:a16="http://schemas.microsoft.com/office/drawing/2014/main" id="{764D7D0F-3EFA-0896-80BE-5FC5C5585939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2935E189-DE44-77B5-DAA4-84F77046192A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D09D92AF-ACDD-5CA3-FC47-89CFABCE82BE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28A052FB-A80F-182F-00F8-F642D63FCCAA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DBDF7F23-1B36-B787-2731-6A101BA25868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62EE3040-22C8-E3D4-F28B-394FEADEA327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F4FF867E-32EB-3451-D388-FD63B34A04F6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07502F14-9A2C-9448-3733-9BE10C172CCC}"/>
              </a:ext>
            </a:extLst>
          </p:cNvPr>
          <p:cNvSpPr/>
          <p:nvPr/>
        </p:nvSpPr>
        <p:spPr>
          <a:xfrm>
            <a:off x="9022775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76E93C3C-9947-6116-F84E-B42438F891D3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0905C8E6-AB63-8F5E-1444-A023E6624997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39325CB2-434E-EEC4-BA51-964B65F51656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CD7B2AF5-BC25-1F08-78AC-7E233B9154AA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C72B32EA-A6C8-A26B-64B2-01C0624235E4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D5194C04-1B33-4C14-F4D3-2B8B4B4B155A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266D5FAB-561A-69DD-4455-B11B8AE611FD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9BA41ED0-29DA-58CF-B1EB-62C721D539C9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DFF22482-3E9F-7754-E697-5F19BC2C8744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6CD25397-F90A-12D6-5E8E-13823B9174B2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FED2FB67-DC6A-DB21-98B7-F9D05BCBB6F9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2A7875FE-D1F0-5B84-C707-8DFD4592936B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4B6D37B6-A338-4BF5-19D5-7BE64C42711B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76C3AB44-57A0-897E-C1E6-5173B777037D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F2CFF89C-B64F-2C54-F51D-5336304BF583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3B68CD72-419F-3455-55F5-C3B14CA1B5EE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A15669B6-089A-C9DC-C737-9E737B9F57F8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06BF4576-33F5-E6D5-D1D9-FE2F730A3AC6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20" name="Rectangle 419">
            <a:extLst>
              <a:ext uri="{FF2B5EF4-FFF2-40B4-BE49-F238E27FC236}">
                <a16:creationId xmlns:a16="http://schemas.microsoft.com/office/drawing/2014/main" id="{02EDAA39-D66B-5C16-DD27-01DAFB51CE91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B18AEF6-AFB4-5D71-B4C8-80198CD89AC1}"/>
              </a:ext>
            </a:extLst>
          </p:cNvPr>
          <p:cNvSpPr/>
          <p:nvPr/>
        </p:nvSpPr>
        <p:spPr>
          <a:xfrm>
            <a:off x="3162465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135E7EAA-C061-95AA-BF25-970F2F6C7CE4}"/>
              </a:ext>
            </a:extLst>
          </p:cNvPr>
          <p:cNvSpPr/>
          <p:nvPr/>
        </p:nvSpPr>
        <p:spPr>
          <a:xfrm>
            <a:off x="3146932" y="595610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4F796948-68D7-797D-B0F7-5A8A6F27F4E3}"/>
              </a:ext>
            </a:extLst>
          </p:cNvPr>
          <p:cNvSpPr/>
          <p:nvPr/>
        </p:nvSpPr>
        <p:spPr>
          <a:xfrm>
            <a:off x="3105963" y="599856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423" name="Rectangle 422">
            <a:extLst>
              <a:ext uri="{FF2B5EF4-FFF2-40B4-BE49-F238E27FC236}">
                <a16:creationId xmlns:a16="http://schemas.microsoft.com/office/drawing/2014/main" id="{1C50C61C-4997-CC24-70AB-5308C45184B8}"/>
              </a:ext>
            </a:extLst>
          </p:cNvPr>
          <p:cNvSpPr/>
          <p:nvPr/>
        </p:nvSpPr>
        <p:spPr>
          <a:xfrm>
            <a:off x="3105962" y="599464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</p:spTree>
    <p:extLst>
      <p:ext uri="{BB962C8B-B14F-4D97-AF65-F5344CB8AC3E}">
        <p14:creationId xmlns:p14="http://schemas.microsoft.com/office/powerpoint/2010/main" val="3013180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7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" fill="hold">
                      <p:stCondLst>
                        <p:cond delay="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203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4" fill="hold">
                      <p:stCondLst>
                        <p:cond delay="0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69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0" fill="hold">
                      <p:stCondLst>
                        <p:cond delay="0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8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1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35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6" fill="hold">
                      <p:stCondLst>
                        <p:cond delay="0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3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6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9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2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8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1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7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36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9" fill="hold">
                      <p:stCondLst>
                        <p:cond delay="0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6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9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2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5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8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1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4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7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0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401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2" fill="hold">
                      <p:stCondLst>
                        <p:cond delay="0"/>
                      </p:stCondLst>
                      <p:childTnLst>
                        <p:par>
                          <p:cTn id="403" fill="hold">
                            <p:stCondLst>
                              <p:cond delay="0"/>
                            </p:stCondLst>
                            <p:childTnLst>
                              <p:par>
                                <p:cTn id="4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9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2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5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4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7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0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3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5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8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1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4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0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3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6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67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8" fill="hold">
                      <p:stCondLst>
                        <p:cond delay="0"/>
                      </p:stCondLst>
                      <p:childTnLst>
                        <p:par>
                          <p:cTn id="469" fill="hold">
                            <p:stCondLst>
                              <p:cond delay="0"/>
                            </p:stCondLst>
                            <p:childTnLst>
                              <p:par>
                                <p:cTn id="4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5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8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1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4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7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0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3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6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9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500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1" fill="hold">
                      <p:stCondLst>
                        <p:cond delay="0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8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1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4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7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0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3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6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9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2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533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4" fill="hold">
                      <p:stCondLst>
                        <p:cond delay="0"/>
                      </p:stCondLst>
                      <p:childTnLst>
                        <p:par>
                          <p:cTn id="535" fill="hold">
                            <p:stCondLst>
                              <p:cond delay="0"/>
                            </p:stCondLst>
                            <p:childTnLst>
                              <p:par>
                                <p:cTn id="5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1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4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7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0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3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6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9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2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5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4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7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0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3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6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9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2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5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8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599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0" fill="hold">
                      <p:stCondLst>
                        <p:cond delay="0"/>
                      </p:stCondLst>
                      <p:childTnLst>
                        <p:par>
                          <p:cTn id="601" fill="hold">
                            <p:stCondLst>
                              <p:cond delay="0"/>
                            </p:stCondLst>
                            <p:childTnLst>
                              <p:par>
                                <p:cTn id="6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63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3" fill="hold">
                      <p:stCondLst>
                        <p:cond delay="0"/>
                      </p:stCondLst>
                      <p:childTnLst>
                        <p:par>
                          <p:cTn id="634" fill="hold">
                            <p:stCondLst>
                              <p:cond delay="0"/>
                            </p:stCondLst>
                            <p:childTnLst>
                              <p:par>
                                <p:cTn id="6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8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1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4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665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6" fill="hold">
                      <p:stCondLst>
                        <p:cond delay="0"/>
                      </p:stCondLst>
                      <p:childTnLst>
                        <p:par>
                          <p:cTn id="667" fill="hold">
                            <p:stCondLst>
                              <p:cond delay="0"/>
                            </p:stCondLst>
                            <p:childTnLst>
                              <p:par>
                                <p:cTn id="6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3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6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9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5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8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1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4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7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698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9" fill="hold">
                      <p:stCondLst>
                        <p:cond delay="0"/>
                      </p:stCondLst>
                      <p:childTnLst>
                        <p:par>
                          <p:cTn id="700" fill="hold">
                            <p:stCondLst>
                              <p:cond delay="0"/>
                            </p:stCondLst>
                            <p:childTnLst>
                              <p:par>
                                <p:cTn id="7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6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9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2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5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8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1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4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7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0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731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2" fill="hold">
                      <p:stCondLst>
                        <p:cond delay="0"/>
                      </p:stCondLst>
                      <p:childTnLst>
                        <p:par>
                          <p:cTn id="733" fill="hold">
                            <p:stCondLst>
                              <p:cond delay="0"/>
                            </p:stCondLst>
                            <p:childTnLst>
                              <p:par>
                                <p:cTn id="7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9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2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5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8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1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4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7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0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3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764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5" fill="hold">
                      <p:stCondLst>
                        <p:cond delay="0"/>
                      </p:stCondLst>
                      <p:childTnLst>
                        <p:par>
                          <p:cTn id="766" fill="hold">
                            <p:stCondLst>
                              <p:cond delay="0"/>
                            </p:stCondLst>
                            <p:childTnLst>
                              <p:par>
                                <p:cTn id="7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2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5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8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1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4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7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0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3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6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797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8" fill="hold">
                      <p:stCondLst>
                        <p:cond delay="0"/>
                      </p:stCondLst>
                      <p:childTnLst>
                        <p:par>
                          <p:cTn id="799" fill="hold">
                            <p:stCondLst>
                              <p:cond delay="0"/>
                            </p:stCondLst>
                            <p:childTnLst>
                              <p:par>
                                <p:cTn id="8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5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8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1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4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7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0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3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6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9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830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1" fill="hold">
                      <p:stCondLst>
                        <p:cond delay="0"/>
                      </p:stCondLst>
                      <p:childTnLst>
                        <p:par>
                          <p:cTn id="832" fill="hold">
                            <p:stCondLst>
                              <p:cond delay="0"/>
                            </p:stCondLst>
                            <p:childTnLst>
                              <p:par>
                                <p:cTn id="8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8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1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4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7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0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3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6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9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2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863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4" fill="hold">
                      <p:stCondLst>
                        <p:cond delay="0"/>
                      </p:stCondLst>
                      <p:childTnLst>
                        <p:par>
                          <p:cTn id="865" fill="hold">
                            <p:stCondLst>
                              <p:cond delay="0"/>
                            </p:stCondLst>
                            <p:childTnLst>
                              <p:par>
                                <p:cTn id="8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1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4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7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0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3"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6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9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2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5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96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7" fill="hold">
                      <p:stCondLst>
                        <p:cond delay="0"/>
                      </p:stCondLst>
                      <p:childTnLst>
                        <p:par>
                          <p:cTn id="898" fill="hold">
                            <p:stCondLst>
                              <p:cond delay="0"/>
                            </p:stCondLst>
                            <p:childTnLst>
                              <p:par>
                                <p:cTn id="8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4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7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0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3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6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9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2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5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8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929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0" fill="hold">
                      <p:stCondLst>
                        <p:cond delay="0"/>
                      </p:stCondLst>
                      <p:childTnLst>
                        <p:par>
                          <p:cTn id="931" fill="hold">
                            <p:stCondLst>
                              <p:cond delay="0"/>
                            </p:stCondLst>
                            <p:childTnLst>
                              <p:par>
                                <p:cTn id="9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7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0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3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6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9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2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5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8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1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962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3" fill="hold">
                      <p:stCondLst>
                        <p:cond delay="0"/>
                      </p:stCondLst>
                      <p:childTnLst>
                        <p:par>
                          <p:cTn id="964" fill="hold">
                            <p:stCondLst>
                              <p:cond delay="0"/>
                            </p:stCondLst>
                            <p:childTnLst>
                              <p:par>
                                <p:cTn id="9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0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3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6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9"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2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5"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8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1"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4"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995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6" fill="hold">
                      <p:stCondLst>
                        <p:cond delay="0"/>
                      </p:stCondLst>
                      <p:childTnLst>
                        <p:par>
                          <p:cTn id="997" fill="hold">
                            <p:stCondLst>
                              <p:cond delay="0"/>
                            </p:stCondLst>
                            <p:childTnLst>
                              <p:par>
                                <p:cTn id="9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3"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6"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9"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2"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5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8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1"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4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7"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1028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9" fill="hold">
                      <p:stCondLst>
                        <p:cond delay="0"/>
                      </p:stCondLst>
                      <p:childTnLst>
                        <p:par>
                          <p:cTn id="1030" fill="hold">
                            <p:stCondLst>
                              <p:cond delay="0"/>
                            </p:stCondLst>
                            <p:childTnLst>
                              <p:par>
                                <p:cTn id="10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6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9"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2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5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8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1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4"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7"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0"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1061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2" fill="hold">
                      <p:stCondLst>
                        <p:cond delay="0"/>
                      </p:stCondLst>
                      <p:childTnLst>
                        <p:par>
                          <p:cTn id="1063" fill="hold">
                            <p:stCondLst>
                              <p:cond delay="0"/>
                            </p:stCondLst>
                            <p:childTnLst>
                              <p:par>
                                <p:cTn id="10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9"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2"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5"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8"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1"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4"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7"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0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3"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6"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1097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8" fill="hold">
                      <p:stCondLst>
                        <p:cond delay="0"/>
                      </p:stCondLst>
                      <p:childTnLst>
                        <p:par>
                          <p:cTn id="1099" fill="hold">
                            <p:stCondLst>
                              <p:cond delay="0"/>
                            </p:stCondLst>
                            <p:childTnLst>
                              <p:par>
                                <p:cTn id="1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5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8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1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4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7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0"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3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6"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9"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1130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1" fill="hold">
                      <p:stCondLst>
                        <p:cond delay="0"/>
                      </p:stCondLst>
                      <p:childTnLst>
                        <p:par>
                          <p:cTn id="1132" fill="hold">
                            <p:stCondLst>
                              <p:cond delay="0"/>
                            </p:stCondLst>
                            <p:childTnLst>
                              <p:par>
                                <p:cTn id="1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8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1"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4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7"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0"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3"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6"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9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2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1163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4" fill="hold">
                      <p:stCondLst>
                        <p:cond delay="0"/>
                      </p:stCondLst>
                      <p:childTnLst>
                        <p:par>
                          <p:cTn id="1165" fill="hold">
                            <p:stCondLst>
                              <p:cond delay="0"/>
                            </p:stCondLst>
                            <p:childTnLst>
                              <p:par>
                                <p:cTn id="11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1"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4"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7"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</p:childTnLst>
        </p:cTn>
      </p:par>
    </p:tnLst>
    <p:bldLst>
      <p:bldP spid="4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71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4" grpId="0" animBg="1"/>
      <p:bldP spid="169" grpId="0" animBg="1"/>
      <p:bldP spid="170" grpId="0" animBg="1"/>
      <p:bldP spid="171" grpId="0" animBg="1"/>
      <p:bldP spid="172" grpId="0" animBg="1"/>
      <p:bldP spid="173" grpId="0" animBg="1"/>
      <p:bldP spid="174" grpId="0" animBg="1"/>
      <p:bldP spid="175" grpId="0" animBg="1"/>
      <p:bldP spid="176" grpId="0" animBg="1"/>
      <p:bldP spid="177" grpId="0" animBg="1"/>
      <p:bldP spid="178" grpId="0" animBg="1"/>
      <p:bldP spid="179" grpId="0" animBg="1"/>
      <p:bldP spid="180" grpId="0" animBg="1"/>
      <p:bldP spid="181" grpId="0" animBg="1"/>
      <p:bldP spid="182" grpId="0" animBg="1"/>
      <p:bldP spid="183" grpId="0" animBg="1"/>
      <p:bldP spid="184" grpId="0" animBg="1"/>
      <p:bldP spid="185" grpId="0" animBg="1"/>
      <p:bldP spid="186" grpId="0" animBg="1"/>
      <p:bldP spid="187" grpId="0" animBg="1"/>
      <p:bldP spid="188" grpId="0" animBg="1"/>
      <p:bldP spid="189" grpId="0" animBg="1"/>
      <p:bldP spid="190" grpId="0" animBg="1"/>
      <p:bldP spid="191" grpId="0" animBg="1"/>
      <p:bldP spid="192" grpId="0" animBg="1"/>
      <p:bldP spid="193" grpId="0" animBg="1"/>
      <p:bldP spid="194" grpId="0" animBg="1"/>
      <p:bldP spid="195" grpId="0" animBg="1"/>
      <p:bldP spid="196" grpId="0" animBg="1"/>
      <p:bldP spid="197" grpId="0" animBg="1"/>
      <p:bldP spid="198" grpId="0" animBg="1"/>
      <p:bldP spid="199" grpId="0" animBg="1"/>
      <p:bldP spid="200" grpId="0" animBg="1"/>
      <p:bldP spid="201" grpId="0" animBg="1"/>
      <p:bldP spid="202" grpId="0" animBg="1"/>
      <p:bldP spid="203" grpId="0" animBg="1"/>
      <p:bldP spid="204" grpId="0" animBg="1"/>
      <p:bldP spid="210" grpId="0" animBg="1"/>
      <p:bldP spid="211" grpId="0" animBg="1"/>
      <p:bldP spid="212" grpId="0" animBg="1"/>
      <p:bldP spid="213" grpId="0" animBg="1"/>
      <p:bldP spid="214" grpId="0" animBg="1"/>
      <p:bldP spid="215" grpId="0" animBg="1"/>
      <p:bldP spid="216" grpId="0" animBg="1"/>
      <p:bldP spid="217" grpId="0" animBg="1"/>
      <p:bldP spid="218" grpId="0" animBg="1"/>
      <p:bldP spid="219" grpId="0" animBg="1"/>
      <p:bldP spid="220" grpId="0" animBg="1"/>
      <p:bldP spid="221" grpId="0" animBg="1"/>
      <p:bldP spid="222" grpId="0" animBg="1"/>
      <p:bldP spid="223" grpId="0" animBg="1"/>
      <p:bldP spid="224" grpId="0" animBg="1"/>
      <p:bldP spid="225" grpId="0" animBg="1"/>
      <p:bldP spid="226" grpId="0" animBg="1"/>
      <p:bldP spid="227" grpId="0" animBg="1"/>
      <p:bldP spid="73" grpId="0" animBg="1"/>
      <p:bldP spid="75" grpId="0" animBg="1"/>
      <p:bldP spid="78" grpId="0" animBg="1"/>
      <p:bldP spid="80" grpId="0" animBg="1"/>
      <p:bldP spid="82" grpId="0" animBg="1"/>
      <p:bldP spid="85" grpId="0" animBg="1"/>
      <p:bldP spid="228" grpId="0" animBg="1"/>
      <p:bldP spid="229" grpId="0" animBg="1"/>
      <p:bldP spid="230" grpId="0" animBg="1"/>
      <p:bldP spid="231" grpId="0" animBg="1"/>
      <p:bldP spid="232" grpId="0" animBg="1"/>
      <p:bldP spid="233" grpId="0" animBg="1"/>
      <p:bldP spid="234" grpId="0" animBg="1"/>
      <p:bldP spid="235" grpId="0" animBg="1"/>
      <p:bldP spid="236" grpId="0" animBg="1"/>
      <p:bldP spid="237" grpId="0" animBg="1"/>
      <p:bldP spid="238" grpId="0" animBg="1"/>
      <p:bldP spid="239" grpId="0" animBg="1"/>
      <p:bldP spid="240" grpId="0" animBg="1"/>
      <p:bldP spid="241" grpId="0" animBg="1"/>
      <p:bldP spid="242" grpId="0" animBg="1"/>
      <p:bldP spid="243" grpId="0" animBg="1"/>
      <p:bldP spid="244" grpId="0" animBg="1"/>
      <p:bldP spid="245" grpId="0" animBg="1"/>
      <p:bldP spid="246" grpId="0" animBg="1"/>
      <p:bldP spid="247" grpId="0" animBg="1"/>
      <p:bldP spid="248" grpId="0" animBg="1"/>
      <p:bldP spid="249" grpId="0" animBg="1"/>
      <p:bldP spid="250" grpId="0" animBg="1"/>
      <p:bldP spid="251" grpId="0" animBg="1"/>
      <p:bldP spid="252" grpId="0" animBg="1"/>
      <p:bldP spid="253" grpId="0" animBg="1"/>
      <p:bldP spid="254" grpId="0" animBg="1"/>
      <p:bldP spid="255" grpId="0" animBg="1"/>
      <p:bldP spid="256" grpId="0" animBg="1"/>
      <p:bldP spid="257" grpId="0" animBg="1"/>
      <p:bldP spid="258" grpId="0" animBg="1"/>
      <p:bldP spid="259" grpId="0" animBg="1"/>
      <p:bldP spid="260" grpId="0" animBg="1"/>
      <p:bldP spid="261" grpId="0" animBg="1"/>
      <p:bldP spid="262" grpId="0" animBg="1"/>
      <p:bldP spid="263" grpId="0" animBg="1"/>
      <p:bldP spid="264" grpId="0" animBg="1"/>
      <p:bldP spid="265" grpId="0" animBg="1"/>
      <p:bldP spid="266" grpId="0" animBg="1"/>
      <p:bldP spid="267" grpId="0" animBg="1"/>
      <p:bldP spid="268" grpId="0" animBg="1"/>
      <p:bldP spid="269" grpId="0" animBg="1"/>
      <p:bldP spid="270" grpId="0" animBg="1"/>
      <p:bldP spid="271" grpId="0" animBg="1"/>
      <p:bldP spid="272" grpId="0" animBg="1"/>
      <p:bldP spid="273" grpId="0" animBg="1"/>
      <p:bldP spid="274" grpId="0" animBg="1"/>
      <p:bldP spid="275" grpId="0" animBg="1"/>
      <p:bldP spid="276" grpId="0" animBg="1"/>
      <p:bldP spid="277" grpId="0" animBg="1"/>
      <p:bldP spid="278" grpId="0" animBg="1"/>
      <p:bldP spid="279" grpId="0" animBg="1"/>
      <p:bldP spid="280" grpId="0" animBg="1"/>
      <p:bldP spid="281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2" grpId="0" animBg="1"/>
      <p:bldP spid="3" grpId="0" animBg="1"/>
      <p:bldP spid="6" grpId="0" animBg="1"/>
      <p:bldP spid="7" grpId="0" animBg="1"/>
      <p:bldP spid="27" grpId="0" animBg="1"/>
      <p:bldP spid="28" grpId="0" animBg="1"/>
      <p:bldP spid="45" grpId="0" animBg="1"/>
      <p:bldP spid="57" grpId="0" animBg="1"/>
      <p:bldP spid="58" grpId="0" animBg="1"/>
      <p:bldP spid="70" grpId="0" animBg="1"/>
      <p:bldP spid="77" grpId="0" animBg="1"/>
      <p:bldP spid="84" grpId="0" animBg="1"/>
      <p:bldP spid="107" grpId="0" animBg="1"/>
      <p:bldP spid="108" grpId="0" animBg="1"/>
      <p:bldP spid="109" grpId="0" animBg="1"/>
      <p:bldP spid="165" grpId="0" animBg="1"/>
      <p:bldP spid="166" grpId="0" animBg="1"/>
      <p:bldP spid="167" grpId="0" animBg="1"/>
      <p:bldP spid="168" grpId="0" animBg="1"/>
      <p:bldP spid="205" grpId="0" animBg="1"/>
      <p:bldP spid="206" grpId="0" animBg="1"/>
      <p:bldP spid="207" grpId="0" animBg="1"/>
      <p:bldP spid="208" grpId="0" animBg="1"/>
      <p:bldP spid="209" grpId="0" animBg="1"/>
      <p:bldP spid="282" grpId="0" animBg="1"/>
      <p:bldP spid="283" grpId="0" animBg="1"/>
      <p:bldP spid="284" grpId="0" animBg="1"/>
      <p:bldP spid="285" grpId="0" animBg="1"/>
      <p:bldP spid="286" grpId="0" animBg="1"/>
      <p:bldP spid="287" grpId="0" animBg="1"/>
      <p:bldP spid="288" grpId="0" animBg="1"/>
      <p:bldP spid="289" grpId="0" animBg="1"/>
      <p:bldP spid="290" grpId="0" animBg="1"/>
      <p:bldP spid="291" grpId="0" animBg="1"/>
      <p:bldP spid="292" grpId="0" animBg="1"/>
      <p:bldP spid="293" grpId="0" animBg="1"/>
      <p:bldP spid="294" grpId="0" animBg="1"/>
      <p:bldP spid="295" grpId="0" animBg="1"/>
      <p:bldP spid="296" grpId="0" animBg="1"/>
      <p:bldP spid="297" grpId="0" animBg="1"/>
      <p:bldP spid="298" grpId="0" animBg="1"/>
      <p:bldP spid="299" grpId="0" animBg="1"/>
      <p:bldP spid="300" grpId="0" animBg="1"/>
      <p:bldP spid="301" grpId="0" animBg="1"/>
      <p:bldP spid="302" grpId="0" animBg="1"/>
      <p:bldP spid="303" grpId="0" animBg="1"/>
      <p:bldP spid="304" grpId="0" animBg="1"/>
      <p:bldP spid="305" grpId="0" animBg="1"/>
      <p:bldP spid="306" grpId="0" animBg="1"/>
      <p:bldP spid="307" grpId="0" animBg="1"/>
      <p:bldP spid="308" grpId="0" animBg="1"/>
      <p:bldP spid="309" grpId="0" animBg="1"/>
      <p:bldP spid="310" grpId="0" animBg="1"/>
      <p:bldP spid="311" grpId="0" animBg="1"/>
      <p:bldP spid="65" grpId="0" animBg="1"/>
      <p:bldP spid="66" grpId="0" animBg="1"/>
      <p:bldP spid="67" grpId="0" animBg="1"/>
      <p:bldP spid="69" grpId="0" animBg="1"/>
      <p:bldP spid="72" grpId="0" animBg="1"/>
      <p:bldP spid="312" grpId="0" animBg="1"/>
      <p:bldP spid="313" grpId="0" animBg="1"/>
      <p:bldP spid="314" grpId="0" animBg="1"/>
      <p:bldP spid="315" grpId="0" animBg="1"/>
      <p:bldP spid="316" grpId="0" animBg="1"/>
      <p:bldP spid="317" grpId="0" animBg="1"/>
      <p:bldP spid="318" grpId="0" animBg="1"/>
      <p:bldP spid="319" grpId="0" animBg="1"/>
      <p:bldP spid="320" grpId="0" animBg="1"/>
      <p:bldP spid="321" grpId="0" animBg="1"/>
      <p:bldP spid="322" grpId="0" animBg="1"/>
      <p:bldP spid="323" grpId="0" animBg="1"/>
      <p:bldP spid="324" grpId="0" animBg="1"/>
      <p:bldP spid="325" grpId="0" animBg="1"/>
      <p:bldP spid="326" grpId="0" animBg="1"/>
      <p:bldP spid="327" grpId="0" animBg="1"/>
      <p:bldP spid="328" grpId="0" animBg="1"/>
      <p:bldP spid="329" grpId="0" animBg="1"/>
      <p:bldP spid="330" grpId="0" animBg="1"/>
      <p:bldP spid="331" grpId="0" animBg="1"/>
      <p:bldP spid="332" grpId="0" animBg="1"/>
      <p:bldP spid="333" grpId="0" animBg="1"/>
      <p:bldP spid="334" grpId="0" animBg="1"/>
      <p:bldP spid="335" grpId="0" animBg="1"/>
      <p:bldP spid="336" grpId="0" animBg="1"/>
      <p:bldP spid="337" grpId="0" animBg="1"/>
      <p:bldP spid="338" grpId="0" animBg="1"/>
      <p:bldP spid="348" grpId="0" animBg="1"/>
      <p:bldP spid="349" grpId="0" animBg="1"/>
      <p:bldP spid="350" grpId="0" animBg="1"/>
      <p:bldP spid="351" grpId="0" animBg="1"/>
      <p:bldP spid="352" grpId="0" animBg="1"/>
      <p:bldP spid="353" grpId="0" animBg="1"/>
      <p:bldP spid="354" grpId="0" animBg="1"/>
      <p:bldP spid="355" grpId="0" animBg="1"/>
      <p:bldP spid="356" grpId="0" animBg="1"/>
      <p:bldP spid="357" grpId="0" animBg="1"/>
      <p:bldP spid="358" grpId="0" animBg="1"/>
      <p:bldP spid="359" grpId="0" animBg="1"/>
      <p:bldP spid="360" grpId="0" animBg="1"/>
      <p:bldP spid="361" grpId="0" animBg="1"/>
      <p:bldP spid="362" grpId="0" animBg="1"/>
      <p:bldP spid="363" grpId="0" animBg="1"/>
      <p:bldP spid="364" grpId="0" animBg="1"/>
      <p:bldP spid="365" grpId="0" animBg="1"/>
      <p:bldP spid="74" grpId="0" animBg="1"/>
      <p:bldP spid="76" grpId="0" animBg="1"/>
      <p:bldP spid="79" grpId="0" animBg="1"/>
      <p:bldP spid="81" grpId="0" animBg="1"/>
      <p:bldP spid="83" grpId="0" animBg="1"/>
      <p:bldP spid="86" grpId="0" animBg="1"/>
      <p:bldP spid="366" grpId="0" animBg="1"/>
      <p:bldP spid="367" grpId="0" animBg="1"/>
      <p:bldP spid="368" grpId="0" animBg="1"/>
      <p:bldP spid="369" grpId="0" animBg="1"/>
      <p:bldP spid="370" grpId="0" animBg="1"/>
      <p:bldP spid="371" grpId="0" animBg="1"/>
      <p:bldP spid="372" grpId="0" animBg="1"/>
      <p:bldP spid="373" grpId="0" animBg="1"/>
      <p:bldP spid="374" grpId="0" animBg="1"/>
      <p:bldP spid="375" grpId="0" animBg="1"/>
      <p:bldP spid="376" grpId="0" animBg="1"/>
      <p:bldP spid="377" grpId="0" animBg="1"/>
      <p:bldP spid="378" grpId="0" animBg="1"/>
      <p:bldP spid="379" grpId="0" animBg="1"/>
      <p:bldP spid="380" grpId="0" animBg="1"/>
      <p:bldP spid="381" grpId="0" animBg="1"/>
      <p:bldP spid="382" grpId="0" animBg="1"/>
      <p:bldP spid="383" grpId="0" animBg="1"/>
      <p:bldP spid="384" grpId="0" animBg="1"/>
      <p:bldP spid="385" grpId="0" animBg="1"/>
      <p:bldP spid="386" grpId="0" animBg="1"/>
      <p:bldP spid="387" grpId="0" animBg="1"/>
      <p:bldP spid="388" grpId="0" animBg="1"/>
      <p:bldP spid="389" grpId="0" animBg="1"/>
      <p:bldP spid="390" grpId="0" animBg="1"/>
      <p:bldP spid="391" grpId="0" animBg="1"/>
      <p:bldP spid="392" grpId="0" animBg="1"/>
      <p:bldP spid="393" grpId="0" animBg="1"/>
      <p:bldP spid="394" grpId="0" animBg="1"/>
      <p:bldP spid="395" grpId="0" animBg="1"/>
      <p:bldP spid="396" grpId="0" animBg="1"/>
      <p:bldP spid="397" grpId="0" animBg="1"/>
      <p:bldP spid="398" grpId="0" animBg="1"/>
      <p:bldP spid="399" grpId="0" animBg="1"/>
      <p:bldP spid="400" grpId="0" animBg="1"/>
      <p:bldP spid="401" grpId="0" animBg="1"/>
      <p:bldP spid="402" grpId="0" animBg="1"/>
      <p:bldP spid="403" grpId="0" animBg="1"/>
      <p:bldP spid="404" grpId="0" animBg="1"/>
      <p:bldP spid="405" grpId="0" animBg="1"/>
      <p:bldP spid="406" grpId="0" animBg="1"/>
      <p:bldP spid="407" grpId="0" animBg="1"/>
      <p:bldP spid="408" grpId="0" animBg="1"/>
      <p:bldP spid="409" grpId="0" animBg="1"/>
      <p:bldP spid="410" grpId="0" animBg="1"/>
      <p:bldP spid="411" grpId="0" animBg="1"/>
      <p:bldP spid="412" grpId="0" animBg="1"/>
      <p:bldP spid="413" grpId="0" animBg="1"/>
      <p:bldP spid="414" grpId="0" animBg="1"/>
      <p:bldP spid="415" grpId="0" animBg="1"/>
      <p:bldP spid="416" grpId="0" animBg="1"/>
      <p:bldP spid="417" grpId="0" animBg="1"/>
      <p:bldP spid="418" grpId="0" animBg="1"/>
      <p:bldP spid="419" grpId="0" animBg="1"/>
      <p:bldP spid="420" grpId="0" animBg="1"/>
      <p:bldP spid="41" grpId="0" animBg="1"/>
      <p:bldP spid="421" grpId="0" animBg="1"/>
      <p:bldP spid="422" grpId="0" animBg="1"/>
      <p:bldP spid="42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">
            <a:extLst>
              <a:ext uri="{FF2B5EF4-FFF2-40B4-BE49-F238E27FC236}">
                <a16:creationId xmlns:a16="http://schemas.microsoft.com/office/drawing/2014/main" id="{7127A436-1205-F779-9726-BB262953E36C}"/>
              </a:ext>
            </a:extLst>
          </p:cNvPr>
          <p:cNvSpPr/>
          <p:nvPr/>
        </p:nvSpPr>
        <p:spPr>
          <a:xfrm>
            <a:off x="389438" y="281252"/>
            <a:ext cx="647346" cy="43197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A</a:t>
            </a:r>
            <a:endParaRPr lang="sq-XK" sz="2400" dirty="0"/>
          </a:p>
        </p:txBody>
      </p:sp>
      <p:sp>
        <p:nvSpPr>
          <p:cNvPr id="8" name="B">
            <a:extLst>
              <a:ext uri="{FF2B5EF4-FFF2-40B4-BE49-F238E27FC236}">
                <a16:creationId xmlns:a16="http://schemas.microsoft.com/office/drawing/2014/main" id="{80847C29-BDAF-9EB3-0459-55C88B306AEC}"/>
              </a:ext>
            </a:extLst>
          </p:cNvPr>
          <p:cNvSpPr/>
          <p:nvPr/>
        </p:nvSpPr>
        <p:spPr>
          <a:xfrm>
            <a:off x="1141746" y="269226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B</a:t>
            </a:r>
            <a:endParaRPr lang="sq-XK" sz="2400" dirty="0"/>
          </a:p>
        </p:txBody>
      </p:sp>
      <p:sp>
        <p:nvSpPr>
          <p:cNvPr id="9" name="C">
            <a:extLst>
              <a:ext uri="{FF2B5EF4-FFF2-40B4-BE49-F238E27FC236}">
                <a16:creationId xmlns:a16="http://schemas.microsoft.com/office/drawing/2014/main" id="{D04D410C-975F-22F8-9876-28AC2179DC69}"/>
              </a:ext>
            </a:extLst>
          </p:cNvPr>
          <p:cNvSpPr/>
          <p:nvPr/>
        </p:nvSpPr>
        <p:spPr>
          <a:xfrm>
            <a:off x="1757383" y="269227"/>
            <a:ext cx="575174" cy="43197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C</a:t>
            </a:r>
            <a:endParaRPr lang="sq-XK" sz="2400" dirty="0"/>
          </a:p>
        </p:txBody>
      </p:sp>
      <p:sp>
        <p:nvSpPr>
          <p:cNvPr id="10" name="Ç">
            <a:extLst>
              <a:ext uri="{FF2B5EF4-FFF2-40B4-BE49-F238E27FC236}">
                <a16:creationId xmlns:a16="http://schemas.microsoft.com/office/drawing/2014/main" id="{5D0E20B3-38C0-AFDB-B7E5-CF587BF9670E}"/>
              </a:ext>
            </a:extLst>
          </p:cNvPr>
          <p:cNvSpPr/>
          <p:nvPr/>
        </p:nvSpPr>
        <p:spPr>
          <a:xfrm>
            <a:off x="2329279" y="263214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Ç</a:t>
            </a:r>
            <a:endParaRPr lang="sq-XK" sz="2400" dirty="0"/>
          </a:p>
        </p:txBody>
      </p:sp>
      <p:sp>
        <p:nvSpPr>
          <p:cNvPr id="11" name="D">
            <a:extLst>
              <a:ext uri="{FF2B5EF4-FFF2-40B4-BE49-F238E27FC236}">
                <a16:creationId xmlns:a16="http://schemas.microsoft.com/office/drawing/2014/main" id="{ACA72B8F-B5FC-8051-49F6-4A4C858DE1FF}"/>
              </a:ext>
            </a:extLst>
          </p:cNvPr>
          <p:cNvSpPr/>
          <p:nvPr/>
        </p:nvSpPr>
        <p:spPr>
          <a:xfrm>
            <a:off x="2902271" y="269226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D</a:t>
            </a:r>
            <a:endParaRPr lang="sq-XK" sz="2400" dirty="0"/>
          </a:p>
        </p:txBody>
      </p:sp>
      <p:sp>
        <p:nvSpPr>
          <p:cNvPr id="12" name="DH">
            <a:extLst>
              <a:ext uri="{FF2B5EF4-FFF2-40B4-BE49-F238E27FC236}">
                <a16:creationId xmlns:a16="http://schemas.microsoft.com/office/drawing/2014/main" id="{B77C4B40-8AF7-18DE-3C06-A42ED722BA4B}"/>
              </a:ext>
            </a:extLst>
          </p:cNvPr>
          <p:cNvSpPr/>
          <p:nvPr/>
        </p:nvSpPr>
        <p:spPr>
          <a:xfrm>
            <a:off x="3584609" y="263214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/>
              <a:t>DH</a:t>
            </a:r>
            <a:endParaRPr lang="sq-XK" sz="2000" dirty="0"/>
          </a:p>
        </p:txBody>
      </p:sp>
      <p:sp>
        <p:nvSpPr>
          <p:cNvPr id="13" name="E">
            <a:extLst>
              <a:ext uri="{FF2B5EF4-FFF2-40B4-BE49-F238E27FC236}">
                <a16:creationId xmlns:a16="http://schemas.microsoft.com/office/drawing/2014/main" id="{82ABEE83-FEC8-6932-EB2B-7AB725460F38}"/>
              </a:ext>
            </a:extLst>
          </p:cNvPr>
          <p:cNvSpPr/>
          <p:nvPr/>
        </p:nvSpPr>
        <p:spPr>
          <a:xfrm>
            <a:off x="4217726" y="281252"/>
            <a:ext cx="518307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E</a:t>
            </a:r>
            <a:endParaRPr lang="sq-XK" sz="2400" dirty="0"/>
          </a:p>
        </p:txBody>
      </p:sp>
      <p:sp>
        <p:nvSpPr>
          <p:cNvPr id="14" name="Ë">
            <a:extLst>
              <a:ext uri="{FF2B5EF4-FFF2-40B4-BE49-F238E27FC236}">
                <a16:creationId xmlns:a16="http://schemas.microsoft.com/office/drawing/2014/main" id="{47C887DA-CEE0-9C00-E12A-0051D6F58E2A}"/>
              </a:ext>
            </a:extLst>
          </p:cNvPr>
          <p:cNvSpPr/>
          <p:nvPr/>
        </p:nvSpPr>
        <p:spPr>
          <a:xfrm>
            <a:off x="4841027" y="28125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Ë</a:t>
            </a:r>
            <a:endParaRPr lang="sq-XK" sz="2400" dirty="0"/>
          </a:p>
        </p:txBody>
      </p:sp>
      <p:sp>
        <p:nvSpPr>
          <p:cNvPr id="15" name="F">
            <a:extLst>
              <a:ext uri="{FF2B5EF4-FFF2-40B4-BE49-F238E27FC236}">
                <a16:creationId xmlns:a16="http://schemas.microsoft.com/office/drawing/2014/main" id="{E34CE2C2-A390-60AE-13DC-7914206BA11A}"/>
              </a:ext>
            </a:extLst>
          </p:cNvPr>
          <p:cNvSpPr/>
          <p:nvPr/>
        </p:nvSpPr>
        <p:spPr>
          <a:xfrm>
            <a:off x="5513501" y="28125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F</a:t>
            </a:r>
            <a:endParaRPr lang="sq-XK" sz="2400" dirty="0"/>
          </a:p>
        </p:txBody>
      </p:sp>
      <p:sp>
        <p:nvSpPr>
          <p:cNvPr id="16" name="G">
            <a:extLst>
              <a:ext uri="{FF2B5EF4-FFF2-40B4-BE49-F238E27FC236}">
                <a16:creationId xmlns:a16="http://schemas.microsoft.com/office/drawing/2014/main" id="{8C0A3064-8421-49BB-BB65-C7BC4AB9C588}"/>
              </a:ext>
            </a:extLst>
          </p:cNvPr>
          <p:cNvSpPr/>
          <p:nvPr/>
        </p:nvSpPr>
        <p:spPr>
          <a:xfrm>
            <a:off x="6120397" y="269226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G</a:t>
            </a:r>
            <a:endParaRPr lang="sq-XK" sz="2400" dirty="0"/>
          </a:p>
        </p:txBody>
      </p:sp>
      <p:sp>
        <p:nvSpPr>
          <p:cNvPr id="17" name="GJ">
            <a:extLst>
              <a:ext uri="{FF2B5EF4-FFF2-40B4-BE49-F238E27FC236}">
                <a16:creationId xmlns:a16="http://schemas.microsoft.com/office/drawing/2014/main" id="{DF7F133F-B053-C122-9C89-5618D6F329B3}"/>
              </a:ext>
            </a:extLst>
          </p:cNvPr>
          <p:cNvSpPr/>
          <p:nvPr/>
        </p:nvSpPr>
        <p:spPr>
          <a:xfrm>
            <a:off x="6769898" y="28125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GJ</a:t>
            </a:r>
            <a:endParaRPr lang="sq-XK" sz="2400" dirty="0"/>
          </a:p>
        </p:txBody>
      </p:sp>
      <p:sp>
        <p:nvSpPr>
          <p:cNvPr id="18" name="H">
            <a:extLst>
              <a:ext uri="{FF2B5EF4-FFF2-40B4-BE49-F238E27FC236}">
                <a16:creationId xmlns:a16="http://schemas.microsoft.com/office/drawing/2014/main" id="{1FA68389-B089-2F0C-C341-A0CE53B78AAC}"/>
              </a:ext>
            </a:extLst>
          </p:cNvPr>
          <p:cNvSpPr/>
          <p:nvPr/>
        </p:nvSpPr>
        <p:spPr>
          <a:xfrm>
            <a:off x="7419426" y="28125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H</a:t>
            </a:r>
            <a:endParaRPr lang="sq-XK" sz="2400" dirty="0"/>
          </a:p>
        </p:txBody>
      </p:sp>
      <p:sp>
        <p:nvSpPr>
          <p:cNvPr id="19" name="I">
            <a:extLst>
              <a:ext uri="{FF2B5EF4-FFF2-40B4-BE49-F238E27FC236}">
                <a16:creationId xmlns:a16="http://schemas.microsoft.com/office/drawing/2014/main" id="{FE1C4CE4-4AB2-F7B0-047E-47EA08A21B05}"/>
              </a:ext>
            </a:extLst>
          </p:cNvPr>
          <p:cNvSpPr/>
          <p:nvPr/>
        </p:nvSpPr>
        <p:spPr>
          <a:xfrm>
            <a:off x="8060230" y="28125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I</a:t>
            </a:r>
            <a:endParaRPr lang="sq-XK" sz="2400" dirty="0"/>
          </a:p>
        </p:txBody>
      </p:sp>
      <p:sp>
        <p:nvSpPr>
          <p:cNvPr id="20" name="J">
            <a:extLst>
              <a:ext uri="{FF2B5EF4-FFF2-40B4-BE49-F238E27FC236}">
                <a16:creationId xmlns:a16="http://schemas.microsoft.com/office/drawing/2014/main" id="{5661557C-5D43-0F89-57E3-B8F9B92DB785}"/>
              </a:ext>
            </a:extLst>
          </p:cNvPr>
          <p:cNvSpPr/>
          <p:nvPr/>
        </p:nvSpPr>
        <p:spPr>
          <a:xfrm>
            <a:off x="8675814" y="281251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J</a:t>
            </a:r>
            <a:endParaRPr lang="sq-XK" sz="2400" dirty="0"/>
          </a:p>
        </p:txBody>
      </p:sp>
      <p:sp>
        <p:nvSpPr>
          <p:cNvPr id="21" name="K">
            <a:extLst>
              <a:ext uri="{FF2B5EF4-FFF2-40B4-BE49-F238E27FC236}">
                <a16:creationId xmlns:a16="http://schemas.microsoft.com/office/drawing/2014/main" id="{E5CF65F7-9058-57AD-A047-82892AB21E77}"/>
              </a:ext>
            </a:extLst>
          </p:cNvPr>
          <p:cNvSpPr/>
          <p:nvPr/>
        </p:nvSpPr>
        <p:spPr>
          <a:xfrm>
            <a:off x="9302432" y="281251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K</a:t>
            </a:r>
            <a:endParaRPr lang="sq-XK" sz="2400" dirty="0"/>
          </a:p>
        </p:txBody>
      </p:sp>
      <p:sp>
        <p:nvSpPr>
          <p:cNvPr id="22" name="L">
            <a:extLst>
              <a:ext uri="{FF2B5EF4-FFF2-40B4-BE49-F238E27FC236}">
                <a16:creationId xmlns:a16="http://schemas.microsoft.com/office/drawing/2014/main" id="{46F53768-6483-A477-9EDE-8F25035A5ECF}"/>
              </a:ext>
            </a:extLst>
          </p:cNvPr>
          <p:cNvSpPr/>
          <p:nvPr/>
        </p:nvSpPr>
        <p:spPr>
          <a:xfrm>
            <a:off x="9891808" y="281251"/>
            <a:ext cx="579536" cy="414854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L</a:t>
            </a:r>
            <a:endParaRPr lang="sq-XK" sz="2400" dirty="0"/>
          </a:p>
        </p:txBody>
      </p:sp>
      <p:sp>
        <p:nvSpPr>
          <p:cNvPr id="23" name="LL">
            <a:extLst>
              <a:ext uri="{FF2B5EF4-FFF2-40B4-BE49-F238E27FC236}">
                <a16:creationId xmlns:a16="http://schemas.microsoft.com/office/drawing/2014/main" id="{05D8F148-033A-E09E-645E-5ED0FD50B7D6}"/>
              </a:ext>
            </a:extLst>
          </p:cNvPr>
          <p:cNvSpPr/>
          <p:nvPr/>
        </p:nvSpPr>
        <p:spPr>
          <a:xfrm>
            <a:off x="10588389" y="263213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LL</a:t>
            </a:r>
            <a:endParaRPr lang="sq-XK" sz="2400" dirty="0"/>
          </a:p>
        </p:txBody>
      </p:sp>
      <p:sp>
        <p:nvSpPr>
          <p:cNvPr id="24" name="M">
            <a:extLst>
              <a:ext uri="{FF2B5EF4-FFF2-40B4-BE49-F238E27FC236}">
                <a16:creationId xmlns:a16="http://schemas.microsoft.com/office/drawing/2014/main" id="{40C008EC-2E76-30E2-0AEF-5BDC8229250B}"/>
              </a:ext>
            </a:extLst>
          </p:cNvPr>
          <p:cNvSpPr/>
          <p:nvPr/>
        </p:nvSpPr>
        <p:spPr>
          <a:xfrm>
            <a:off x="11243335" y="26321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M</a:t>
            </a:r>
            <a:endParaRPr lang="sq-XK" sz="2400" dirty="0"/>
          </a:p>
        </p:txBody>
      </p:sp>
      <p:sp>
        <p:nvSpPr>
          <p:cNvPr id="25" name="N">
            <a:extLst>
              <a:ext uri="{FF2B5EF4-FFF2-40B4-BE49-F238E27FC236}">
                <a16:creationId xmlns:a16="http://schemas.microsoft.com/office/drawing/2014/main" id="{38979201-5C5A-70DD-D62F-02201F04729C}"/>
              </a:ext>
            </a:extLst>
          </p:cNvPr>
          <p:cNvSpPr/>
          <p:nvPr/>
        </p:nvSpPr>
        <p:spPr>
          <a:xfrm>
            <a:off x="412788" y="780641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N</a:t>
            </a:r>
            <a:endParaRPr lang="sq-XK" sz="2400" dirty="0"/>
          </a:p>
        </p:txBody>
      </p:sp>
      <p:sp>
        <p:nvSpPr>
          <p:cNvPr id="29" name="RR">
            <a:extLst>
              <a:ext uri="{FF2B5EF4-FFF2-40B4-BE49-F238E27FC236}">
                <a16:creationId xmlns:a16="http://schemas.microsoft.com/office/drawing/2014/main" id="{BFA860B4-2D5F-E2DC-AC98-F15A345E4292}"/>
              </a:ext>
            </a:extLst>
          </p:cNvPr>
          <p:cNvSpPr/>
          <p:nvPr/>
        </p:nvSpPr>
        <p:spPr>
          <a:xfrm>
            <a:off x="4210272" y="73397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RR</a:t>
            </a:r>
            <a:endParaRPr lang="sq-XK" sz="2400" dirty="0"/>
          </a:p>
        </p:txBody>
      </p:sp>
      <p:sp>
        <p:nvSpPr>
          <p:cNvPr id="30" name="S">
            <a:extLst>
              <a:ext uri="{FF2B5EF4-FFF2-40B4-BE49-F238E27FC236}">
                <a16:creationId xmlns:a16="http://schemas.microsoft.com/office/drawing/2014/main" id="{9FAD3DCE-02B3-3323-89C6-A1DD379ED779}"/>
              </a:ext>
            </a:extLst>
          </p:cNvPr>
          <p:cNvSpPr/>
          <p:nvPr/>
        </p:nvSpPr>
        <p:spPr>
          <a:xfrm>
            <a:off x="4879224" y="733970"/>
            <a:ext cx="466727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S</a:t>
            </a:r>
            <a:endParaRPr lang="sq-XK" sz="2400" dirty="0"/>
          </a:p>
        </p:txBody>
      </p:sp>
      <p:sp>
        <p:nvSpPr>
          <p:cNvPr id="31" name="SH">
            <a:extLst>
              <a:ext uri="{FF2B5EF4-FFF2-40B4-BE49-F238E27FC236}">
                <a16:creationId xmlns:a16="http://schemas.microsoft.com/office/drawing/2014/main" id="{71771A2D-009E-DCD8-D5EC-113BFDF168DA}"/>
              </a:ext>
            </a:extLst>
          </p:cNvPr>
          <p:cNvSpPr/>
          <p:nvPr/>
        </p:nvSpPr>
        <p:spPr>
          <a:xfrm>
            <a:off x="5493029" y="73397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SH</a:t>
            </a:r>
            <a:endParaRPr lang="sq-XK" sz="2400" dirty="0"/>
          </a:p>
        </p:txBody>
      </p:sp>
      <p:sp>
        <p:nvSpPr>
          <p:cNvPr id="32" name="T">
            <a:extLst>
              <a:ext uri="{FF2B5EF4-FFF2-40B4-BE49-F238E27FC236}">
                <a16:creationId xmlns:a16="http://schemas.microsoft.com/office/drawing/2014/main" id="{692AA0F4-BBD7-88A2-EF4D-42CF1AB43610}"/>
              </a:ext>
            </a:extLst>
          </p:cNvPr>
          <p:cNvSpPr/>
          <p:nvPr/>
        </p:nvSpPr>
        <p:spPr>
          <a:xfrm>
            <a:off x="6160703" y="73397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T</a:t>
            </a:r>
            <a:endParaRPr lang="sq-XK" sz="2400" dirty="0"/>
          </a:p>
        </p:txBody>
      </p:sp>
      <p:sp>
        <p:nvSpPr>
          <p:cNvPr id="33" name="TH">
            <a:extLst>
              <a:ext uri="{FF2B5EF4-FFF2-40B4-BE49-F238E27FC236}">
                <a16:creationId xmlns:a16="http://schemas.microsoft.com/office/drawing/2014/main" id="{C5D913B7-C229-A5C3-733C-BE426F6F93D6}"/>
              </a:ext>
            </a:extLst>
          </p:cNvPr>
          <p:cNvSpPr/>
          <p:nvPr/>
        </p:nvSpPr>
        <p:spPr>
          <a:xfrm>
            <a:off x="6793642" y="722501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TH</a:t>
            </a:r>
            <a:endParaRPr lang="sq-XK" sz="2400" dirty="0"/>
          </a:p>
        </p:txBody>
      </p:sp>
      <p:sp>
        <p:nvSpPr>
          <p:cNvPr id="34" name="U">
            <a:extLst>
              <a:ext uri="{FF2B5EF4-FFF2-40B4-BE49-F238E27FC236}">
                <a16:creationId xmlns:a16="http://schemas.microsoft.com/office/drawing/2014/main" id="{0C2E5247-7C1B-5CC4-9374-EAE4D9973809}"/>
              </a:ext>
            </a:extLst>
          </p:cNvPr>
          <p:cNvSpPr/>
          <p:nvPr/>
        </p:nvSpPr>
        <p:spPr>
          <a:xfrm>
            <a:off x="7407672" y="73397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U</a:t>
            </a:r>
            <a:endParaRPr lang="sq-XK" sz="2400" dirty="0"/>
          </a:p>
        </p:txBody>
      </p:sp>
      <p:sp>
        <p:nvSpPr>
          <p:cNvPr id="35" name="V">
            <a:extLst>
              <a:ext uri="{FF2B5EF4-FFF2-40B4-BE49-F238E27FC236}">
                <a16:creationId xmlns:a16="http://schemas.microsoft.com/office/drawing/2014/main" id="{BFD0C8D1-FF57-3B4E-0F76-5C5A62E5162F}"/>
              </a:ext>
            </a:extLst>
          </p:cNvPr>
          <p:cNvSpPr/>
          <p:nvPr/>
        </p:nvSpPr>
        <p:spPr>
          <a:xfrm>
            <a:off x="8084944" y="73397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V</a:t>
            </a:r>
            <a:endParaRPr lang="sq-XK" sz="2400" dirty="0"/>
          </a:p>
        </p:txBody>
      </p:sp>
      <p:sp>
        <p:nvSpPr>
          <p:cNvPr id="36" name="X">
            <a:extLst>
              <a:ext uri="{FF2B5EF4-FFF2-40B4-BE49-F238E27FC236}">
                <a16:creationId xmlns:a16="http://schemas.microsoft.com/office/drawing/2014/main" id="{91ADF158-275A-1FF6-FB79-EE93497BC668}"/>
              </a:ext>
            </a:extLst>
          </p:cNvPr>
          <p:cNvSpPr/>
          <p:nvPr/>
        </p:nvSpPr>
        <p:spPr>
          <a:xfrm>
            <a:off x="8712233" y="748836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X</a:t>
            </a:r>
            <a:endParaRPr lang="sq-XK" sz="2400" dirty="0"/>
          </a:p>
        </p:txBody>
      </p:sp>
      <p:sp>
        <p:nvSpPr>
          <p:cNvPr id="37" name="XH">
            <a:extLst>
              <a:ext uri="{FF2B5EF4-FFF2-40B4-BE49-F238E27FC236}">
                <a16:creationId xmlns:a16="http://schemas.microsoft.com/office/drawing/2014/main" id="{EBE046FB-1C7C-CBD5-56EF-B8EDF6AD345F}"/>
              </a:ext>
            </a:extLst>
          </p:cNvPr>
          <p:cNvSpPr/>
          <p:nvPr/>
        </p:nvSpPr>
        <p:spPr>
          <a:xfrm>
            <a:off x="9309175" y="721166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XH</a:t>
            </a:r>
            <a:endParaRPr lang="sq-XK" sz="2400" dirty="0"/>
          </a:p>
        </p:txBody>
      </p:sp>
      <p:sp>
        <p:nvSpPr>
          <p:cNvPr id="38" name="Y">
            <a:extLst>
              <a:ext uri="{FF2B5EF4-FFF2-40B4-BE49-F238E27FC236}">
                <a16:creationId xmlns:a16="http://schemas.microsoft.com/office/drawing/2014/main" id="{5DEC1F19-641A-70FD-23FF-5D3674F51C1F}"/>
              </a:ext>
            </a:extLst>
          </p:cNvPr>
          <p:cNvSpPr/>
          <p:nvPr/>
        </p:nvSpPr>
        <p:spPr>
          <a:xfrm>
            <a:off x="9946621" y="73397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Y</a:t>
            </a:r>
            <a:endParaRPr lang="sq-XK" sz="2400" dirty="0"/>
          </a:p>
        </p:txBody>
      </p:sp>
      <p:sp>
        <p:nvSpPr>
          <p:cNvPr id="39" name="Z">
            <a:extLst>
              <a:ext uri="{FF2B5EF4-FFF2-40B4-BE49-F238E27FC236}">
                <a16:creationId xmlns:a16="http://schemas.microsoft.com/office/drawing/2014/main" id="{1EB45CFC-73B9-1EAD-6F86-DB520535EAEB}"/>
              </a:ext>
            </a:extLst>
          </p:cNvPr>
          <p:cNvSpPr/>
          <p:nvPr/>
        </p:nvSpPr>
        <p:spPr>
          <a:xfrm>
            <a:off x="10566935" y="746253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Z</a:t>
            </a:r>
            <a:endParaRPr lang="sq-XK" sz="2400" dirty="0"/>
          </a:p>
        </p:txBody>
      </p:sp>
      <p:sp>
        <p:nvSpPr>
          <p:cNvPr id="40" name="ZH">
            <a:extLst>
              <a:ext uri="{FF2B5EF4-FFF2-40B4-BE49-F238E27FC236}">
                <a16:creationId xmlns:a16="http://schemas.microsoft.com/office/drawing/2014/main" id="{C1637862-D87D-74AF-FF83-D32066FDEF98}"/>
              </a:ext>
            </a:extLst>
          </p:cNvPr>
          <p:cNvSpPr/>
          <p:nvPr/>
        </p:nvSpPr>
        <p:spPr>
          <a:xfrm>
            <a:off x="11210678" y="74625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ZH</a:t>
            </a:r>
            <a:endParaRPr lang="sq-XK" sz="2400" dirty="0"/>
          </a:p>
        </p:txBody>
      </p:sp>
      <p:sp>
        <p:nvSpPr>
          <p:cNvPr id="26" name="NJ">
            <a:extLst>
              <a:ext uri="{FF2B5EF4-FFF2-40B4-BE49-F238E27FC236}">
                <a16:creationId xmlns:a16="http://schemas.microsoft.com/office/drawing/2014/main" id="{5D20C09E-9F31-4E8F-82E9-6DA17F157D1E}"/>
              </a:ext>
            </a:extLst>
          </p:cNvPr>
          <p:cNvSpPr/>
          <p:nvPr/>
        </p:nvSpPr>
        <p:spPr>
          <a:xfrm>
            <a:off x="1047889" y="78064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NJ</a:t>
            </a:r>
            <a:endParaRPr lang="sq-XK" sz="2400" dirty="0"/>
          </a:p>
        </p:txBody>
      </p:sp>
      <p:sp>
        <p:nvSpPr>
          <p:cNvPr id="42" name="P">
            <a:extLst>
              <a:ext uri="{FF2B5EF4-FFF2-40B4-BE49-F238E27FC236}">
                <a16:creationId xmlns:a16="http://schemas.microsoft.com/office/drawing/2014/main" id="{36968340-EC59-4AD1-B69A-EEF4C061A957}"/>
              </a:ext>
            </a:extLst>
          </p:cNvPr>
          <p:cNvSpPr/>
          <p:nvPr/>
        </p:nvSpPr>
        <p:spPr>
          <a:xfrm>
            <a:off x="2347052" y="743994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P</a:t>
            </a:r>
            <a:endParaRPr lang="sq-XK" sz="2400" dirty="0"/>
          </a:p>
        </p:txBody>
      </p:sp>
      <p:sp>
        <p:nvSpPr>
          <p:cNvPr id="43" name="Q">
            <a:extLst>
              <a:ext uri="{FF2B5EF4-FFF2-40B4-BE49-F238E27FC236}">
                <a16:creationId xmlns:a16="http://schemas.microsoft.com/office/drawing/2014/main" id="{003FAD99-236C-1F51-3C20-AF9068DC9DCE}"/>
              </a:ext>
            </a:extLst>
          </p:cNvPr>
          <p:cNvSpPr/>
          <p:nvPr/>
        </p:nvSpPr>
        <p:spPr>
          <a:xfrm>
            <a:off x="2950670" y="76111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Q</a:t>
            </a:r>
            <a:endParaRPr lang="sq-XK" sz="2400" dirty="0"/>
          </a:p>
        </p:txBody>
      </p:sp>
      <p:sp>
        <p:nvSpPr>
          <p:cNvPr id="44" name="R">
            <a:extLst>
              <a:ext uri="{FF2B5EF4-FFF2-40B4-BE49-F238E27FC236}">
                <a16:creationId xmlns:a16="http://schemas.microsoft.com/office/drawing/2014/main" id="{500ACA0B-3B28-389F-5E36-E090EED6801D}"/>
              </a:ext>
            </a:extLst>
          </p:cNvPr>
          <p:cNvSpPr/>
          <p:nvPr/>
        </p:nvSpPr>
        <p:spPr>
          <a:xfrm>
            <a:off x="3554272" y="746254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R</a:t>
            </a:r>
            <a:endParaRPr lang="sq-XK" sz="2400" dirty="0"/>
          </a:p>
        </p:txBody>
      </p:sp>
      <p:sp>
        <p:nvSpPr>
          <p:cNvPr id="46" name="O">
            <a:extLst>
              <a:ext uri="{FF2B5EF4-FFF2-40B4-BE49-F238E27FC236}">
                <a16:creationId xmlns:a16="http://schemas.microsoft.com/office/drawing/2014/main" id="{FA9869B9-03B1-EDF0-9411-FE237095CA3D}"/>
              </a:ext>
            </a:extLst>
          </p:cNvPr>
          <p:cNvSpPr/>
          <p:nvPr/>
        </p:nvSpPr>
        <p:spPr>
          <a:xfrm>
            <a:off x="1714266" y="768307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O</a:t>
            </a:r>
            <a:endParaRPr lang="sq-XK" sz="2400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C5C18CE2-17AB-9E18-6D00-C105FE4CB064}"/>
              </a:ext>
            </a:extLst>
          </p:cNvPr>
          <p:cNvSpPr/>
          <p:nvPr/>
        </p:nvSpPr>
        <p:spPr>
          <a:xfrm>
            <a:off x="460464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7ECDAD3-3715-D953-1C41-88AD2085E7CE}"/>
              </a:ext>
            </a:extLst>
          </p:cNvPr>
          <p:cNvSpPr/>
          <p:nvPr/>
        </p:nvSpPr>
        <p:spPr>
          <a:xfrm>
            <a:off x="1489106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E8BBA81-143F-4E0F-71C0-AAB78B2F0087}"/>
              </a:ext>
            </a:extLst>
          </p:cNvPr>
          <p:cNvSpPr/>
          <p:nvPr/>
        </p:nvSpPr>
        <p:spPr>
          <a:xfrm>
            <a:off x="2499528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BCB7F255-1E18-6C81-68E9-30AC09458DB8}"/>
              </a:ext>
            </a:extLst>
          </p:cNvPr>
          <p:cNvSpPr/>
          <p:nvPr/>
        </p:nvSpPr>
        <p:spPr>
          <a:xfrm>
            <a:off x="3524362" y="1393977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EFF498C7-76B9-76E3-F52C-37EC88C5241D}"/>
              </a:ext>
            </a:extLst>
          </p:cNvPr>
          <p:cNvSpPr/>
          <p:nvPr/>
        </p:nvSpPr>
        <p:spPr>
          <a:xfrm>
            <a:off x="4566624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D0216DAC-194E-4FE3-814C-B49A58525FEE}"/>
              </a:ext>
            </a:extLst>
          </p:cNvPr>
          <p:cNvSpPr/>
          <p:nvPr/>
        </p:nvSpPr>
        <p:spPr>
          <a:xfrm>
            <a:off x="460464" y="2629649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530D7B38-3ED2-3771-A70E-B721F1E5DDBC}"/>
              </a:ext>
            </a:extLst>
          </p:cNvPr>
          <p:cNvSpPr/>
          <p:nvPr/>
        </p:nvSpPr>
        <p:spPr>
          <a:xfrm>
            <a:off x="1489106" y="2629649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0BCC0FB8-1E83-C55C-5922-F27AF762CACB}"/>
              </a:ext>
            </a:extLst>
          </p:cNvPr>
          <p:cNvSpPr/>
          <p:nvPr/>
        </p:nvSpPr>
        <p:spPr>
          <a:xfrm>
            <a:off x="2499528" y="2629649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075AA950-60A8-48A4-64BD-7A18990997CF}"/>
              </a:ext>
            </a:extLst>
          </p:cNvPr>
          <p:cNvSpPr/>
          <p:nvPr/>
        </p:nvSpPr>
        <p:spPr>
          <a:xfrm>
            <a:off x="3528499" y="2629649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5D7102F-8E2D-C196-89D7-09996A398443}"/>
              </a:ext>
            </a:extLst>
          </p:cNvPr>
          <p:cNvSpPr/>
          <p:nvPr/>
        </p:nvSpPr>
        <p:spPr>
          <a:xfrm>
            <a:off x="4566624" y="2629649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E94502F1-302C-C5A6-B0CF-79C0B9775B7C}"/>
              </a:ext>
            </a:extLst>
          </p:cNvPr>
          <p:cNvSpPr/>
          <p:nvPr/>
        </p:nvSpPr>
        <p:spPr>
          <a:xfrm>
            <a:off x="5616420" y="2618313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44540913-7F1E-4314-C6F9-0D8D9C604721}"/>
              </a:ext>
            </a:extLst>
          </p:cNvPr>
          <p:cNvSpPr/>
          <p:nvPr/>
        </p:nvSpPr>
        <p:spPr>
          <a:xfrm>
            <a:off x="6645062" y="2618313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988A63C-31C9-B0E1-D575-A86EE28EE400}"/>
              </a:ext>
            </a:extLst>
          </p:cNvPr>
          <p:cNvSpPr/>
          <p:nvPr/>
        </p:nvSpPr>
        <p:spPr>
          <a:xfrm>
            <a:off x="7655484" y="2618313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58471FE-9802-FBE9-8DC6-7CD1E28AC8A4}"/>
              </a:ext>
            </a:extLst>
          </p:cNvPr>
          <p:cNvSpPr/>
          <p:nvPr/>
        </p:nvSpPr>
        <p:spPr>
          <a:xfrm>
            <a:off x="8684455" y="2618313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2F9C913-5CC8-7A37-7FA2-3B4B5BFA975F}"/>
              </a:ext>
            </a:extLst>
          </p:cNvPr>
          <p:cNvSpPr/>
          <p:nvPr/>
        </p:nvSpPr>
        <p:spPr>
          <a:xfrm>
            <a:off x="9722580" y="2618313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244190D-4568-03A5-1D0F-DEF8CCAC98CE}"/>
              </a:ext>
            </a:extLst>
          </p:cNvPr>
          <p:cNvSpPr/>
          <p:nvPr/>
        </p:nvSpPr>
        <p:spPr>
          <a:xfrm>
            <a:off x="5590457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9A1F7FDC-95D2-DFE0-4637-9B65268A3916}"/>
              </a:ext>
            </a:extLst>
          </p:cNvPr>
          <p:cNvSpPr/>
          <p:nvPr/>
        </p:nvSpPr>
        <p:spPr>
          <a:xfrm>
            <a:off x="6619099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53850E2F-A35F-63CE-10AD-69EE950D85AE}"/>
              </a:ext>
            </a:extLst>
          </p:cNvPr>
          <p:cNvSpPr/>
          <p:nvPr/>
        </p:nvSpPr>
        <p:spPr>
          <a:xfrm>
            <a:off x="7629521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AAB43BF-B977-E3BE-894F-66E5801350CA}"/>
              </a:ext>
            </a:extLst>
          </p:cNvPr>
          <p:cNvSpPr/>
          <p:nvPr/>
        </p:nvSpPr>
        <p:spPr>
          <a:xfrm>
            <a:off x="8658492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A1A5B9D-C197-363D-C380-BEFE77B24C43}"/>
              </a:ext>
            </a:extLst>
          </p:cNvPr>
          <p:cNvSpPr/>
          <p:nvPr/>
        </p:nvSpPr>
        <p:spPr>
          <a:xfrm>
            <a:off x="9696617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270A7E6D-B67A-42FF-139B-F3ABB22122FA}"/>
              </a:ext>
            </a:extLst>
          </p:cNvPr>
          <p:cNvSpPr/>
          <p:nvPr/>
        </p:nvSpPr>
        <p:spPr>
          <a:xfrm>
            <a:off x="10751773" y="1441466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435" name="Rectangle 434">
            <a:extLst>
              <a:ext uri="{FF2B5EF4-FFF2-40B4-BE49-F238E27FC236}">
                <a16:creationId xmlns:a16="http://schemas.microsoft.com/office/drawing/2014/main" id="{236B133C-EF25-79AA-74FA-26002269D058}"/>
              </a:ext>
            </a:extLst>
          </p:cNvPr>
          <p:cNvSpPr/>
          <p:nvPr/>
        </p:nvSpPr>
        <p:spPr>
          <a:xfrm>
            <a:off x="10760705" y="2614689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DFC733-AD3F-6A9E-9A22-8F4AD3712D32}"/>
              </a:ext>
            </a:extLst>
          </p:cNvPr>
          <p:cNvSpPr/>
          <p:nvPr/>
        </p:nvSpPr>
        <p:spPr>
          <a:xfrm>
            <a:off x="377996" y="389482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E4FD94D-F58F-942E-1B63-1153A01D77C8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527D9E4-B73F-B9F7-BA9B-B4DC5F1E3971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9930C69-2CAE-536B-0B1F-3452CDF58DB3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8309644-DE46-72C0-44AB-E8B44774B374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257D2A3-3532-2E33-A409-20ED309BFFE9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0BA2119-5C12-8047-D819-F9DB2551351D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D7B7F51-B2DC-FA32-1F5C-E71A91C1AB4C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2FB2796-8A74-7C37-9CC9-BCA4346FEE3F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86FD842-8770-6940-ABAC-64F1765529E0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254D310-2F5E-8AAA-9BCA-8C8DADE2C222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9209C3B-8CBC-CC5C-638C-933B817E7798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1F6763D-1A4E-B88E-B7AE-A0DF8F0A2EBD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2D9B51C1-C23C-A1FE-9B85-B55690C563ED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9DD2D3A5-8EA7-2B25-127D-95DE315C4120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D45113B1-FE79-5EBA-0BFB-274A29DF954B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B3E3E79-4CA0-AECC-655A-8BC9F62BEF07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3EA1C7FC-22C7-30EB-F703-E4D21D515AB9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87383242-0F9C-5CF6-41C1-DF74EADD3060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96EA4113-0A22-1EF0-3414-0C2B27CFFCAB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7BC1647-6122-BABA-A756-0538CC43265C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BEB2E55C-A049-3208-B7D4-353DD2125A5D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E0EF2E71-986E-2067-4D04-2525772D8B7E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C6CAAD92-0315-3A47-FCFE-BB24FB864241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37F701EA-7E40-02B9-5A38-D3038744B7AA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2719D6EC-438B-14E0-05C3-4793EF854D93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BB6126C1-742A-6471-257E-B88C6E58BF1C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63A45BFC-8767-6678-D1BE-A823DBCFB7A8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BB3DE60B-AE1D-2AB2-AF37-8D8672BB6123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439F587C-FB2B-868B-0714-49FDDC496029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C594F43E-B604-2637-AC71-F6F0E6487FC4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FBB9A3AB-69AA-8330-8524-1C8D300DC62F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4B2A7EF3-7EE3-4AFD-F245-0890E504FD9D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BE60FCBD-7D5A-B2C3-2593-2F13AECB853F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220348AA-3AEA-488E-164E-BBFDF4F0EA49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11202790-60ED-1EEC-9892-450BE4C5EDEC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A7B4C033-02E0-4403-D190-276AE89E484E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311860E3-949B-60B6-7D8D-5F6AF1F7C344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82666AD8-63FC-C16C-D559-323ACA5B424E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F7083098-AFA7-69AF-EF96-15866BE28C43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78C97798-A1F9-84B2-5CF2-FC33084FA19B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AB08FAC5-0913-BB9B-4097-177FC70FA776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7E31202C-A19C-2B20-AEFA-F7331457EA0C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81CD8C70-4A39-05FC-4805-FF102727A873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A1120DC8-4B27-5D84-D042-C032361514D3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75826864-3D0E-BE91-0668-7A97C80162CB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E595BC1-8F54-14A0-EE18-8A38BA7EB9E0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A83DD4F5-BDFC-3A79-AB55-4A7560608B25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A0217FC9-4AA5-A3C0-7D7B-DCBB307E77A0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53ECE0B9-5A0E-E0EF-66CF-1D7D358552D9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9A5C86E1-A801-E765-373F-99EBCFFC97A9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16DD9015-F096-82E3-3F31-AA3DB0A8584A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46C9C310-5225-1E46-4BFC-5AD5F2FA8AEC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2CCCF095-0E4B-2F3F-EF98-938F8B9579B5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D7470E3F-CF54-9BE0-A638-7078A2EAEB1C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086439DC-755B-7031-709C-D5477E867FB7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19169FD2-6D5D-A6DF-0ABC-D126BC591709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635D594D-B5D1-3581-23DD-77ECCFD9FA8F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32AD203C-32D4-EE50-13B3-92E24DF59B70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8189B762-100B-55F2-913E-0DD5CE415153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C06B683C-4C34-C4A0-FE38-AF4E555DFFFA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F37707C7-7577-B287-611C-480CD38B5FBA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40951A8B-9FF4-C704-2750-4BC2566170B7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546D9835-F023-1414-D5A5-3EC80BCEE2DC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6D960E6E-10F4-FE5C-ECCA-344ABC939384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D004174B-EFF7-2B4D-63FA-17A067EDE637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B60F6BAA-95C5-165E-CBD8-2A1CCE3C0565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FFB32DC4-FD51-6EBF-81EE-802FA61961B6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CBA2C44A-92A8-84A3-D25F-623D0B78938A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540533B1-6D7E-8D19-0CCF-41FDA7B18BC0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A27E5B4D-253C-5996-48F8-3D37D14F2E91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8A8F45A0-153A-CCCE-90ED-0B15F71308D4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30509E34-6C7E-7072-3217-3C1444AE5AC9}"/>
              </a:ext>
            </a:extLst>
          </p:cNvPr>
          <p:cNvSpPr/>
          <p:nvPr/>
        </p:nvSpPr>
        <p:spPr>
          <a:xfrm>
            <a:off x="4746243" y="284421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0331F73B-35A1-F015-E178-EE172462EC8B}"/>
              </a:ext>
            </a:extLst>
          </p:cNvPr>
          <p:cNvSpPr/>
          <p:nvPr/>
        </p:nvSpPr>
        <p:spPr>
          <a:xfrm>
            <a:off x="9872080" y="1669112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23FC285D-FDAA-E96A-CBD6-6DBC465499E6}"/>
              </a:ext>
            </a:extLst>
          </p:cNvPr>
          <p:cNvSpPr/>
          <p:nvPr/>
        </p:nvSpPr>
        <p:spPr>
          <a:xfrm>
            <a:off x="7814179" y="1669112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958DECA2-B570-5544-7299-859E6AD69C98}"/>
              </a:ext>
            </a:extLst>
          </p:cNvPr>
          <p:cNvSpPr/>
          <p:nvPr/>
        </p:nvSpPr>
        <p:spPr>
          <a:xfrm>
            <a:off x="577534" y="16056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37C2AD29-EEA9-9770-30AC-6EA9BADEF466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984CBC33-FBCE-361D-7D1C-DECEC817F810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DEA56CFE-8C14-881E-DBE8-63280A131168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CC40AAD9-C718-682A-2A67-2608701C8915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08D76BBA-F5B4-C280-956E-4290ADDC7F41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B9A1E2FE-5424-D766-E350-A823425FD45E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9A28C11B-1279-2286-A5CF-4EFD024A383C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F3BF2109-690D-0876-693F-9D829A975AB6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E3AE0815-CC26-ABC4-974C-9FFA56106067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F4775E2D-9C57-38B4-A1A2-1E3A599A1EEA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E3B3DC5C-7805-5211-0073-574D5DF84CB0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57378577-F5DB-B646-9976-571841B98783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444C80D2-0848-AF79-97C3-CA27A1EF6F07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982B816-46C3-6C66-81AD-F6F205F11288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108F5CCC-F585-EE3D-08D9-F2F05133FC14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5B742DA0-5767-2889-ED42-9FE48B79E20E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B0B6EDED-954A-01F6-C1E6-2B8BEF24A7B2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8B572E3-C158-9C02-AD8E-CB9DF17A9861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48FD1C68-2BBB-C62E-054E-2D6F8BB676B0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DADF5114-E5A7-46AB-5BA2-CFD5C2543F00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19B41FD4-661E-C1AE-D4A6-E32995D2E6D6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7C34DA2-D644-3398-6474-A4A187309542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352AD62-7D69-A046-FE2D-4D3DE2923B20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1F3795EE-E596-6168-7B52-74C001ADEAB7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909FC51D-D1F7-7CA1-D86B-734648563A42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33FF83A9-1A8E-D368-DAD7-9D812FD663E5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FF79178C-F02D-4029-0F08-88C4263F43DC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E8D1ECBF-8AB6-A0D5-5255-C2A3FF6E99BA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26756CDC-9917-D902-2016-A8E3598D4E52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C262B797-CC39-850A-7B9E-BB2A2418D5C4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446F4FAC-524E-2308-9113-4535A662E8F5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BDE3B019-9316-73FB-7D8F-ECD42C0D3BA4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EA03FC36-DF97-27BD-1F01-6D5EDBF4EB61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AAD2832E-B449-D1B7-E717-93C4236878C7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9042D536-90B1-834C-1AD5-C42A87210293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867472E4-72C4-AB59-A4F2-03A13C193EFA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3691FB91-E9DD-1629-D3FC-A3FA9CDDDDE3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CF5878FA-E376-F68B-60FF-59AB2249B062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4B901B58-082D-9DEC-E863-561FD21A9807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36E35FAE-9EBE-5DD2-DDDA-CA84AB27DE69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C636B4D3-27E3-78D3-4335-3B92366BA9BD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ADDC1C0A-AEEB-B02E-9079-7CD4F904A7E4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3DA0F6BB-7940-8F4D-5310-6102FFE7C9ED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9DE8EAFE-B8F3-B923-ACB9-13821A826BA8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444A1F39-6B04-190A-AF12-556C6E8367D0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A8C470C-8360-FDF8-5E9B-4F59D3C62C26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2DBB3F9-418C-3C69-7A7C-E4A53556149F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F6DC1B3-E4D8-8552-98AE-82E3B26D4E04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DDDE5A5-B9BE-3340-C2FB-AAD742EE7960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950CB53-E761-79DE-35A8-31B76FFA2FC8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54865E8-05DF-C224-BDDC-B36A0ECCD712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E2853187-A67C-0C53-5356-80477A719699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69000CC-CCA6-AD54-5684-9DEBFA237979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DB5DC7C5-C06D-2023-6451-C01A6D626703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4CF5E55D-D2DB-7B63-63E2-A8BBFD9FBDE9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DBDD35E0-1C41-EBF5-0974-93073D0F2F4B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BC8AACA4-5960-73DA-17F6-FA0C5EFD012A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5B0B8DF4-7286-7B9E-2A05-F3223905CD7F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41988C9A-9A27-2A2A-78B8-8E54FED3E298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9B3BDF7E-1620-680B-04F9-2BE2280B6EC7}"/>
              </a:ext>
            </a:extLst>
          </p:cNvPr>
          <p:cNvSpPr/>
          <p:nvPr/>
        </p:nvSpPr>
        <p:spPr>
          <a:xfrm>
            <a:off x="4725722" y="168343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BA03447E-A35A-3B5E-966F-C9CB5DACD3D5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746929FE-282F-2451-8527-5A2D073D764B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BCC7E877-15DA-CDF1-5246-12CCECCC0629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2359BC16-3F0D-4606-61AF-369748801D16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04EE2C9A-CC8B-9FE3-FA10-C06C9DA154C8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89A120B1-B07B-6A4A-CE47-FC4B9C38225B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1C6102A6-CB63-D4AB-8742-0CFE956ECF72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58E1703A-1F84-07B5-DAE2-5A8CD5CB23DE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EDE39A61-0E0A-4F27-EC51-E626B86617DC}"/>
              </a:ext>
            </a:extLst>
          </p:cNvPr>
          <p:cNvSpPr/>
          <p:nvPr/>
        </p:nvSpPr>
        <p:spPr>
          <a:xfrm>
            <a:off x="1573002" y="283390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F5B8531E-EC93-C47F-5EDB-2905E2712274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CFD02948-CC06-2F32-CAA0-F6782CF5CB5B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1C114D24-DF8E-09A4-DD94-5E8FDB738DDD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8E363CA6-90D1-1680-B979-5D1709865A29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4D13E209-ED69-1868-4F86-62690242AB6E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A277DBA9-4E25-C98D-027D-6E3E025268BE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AF5A2831-079E-1A89-1301-8C82329B2D26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9CDE936A-34F9-E1C3-7177-D12FD736CC0F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D0A265C9-7565-AE1A-2046-0030F2D7535F}"/>
              </a:ext>
            </a:extLst>
          </p:cNvPr>
          <p:cNvSpPr/>
          <p:nvPr/>
        </p:nvSpPr>
        <p:spPr>
          <a:xfrm>
            <a:off x="1672931" y="1641965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433702C3-AB6E-3188-7FE1-E98D610998A2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8D22CC02-172D-F5DD-9698-7FF9ECD5BD08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6FB56624-BAD1-D150-73A1-B10D6664D24E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98D3CAAD-D252-CE61-5435-221EF1DA4881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2A0A26E0-11DC-CCAA-D96C-7B9030778931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51D901A4-97F3-AE0E-6C77-25456B124A69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D53FC067-9AA6-2C7B-8903-C5E54A697223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1FC5A914-E22C-DD00-2576-ABF29558A707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B8989D84-99DC-4B63-49E2-750DA75C219A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3F053C84-1C9F-5EB7-F64E-F1BC3DB572EC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82A924CC-3CF7-F5D6-797A-A27879687D97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E5D4F8D7-58A8-80BE-0BFB-BBAEA0C739A6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D0A403E8-9696-3676-520C-0281756E2CAD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6B7E9260-B82F-FFBF-8B6C-ADBEE9C53697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799E4FEE-6C5D-138F-61D2-C06BE86D4DB7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D3965F67-76C2-2B0D-0564-77A61BC285AA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8C622B2E-C4D5-4F10-0B5C-7D42F932AA46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4E169072-7138-B062-4FA3-BDCB07A138FC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54070378-096D-5E84-BE6E-B0C468D51C5E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A3E20A15-E70A-5470-7AC4-1C18DB8E4153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F3DB4AF0-DB9E-25CB-DF34-C0D7E62755C9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D9DA6EFA-50CB-35B8-467A-0CE25A539FBC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A344E9D3-9A83-FBFD-3E06-F94DB1BCC2D7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C87E75BE-B75C-5F89-55C7-C3CBCEA02817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B024DEE7-6591-F470-35AB-F6BA199CA247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983F5DBC-D257-4B38-0858-A4CFD2440F61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A166A7F3-427D-6D57-96DA-B21CFBCFFAC7}"/>
              </a:ext>
            </a:extLst>
          </p:cNvPr>
          <p:cNvSpPr/>
          <p:nvPr/>
        </p:nvSpPr>
        <p:spPr>
          <a:xfrm>
            <a:off x="8804683" y="166911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BDD9AE7-9303-118C-F50F-698CEF5BB13D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F0D1DFD-C6A0-C5DA-8788-BBB4B98FD644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DEA993A-67CA-28C6-A798-C4228A55B1E8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C6988D2-1B3F-7AC3-D129-849A5A0B5A1A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CFA8FD2-ACB2-686A-8DA5-81E7A5E040A5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B8B5270-9D20-79A5-5CE8-F5F633D3ECB7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756D6A-188E-FFA1-AEE4-3DD202CB46A6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48EC36-6ABE-987C-A234-C11D3F600148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B4ABC9-83B7-1B35-930C-A4F551A2A40F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4EA7CB-EDCF-5665-AA76-9E477D71957D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41686A6-3F9C-A086-A4DE-5F572806D05F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578DE8-0154-439B-5894-1707258F4870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C8B17B6-01BC-CEF5-E910-FFFDE7A076C6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90EDF82-23C3-7DB6-ED97-295BC0D0B036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CF0DBD8-D878-60FC-D6F3-B4F0A44E0D40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B8629FE-9E5E-17EB-B124-AAB745DD92B1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B92A073-5E1A-0B0F-6E68-16BE24FDF8BB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2C2D9ABD-BDF3-4E51-F81B-070D5B597DD1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A3B1ABE0-B8DA-377D-81E7-E67677FEC408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41A3B0EC-D517-994C-1FAE-247B8DE80E04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F4651820-CCE7-16D1-798C-136D383B471D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B6FD3528-3EEA-063D-1B63-9764A00D6427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9D685B5A-9185-67BD-8036-02C9219877F8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195117CA-B22B-E1A2-3C47-E6B313CF23B0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94ADD049-CF7A-627A-0FC7-9C7217E71A82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0024A108-6712-CDC1-FFEE-2223B6D58E89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F8DBE11D-D106-3321-FFC2-C227DC86AF7B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B5FA3167-599C-5492-4498-AB13E01D1544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5A58F77F-5741-BD54-1FF2-9EF159D6B2BF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DDAA7549-8EF9-05CF-3829-6FC0C78821F9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B85F7FB8-FE5D-0A31-624F-2B6176C31543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188F57A3-4F9B-F4B2-32BC-BE8B31AE2A00}"/>
              </a:ext>
            </a:extLst>
          </p:cNvPr>
          <p:cNvSpPr/>
          <p:nvPr/>
        </p:nvSpPr>
        <p:spPr>
          <a:xfrm>
            <a:off x="2640956" y="288878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5E747C70-9415-CF97-6A38-1BB852DF1039}"/>
              </a:ext>
            </a:extLst>
          </p:cNvPr>
          <p:cNvSpPr/>
          <p:nvPr/>
        </p:nvSpPr>
        <p:spPr>
          <a:xfrm>
            <a:off x="2660142" y="168356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BBFFD43A-8B70-D80E-5FCB-35A27A452430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5332DFB1-203A-35AE-BA47-871D89F28CE8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C7C737C7-C39F-48DA-1022-8FE8C1848EDE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EFA347CB-E8F8-B11F-E91C-2C09B6ACBAAC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4579D523-9D8F-4B65-D87E-890F4EE5E02D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E83A3FF0-1566-6326-BDB9-EA52C878BF81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BD1F0C64-AD0D-4356-D59D-3E525BD70946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7891BB20-6410-1DA4-6C30-2E8DE56295D5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D56B8DC3-BA3A-9E03-2A20-4A3F84A4BA02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E96E9FBB-77D9-5636-AE04-210650D09ED5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9439C8EC-C687-3426-518A-80C2659784AF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E9FFB9DF-1CA3-14B1-DC18-91751AB7DFD4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205396ED-454A-FF2A-1820-E6121E1EF797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E26636FF-61F5-67F1-2861-77BFA93831C1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44AE5402-5DB0-7651-FB7C-60A704D7F26B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21903DC6-7D80-5F8C-97C2-DF6D9A011B87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6D76E631-F744-3848-10C7-1EBDDF7B24B6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D1987988-76E5-D452-5107-0239F4C589EA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EA9A0DCC-7C83-BFDD-582B-04BBB938F96E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CCF32014-22B5-4742-BA5E-8188E8E0B1BB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861A5E83-7228-94AB-F46C-E222F8CE8E40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4390201D-B2AB-6F4C-22E3-8B8866CAC2A5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1F56708F-8EEE-1F0D-8CC5-4CD6E63C13BC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59CB0111-C285-B5E7-4A53-8C33A0BCD66D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F59B73B5-5749-559F-1666-F1C8529F0F71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770CF9EE-4610-2659-7BA1-3616F2071A6F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11" name="Rectangle 310">
            <a:extLst>
              <a:ext uri="{FF2B5EF4-FFF2-40B4-BE49-F238E27FC236}">
                <a16:creationId xmlns:a16="http://schemas.microsoft.com/office/drawing/2014/main" id="{33DCE2DB-73F1-B401-84C0-EFC0A52604C2}"/>
              </a:ext>
            </a:extLst>
          </p:cNvPr>
          <p:cNvSpPr/>
          <p:nvPr/>
        </p:nvSpPr>
        <p:spPr>
          <a:xfrm>
            <a:off x="3649158" y="286037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DB4B820-AE0B-4270-0EEA-17A566846549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D10138B-5CE3-9878-136C-9024C502A892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41E0CC7-704E-8B2A-11D7-3DD0FA23188C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C6DCDB9-600E-F21C-1E14-7B8DC7EE1E81}"/>
              </a:ext>
            </a:extLst>
          </p:cNvPr>
          <p:cNvSpPr/>
          <p:nvPr/>
        </p:nvSpPr>
        <p:spPr>
          <a:xfrm>
            <a:off x="3193361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C70D74D-ADCE-A2E4-1654-7C47C566AB0C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471FF9E-D38E-1EA9-2189-20EBDF89C83B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CA63CDCE-2DF3-617B-273A-7810855DA737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FD38CE51-C398-A630-FFD2-99448316B888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98B8491C-DF91-9F87-D0AE-EEEEB2632A0D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4858E361-557D-ECC9-7F83-D905F7912054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47045BDD-5A07-AB0F-224A-AC0E47CCA825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7BD5029A-2684-92F7-2103-A572AD2FF6F1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F5AB91DF-0FBA-247D-44CF-4A50CED7E868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8BC0AF72-D469-071A-FBE4-D7221009DBD6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CEE205FA-8B39-B79C-8700-070586AEEBC9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AA7F33CA-2A0A-98CC-BEEC-A0BC51FA371E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9ABD22EA-8D9D-F4FD-D2BA-3D6D71FA6AF8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16288E24-E238-4B05-1FF3-AD7FFEA9C9A7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C2E5F61E-1C79-8F6E-FB56-570DD4151706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3D8E6DCD-ED1B-B713-231B-DD9341ED6423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99C5ADD7-A25E-F88B-424B-5A3841EF07B6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3E7653B4-90B1-0803-1D75-2607B328A6F2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C4392D45-B901-E540-98CF-D6AA3186FB2B}"/>
              </a:ext>
            </a:extLst>
          </p:cNvPr>
          <p:cNvSpPr/>
          <p:nvPr/>
        </p:nvSpPr>
        <p:spPr>
          <a:xfrm>
            <a:off x="5741408" y="167879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850AFD21-5CED-B655-C574-CE3FE43CFF14}"/>
              </a:ext>
            </a:extLst>
          </p:cNvPr>
          <p:cNvSpPr/>
          <p:nvPr/>
        </p:nvSpPr>
        <p:spPr>
          <a:xfrm>
            <a:off x="3670684" y="16861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88755405-04D8-79AF-52BA-37D8F8F42DC4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176F1CF8-4329-2BDA-09A7-514E8FF92D1B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CB572970-0494-198A-B9E9-F7B8B610356F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AFA55968-5C84-9390-7C82-47595F9C6919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DBA638A6-D2A2-3380-90B2-A6268B6E8D50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6968F61E-BA4D-086B-BDFA-99EC595FF206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30A5B89A-CF9F-5EB1-7774-A41D046DF3D2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6FC184C7-A1A5-0323-82BB-C250148E701E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16A707A8-F4F1-DC0A-D9D0-DC5D19738975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32E0B26D-07D7-C069-85B3-FA456033E42F}"/>
              </a:ext>
            </a:extLst>
          </p:cNvPr>
          <p:cNvSpPr/>
          <p:nvPr/>
        </p:nvSpPr>
        <p:spPr>
          <a:xfrm>
            <a:off x="3193361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2EDD53A2-57C1-4102-22E9-52CB3B18673C}"/>
              </a:ext>
            </a:extLst>
          </p:cNvPr>
          <p:cNvSpPr/>
          <p:nvPr/>
        </p:nvSpPr>
        <p:spPr>
          <a:xfrm>
            <a:off x="3193361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97336249-7436-C11D-5E28-B0411D545F0B}"/>
              </a:ext>
            </a:extLst>
          </p:cNvPr>
          <p:cNvSpPr/>
          <p:nvPr/>
        </p:nvSpPr>
        <p:spPr>
          <a:xfrm>
            <a:off x="3193361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09B09AD4-7440-682D-2A71-8D5702E082C3}"/>
              </a:ext>
            </a:extLst>
          </p:cNvPr>
          <p:cNvSpPr/>
          <p:nvPr/>
        </p:nvSpPr>
        <p:spPr>
          <a:xfrm>
            <a:off x="3193361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9F3551F7-1B24-39C1-46A7-08CAD4889B57}"/>
              </a:ext>
            </a:extLst>
          </p:cNvPr>
          <p:cNvSpPr/>
          <p:nvPr/>
        </p:nvSpPr>
        <p:spPr>
          <a:xfrm>
            <a:off x="3193361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3729C2A4-54A2-9318-F77F-AB91AA37BFDF}"/>
              </a:ext>
            </a:extLst>
          </p:cNvPr>
          <p:cNvSpPr/>
          <p:nvPr/>
        </p:nvSpPr>
        <p:spPr>
          <a:xfrm>
            <a:off x="3193361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6BBD140C-23FE-78A1-0263-505C65E1C1D5}"/>
              </a:ext>
            </a:extLst>
          </p:cNvPr>
          <p:cNvSpPr/>
          <p:nvPr/>
        </p:nvSpPr>
        <p:spPr>
          <a:xfrm>
            <a:off x="3193361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C55151F8-96F6-D367-1B41-C9CE8282D5E3}"/>
              </a:ext>
            </a:extLst>
          </p:cNvPr>
          <p:cNvSpPr/>
          <p:nvPr/>
        </p:nvSpPr>
        <p:spPr>
          <a:xfrm>
            <a:off x="10889761" y="167183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EAE2C173-E205-3870-AB06-7D19DDE7674F}"/>
              </a:ext>
            </a:extLst>
          </p:cNvPr>
          <p:cNvSpPr/>
          <p:nvPr/>
        </p:nvSpPr>
        <p:spPr>
          <a:xfrm>
            <a:off x="6757087" y="166088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AB4485A4-5EF2-7B80-2EB7-F6AFE5089533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62B02AE3-BD72-95EB-744F-CCA3C951854C}"/>
              </a:ext>
            </a:extLst>
          </p:cNvPr>
          <p:cNvSpPr/>
          <p:nvPr/>
        </p:nvSpPr>
        <p:spPr>
          <a:xfrm>
            <a:off x="4135192" y="6045646"/>
            <a:ext cx="694855" cy="66988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37FE430A-598D-6EEE-327F-353523C5DC71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B2305EDC-F4C2-7C32-FFBB-50C848BBC257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F99B6318-D433-8691-F043-2C840EB7707B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4591C6D0-0F1A-FF4E-2B83-6F02570B3714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3E7FAA5E-0E01-8A86-0646-1CFC893C55EE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D3760341-AF8C-29C7-71ED-A89E8D7804AF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0607A6CF-F459-381F-5F69-86FE26215F1D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B9253B0C-256C-FFFC-D1B8-8299C86FA1D5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1680BBA1-9ED7-DEAF-0F16-B6A9D7A8AC11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743DF3F8-4944-7149-FC62-38D494029D6B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305596E6-0267-7E43-B3CE-8CB75874AEFB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B4F6770D-1E39-1F1A-3100-74351133C10E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62" name="Rectangle 361">
            <a:extLst>
              <a:ext uri="{FF2B5EF4-FFF2-40B4-BE49-F238E27FC236}">
                <a16:creationId xmlns:a16="http://schemas.microsoft.com/office/drawing/2014/main" id="{A0C20DFC-3A1A-12B7-6AB8-E05195FE6CA0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F8E8624F-B4AE-9E90-0D92-D8D701090671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80027C6E-9906-32AB-8531-8DF70647E740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F6F473B6-9179-2947-5827-00DFA54E562F}"/>
              </a:ext>
            </a:extLst>
          </p:cNvPr>
          <p:cNvSpPr/>
          <p:nvPr/>
        </p:nvSpPr>
        <p:spPr>
          <a:xfrm>
            <a:off x="598452" y="2857942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782D7F5-6BC7-5F03-C077-69A4BA59B20A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A031BEA-DF26-8E6F-057B-445234C0FF5A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EC247FD-40AA-46B8-CEB5-90F4AEC28676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B238767-EABC-8673-CFA8-1B15821775B0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CE95FD33-74A7-15F4-5EE8-C10AEC312DA4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2C6D914-8DC1-0163-8BD8-4B492FFAA832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B72C050F-8002-6337-D99B-E4DC8D9507E8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0A7758B8-70E5-07C4-86CE-64A62BFF7ABC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68" name="Rectangle 367">
            <a:extLst>
              <a:ext uri="{FF2B5EF4-FFF2-40B4-BE49-F238E27FC236}">
                <a16:creationId xmlns:a16="http://schemas.microsoft.com/office/drawing/2014/main" id="{E019C543-9575-8A0D-1E58-FDC3AAC0444A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69" name="Rectangle 368">
            <a:extLst>
              <a:ext uri="{FF2B5EF4-FFF2-40B4-BE49-F238E27FC236}">
                <a16:creationId xmlns:a16="http://schemas.microsoft.com/office/drawing/2014/main" id="{0DC00FF4-A690-BEA6-A042-6B0F944E23C1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70" name="Rectangle 369">
            <a:extLst>
              <a:ext uri="{FF2B5EF4-FFF2-40B4-BE49-F238E27FC236}">
                <a16:creationId xmlns:a16="http://schemas.microsoft.com/office/drawing/2014/main" id="{642D4961-41E8-3781-4BDA-4C2286A52E82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71" name="Rectangle 370">
            <a:extLst>
              <a:ext uri="{FF2B5EF4-FFF2-40B4-BE49-F238E27FC236}">
                <a16:creationId xmlns:a16="http://schemas.microsoft.com/office/drawing/2014/main" id="{B351E915-63A2-E8E2-D9CF-FD01C737093A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72" name="Rectangle 371">
            <a:extLst>
              <a:ext uri="{FF2B5EF4-FFF2-40B4-BE49-F238E27FC236}">
                <a16:creationId xmlns:a16="http://schemas.microsoft.com/office/drawing/2014/main" id="{30182F72-9E52-EA57-8B73-0BE57C5039D0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73" name="Rectangle 372">
            <a:extLst>
              <a:ext uri="{FF2B5EF4-FFF2-40B4-BE49-F238E27FC236}">
                <a16:creationId xmlns:a16="http://schemas.microsoft.com/office/drawing/2014/main" id="{95D62269-14D1-B9E2-8A06-47E92B42E3CD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94101C06-7EC2-B903-6E66-633A5BF0A5AA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EAF92AF2-4F90-38DC-BF08-073239D02718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76" name="Rectangle 375">
            <a:extLst>
              <a:ext uri="{FF2B5EF4-FFF2-40B4-BE49-F238E27FC236}">
                <a16:creationId xmlns:a16="http://schemas.microsoft.com/office/drawing/2014/main" id="{42283194-025F-9521-2069-749779D67520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77" name="Rectangle 376">
            <a:extLst>
              <a:ext uri="{FF2B5EF4-FFF2-40B4-BE49-F238E27FC236}">
                <a16:creationId xmlns:a16="http://schemas.microsoft.com/office/drawing/2014/main" id="{9F531FDB-FE5F-C540-EDF6-62D35A137867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EC2338CD-98BE-6E24-DFCF-1F7A5140471D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79" name="Rectangle 378">
            <a:extLst>
              <a:ext uri="{FF2B5EF4-FFF2-40B4-BE49-F238E27FC236}">
                <a16:creationId xmlns:a16="http://schemas.microsoft.com/office/drawing/2014/main" id="{A80CD3FF-609E-8786-F6FE-AB4BFF41C692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06F94901-B8E2-4425-47F6-E547D4DDBECA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FED0D9ED-756D-D82D-7E67-22F6BAAF14E2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E6E518D0-4C35-ADD8-A86C-5A3C923B5339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FE3D2A41-8263-5BBB-02B4-4E066394A971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6E3467FE-61B1-D814-9C6D-49731E00DF6B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85" name="Rectangle 384">
            <a:extLst>
              <a:ext uri="{FF2B5EF4-FFF2-40B4-BE49-F238E27FC236}">
                <a16:creationId xmlns:a16="http://schemas.microsoft.com/office/drawing/2014/main" id="{BDF8D115-8F6B-C935-EAE4-95739794A113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86" name="Rectangle 385">
            <a:extLst>
              <a:ext uri="{FF2B5EF4-FFF2-40B4-BE49-F238E27FC236}">
                <a16:creationId xmlns:a16="http://schemas.microsoft.com/office/drawing/2014/main" id="{3748EA27-83AF-C928-017F-E387536357C8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7CAD73BF-E74C-8A2E-05D7-98B843F0BC79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88" name="Rectangle 387">
            <a:extLst>
              <a:ext uri="{FF2B5EF4-FFF2-40B4-BE49-F238E27FC236}">
                <a16:creationId xmlns:a16="http://schemas.microsoft.com/office/drawing/2014/main" id="{D76BE292-E4F5-003C-AA82-BFA1171AA997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89" name="Rectangle 388">
            <a:extLst>
              <a:ext uri="{FF2B5EF4-FFF2-40B4-BE49-F238E27FC236}">
                <a16:creationId xmlns:a16="http://schemas.microsoft.com/office/drawing/2014/main" id="{7E097438-E360-9E32-95E7-A3875CE5F0B3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90" name="Rectangle 389">
            <a:extLst>
              <a:ext uri="{FF2B5EF4-FFF2-40B4-BE49-F238E27FC236}">
                <a16:creationId xmlns:a16="http://schemas.microsoft.com/office/drawing/2014/main" id="{1CF5E849-C644-88C5-F0EA-9E8269421875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91" name="Rectangle 390">
            <a:extLst>
              <a:ext uri="{FF2B5EF4-FFF2-40B4-BE49-F238E27FC236}">
                <a16:creationId xmlns:a16="http://schemas.microsoft.com/office/drawing/2014/main" id="{280397C9-5EE4-0F09-3E3E-811574B87F97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008FE9E7-AA6D-D415-160F-324406E97985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93" name="Rectangle 392">
            <a:extLst>
              <a:ext uri="{FF2B5EF4-FFF2-40B4-BE49-F238E27FC236}">
                <a16:creationId xmlns:a16="http://schemas.microsoft.com/office/drawing/2014/main" id="{5FB07EBA-F5BB-1853-3598-70E840FF71F2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394" name="Rectangle 393">
            <a:extLst>
              <a:ext uri="{FF2B5EF4-FFF2-40B4-BE49-F238E27FC236}">
                <a16:creationId xmlns:a16="http://schemas.microsoft.com/office/drawing/2014/main" id="{764D7D0F-3EFA-0896-80BE-5FC5C5585939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2935E189-DE44-77B5-DAA4-84F77046192A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D09D92AF-ACDD-5CA3-FC47-89CFABCE82BE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28A052FB-A80F-182F-00F8-F642D63FCCAA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DBDF7F23-1B36-B787-2731-6A101BA25868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62EE3040-22C8-E3D4-F28B-394FEADEA327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F4FF867E-32EB-3451-D388-FD63B34A04F6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07502F14-9A2C-9448-3733-9BE10C172CCC}"/>
              </a:ext>
            </a:extLst>
          </p:cNvPr>
          <p:cNvSpPr/>
          <p:nvPr/>
        </p:nvSpPr>
        <p:spPr>
          <a:xfrm>
            <a:off x="9022775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76E93C3C-9947-6116-F84E-B42438F891D3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0905C8E6-AB63-8F5E-1444-A023E6624997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39325CB2-434E-EEC4-BA51-964B65F51656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CD7B2AF5-BC25-1F08-78AC-7E233B9154AA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C72B32EA-A6C8-A26B-64B2-01C0624235E4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D5194C04-1B33-4C14-F4D3-2B8B4B4B155A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266D5FAB-561A-69DD-4455-B11B8AE611FD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9BA41ED0-29DA-58CF-B1EB-62C721D539C9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DFF22482-3E9F-7754-E697-5F19BC2C8744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6CD25397-F90A-12D6-5E8E-13823B9174B2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FED2FB67-DC6A-DB21-98B7-F9D05BCBB6F9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2A7875FE-D1F0-5B84-C707-8DFD4592936B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4B6D37B6-A338-4BF5-19D5-7BE64C42711B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76C3AB44-57A0-897E-C1E6-5173B777037D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F2CFF89C-B64F-2C54-F51D-5336304BF583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3B68CD72-419F-3455-55F5-C3B14CA1B5EE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A15669B6-089A-C9DC-C737-9E737B9F57F8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06BF4576-33F5-E6D5-D1D9-FE2F730A3AC6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20" name="Rectangle 419">
            <a:extLst>
              <a:ext uri="{FF2B5EF4-FFF2-40B4-BE49-F238E27FC236}">
                <a16:creationId xmlns:a16="http://schemas.microsoft.com/office/drawing/2014/main" id="{02EDAA39-D66B-5C16-DD27-01DAFB51CE91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</p:spTree>
    <p:extLst>
      <p:ext uri="{BB962C8B-B14F-4D97-AF65-F5344CB8AC3E}">
        <p14:creationId xmlns:p14="http://schemas.microsoft.com/office/powerpoint/2010/main" val="3720315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43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" fill="hold">
                      <p:stCondLst>
                        <p:cond delay="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209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0" fill="hold">
                      <p:stCondLst>
                        <p:cond delay="0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8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1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0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41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2" fill="hold">
                      <p:stCondLst>
                        <p:cond delay="0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id="3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9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2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5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8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1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4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0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3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>
                      <p:stCondLst>
                        <p:cond delay="0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2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5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8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1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4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0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3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6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407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8" fill="hold">
                      <p:stCondLst>
                        <p:cond delay="0"/>
                      </p:stCondLst>
                      <p:childTnLst>
                        <p:par>
                          <p:cTn id="409" fill="hold">
                            <p:stCondLst>
                              <p:cond delay="0"/>
                            </p:stCondLst>
                            <p:childTnLst>
                              <p:par>
                                <p:cTn id="4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5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8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4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7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0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3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6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9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44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1" fill="hold">
                      <p:stCondLst>
                        <p:cond delay="0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8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1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4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7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0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3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6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9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2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7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4" fill="hold">
                      <p:stCondLst>
                        <p:cond delay="0"/>
                      </p:stCondLst>
                      <p:childTnLst>
                        <p:par>
                          <p:cTn id="475" fill="hold">
                            <p:stCondLst>
                              <p:cond delay="0"/>
                            </p:stCondLst>
                            <p:childTnLst>
                              <p:par>
                                <p:cTn id="4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1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4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7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0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3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6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9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2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5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4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7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0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3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6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9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2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5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8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539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0" fill="hold">
                      <p:stCondLst>
                        <p:cond delay="0"/>
                      </p:stCondLst>
                      <p:childTnLst>
                        <p:par>
                          <p:cTn id="541" fill="hold">
                            <p:stCondLst>
                              <p:cond delay="0"/>
                            </p:stCondLst>
                            <p:childTnLst>
                              <p:par>
                                <p:cTn id="5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7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0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3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6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9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2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5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8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1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57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3" fill="hold">
                      <p:stCondLst>
                        <p:cond delay="0"/>
                      </p:stCondLst>
                      <p:childTnLst>
                        <p:par>
                          <p:cTn id="574" fill="hold">
                            <p:stCondLst>
                              <p:cond delay="0"/>
                            </p:stCondLst>
                            <p:childTnLst>
                              <p:par>
                                <p:cTn id="5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0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3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6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9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2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5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8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1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4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60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6" fill="hold">
                      <p:stCondLst>
                        <p:cond delay="0"/>
                      </p:stCondLst>
                      <p:childTnLst>
                        <p:par>
                          <p:cTn id="607" fill="hold">
                            <p:stCondLst>
                              <p:cond delay="0"/>
                            </p:stCondLst>
                            <p:childTnLst>
                              <p:par>
                                <p:cTn id="6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638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9" fill="hold">
                      <p:stCondLst>
                        <p:cond delay="0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id="6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4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7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0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671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2" fill="hold">
                      <p:stCondLst>
                        <p:cond delay="0"/>
                      </p:stCondLst>
                      <p:childTnLst>
                        <p:par>
                          <p:cTn id="673" fill="hold">
                            <p:stCondLst>
                              <p:cond delay="0"/>
                            </p:stCondLst>
                            <p:childTnLst>
                              <p:par>
                                <p:cTn id="6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9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2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8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1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4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7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0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3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704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5" fill="hold">
                      <p:stCondLst>
                        <p:cond delay="0"/>
                      </p:stCondLst>
                      <p:childTnLst>
                        <p:par>
                          <p:cTn id="706" fill="hold">
                            <p:stCondLst>
                              <p:cond delay="0"/>
                            </p:stCondLst>
                            <p:childTnLst>
                              <p:par>
                                <p:cTn id="7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2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5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8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1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4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7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0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3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6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737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8" fill="hold">
                      <p:stCondLst>
                        <p:cond delay="0"/>
                      </p:stCondLst>
                      <p:childTnLst>
                        <p:par>
                          <p:cTn id="739" fill="hold">
                            <p:stCondLst>
                              <p:cond delay="0"/>
                            </p:stCondLst>
                            <p:childTnLst>
                              <p:par>
                                <p:cTn id="7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5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8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1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4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7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0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3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6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9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770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1" fill="hold">
                      <p:stCondLst>
                        <p:cond delay="0"/>
                      </p:stCondLst>
                      <p:childTnLst>
                        <p:par>
                          <p:cTn id="772" fill="hold">
                            <p:stCondLst>
                              <p:cond delay="0"/>
                            </p:stCondLst>
                            <p:childTnLst>
                              <p:par>
                                <p:cTn id="7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8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1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4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7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0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3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6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9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2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803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4" fill="hold">
                      <p:stCondLst>
                        <p:cond delay="0"/>
                      </p:stCondLst>
                      <p:childTnLst>
                        <p:par>
                          <p:cTn id="805" fill="hold">
                            <p:stCondLst>
                              <p:cond delay="0"/>
                            </p:stCondLst>
                            <p:childTnLst>
                              <p:par>
                                <p:cTn id="8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1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4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7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0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3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6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9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2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5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836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7" fill="hold">
                      <p:stCondLst>
                        <p:cond delay="0"/>
                      </p:stCondLst>
                      <p:childTnLst>
                        <p:par>
                          <p:cTn id="838" fill="hold">
                            <p:stCondLst>
                              <p:cond delay="0"/>
                            </p:stCondLst>
                            <p:childTnLst>
                              <p:par>
                                <p:cTn id="8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4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7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0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3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6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9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2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5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8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869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0" fill="hold">
                      <p:stCondLst>
                        <p:cond delay="0"/>
                      </p:stCondLst>
                      <p:childTnLst>
                        <p:par>
                          <p:cTn id="871" fill="hold">
                            <p:stCondLst>
                              <p:cond delay="0"/>
                            </p:stCondLst>
                            <p:childTnLst>
                              <p:par>
                                <p:cTn id="8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7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0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3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6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9"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2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5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8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1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90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3" fill="hold">
                      <p:stCondLst>
                        <p:cond delay="0"/>
                      </p:stCondLst>
                      <p:childTnLst>
                        <p:par>
                          <p:cTn id="904" fill="hold">
                            <p:stCondLst>
                              <p:cond delay="0"/>
                            </p:stCondLst>
                            <p:childTnLst>
                              <p:par>
                                <p:cTn id="9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7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8" fill="hold">
                      <p:stCondLst>
                        <p:cond delay="indefinite"/>
                      </p:stCondLst>
                      <p:childTnLst>
                        <p:par>
                          <p:cTn id="909" fill="hold">
                            <p:stCondLst>
                              <p:cond delay="0"/>
                            </p:stCondLst>
                            <p:childTnLst>
                              <p:par>
                                <p:cTn id="9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5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8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1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4"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7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0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3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934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5" fill="hold">
                      <p:stCondLst>
                        <p:cond delay="0"/>
                      </p:stCondLst>
                      <p:childTnLst>
                        <p:par>
                          <p:cTn id="936" fill="hold">
                            <p:stCondLst>
                              <p:cond delay="0"/>
                            </p:stCondLst>
                            <p:childTnLst>
                              <p:par>
                                <p:cTn id="9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2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5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8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1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4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7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0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3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6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967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8" fill="hold">
                      <p:stCondLst>
                        <p:cond delay="0"/>
                      </p:stCondLst>
                      <p:childTnLst>
                        <p:par>
                          <p:cTn id="969" fill="hold">
                            <p:stCondLst>
                              <p:cond delay="0"/>
                            </p:stCondLst>
                            <p:childTnLst>
                              <p:par>
                                <p:cTn id="9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5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8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1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4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7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0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3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6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9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1000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1" fill="hold">
                      <p:stCondLst>
                        <p:cond delay="0"/>
                      </p:stCondLst>
                      <p:childTnLst>
                        <p:par>
                          <p:cTn id="1002" fill="hold">
                            <p:stCondLst>
                              <p:cond delay="0"/>
                            </p:stCondLst>
                            <p:childTnLst>
                              <p:par>
                                <p:cTn id="10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8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1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4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7"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0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3"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6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9"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2"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1033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4" fill="hold">
                      <p:stCondLst>
                        <p:cond delay="0"/>
                      </p:stCondLst>
                      <p:childTnLst>
                        <p:par>
                          <p:cTn id="1035" fill="hold">
                            <p:stCondLst>
                              <p:cond delay="0"/>
                            </p:stCondLst>
                            <p:childTnLst>
                              <p:par>
                                <p:cTn id="10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1"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4"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7"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0"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3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6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9"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2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5"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1066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7" fill="hold">
                      <p:stCondLst>
                        <p:cond delay="0"/>
                      </p:stCondLst>
                      <p:childTnLst>
                        <p:par>
                          <p:cTn id="1068" fill="hold">
                            <p:stCondLst>
                              <p:cond delay="0"/>
                            </p:stCondLst>
                            <p:childTnLst>
                              <p:par>
                                <p:cTn id="10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4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7"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0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3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6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9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2"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5"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8"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1099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0" fill="hold">
                      <p:stCondLst>
                        <p:cond delay="0"/>
                      </p:stCondLst>
                      <p:childTnLst>
                        <p:par>
                          <p:cTn id="1101" fill="hold">
                            <p:stCondLst>
                              <p:cond delay="0"/>
                            </p:stCondLst>
                            <p:childTnLst>
                              <p:par>
                                <p:cTn id="1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7"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0"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3"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6"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9"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2"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5"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8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1"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4"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1135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6" fill="hold">
                      <p:stCondLst>
                        <p:cond delay="0"/>
                      </p:stCondLst>
                      <p:childTnLst>
                        <p:par>
                          <p:cTn id="1137" fill="hold">
                            <p:stCondLst>
                              <p:cond delay="0"/>
                            </p:stCondLst>
                            <p:childTnLst>
                              <p:par>
                                <p:cTn id="1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3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6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9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2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5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8"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1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4"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7"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1168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9" fill="hold">
                      <p:stCondLst>
                        <p:cond delay="0"/>
                      </p:stCondLst>
                      <p:childTnLst>
                        <p:par>
                          <p:cTn id="1170" fill="hold">
                            <p:stCondLst>
                              <p:cond delay="0"/>
                            </p:stCondLst>
                            <p:childTnLst>
                              <p:par>
                                <p:cTn id="11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6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9"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2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5"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8"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1"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4"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7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0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</p:childTnLst>
        </p:cTn>
      </p:par>
    </p:tnLst>
    <p:bldLst>
      <p:bldP spid="4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71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4" grpId="0" animBg="1"/>
      <p:bldP spid="169" grpId="0" animBg="1"/>
      <p:bldP spid="170" grpId="0" animBg="1"/>
      <p:bldP spid="171" grpId="0" animBg="1"/>
      <p:bldP spid="172" grpId="0" animBg="1"/>
      <p:bldP spid="173" grpId="0" animBg="1"/>
      <p:bldP spid="174" grpId="0" animBg="1"/>
      <p:bldP spid="175" grpId="0" animBg="1"/>
      <p:bldP spid="176" grpId="0" animBg="1"/>
      <p:bldP spid="177" grpId="0" animBg="1"/>
      <p:bldP spid="178" grpId="0" animBg="1"/>
      <p:bldP spid="179" grpId="0" animBg="1"/>
      <p:bldP spid="180" grpId="0" animBg="1"/>
      <p:bldP spid="181" grpId="0" animBg="1"/>
      <p:bldP spid="182" grpId="0" animBg="1"/>
      <p:bldP spid="183" grpId="0" animBg="1"/>
      <p:bldP spid="184" grpId="0" animBg="1"/>
      <p:bldP spid="185" grpId="0" animBg="1"/>
      <p:bldP spid="186" grpId="0" animBg="1"/>
      <p:bldP spid="187" grpId="0" animBg="1"/>
      <p:bldP spid="188" grpId="0" animBg="1"/>
      <p:bldP spid="189" grpId="0" animBg="1"/>
      <p:bldP spid="190" grpId="0" animBg="1"/>
      <p:bldP spid="191" grpId="0" animBg="1"/>
      <p:bldP spid="192" grpId="0" animBg="1"/>
      <p:bldP spid="193" grpId="0" animBg="1"/>
      <p:bldP spid="194" grpId="0" animBg="1"/>
      <p:bldP spid="195" grpId="0" animBg="1"/>
      <p:bldP spid="196" grpId="0" animBg="1"/>
      <p:bldP spid="197" grpId="0" animBg="1"/>
      <p:bldP spid="198" grpId="0" animBg="1"/>
      <p:bldP spid="199" grpId="0" animBg="1"/>
      <p:bldP spid="200" grpId="0" animBg="1"/>
      <p:bldP spid="201" grpId="0" animBg="1"/>
      <p:bldP spid="202" grpId="0" animBg="1"/>
      <p:bldP spid="203" grpId="0" animBg="1"/>
      <p:bldP spid="204" grpId="0" animBg="1"/>
      <p:bldP spid="210" grpId="0" animBg="1"/>
      <p:bldP spid="211" grpId="0" animBg="1"/>
      <p:bldP spid="212" grpId="0" animBg="1"/>
      <p:bldP spid="213" grpId="0" animBg="1"/>
      <p:bldP spid="214" grpId="0" animBg="1"/>
      <p:bldP spid="215" grpId="0" animBg="1"/>
      <p:bldP spid="216" grpId="0" animBg="1"/>
      <p:bldP spid="217" grpId="0" animBg="1"/>
      <p:bldP spid="218" grpId="0" animBg="1"/>
      <p:bldP spid="219" grpId="0" animBg="1"/>
      <p:bldP spid="220" grpId="0" animBg="1"/>
      <p:bldP spid="221" grpId="0" animBg="1"/>
      <p:bldP spid="222" grpId="0" animBg="1"/>
      <p:bldP spid="223" grpId="0" animBg="1"/>
      <p:bldP spid="224" grpId="0" animBg="1"/>
      <p:bldP spid="225" grpId="0" animBg="1"/>
      <p:bldP spid="226" grpId="0" animBg="1"/>
      <p:bldP spid="227" grpId="0" animBg="1"/>
      <p:bldP spid="73" grpId="0" animBg="1"/>
      <p:bldP spid="75" grpId="0" animBg="1"/>
      <p:bldP spid="78" grpId="0" animBg="1"/>
      <p:bldP spid="80" grpId="0" animBg="1"/>
      <p:bldP spid="82" grpId="0" animBg="1"/>
      <p:bldP spid="85" grpId="0" animBg="1"/>
      <p:bldP spid="228" grpId="0" animBg="1"/>
      <p:bldP spid="229" grpId="0" animBg="1"/>
      <p:bldP spid="230" grpId="0" animBg="1"/>
      <p:bldP spid="231" grpId="0" animBg="1"/>
      <p:bldP spid="232" grpId="0" animBg="1"/>
      <p:bldP spid="233" grpId="0" animBg="1"/>
      <p:bldP spid="234" grpId="0" animBg="1"/>
      <p:bldP spid="235" grpId="0" animBg="1"/>
      <p:bldP spid="236" grpId="0" animBg="1"/>
      <p:bldP spid="237" grpId="0" animBg="1"/>
      <p:bldP spid="238" grpId="0" animBg="1"/>
      <p:bldP spid="239" grpId="0" animBg="1"/>
      <p:bldP spid="240" grpId="0" animBg="1"/>
      <p:bldP spid="241" grpId="0" animBg="1"/>
      <p:bldP spid="242" grpId="0" animBg="1"/>
      <p:bldP spid="243" grpId="0" animBg="1"/>
      <p:bldP spid="244" grpId="0" animBg="1"/>
      <p:bldP spid="245" grpId="0" animBg="1"/>
      <p:bldP spid="246" grpId="0" animBg="1"/>
      <p:bldP spid="247" grpId="0" animBg="1"/>
      <p:bldP spid="248" grpId="0" animBg="1"/>
      <p:bldP spid="249" grpId="0" animBg="1"/>
      <p:bldP spid="250" grpId="0" animBg="1"/>
      <p:bldP spid="251" grpId="0" animBg="1"/>
      <p:bldP spid="252" grpId="0" animBg="1"/>
      <p:bldP spid="253" grpId="0" animBg="1"/>
      <p:bldP spid="254" grpId="0" animBg="1"/>
      <p:bldP spid="255" grpId="0" animBg="1"/>
      <p:bldP spid="256" grpId="0" animBg="1"/>
      <p:bldP spid="257" grpId="0" animBg="1"/>
      <p:bldP spid="258" grpId="0" animBg="1"/>
      <p:bldP spid="259" grpId="0" animBg="1"/>
      <p:bldP spid="260" grpId="0" animBg="1"/>
      <p:bldP spid="261" grpId="0" animBg="1"/>
      <p:bldP spid="262" grpId="0" animBg="1"/>
      <p:bldP spid="263" grpId="0" animBg="1"/>
      <p:bldP spid="264" grpId="0" animBg="1"/>
      <p:bldP spid="265" grpId="0" animBg="1"/>
      <p:bldP spid="266" grpId="0" animBg="1"/>
      <p:bldP spid="267" grpId="0" animBg="1"/>
      <p:bldP spid="268" grpId="0" animBg="1"/>
      <p:bldP spid="269" grpId="0" animBg="1"/>
      <p:bldP spid="270" grpId="0" animBg="1"/>
      <p:bldP spid="271" grpId="0" animBg="1"/>
      <p:bldP spid="272" grpId="0" animBg="1"/>
      <p:bldP spid="273" grpId="0" animBg="1"/>
      <p:bldP spid="274" grpId="0" animBg="1"/>
      <p:bldP spid="275" grpId="0" animBg="1"/>
      <p:bldP spid="276" grpId="0" animBg="1"/>
      <p:bldP spid="277" grpId="0" animBg="1"/>
      <p:bldP spid="278" grpId="0" animBg="1"/>
      <p:bldP spid="279" grpId="0" animBg="1"/>
      <p:bldP spid="280" grpId="0" animBg="1"/>
      <p:bldP spid="281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2" grpId="0" animBg="1"/>
      <p:bldP spid="3" grpId="0" animBg="1"/>
      <p:bldP spid="6" grpId="0" animBg="1"/>
      <p:bldP spid="7" grpId="0" animBg="1"/>
      <p:bldP spid="27" grpId="0" animBg="1"/>
      <p:bldP spid="28" grpId="0" animBg="1"/>
      <p:bldP spid="45" grpId="0" animBg="1"/>
      <p:bldP spid="57" grpId="0" animBg="1"/>
      <p:bldP spid="58" grpId="0" animBg="1"/>
      <p:bldP spid="70" grpId="0" animBg="1"/>
      <p:bldP spid="77" grpId="0" animBg="1"/>
      <p:bldP spid="84" grpId="0" animBg="1"/>
      <p:bldP spid="107" grpId="0" animBg="1"/>
      <p:bldP spid="108" grpId="0" animBg="1"/>
      <p:bldP spid="109" grpId="0" animBg="1"/>
      <p:bldP spid="165" grpId="0" animBg="1"/>
      <p:bldP spid="166" grpId="0" animBg="1"/>
      <p:bldP spid="167" grpId="0" animBg="1"/>
      <p:bldP spid="168" grpId="0" animBg="1"/>
      <p:bldP spid="205" grpId="0" animBg="1"/>
      <p:bldP spid="206" grpId="0" animBg="1"/>
      <p:bldP spid="207" grpId="0" animBg="1"/>
      <p:bldP spid="208" grpId="0" animBg="1"/>
      <p:bldP spid="209" grpId="0" animBg="1"/>
      <p:bldP spid="282" grpId="0" animBg="1"/>
      <p:bldP spid="283" grpId="0" animBg="1"/>
      <p:bldP spid="284" grpId="0" animBg="1"/>
      <p:bldP spid="285" grpId="0" animBg="1"/>
      <p:bldP spid="286" grpId="0" animBg="1"/>
      <p:bldP spid="287" grpId="0" animBg="1"/>
      <p:bldP spid="288" grpId="0" animBg="1"/>
      <p:bldP spid="289" grpId="0" animBg="1"/>
      <p:bldP spid="290" grpId="0" animBg="1"/>
      <p:bldP spid="291" grpId="0" animBg="1"/>
      <p:bldP spid="292" grpId="0" animBg="1"/>
      <p:bldP spid="293" grpId="0" animBg="1"/>
      <p:bldP spid="294" grpId="0" animBg="1"/>
      <p:bldP spid="295" grpId="0" animBg="1"/>
      <p:bldP spid="296" grpId="0" animBg="1"/>
      <p:bldP spid="297" grpId="0" animBg="1"/>
      <p:bldP spid="298" grpId="0" animBg="1"/>
      <p:bldP spid="299" grpId="0" animBg="1"/>
      <p:bldP spid="300" grpId="0" animBg="1"/>
      <p:bldP spid="301" grpId="0" animBg="1"/>
      <p:bldP spid="302" grpId="0" animBg="1"/>
      <p:bldP spid="303" grpId="0" animBg="1"/>
      <p:bldP spid="304" grpId="0" animBg="1"/>
      <p:bldP spid="305" grpId="0" animBg="1"/>
      <p:bldP spid="306" grpId="0" animBg="1"/>
      <p:bldP spid="307" grpId="0" animBg="1"/>
      <p:bldP spid="308" grpId="0" animBg="1"/>
      <p:bldP spid="309" grpId="0" animBg="1"/>
      <p:bldP spid="310" grpId="0" animBg="1"/>
      <p:bldP spid="311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2" grpId="0" animBg="1"/>
      <p:bldP spid="312" grpId="0" animBg="1"/>
      <p:bldP spid="313" grpId="0" animBg="1"/>
      <p:bldP spid="314" grpId="0" animBg="1"/>
      <p:bldP spid="315" grpId="0" animBg="1"/>
      <p:bldP spid="316" grpId="0" animBg="1"/>
      <p:bldP spid="317" grpId="0" animBg="1"/>
      <p:bldP spid="318" grpId="0" animBg="1"/>
      <p:bldP spid="319" grpId="0" animBg="1"/>
      <p:bldP spid="320" grpId="0" animBg="1"/>
      <p:bldP spid="321" grpId="0" animBg="1"/>
      <p:bldP spid="322" grpId="0" animBg="1"/>
      <p:bldP spid="323" grpId="0" animBg="1"/>
      <p:bldP spid="324" grpId="0" animBg="1"/>
      <p:bldP spid="325" grpId="0" animBg="1"/>
      <p:bldP spid="326" grpId="0" animBg="1"/>
      <p:bldP spid="327" grpId="0" animBg="1"/>
      <p:bldP spid="328" grpId="0" animBg="1"/>
      <p:bldP spid="329" grpId="0" animBg="1"/>
      <p:bldP spid="330" grpId="0" animBg="1"/>
      <p:bldP spid="331" grpId="0" animBg="1"/>
      <p:bldP spid="332" grpId="0" animBg="1"/>
      <p:bldP spid="333" grpId="0" animBg="1"/>
      <p:bldP spid="334" grpId="0" animBg="1"/>
      <p:bldP spid="335" grpId="0" animBg="1"/>
      <p:bldP spid="336" grpId="0" animBg="1"/>
      <p:bldP spid="337" grpId="0" animBg="1"/>
      <p:bldP spid="338" grpId="0" animBg="1"/>
      <p:bldP spid="339" grpId="0" animBg="1"/>
      <p:bldP spid="340" grpId="0" animBg="1"/>
      <p:bldP spid="341" grpId="0" animBg="1"/>
      <p:bldP spid="342" grpId="0" animBg="1"/>
      <p:bldP spid="343" grpId="0" animBg="1"/>
      <p:bldP spid="344" grpId="0" animBg="1"/>
      <p:bldP spid="345" grpId="0" animBg="1"/>
      <p:bldP spid="346" grpId="0" animBg="1"/>
      <p:bldP spid="347" grpId="0" animBg="1"/>
      <p:bldP spid="348" grpId="0" animBg="1"/>
      <p:bldP spid="349" grpId="0" animBg="1"/>
      <p:bldP spid="350" grpId="0" animBg="1"/>
      <p:bldP spid="351" grpId="0" animBg="1"/>
      <p:bldP spid="352" grpId="0" animBg="1"/>
      <p:bldP spid="353" grpId="0" animBg="1"/>
      <p:bldP spid="354" grpId="0" animBg="1"/>
      <p:bldP spid="355" grpId="0" animBg="1"/>
      <p:bldP spid="356" grpId="0" animBg="1"/>
      <p:bldP spid="357" grpId="0" animBg="1"/>
      <p:bldP spid="358" grpId="0" animBg="1"/>
      <p:bldP spid="359" grpId="0" animBg="1"/>
      <p:bldP spid="360" grpId="0" animBg="1"/>
      <p:bldP spid="361" grpId="0" animBg="1"/>
      <p:bldP spid="362" grpId="0" animBg="1"/>
      <p:bldP spid="363" grpId="0" animBg="1"/>
      <p:bldP spid="364" grpId="0" animBg="1"/>
      <p:bldP spid="365" grpId="0" animBg="1"/>
      <p:bldP spid="74" grpId="0" animBg="1"/>
      <p:bldP spid="76" grpId="0" animBg="1"/>
      <p:bldP spid="79" grpId="0" animBg="1"/>
      <p:bldP spid="81" grpId="0" animBg="1"/>
      <p:bldP spid="83" grpId="0" animBg="1"/>
      <p:bldP spid="86" grpId="0" animBg="1"/>
      <p:bldP spid="366" grpId="0" animBg="1"/>
      <p:bldP spid="367" grpId="0" animBg="1"/>
      <p:bldP spid="368" grpId="0" animBg="1"/>
      <p:bldP spid="369" grpId="0" animBg="1"/>
      <p:bldP spid="370" grpId="0" animBg="1"/>
      <p:bldP spid="371" grpId="0" animBg="1"/>
      <p:bldP spid="372" grpId="0" animBg="1"/>
      <p:bldP spid="373" grpId="0" animBg="1"/>
      <p:bldP spid="374" grpId="0" animBg="1"/>
      <p:bldP spid="375" grpId="0" animBg="1"/>
      <p:bldP spid="376" grpId="0" animBg="1"/>
      <p:bldP spid="377" grpId="0" animBg="1"/>
      <p:bldP spid="378" grpId="0" animBg="1"/>
      <p:bldP spid="379" grpId="0" animBg="1"/>
      <p:bldP spid="380" grpId="0" animBg="1"/>
      <p:bldP spid="381" grpId="0" animBg="1"/>
      <p:bldP spid="382" grpId="0" animBg="1"/>
      <p:bldP spid="383" grpId="0" animBg="1"/>
      <p:bldP spid="384" grpId="0" animBg="1"/>
      <p:bldP spid="385" grpId="0" animBg="1"/>
      <p:bldP spid="386" grpId="0" animBg="1"/>
      <p:bldP spid="387" grpId="0" animBg="1"/>
      <p:bldP spid="388" grpId="0" animBg="1"/>
      <p:bldP spid="389" grpId="0" animBg="1"/>
      <p:bldP spid="390" grpId="0" animBg="1"/>
      <p:bldP spid="391" grpId="0" animBg="1"/>
      <p:bldP spid="392" grpId="0" animBg="1"/>
      <p:bldP spid="393" grpId="0" animBg="1"/>
      <p:bldP spid="394" grpId="0" animBg="1"/>
      <p:bldP spid="395" grpId="0" animBg="1"/>
      <p:bldP spid="396" grpId="0" animBg="1"/>
      <p:bldP spid="397" grpId="0" animBg="1"/>
      <p:bldP spid="398" grpId="0" animBg="1"/>
      <p:bldP spid="399" grpId="0" animBg="1"/>
      <p:bldP spid="400" grpId="0" animBg="1"/>
      <p:bldP spid="401" grpId="0" animBg="1"/>
      <p:bldP spid="402" grpId="0" animBg="1"/>
      <p:bldP spid="403" grpId="0" animBg="1"/>
      <p:bldP spid="404" grpId="0" animBg="1"/>
      <p:bldP spid="405" grpId="0" animBg="1"/>
      <p:bldP spid="406" grpId="0" animBg="1"/>
      <p:bldP spid="407" grpId="0" animBg="1"/>
      <p:bldP spid="408" grpId="0" animBg="1"/>
      <p:bldP spid="409" grpId="0" animBg="1"/>
      <p:bldP spid="410" grpId="0" animBg="1"/>
      <p:bldP spid="411" grpId="0" animBg="1"/>
      <p:bldP spid="412" grpId="0" animBg="1"/>
      <p:bldP spid="413" grpId="0" animBg="1"/>
      <p:bldP spid="414" grpId="0" animBg="1"/>
      <p:bldP spid="415" grpId="0" animBg="1"/>
      <p:bldP spid="416" grpId="0" animBg="1"/>
      <p:bldP spid="417" grpId="0" animBg="1"/>
      <p:bldP spid="418" grpId="0" animBg="1"/>
      <p:bldP spid="419" grpId="0" animBg="1"/>
      <p:bldP spid="4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">
            <a:extLst>
              <a:ext uri="{FF2B5EF4-FFF2-40B4-BE49-F238E27FC236}">
                <a16:creationId xmlns:a16="http://schemas.microsoft.com/office/drawing/2014/main" id="{7127A436-1205-F779-9726-BB262953E36C}"/>
              </a:ext>
            </a:extLst>
          </p:cNvPr>
          <p:cNvSpPr/>
          <p:nvPr/>
        </p:nvSpPr>
        <p:spPr>
          <a:xfrm>
            <a:off x="389438" y="281252"/>
            <a:ext cx="647346" cy="43197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A</a:t>
            </a:r>
            <a:endParaRPr lang="sq-XK" sz="2400" dirty="0"/>
          </a:p>
        </p:txBody>
      </p:sp>
      <p:sp>
        <p:nvSpPr>
          <p:cNvPr id="8" name="B">
            <a:extLst>
              <a:ext uri="{FF2B5EF4-FFF2-40B4-BE49-F238E27FC236}">
                <a16:creationId xmlns:a16="http://schemas.microsoft.com/office/drawing/2014/main" id="{80847C29-BDAF-9EB3-0459-55C88B306AEC}"/>
              </a:ext>
            </a:extLst>
          </p:cNvPr>
          <p:cNvSpPr/>
          <p:nvPr/>
        </p:nvSpPr>
        <p:spPr>
          <a:xfrm>
            <a:off x="1141746" y="269226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B</a:t>
            </a:r>
            <a:endParaRPr lang="sq-XK" sz="2400" dirty="0"/>
          </a:p>
        </p:txBody>
      </p:sp>
      <p:sp>
        <p:nvSpPr>
          <p:cNvPr id="9" name="C">
            <a:extLst>
              <a:ext uri="{FF2B5EF4-FFF2-40B4-BE49-F238E27FC236}">
                <a16:creationId xmlns:a16="http://schemas.microsoft.com/office/drawing/2014/main" id="{D04D410C-975F-22F8-9876-28AC2179DC69}"/>
              </a:ext>
            </a:extLst>
          </p:cNvPr>
          <p:cNvSpPr/>
          <p:nvPr/>
        </p:nvSpPr>
        <p:spPr>
          <a:xfrm>
            <a:off x="1757383" y="269227"/>
            <a:ext cx="575174" cy="43197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C</a:t>
            </a:r>
            <a:endParaRPr lang="sq-XK" sz="2400" dirty="0"/>
          </a:p>
        </p:txBody>
      </p:sp>
      <p:sp>
        <p:nvSpPr>
          <p:cNvPr id="10" name="Ç">
            <a:extLst>
              <a:ext uri="{FF2B5EF4-FFF2-40B4-BE49-F238E27FC236}">
                <a16:creationId xmlns:a16="http://schemas.microsoft.com/office/drawing/2014/main" id="{5D0E20B3-38C0-AFDB-B7E5-CF587BF9670E}"/>
              </a:ext>
            </a:extLst>
          </p:cNvPr>
          <p:cNvSpPr/>
          <p:nvPr/>
        </p:nvSpPr>
        <p:spPr>
          <a:xfrm>
            <a:off x="2329279" y="263214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Ç</a:t>
            </a:r>
            <a:endParaRPr lang="sq-XK" sz="2400" dirty="0"/>
          </a:p>
        </p:txBody>
      </p:sp>
      <p:sp>
        <p:nvSpPr>
          <p:cNvPr id="11" name="D">
            <a:extLst>
              <a:ext uri="{FF2B5EF4-FFF2-40B4-BE49-F238E27FC236}">
                <a16:creationId xmlns:a16="http://schemas.microsoft.com/office/drawing/2014/main" id="{ACA72B8F-B5FC-8051-49F6-4A4C858DE1FF}"/>
              </a:ext>
            </a:extLst>
          </p:cNvPr>
          <p:cNvSpPr/>
          <p:nvPr/>
        </p:nvSpPr>
        <p:spPr>
          <a:xfrm>
            <a:off x="2902271" y="269226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D</a:t>
            </a:r>
            <a:endParaRPr lang="sq-XK" sz="2400" dirty="0"/>
          </a:p>
        </p:txBody>
      </p:sp>
      <p:sp>
        <p:nvSpPr>
          <p:cNvPr id="12" name="DH">
            <a:extLst>
              <a:ext uri="{FF2B5EF4-FFF2-40B4-BE49-F238E27FC236}">
                <a16:creationId xmlns:a16="http://schemas.microsoft.com/office/drawing/2014/main" id="{B77C4B40-8AF7-18DE-3C06-A42ED722BA4B}"/>
              </a:ext>
            </a:extLst>
          </p:cNvPr>
          <p:cNvSpPr/>
          <p:nvPr/>
        </p:nvSpPr>
        <p:spPr>
          <a:xfrm>
            <a:off x="3584609" y="263214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/>
              <a:t>DH</a:t>
            </a:r>
            <a:endParaRPr lang="sq-XK" sz="2000" dirty="0"/>
          </a:p>
        </p:txBody>
      </p:sp>
      <p:sp>
        <p:nvSpPr>
          <p:cNvPr id="13" name="E">
            <a:extLst>
              <a:ext uri="{FF2B5EF4-FFF2-40B4-BE49-F238E27FC236}">
                <a16:creationId xmlns:a16="http://schemas.microsoft.com/office/drawing/2014/main" id="{82ABEE83-FEC8-6932-EB2B-7AB725460F38}"/>
              </a:ext>
            </a:extLst>
          </p:cNvPr>
          <p:cNvSpPr/>
          <p:nvPr/>
        </p:nvSpPr>
        <p:spPr>
          <a:xfrm>
            <a:off x="4217726" y="281252"/>
            <a:ext cx="518307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E</a:t>
            </a:r>
            <a:endParaRPr lang="sq-XK" sz="2400" dirty="0"/>
          </a:p>
        </p:txBody>
      </p:sp>
      <p:sp>
        <p:nvSpPr>
          <p:cNvPr id="14" name="Ë">
            <a:extLst>
              <a:ext uri="{FF2B5EF4-FFF2-40B4-BE49-F238E27FC236}">
                <a16:creationId xmlns:a16="http://schemas.microsoft.com/office/drawing/2014/main" id="{47C887DA-CEE0-9C00-E12A-0051D6F58E2A}"/>
              </a:ext>
            </a:extLst>
          </p:cNvPr>
          <p:cNvSpPr/>
          <p:nvPr/>
        </p:nvSpPr>
        <p:spPr>
          <a:xfrm>
            <a:off x="4841027" y="28125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Ë</a:t>
            </a:r>
            <a:endParaRPr lang="sq-XK" sz="2400" dirty="0"/>
          </a:p>
        </p:txBody>
      </p:sp>
      <p:sp>
        <p:nvSpPr>
          <p:cNvPr id="15" name="F">
            <a:extLst>
              <a:ext uri="{FF2B5EF4-FFF2-40B4-BE49-F238E27FC236}">
                <a16:creationId xmlns:a16="http://schemas.microsoft.com/office/drawing/2014/main" id="{E34CE2C2-A390-60AE-13DC-7914206BA11A}"/>
              </a:ext>
            </a:extLst>
          </p:cNvPr>
          <p:cNvSpPr/>
          <p:nvPr/>
        </p:nvSpPr>
        <p:spPr>
          <a:xfrm>
            <a:off x="5513501" y="28125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F</a:t>
            </a:r>
            <a:endParaRPr lang="sq-XK" sz="2400" dirty="0"/>
          </a:p>
        </p:txBody>
      </p:sp>
      <p:sp>
        <p:nvSpPr>
          <p:cNvPr id="16" name="G">
            <a:extLst>
              <a:ext uri="{FF2B5EF4-FFF2-40B4-BE49-F238E27FC236}">
                <a16:creationId xmlns:a16="http://schemas.microsoft.com/office/drawing/2014/main" id="{8C0A3064-8421-49BB-BB65-C7BC4AB9C588}"/>
              </a:ext>
            </a:extLst>
          </p:cNvPr>
          <p:cNvSpPr/>
          <p:nvPr/>
        </p:nvSpPr>
        <p:spPr>
          <a:xfrm>
            <a:off x="6120397" y="269226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G</a:t>
            </a:r>
            <a:endParaRPr lang="sq-XK" sz="2400" dirty="0"/>
          </a:p>
        </p:txBody>
      </p:sp>
      <p:sp>
        <p:nvSpPr>
          <p:cNvPr id="17" name="GJ">
            <a:extLst>
              <a:ext uri="{FF2B5EF4-FFF2-40B4-BE49-F238E27FC236}">
                <a16:creationId xmlns:a16="http://schemas.microsoft.com/office/drawing/2014/main" id="{DF7F133F-B053-C122-9C89-5618D6F329B3}"/>
              </a:ext>
            </a:extLst>
          </p:cNvPr>
          <p:cNvSpPr/>
          <p:nvPr/>
        </p:nvSpPr>
        <p:spPr>
          <a:xfrm>
            <a:off x="6769898" y="28125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GJ</a:t>
            </a:r>
            <a:endParaRPr lang="sq-XK" sz="2400" dirty="0"/>
          </a:p>
        </p:txBody>
      </p:sp>
      <p:sp>
        <p:nvSpPr>
          <p:cNvPr id="18" name="H">
            <a:extLst>
              <a:ext uri="{FF2B5EF4-FFF2-40B4-BE49-F238E27FC236}">
                <a16:creationId xmlns:a16="http://schemas.microsoft.com/office/drawing/2014/main" id="{1FA68389-B089-2F0C-C341-A0CE53B78AAC}"/>
              </a:ext>
            </a:extLst>
          </p:cNvPr>
          <p:cNvSpPr/>
          <p:nvPr/>
        </p:nvSpPr>
        <p:spPr>
          <a:xfrm>
            <a:off x="7419426" y="28125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H</a:t>
            </a:r>
            <a:endParaRPr lang="sq-XK" sz="2400" dirty="0"/>
          </a:p>
        </p:txBody>
      </p:sp>
      <p:sp>
        <p:nvSpPr>
          <p:cNvPr id="19" name="I">
            <a:extLst>
              <a:ext uri="{FF2B5EF4-FFF2-40B4-BE49-F238E27FC236}">
                <a16:creationId xmlns:a16="http://schemas.microsoft.com/office/drawing/2014/main" id="{FE1C4CE4-4AB2-F7B0-047E-47EA08A21B05}"/>
              </a:ext>
            </a:extLst>
          </p:cNvPr>
          <p:cNvSpPr/>
          <p:nvPr/>
        </p:nvSpPr>
        <p:spPr>
          <a:xfrm>
            <a:off x="8060230" y="28125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I</a:t>
            </a:r>
            <a:endParaRPr lang="sq-XK" sz="2400" dirty="0"/>
          </a:p>
        </p:txBody>
      </p:sp>
      <p:sp>
        <p:nvSpPr>
          <p:cNvPr id="20" name="J">
            <a:extLst>
              <a:ext uri="{FF2B5EF4-FFF2-40B4-BE49-F238E27FC236}">
                <a16:creationId xmlns:a16="http://schemas.microsoft.com/office/drawing/2014/main" id="{5661557C-5D43-0F89-57E3-B8F9B92DB785}"/>
              </a:ext>
            </a:extLst>
          </p:cNvPr>
          <p:cNvSpPr/>
          <p:nvPr/>
        </p:nvSpPr>
        <p:spPr>
          <a:xfrm>
            <a:off x="8675814" y="281251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J</a:t>
            </a:r>
            <a:endParaRPr lang="sq-XK" sz="2400" dirty="0"/>
          </a:p>
        </p:txBody>
      </p:sp>
      <p:sp>
        <p:nvSpPr>
          <p:cNvPr id="21" name="K">
            <a:extLst>
              <a:ext uri="{FF2B5EF4-FFF2-40B4-BE49-F238E27FC236}">
                <a16:creationId xmlns:a16="http://schemas.microsoft.com/office/drawing/2014/main" id="{E5CF65F7-9058-57AD-A047-82892AB21E77}"/>
              </a:ext>
            </a:extLst>
          </p:cNvPr>
          <p:cNvSpPr/>
          <p:nvPr/>
        </p:nvSpPr>
        <p:spPr>
          <a:xfrm>
            <a:off x="9302432" y="281251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K</a:t>
            </a:r>
            <a:endParaRPr lang="sq-XK" sz="2400" dirty="0"/>
          </a:p>
        </p:txBody>
      </p:sp>
      <p:sp>
        <p:nvSpPr>
          <p:cNvPr id="22" name="L">
            <a:extLst>
              <a:ext uri="{FF2B5EF4-FFF2-40B4-BE49-F238E27FC236}">
                <a16:creationId xmlns:a16="http://schemas.microsoft.com/office/drawing/2014/main" id="{46F53768-6483-A477-9EDE-8F25035A5ECF}"/>
              </a:ext>
            </a:extLst>
          </p:cNvPr>
          <p:cNvSpPr/>
          <p:nvPr/>
        </p:nvSpPr>
        <p:spPr>
          <a:xfrm>
            <a:off x="9891808" y="281251"/>
            <a:ext cx="579536" cy="414854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L</a:t>
            </a:r>
            <a:endParaRPr lang="sq-XK" sz="2400" dirty="0"/>
          </a:p>
        </p:txBody>
      </p:sp>
      <p:sp>
        <p:nvSpPr>
          <p:cNvPr id="23" name="LL">
            <a:extLst>
              <a:ext uri="{FF2B5EF4-FFF2-40B4-BE49-F238E27FC236}">
                <a16:creationId xmlns:a16="http://schemas.microsoft.com/office/drawing/2014/main" id="{05D8F148-033A-E09E-645E-5ED0FD50B7D6}"/>
              </a:ext>
            </a:extLst>
          </p:cNvPr>
          <p:cNvSpPr/>
          <p:nvPr/>
        </p:nvSpPr>
        <p:spPr>
          <a:xfrm>
            <a:off x="10588389" y="263213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LL</a:t>
            </a:r>
            <a:endParaRPr lang="sq-XK" sz="2400" dirty="0"/>
          </a:p>
        </p:txBody>
      </p:sp>
      <p:sp>
        <p:nvSpPr>
          <p:cNvPr id="24" name="M">
            <a:extLst>
              <a:ext uri="{FF2B5EF4-FFF2-40B4-BE49-F238E27FC236}">
                <a16:creationId xmlns:a16="http://schemas.microsoft.com/office/drawing/2014/main" id="{40C008EC-2E76-30E2-0AEF-5BDC8229250B}"/>
              </a:ext>
            </a:extLst>
          </p:cNvPr>
          <p:cNvSpPr/>
          <p:nvPr/>
        </p:nvSpPr>
        <p:spPr>
          <a:xfrm>
            <a:off x="11243335" y="26321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M</a:t>
            </a:r>
            <a:endParaRPr lang="sq-XK" sz="2400" dirty="0"/>
          </a:p>
        </p:txBody>
      </p:sp>
      <p:sp>
        <p:nvSpPr>
          <p:cNvPr id="25" name="N">
            <a:extLst>
              <a:ext uri="{FF2B5EF4-FFF2-40B4-BE49-F238E27FC236}">
                <a16:creationId xmlns:a16="http://schemas.microsoft.com/office/drawing/2014/main" id="{38979201-5C5A-70DD-D62F-02201F04729C}"/>
              </a:ext>
            </a:extLst>
          </p:cNvPr>
          <p:cNvSpPr/>
          <p:nvPr/>
        </p:nvSpPr>
        <p:spPr>
          <a:xfrm>
            <a:off x="412788" y="780641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N</a:t>
            </a:r>
            <a:endParaRPr lang="sq-XK" sz="2400" dirty="0"/>
          </a:p>
        </p:txBody>
      </p:sp>
      <p:sp>
        <p:nvSpPr>
          <p:cNvPr id="29" name="RR">
            <a:extLst>
              <a:ext uri="{FF2B5EF4-FFF2-40B4-BE49-F238E27FC236}">
                <a16:creationId xmlns:a16="http://schemas.microsoft.com/office/drawing/2014/main" id="{BFA860B4-2D5F-E2DC-AC98-F15A345E4292}"/>
              </a:ext>
            </a:extLst>
          </p:cNvPr>
          <p:cNvSpPr/>
          <p:nvPr/>
        </p:nvSpPr>
        <p:spPr>
          <a:xfrm>
            <a:off x="4210272" y="73397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RR</a:t>
            </a:r>
            <a:endParaRPr lang="sq-XK" sz="2400" dirty="0"/>
          </a:p>
        </p:txBody>
      </p:sp>
      <p:sp>
        <p:nvSpPr>
          <p:cNvPr id="30" name="S">
            <a:extLst>
              <a:ext uri="{FF2B5EF4-FFF2-40B4-BE49-F238E27FC236}">
                <a16:creationId xmlns:a16="http://schemas.microsoft.com/office/drawing/2014/main" id="{9FAD3DCE-02B3-3323-89C6-A1DD379ED779}"/>
              </a:ext>
            </a:extLst>
          </p:cNvPr>
          <p:cNvSpPr/>
          <p:nvPr/>
        </p:nvSpPr>
        <p:spPr>
          <a:xfrm>
            <a:off x="4879224" y="733970"/>
            <a:ext cx="466727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S</a:t>
            </a:r>
            <a:endParaRPr lang="sq-XK" sz="2400" dirty="0"/>
          </a:p>
        </p:txBody>
      </p:sp>
      <p:sp>
        <p:nvSpPr>
          <p:cNvPr id="31" name="SH">
            <a:extLst>
              <a:ext uri="{FF2B5EF4-FFF2-40B4-BE49-F238E27FC236}">
                <a16:creationId xmlns:a16="http://schemas.microsoft.com/office/drawing/2014/main" id="{71771A2D-009E-DCD8-D5EC-113BFDF168DA}"/>
              </a:ext>
            </a:extLst>
          </p:cNvPr>
          <p:cNvSpPr/>
          <p:nvPr/>
        </p:nvSpPr>
        <p:spPr>
          <a:xfrm>
            <a:off x="5493029" y="73397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SH</a:t>
            </a:r>
            <a:endParaRPr lang="sq-XK" sz="2400" dirty="0"/>
          </a:p>
        </p:txBody>
      </p:sp>
      <p:sp>
        <p:nvSpPr>
          <p:cNvPr id="32" name="T">
            <a:extLst>
              <a:ext uri="{FF2B5EF4-FFF2-40B4-BE49-F238E27FC236}">
                <a16:creationId xmlns:a16="http://schemas.microsoft.com/office/drawing/2014/main" id="{692AA0F4-BBD7-88A2-EF4D-42CF1AB43610}"/>
              </a:ext>
            </a:extLst>
          </p:cNvPr>
          <p:cNvSpPr/>
          <p:nvPr/>
        </p:nvSpPr>
        <p:spPr>
          <a:xfrm>
            <a:off x="6160703" y="73397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T</a:t>
            </a:r>
            <a:endParaRPr lang="sq-XK" sz="2400" dirty="0"/>
          </a:p>
        </p:txBody>
      </p:sp>
      <p:sp>
        <p:nvSpPr>
          <p:cNvPr id="33" name="TH">
            <a:extLst>
              <a:ext uri="{FF2B5EF4-FFF2-40B4-BE49-F238E27FC236}">
                <a16:creationId xmlns:a16="http://schemas.microsoft.com/office/drawing/2014/main" id="{C5D913B7-C229-A5C3-733C-BE426F6F93D6}"/>
              </a:ext>
            </a:extLst>
          </p:cNvPr>
          <p:cNvSpPr/>
          <p:nvPr/>
        </p:nvSpPr>
        <p:spPr>
          <a:xfrm>
            <a:off x="6793642" y="722501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TH</a:t>
            </a:r>
            <a:endParaRPr lang="sq-XK" sz="2400" dirty="0"/>
          </a:p>
        </p:txBody>
      </p:sp>
      <p:sp>
        <p:nvSpPr>
          <p:cNvPr id="34" name="U">
            <a:extLst>
              <a:ext uri="{FF2B5EF4-FFF2-40B4-BE49-F238E27FC236}">
                <a16:creationId xmlns:a16="http://schemas.microsoft.com/office/drawing/2014/main" id="{0C2E5247-7C1B-5CC4-9374-EAE4D9973809}"/>
              </a:ext>
            </a:extLst>
          </p:cNvPr>
          <p:cNvSpPr/>
          <p:nvPr/>
        </p:nvSpPr>
        <p:spPr>
          <a:xfrm>
            <a:off x="7407672" y="73397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U</a:t>
            </a:r>
            <a:endParaRPr lang="sq-XK" sz="2400" dirty="0"/>
          </a:p>
        </p:txBody>
      </p:sp>
      <p:sp>
        <p:nvSpPr>
          <p:cNvPr id="35" name="V">
            <a:extLst>
              <a:ext uri="{FF2B5EF4-FFF2-40B4-BE49-F238E27FC236}">
                <a16:creationId xmlns:a16="http://schemas.microsoft.com/office/drawing/2014/main" id="{BFD0C8D1-FF57-3B4E-0F76-5C5A62E5162F}"/>
              </a:ext>
            </a:extLst>
          </p:cNvPr>
          <p:cNvSpPr/>
          <p:nvPr/>
        </p:nvSpPr>
        <p:spPr>
          <a:xfrm>
            <a:off x="8084944" y="73397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V</a:t>
            </a:r>
            <a:endParaRPr lang="sq-XK" sz="2400" dirty="0"/>
          </a:p>
        </p:txBody>
      </p:sp>
      <p:sp>
        <p:nvSpPr>
          <p:cNvPr id="36" name="X">
            <a:extLst>
              <a:ext uri="{FF2B5EF4-FFF2-40B4-BE49-F238E27FC236}">
                <a16:creationId xmlns:a16="http://schemas.microsoft.com/office/drawing/2014/main" id="{91ADF158-275A-1FF6-FB79-EE93497BC668}"/>
              </a:ext>
            </a:extLst>
          </p:cNvPr>
          <p:cNvSpPr/>
          <p:nvPr/>
        </p:nvSpPr>
        <p:spPr>
          <a:xfrm>
            <a:off x="8712233" y="748836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X</a:t>
            </a:r>
            <a:endParaRPr lang="sq-XK" sz="2400" dirty="0"/>
          </a:p>
        </p:txBody>
      </p:sp>
      <p:sp>
        <p:nvSpPr>
          <p:cNvPr id="37" name="XH">
            <a:extLst>
              <a:ext uri="{FF2B5EF4-FFF2-40B4-BE49-F238E27FC236}">
                <a16:creationId xmlns:a16="http://schemas.microsoft.com/office/drawing/2014/main" id="{EBE046FB-1C7C-CBD5-56EF-B8EDF6AD345F}"/>
              </a:ext>
            </a:extLst>
          </p:cNvPr>
          <p:cNvSpPr/>
          <p:nvPr/>
        </p:nvSpPr>
        <p:spPr>
          <a:xfrm>
            <a:off x="9309175" y="721166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XH</a:t>
            </a:r>
            <a:endParaRPr lang="sq-XK" sz="2400" dirty="0"/>
          </a:p>
        </p:txBody>
      </p:sp>
      <p:sp>
        <p:nvSpPr>
          <p:cNvPr id="38" name="Y">
            <a:extLst>
              <a:ext uri="{FF2B5EF4-FFF2-40B4-BE49-F238E27FC236}">
                <a16:creationId xmlns:a16="http://schemas.microsoft.com/office/drawing/2014/main" id="{5DEC1F19-641A-70FD-23FF-5D3674F51C1F}"/>
              </a:ext>
            </a:extLst>
          </p:cNvPr>
          <p:cNvSpPr/>
          <p:nvPr/>
        </p:nvSpPr>
        <p:spPr>
          <a:xfrm>
            <a:off x="9946621" y="73397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Y</a:t>
            </a:r>
            <a:endParaRPr lang="sq-XK" sz="2400" dirty="0"/>
          </a:p>
        </p:txBody>
      </p:sp>
      <p:sp>
        <p:nvSpPr>
          <p:cNvPr id="39" name="Z">
            <a:extLst>
              <a:ext uri="{FF2B5EF4-FFF2-40B4-BE49-F238E27FC236}">
                <a16:creationId xmlns:a16="http://schemas.microsoft.com/office/drawing/2014/main" id="{1EB45CFC-73B9-1EAD-6F86-DB520535EAEB}"/>
              </a:ext>
            </a:extLst>
          </p:cNvPr>
          <p:cNvSpPr/>
          <p:nvPr/>
        </p:nvSpPr>
        <p:spPr>
          <a:xfrm>
            <a:off x="10566935" y="746253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Z</a:t>
            </a:r>
            <a:endParaRPr lang="sq-XK" sz="2400" dirty="0"/>
          </a:p>
        </p:txBody>
      </p:sp>
      <p:sp>
        <p:nvSpPr>
          <p:cNvPr id="40" name="ZH">
            <a:extLst>
              <a:ext uri="{FF2B5EF4-FFF2-40B4-BE49-F238E27FC236}">
                <a16:creationId xmlns:a16="http://schemas.microsoft.com/office/drawing/2014/main" id="{C1637862-D87D-74AF-FF83-D32066FDEF98}"/>
              </a:ext>
            </a:extLst>
          </p:cNvPr>
          <p:cNvSpPr/>
          <p:nvPr/>
        </p:nvSpPr>
        <p:spPr>
          <a:xfrm>
            <a:off x="11210678" y="74625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ZH</a:t>
            </a:r>
            <a:endParaRPr lang="sq-XK" sz="2400" dirty="0"/>
          </a:p>
        </p:txBody>
      </p:sp>
      <p:sp>
        <p:nvSpPr>
          <p:cNvPr id="26" name="NJ">
            <a:extLst>
              <a:ext uri="{FF2B5EF4-FFF2-40B4-BE49-F238E27FC236}">
                <a16:creationId xmlns:a16="http://schemas.microsoft.com/office/drawing/2014/main" id="{5D20C09E-9F31-4E8F-82E9-6DA17F157D1E}"/>
              </a:ext>
            </a:extLst>
          </p:cNvPr>
          <p:cNvSpPr/>
          <p:nvPr/>
        </p:nvSpPr>
        <p:spPr>
          <a:xfrm>
            <a:off x="1047889" y="78064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NJ</a:t>
            </a:r>
            <a:endParaRPr lang="sq-XK" sz="2400" dirty="0"/>
          </a:p>
        </p:txBody>
      </p:sp>
      <p:sp>
        <p:nvSpPr>
          <p:cNvPr id="42" name="P">
            <a:extLst>
              <a:ext uri="{FF2B5EF4-FFF2-40B4-BE49-F238E27FC236}">
                <a16:creationId xmlns:a16="http://schemas.microsoft.com/office/drawing/2014/main" id="{36968340-EC59-4AD1-B69A-EEF4C061A957}"/>
              </a:ext>
            </a:extLst>
          </p:cNvPr>
          <p:cNvSpPr/>
          <p:nvPr/>
        </p:nvSpPr>
        <p:spPr>
          <a:xfrm>
            <a:off x="2347052" y="743994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P</a:t>
            </a:r>
            <a:endParaRPr lang="sq-XK" sz="2400" dirty="0"/>
          </a:p>
        </p:txBody>
      </p:sp>
      <p:sp>
        <p:nvSpPr>
          <p:cNvPr id="43" name="Q">
            <a:extLst>
              <a:ext uri="{FF2B5EF4-FFF2-40B4-BE49-F238E27FC236}">
                <a16:creationId xmlns:a16="http://schemas.microsoft.com/office/drawing/2014/main" id="{003FAD99-236C-1F51-3C20-AF9068DC9DCE}"/>
              </a:ext>
            </a:extLst>
          </p:cNvPr>
          <p:cNvSpPr/>
          <p:nvPr/>
        </p:nvSpPr>
        <p:spPr>
          <a:xfrm>
            <a:off x="2950670" y="76111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Q</a:t>
            </a:r>
            <a:endParaRPr lang="sq-XK" sz="2400" dirty="0"/>
          </a:p>
        </p:txBody>
      </p:sp>
      <p:sp>
        <p:nvSpPr>
          <p:cNvPr id="44" name="R">
            <a:extLst>
              <a:ext uri="{FF2B5EF4-FFF2-40B4-BE49-F238E27FC236}">
                <a16:creationId xmlns:a16="http://schemas.microsoft.com/office/drawing/2014/main" id="{500ACA0B-3B28-389F-5E36-E090EED6801D}"/>
              </a:ext>
            </a:extLst>
          </p:cNvPr>
          <p:cNvSpPr/>
          <p:nvPr/>
        </p:nvSpPr>
        <p:spPr>
          <a:xfrm>
            <a:off x="3554272" y="746254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R</a:t>
            </a:r>
            <a:endParaRPr lang="sq-XK" sz="2400" dirty="0"/>
          </a:p>
        </p:txBody>
      </p:sp>
      <p:sp>
        <p:nvSpPr>
          <p:cNvPr id="46" name="O">
            <a:extLst>
              <a:ext uri="{FF2B5EF4-FFF2-40B4-BE49-F238E27FC236}">
                <a16:creationId xmlns:a16="http://schemas.microsoft.com/office/drawing/2014/main" id="{FA9869B9-03B1-EDF0-9411-FE237095CA3D}"/>
              </a:ext>
            </a:extLst>
          </p:cNvPr>
          <p:cNvSpPr/>
          <p:nvPr/>
        </p:nvSpPr>
        <p:spPr>
          <a:xfrm>
            <a:off x="1714266" y="768307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O</a:t>
            </a:r>
            <a:endParaRPr lang="sq-XK" sz="2400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C5C18CE2-17AB-9E18-6D00-C105FE4CB064}"/>
              </a:ext>
            </a:extLst>
          </p:cNvPr>
          <p:cNvSpPr/>
          <p:nvPr/>
        </p:nvSpPr>
        <p:spPr>
          <a:xfrm>
            <a:off x="460464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7ECDAD3-3715-D953-1C41-88AD2085E7CE}"/>
              </a:ext>
            </a:extLst>
          </p:cNvPr>
          <p:cNvSpPr/>
          <p:nvPr/>
        </p:nvSpPr>
        <p:spPr>
          <a:xfrm>
            <a:off x="1489106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E8BBA81-143F-4E0F-71C0-AAB78B2F0087}"/>
              </a:ext>
            </a:extLst>
          </p:cNvPr>
          <p:cNvSpPr/>
          <p:nvPr/>
        </p:nvSpPr>
        <p:spPr>
          <a:xfrm>
            <a:off x="2499528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BCB7F255-1E18-6C81-68E9-30AC09458DB8}"/>
              </a:ext>
            </a:extLst>
          </p:cNvPr>
          <p:cNvSpPr/>
          <p:nvPr/>
        </p:nvSpPr>
        <p:spPr>
          <a:xfrm>
            <a:off x="3528499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EFF498C7-76B9-76E3-F52C-37EC88C5241D}"/>
              </a:ext>
            </a:extLst>
          </p:cNvPr>
          <p:cNvSpPr/>
          <p:nvPr/>
        </p:nvSpPr>
        <p:spPr>
          <a:xfrm>
            <a:off x="4566624" y="1423720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D0216DAC-194E-4FE3-814C-B49A58525FEE}"/>
              </a:ext>
            </a:extLst>
          </p:cNvPr>
          <p:cNvSpPr/>
          <p:nvPr/>
        </p:nvSpPr>
        <p:spPr>
          <a:xfrm>
            <a:off x="460464" y="2629649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530D7B38-3ED2-3771-A70E-B721F1E5DDBC}"/>
              </a:ext>
            </a:extLst>
          </p:cNvPr>
          <p:cNvSpPr/>
          <p:nvPr/>
        </p:nvSpPr>
        <p:spPr>
          <a:xfrm>
            <a:off x="1489106" y="2629649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0BCC0FB8-1E83-C55C-5922-F27AF762CACB}"/>
              </a:ext>
            </a:extLst>
          </p:cNvPr>
          <p:cNvSpPr/>
          <p:nvPr/>
        </p:nvSpPr>
        <p:spPr>
          <a:xfrm>
            <a:off x="2499528" y="2629649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075AA950-60A8-48A4-64BD-7A18990997CF}"/>
              </a:ext>
            </a:extLst>
          </p:cNvPr>
          <p:cNvSpPr/>
          <p:nvPr/>
        </p:nvSpPr>
        <p:spPr>
          <a:xfrm>
            <a:off x="3528499" y="2629649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5D7102F-8E2D-C196-89D7-09996A398443}"/>
              </a:ext>
            </a:extLst>
          </p:cNvPr>
          <p:cNvSpPr/>
          <p:nvPr/>
        </p:nvSpPr>
        <p:spPr>
          <a:xfrm>
            <a:off x="4566624" y="2629649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E94502F1-302C-C5A6-B0CF-79C0B9775B7C}"/>
              </a:ext>
            </a:extLst>
          </p:cNvPr>
          <p:cNvSpPr/>
          <p:nvPr/>
        </p:nvSpPr>
        <p:spPr>
          <a:xfrm>
            <a:off x="5616420" y="2618313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44540913-7F1E-4314-C6F9-0D8D9C604721}"/>
              </a:ext>
            </a:extLst>
          </p:cNvPr>
          <p:cNvSpPr/>
          <p:nvPr/>
        </p:nvSpPr>
        <p:spPr>
          <a:xfrm>
            <a:off x="6645062" y="2618313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988A63C-31C9-B0E1-D575-A86EE28EE400}"/>
              </a:ext>
            </a:extLst>
          </p:cNvPr>
          <p:cNvSpPr/>
          <p:nvPr/>
        </p:nvSpPr>
        <p:spPr>
          <a:xfrm>
            <a:off x="7655484" y="2618313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58471FE-9802-FBE9-8DC6-7CD1E28AC8A4}"/>
              </a:ext>
            </a:extLst>
          </p:cNvPr>
          <p:cNvSpPr/>
          <p:nvPr/>
        </p:nvSpPr>
        <p:spPr>
          <a:xfrm>
            <a:off x="8684455" y="2618313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2F9C913-5CC8-7A37-7FA2-3B4B5BFA975F}"/>
              </a:ext>
            </a:extLst>
          </p:cNvPr>
          <p:cNvSpPr/>
          <p:nvPr/>
        </p:nvSpPr>
        <p:spPr>
          <a:xfrm>
            <a:off x="9722580" y="2618313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244190D-4568-03A5-1D0F-DEF8CCAC98CE}"/>
              </a:ext>
            </a:extLst>
          </p:cNvPr>
          <p:cNvSpPr/>
          <p:nvPr/>
        </p:nvSpPr>
        <p:spPr>
          <a:xfrm>
            <a:off x="5590457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9A1F7FDC-95D2-DFE0-4637-9B65268A3916}"/>
              </a:ext>
            </a:extLst>
          </p:cNvPr>
          <p:cNvSpPr/>
          <p:nvPr/>
        </p:nvSpPr>
        <p:spPr>
          <a:xfrm>
            <a:off x="6619099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53850E2F-A35F-63CE-10AD-69EE950D85AE}"/>
              </a:ext>
            </a:extLst>
          </p:cNvPr>
          <p:cNvSpPr/>
          <p:nvPr/>
        </p:nvSpPr>
        <p:spPr>
          <a:xfrm>
            <a:off x="7629521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AAB43BF-B977-E3BE-894F-66E5801350CA}"/>
              </a:ext>
            </a:extLst>
          </p:cNvPr>
          <p:cNvSpPr/>
          <p:nvPr/>
        </p:nvSpPr>
        <p:spPr>
          <a:xfrm>
            <a:off x="8658492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A1A5B9D-C197-363D-C380-BEFE77B24C43}"/>
              </a:ext>
            </a:extLst>
          </p:cNvPr>
          <p:cNvSpPr/>
          <p:nvPr/>
        </p:nvSpPr>
        <p:spPr>
          <a:xfrm>
            <a:off x="9696617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270A7E6D-B67A-42FF-139B-F3ABB22122FA}"/>
              </a:ext>
            </a:extLst>
          </p:cNvPr>
          <p:cNvSpPr/>
          <p:nvPr/>
        </p:nvSpPr>
        <p:spPr>
          <a:xfrm>
            <a:off x="10751773" y="1441466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435" name="Rectangle 434">
            <a:extLst>
              <a:ext uri="{FF2B5EF4-FFF2-40B4-BE49-F238E27FC236}">
                <a16:creationId xmlns:a16="http://schemas.microsoft.com/office/drawing/2014/main" id="{236B133C-EF25-79AA-74FA-26002269D058}"/>
              </a:ext>
            </a:extLst>
          </p:cNvPr>
          <p:cNvSpPr/>
          <p:nvPr/>
        </p:nvSpPr>
        <p:spPr>
          <a:xfrm>
            <a:off x="10760705" y="2614689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DFC733-AD3F-6A9E-9A22-8F4AD3712D32}"/>
              </a:ext>
            </a:extLst>
          </p:cNvPr>
          <p:cNvSpPr/>
          <p:nvPr/>
        </p:nvSpPr>
        <p:spPr>
          <a:xfrm>
            <a:off x="377996" y="389482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E4FD94D-F58F-942E-1B63-1153A01D77C8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527D9E4-B73F-B9F7-BA9B-B4DC5F1E3971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9930C69-2CAE-536B-0B1F-3452CDF58DB3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8309644-DE46-72C0-44AB-E8B44774B374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257D2A3-3532-2E33-A409-20ED309BFFE9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0BA2119-5C12-8047-D819-F9DB2551351D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D7B7F51-B2DC-FA32-1F5C-E71A91C1AB4C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2FB2796-8A74-7C37-9CC9-BCA4346FEE3F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86FD842-8770-6940-ABAC-64F1765529E0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254D310-2F5E-8AAA-9BCA-8C8DADE2C222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9209C3B-8CBC-CC5C-638C-933B817E7798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1F6763D-1A4E-B88E-B7AE-A0DF8F0A2EBD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2D9B51C1-C23C-A1FE-9B85-B55690C563ED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9DD2D3A5-8EA7-2B25-127D-95DE315C4120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D45113B1-FE79-5EBA-0BFB-274A29DF954B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B3E3E79-4CA0-AECC-655A-8BC9F62BEF07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3EA1C7FC-22C7-30EB-F703-E4D21D515AB9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87383242-0F9C-5CF6-41C1-DF74EADD3060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96EA4113-0A22-1EF0-3414-0C2B27CFFCAB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7BC1647-6122-BABA-A756-0538CC43265C}"/>
              </a:ext>
            </a:extLst>
          </p:cNvPr>
          <p:cNvSpPr/>
          <p:nvPr/>
        </p:nvSpPr>
        <p:spPr>
          <a:xfrm>
            <a:off x="10898693" y="1644082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BEB2E55C-A049-3208-B7D4-353DD2125A5D}"/>
              </a:ext>
            </a:extLst>
          </p:cNvPr>
          <p:cNvSpPr/>
          <p:nvPr/>
        </p:nvSpPr>
        <p:spPr>
          <a:xfrm>
            <a:off x="3638592" y="16942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E0EF2E71-986E-2067-4D04-2525772D8B7E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C6CAAD92-0315-3A47-FCFE-BB24FB864241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37F701EA-7E40-02B9-5A38-D3038744B7AA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2719D6EC-438B-14E0-05C3-4793EF854D93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BB6126C1-742A-6471-257E-B88C6E58BF1C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63A45BFC-8767-6678-D1BE-A823DBCFB7A8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BB3DE60B-AE1D-2AB2-AF37-8D8672BB6123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439F587C-FB2B-868B-0714-49FDDC496029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C594F43E-B604-2637-AC71-F6F0E6487FC4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FBB9A3AB-69AA-8330-8524-1C8D300DC62F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4B2A7EF3-7EE3-4AFD-F245-0890E504FD9D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BE60FCBD-7D5A-B2C3-2593-2F13AECB853F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220348AA-3AEA-488E-164E-BBFDF4F0EA49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11202790-60ED-1EEC-9892-450BE4C5EDEC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A7B4C033-02E0-4403-D190-276AE89E484E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311860E3-949B-60B6-7D8D-5F6AF1F7C344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82666AD8-63FC-C16C-D559-323ACA5B424E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F7083098-AFA7-69AF-EF96-15866BE28C43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78C97798-A1F9-84B2-5CF2-FC33084FA19B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AB08FAC5-0913-BB9B-4097-177FC70FA776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7E31202C-A19C-2B20-AEFA-F7331457EA0C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81CD8C70-4A39-05FC-4805-FF102727A873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A1120DC8-4B27-5D84-D042-C032361514D3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75826864-3D0E-BE91-0668-7A97C80162CB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E595BC1-8F54-14A0-EE18-8A38BA7EB9E0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A83DD4F5-BDFC-3A79-AB55-4A7560608B25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A0217FC9-4AA5-A3C0-7D7B-DCBB307E77A0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53ECE0B9-5A0E-E0EF-66CF-1D7D358552D9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9A5C86E1-A801-E765-373F-99EBCFFC97A9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16DD9015-F096-82E3-3F31-AA3DB0A8584A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46C9C310-5225-1E46-4BFC-5AD5F2FA8AEC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2CCCF095-0E4B-2F3F-EF98-938F8B9579B5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D7470E3F-CF54-9BE0-A638-7078A2EAEB1C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086439DC-755B-7031-709C-D5477E867FB7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19169FD2-6D5D-A6DF-0ABC-D126BC591709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635D594D-B5D1-3581-23DD-77ECCFD9FA8F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32AD203C-32D4-EE50-13B3-92E24DF59B70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8189B762-100B-55F2-913E-0DD5CE415153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C06B683C-4C34-C4A0-FE38-AF4E555DFFFA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F37707C7-7577-B287-611C-480CD38B5FBA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40951A8B-9FF4-C704-2750-4BC2566170B7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546D9835-F023-1414-D5A5-3EC80BCEE2DC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6D960E6E-10F4-FE5C-ECCA-344ABC939384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D004174B-EFF7-2B4D-63FA-17A067EDE637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B60F6BAA-95C5-165E-CBD8-2A1CCE3C0565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FFB32DC4-FD51-6EBF-81EE-802FA61961B6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CBA2C44A-92A8-84A3-D25F-623D0B78938A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540533B1-6D7E-8D19-0CCF-41FDA7B18BC0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A27E5B4D-253C-5996-48F8-3D37D14F2E91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8A8F45A0-153A-CCCE-90ED-0B15F71308D4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30509E34-6C7E-7072-3217-3C1444AE5AC9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0331F73B-35A1-F015-E178-EE172462EC8B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23FC285D-FDAA-E96A-CBD6-6DBC465499E6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958DECA2-B570-5544-7299-859E6AD69C98}"/>
              </a:ext>
            </a:extLst>
          </p:cNvPr>
          <p:cNvSpPr/>
          <p:nvPr/>
        </p:nvSpPr>
        <p:spPr>
          <a:xfrm>
            <a:off x="1593556" y="284013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37C2AD29-EEA9-9770-30AC-6EA9BADEF466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984CBC33-FBCE-361D-7D1C-DECEC817F810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DEA56CFE-8C14-881E-DBE8-63280A131168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CC40AAD9-C718-682A-2A67-2608701C8915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08D76BBA-F5B4-C280-956E-4290ADDC7F41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B9A1E2FE-5424-D766-E350-A823425FD45E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9A28C11B-1279-2286-A5CF-4EFD024A383C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F3BF2109-690D-0876-693F-9D829A975AB6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E3AE0815-CC26-ABC4-974C-9FFA56106067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F4775E2D-9C57-38B4-A1A2-1E3A599A1EEA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E3B3DC5C-7805-5211-0073-574D5DF84CB0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57378577-F5DB-B646-9976-571841B98783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444C80D2-0848-AF79-97C3-CA27A1EF6F07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982B816-46C3-6C66-81AD-F6F205F11288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108F5CCC-F585-EE3D-08D9-F2F05133FC14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5B742DA0-5767-2889-ED42-9FE48B79E20E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B0B6EDED-954A-01F6-C1E6-2B8BEF24A7B2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8B572E3-C158-9C02-AD8E-CB9DF17A9861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48FD1C68-2BBB-C62E-054E-2D6F8BB676B0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DADF5114-E5A7-46AB-5BA2-CFD5C2543F00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19B41FD4-661E-C1AE-D4A6-E32995D2E6D6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7C34DA2-D644-3398-6474-A4A187309542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352AD62-7D69-A046-FE2D-4D3DE2923B20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1F3795EE-E596-6168-7B52-74C001ADEAB7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909FC51D-D1F7-7CA1-D86B-734648563A42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33FF83A9-1A8E-D368-DAD7-9D812FD663E5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FF79178C-F02D-4029-0F08-88C4263F43DC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E8D1ECBF-8AB6-A0D5-5255-C2A3FF6E99BA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26756CDC-9917-D902-2016-A8E3598D4E52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C262B797-CC39-850A-7B9E-BB2A2418D5C4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446F4FAC-524E-2308-9113-4535A662E8F5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BDE3B019-9316-73FB-7D8F-ECD42C0D3BA4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EA03FC36-DF97-27BD-1F01-6D5EDBF4EB61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AAD2832E-B449-D1B7-E717-93C4236878C7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9042D536-90B1-834C-1AD5-C42A87210293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867472E4-72C4-AB59-A4F2-03A13C193EFA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3691FB91-E9DD-1629-D3FC-A3FA9CDDDDE3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CF5878FA-E376-F68B-60FF-59AB2249B062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4B901B58-082D-9DEC-E863-561FD21A9807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36E35FAE-9EBE-5DD2-DDDA-CA84AB27DE69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C636B4D3-27E3-78D3-4335-3B92366BA9BD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ADDC1C0A-AEEB-B02E-9079-7CD4F904A7E4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3DA0F6BB-7940-8F4D-5310-6102FFE7C9ED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9DE8EAFE-B8F3-B923-ACB9-13821A826BA8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444A1F39-6B04-190A-AF12-556C6E8367D0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A8C470C-8360-FDF8-5E9B-4F59D3C62C26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2DBB3F9-418C-3C69-7A7C-E4A53556149F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F6DC1B3-E4D8-8552-98AE-82E3B26D4E04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DDDE5A5-B9BE-3340-C2FB-AAD742EE7960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950CB53-E761-79DE-35A8-31B76FFA2FC8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54865E8-05DF-C224-BDDC-B36A0ECCD712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E2853187-A67C-0C53-5356-80477A719699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69000CC-CCA6-AD54-5684-9DEBFA237979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DB5DC7C5-C06D-2023-6451-C01A6D626703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4CF5E55D-D2DB-7B63-63E2-A8BBFD9FBDE9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DBDD35E0-1C41-EBF5-0974-93073D0F2F4B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BC8AACA4-5960-73DA-17F6-FA0C5EFD012A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5B0B8DF4-7286-7B9E-2A05-F3223905CD7F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41988C9A-9A27-2A2A-78B8-8E54FED3E298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9B3BDF7E-1620-680B-04F9-2BE2280B6EC7}"/>
              </a:ext>
            </a:extLst>
          </p:cNvPr>
          <p:cNvSpPr/>
          <p:nvPr/>
        </p:nvSpPr>
        <p:spPr>
          <a:xfrm>
            <a:off x="6800434" y="1657672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BA03447E-A35A-3B5E-966F-C9CB5DACD3D5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746929FE-282F-2451-8527-5A2D073D764B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BCC7E877-15DA-CDF1-5246-12CCECCC0629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2359BC16-3F0D-4606-61AF-369748801D16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04EE2C9A-CC8B-9FE3-FA10-C06C9DA154C8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89A120B1-B07B-6A4A-CE47-FC4B9C38225B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1C6102A6-CB63-D4AB-8742-0CFE956ECF72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58E1703A-1F84-07B5-DAE2-5A8CD5CB23DE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EDE39A61-0E0A-4F27-EC51-E626B86617DC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F5B8531E-EC93-C47F-5EDB-2905E2712274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CFD02948-CC06-2F32-CAA0-F6782CF5CB5B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1C114D24-DF8E-09A4-DD94-5E8FDB738DDD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8E363CA6-90D1-1680-B979-5D1709865A29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4D13E209-ED69-1868-4F86-62690242AB6E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A277DBA9-4E25-C98D-027D-6E3E025268BE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AF5A2831-079E-1A89-1301-8C82329B2D26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9CDE936A-34F9-E1C3-7177-D12FD736CC0F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D0A265C9-7565-AE1A-2046-0030F2D7535F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433702C3-AB6E-3188-7FE1-E98D610998A2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8D22CC02-172D-F5DD-9698-7FF9ECD5BD08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6FB56624-BAD1-D150-73A1-B10D6664D24E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98D3CAAD-D252-CE61-5435-221EF1DA4881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2A0A26E0-11DC-CCAA-D96C-7B9030778931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51D901A4-97F3-AE0E-6C77-25456B124A69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D53FC067-9AA6-2C7B-8903-C5E54A697223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1FC5A914-E22C-DD00-2576-ABF29558A707}"/>
              </a:ext>
            </a:extLst>
          </p:cNvPr>
          <p:cNvSpPr/>
          <p:nvPr/>
        </p:nvSpPr>
        <p:spPr>
          <a:xfrm>
            <a:off x="579803" y="281096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B8989D84-99DC-4B63-49E2-750DA75C219A}"/>
              </a:ext>
            </a:extLst>
          </p:cNvPr>
          <p:cNvSpPr/>
          <p:nvPr/>
        </p:nvSpPr>
        <p:spPr>
          <a:xfrm>
            <a:off x="5720382" y="1669601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3F053C84-1C9F-5EB7-F64E-F1BC3DB572EC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82A924CC-3CF7-F5D6-797A-A27879687D97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E5D4F8D7-58A8-80BE-0BFB-BBAEA0C739A6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D0A403E8-9696-3676-520C-0281756E2CAD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6B7E9260-B82F-FFBF-8B6C-ADBEE9C53697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799E4FEE-6C5D-138F-61D2-C06BE86D4DB7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D3965F67-76C2-2B0D-0564-77A61BC285AA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8C622B2E-C4D5-4F10-0B5C-7D42F932AA46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4E169072-7138-B062-4FA3-BDCB07A138FC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54070378-096D-5E84-BE6E-B0C468D51C5E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A3E20A15-E70A-5470-7AC4-1C18DB8E4153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F3DB4AF0-DB9E-25CB-DF34-C0D7E62755C9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D9DA6EFA-50CB-35B8-467A-0CE25A539FBC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A344E9D3-9A83-FBFD-3E06-F94DB1BCC2D7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C87E75BE-B75C-5F89-55C7-C3CBCEA02817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B024DEE7-6591-F470-35AB-F6BA199CA247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983F5DBC-D257-4B38-0858-A4CFD2440F61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A166A7F3-427D-6D57-96DA-B21CFBCFFAC7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BDD9AE7-9303-118C-F50F-698CEF5BB13D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F0D1DFD-C6A0-C5DA-8788-BBB4B98FD644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DEA993A-67CA-28C6-A798-C4228A55B1E8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C6988D2-1B3F-7AC3-D129-849A5A0B5A1A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CFA8FD2-ACB2-686A-8DA5-81E7A5E040A5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B8B5270-9D20-79A5-5CE8-F5F633D3ECB7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756D6A-188E-FFA1-AEE4-3DD202CB46A6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48EC36-6ABE-987C-A234-C11D3F600148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B4ABC9-83B7-1B35-930C-A4F551A2A40F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4EA7CB-EDCF-5665-AA76-9E477D71957D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41686A6-3F9C-A086-A4DE-5F572806D05F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578DE8-0154-439B-5894-1707258F4870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C8B17B6-01BC-CEF5-E910-FFFDE7A076C6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90EDF82-23C3-7DB6-ED97-295BC0D0B036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CF0DBD8-D878-60FC-D6F3-B4F0A44E0D40}"/>
              </a:ext>
            </a:extLst>
          </p:cNvPr>
          <p:cNvSpPr/>
          <p:nvPr/>
        </p:nvSpPr>
        <p:spPr>
          <a:xfrm>
            <a:off x="2639410" y="171308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B8629FE-9E5E-17EB-B124-AAB745DD92B1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B92A073-5E1A-0B0F-6E68-16BE24FDF8BB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2C2D9ABD-BDF3-4E51-F81B-070D5B597DD1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A3B1ABE0-B8DA-377D-81E7-E67677FEC408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41A3B0EC-D517-994C-1FAE-247B8DE80E04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F4651820-CCE7-16D1-798C-136D383B471D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B6FD3528-3EEA-063D-1B63-9764A00D6427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9D685B5A-9185-67BD-8036-02C9219877F8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195117CA-B22B-E1A2-3C47-E6B313CF23B0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94ADD049-CF7A-627A-0FC7-9C7217E71A82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0024A108-6712-CDC1-FFEE-2223B6D58E89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F8DBE11D-D106-3321-FFC2-C227DC86AF7B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B5FA3167-599C-5492-4498-AB13E01D1544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5A58F77F-5741-BD54-1FF2-9EF159D6B2BF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DDAA7549-8EF9-05CF-3829-6FC0C78821F9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B85F7FB8-FE5D-0A31-624F-2B6176C31543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188F57A3-4F9B-F4B2-32BC-BE8B31AE2A00}"/>
              </a:ext>
            </a:extLst>
          </p:cNvPr>
          <p:cNvSpPr/>
          <p:nvPr/>
        </p:nvSpPr>
        <p:spPr>
          <a:xfrm>
            <a:off x="8822443" y="167398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5E747C70-9415-CF97-6A38-1BB852DF1039}"/>
              </a:ext>
            </a:extLst>
          </p:cNvPr>
          <p:cNvSpPr/>
          <p:nvPr/>
        </p:nvSpPr>
        <p:spPr>
          <a:xfrm>
            <a:off x="1599009" y="166094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BBFFD43A-8B70-D80E-5FCB-35A27A452430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5332DFB1-203A-35AE-BA47-871D89F28CE8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C7C737C7-C39F-48DA-1022-8FE8C1848EDE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EFA347CB-E8F8-B11F-E91C-2C09B6ACBAAC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4579D523-9D8F-4B65-D87E-890F4EE5E02D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E83A3FF0-1566-6326-BDB9-EA52C878BF81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BD1F0C64-AD0D-4356-D59D-3E525BD70946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7891BB20-6410-1DA4-6C30-2E8DE56295D5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D56B8DC3-BA3A-9E03-2A20-4A3F84A4BA02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E96E9FBB-77D9-5636-AE04-210650D09ED5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9439C8EC-C687-3426-518A-80C2659784AF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E9FFB9DF-1CA3-14B1-DC18-91751AB7DFD4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205396ED-454A-FF2A-1820-E6121E1EF797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E26636FF-61F5-67F1-2861-77BFA93831C1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44AE5402-5DB0-7651-FB7C-60A704D7F26B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21903DC6-7D80-5F8C-97C2-DF6D9A011B87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6D76E631-F744-3848-10C7-1EBDDF7B24B6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D1987988-76E5-D452-5107-0239F4C589EA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EA9A0DCC-7C83-BFDD-582B-04BBB938F96E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CCF32014-22B5-4742-BA5E-8188E8E0B1BB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861A5E83-7228-94AB-F46C-E222F8CE8E40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4390201D-B2AB-6F4C-22E3-8B8866CAC2A5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1F56708F-8EEE-1F0D-8CC5-4CD6E63C13BC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59CB0111-C285-B5E7-4A53-8C33A0BCD66D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F59B73B5-5749-559F-1666-F1C8529F0F71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770CF9EE-4610-2659-7BA1-3616F2071A6F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11" name="Rectangle 310">
            <a:extLst>
              <a:ext uri="{FF2B5EF4-FFF2-40B4-BE49-F238E27FC236}">
                <a16:creationId xmlns:a16="http://schemas.microsoft.com/office/drawing/2014/main" id="{33DCE2DB-73F1-B401-84C0-EFC0A52604C2}"/>
              </a:ext>
            </a:extLst>
          </p:cNvPr>
          <p:cNvSpPr/>
          <p:nvPr/>
        </p:nvSpPr>
        <p:spPr>
          <a:xfrm>
            <a:off x="9866143" y="1654882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DB4B820-AE0B-4270-0EEA-17A566846549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D10138B-5CE3-9878-136C-9024C502A892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41E0CC7-704E-8B2A-11D7-3DD0FA23188C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C6DCDB9-600E-F21C-1E14-7B8DC7EE1E81}"/>
              </a:ext>
            </a:extLst>
          </p:cNvPr>
          <p:cNvSpPr/>
          <p:nvPr/>
        </p:nvSpPr>
        <p:spPr>
          <a:xfrm>
            <a:off x="3193361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C70D74D-ADCE-A2E4-1654-7C47C566AB0C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471FF9E-D38E-1EA9-2189-20EBDF89C83B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CA63CDCE-2DF3-617B-273A-7810855DA737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FD38CE51-C398-A630-FFD2-99448316B888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98B8491C-DF91-9F87-D0AE-EEEEB2632A0D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4858E361-557D-ECC9-7F83-D905F7912054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47045BDD-5A07-AB0F-224A-AC0E47CCA825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7BD5029A-2684-92F7-2103-A572AD2FF6F1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F5AB91DF-0FBA-247D-44CF-4A50CED7E868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8BC0AF72-D469-071A-FBE4-D7221009DBD6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CEE205FA-8B39-B79C-8700-070586AEEBC9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AA7F33CA-2A0A-98CC-BEEC-A0BC51FA371E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9ABD22EA-8D9D-F4FD-D2BA-3D6D71FA6AF8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16288E24-E238-4B05-1FF3-AD7FFEA9C9A7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C2E5F61E-1C79-8F6E-FB56-570DD4151706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3D8E6DCD-ED1B-B713-231B-DD9341ED6423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99C5ADD7-A25E-F88B-424B-5A3841EF07B6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3E7653B4-90B1-0803-1D75-2607B328A6F2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C4392D45-B901-E540-98CF-D6AA3186FB2B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850AFD21-5CED-B655-C574-CE3FE43CFF14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88755405-04D8-79AF-52BA-37D8F8F42DC4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176F1CF8-4329-2BDA-09A7-514E8FF92D1B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CB572970-0494-198A-B9E9-F7B8B610356F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AFA55968-5C84-9390-7C82-47595F9C6919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DBA638A6-D2A2-3380-90B2-A6268B6E8D50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6968F61E-BA4D-086B-BDFA-99EC595FF206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30A5B89A-CF9F-5EB1-7774-A41D046DF3D2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6FC184C7-A1A5-0323-82BB-C250148E701E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16A707A8-F4F1-DC0A-D9D0-DC5D19738975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32E0B26D-07D7-C069-85B3-FA456033E42F}"/>
              </a:ext>
            </a:extLst>
          </p:cNvPr>
          <p:cNvSpPr/>
          <p:nvPr/>
        </p:nvSpPr>
        <p:spPr>
          <a:xfrm>
            <a:off x="3193361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2EDD53A2-57C1-4102-22E9-52CB3B18673C}"/>
              </a:ext>
            </a:extLst>
          </p:cNvPr>
          <p:cNvSpPr/>
          <p:nvPr/>
        </p:nvSpPr>
        <p:spPr>
          <a:xfrm>
            <a:off x="3193361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97336249-7436-C11D-5E28-B0411D545F0B}"/>
              </a:ext>
            </a:extLst>
          </p:cNvPr>
          <p:cNvSpPr/>
          <p:nvPr/>
        </p:nvSpPr>
        <p:spPr>
          <a:xfrm>
            <a:off x="3193361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09B09AD4-7440-682D-2A71-8D5702E082C3}"/>
              </a:ext>
            </a:extLst>
          </p:cNvPr>
          <p:cNvSpPr/>
          <p:nvPr/>
        </p:nvSpPr>
        <p:spPr>
          <a:xfrm>
            <a:off x="3193361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9F3551F7-1B24-39C1-46A7-08CAD4889B57}"/>
              </a:ext>
            </a:extLst>
          </p:cNvPr>
          <p:cNvSpPr/>
          <p:nvPr/>
        </p:nvSpPr>
        <p:spPr>
          <a:xfrm>
            <a:off x="3193361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3729C2A4-54A2-9318-F77F-AB91AA37BFDF}"/>
              </a:ext>
            </a:extLst>
          </p:cNvPr>
          <p:cNvSpPr/>
          <p:nvPr/>
        </p:nvSpPr>
        <p:spPr>
          <a:xfrm>
            <a:off x="3193361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6BBD140C-23FE-78A1-0263-505C65E1C1D5}"/>
              </a:ext>
            </a:extLst>
          </p:cNvPr>
          <p:cNvSpPr/>
          <p:nvPr/>
        </p:nvSpPr>
        <p:spPr>
          <a:xfrm>
            <a:off x="3193361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C55151F8-96F6-D367-1B41-C9CE8282D5E3}"/>
              </a:ext>
            </a:extLst>
          </p:cNvPr>
          <p:cNvSpPr/>
          <p:nvPr/>
        </p:nvSpPr>
        <p:spPr>
          <a:xfrm>
            <a:off x="3193361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EAE2C173-E205-3870-AB06-7D19DDE7674F}"/>
              </a:ext>
            </a:extLst>
          </p:cNvPr>
          <p:cNvSpPr/>
          <p:nvPr/>
        </p:nvSpPr>
        <p:spPr>
          <a:xfrm>
            <a:off x="7766729" y="168460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AB4485A4-5EF2-7B80-2EB7-F6AFE5089533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62B02AE3-BD72-95EB-744F-CCA3C951854C}"/>
              </a:ext>
            </a:extLst>
          </p:cNvPr>
          <p:cNvSpPr/>
          <p:nvPr/>
        </p:nvSpPr>
        <p:spPr>
          <a:xfrm>
            <a:off x="4135192" y="6045646"/>
            <a:ext cx="694855" cy="66988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37FE430A-598D-6EEE-327F-353523C5DC71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B2305EDC-F4C2-7C32-FFBB-50C848BBC257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F99B6318-D433-8691-F043-2C840EB7707B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4591C6D0-0F1A-FF4E-2B83-6F02570B3714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3E7FAA5E-0E01-8A86-0646-1CFC893C55EE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D3760341-AF8C-29C7-71ED-A89E8D7804AF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0607A6CF-F459-381F-5F69-86FE26215F1D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B9253B0C-256C-FFFC-D1B8-8299C86FA1D5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1680BBA1-9ED7-DEAF-0F16-B6A9D7A8AC11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743DF3F8-4944-7149-FC62-38D494029D6B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305596E6-0267-7E43-B3CE-8CB75874AEFB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B4F6770D-1E39-1F1A-3100-74351133C10E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62" name="Rectangle 361">
            <a:extLst>
              <a:ext uri="{FF2B5EF4-FFF2-40B4-BE49-F238E27FC236}">
                <a16:creationId xmlns:a16="http://schemas.microsoft.com/office/drawing/2014/main" id="{A0C20DFC-3A1A-12B7-6AB8-E05195FE6CA0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F8E8624F-B4AE-9E90-0D92-D8D701090671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80027C6E-9906-32AB-8531-8DF70647E740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F6F473B6-9179-2947-5827-00DFA54E562F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782D7F5-6BC7-5F03-C077-69A4BA59B20A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A031BEA-DF26-8E6F-057B-445234C0FF5A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EC247FD-40AA-46B8-CEB5-90F4AEC28676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B238767-EABC-8673-CFA8-1B15821775B0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CE95FD33-74A7-15F4-5EE8-C10AEC312DA4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2C6D914-8DC1-0163-8BD8-4B492FFAA832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B72C050F-8002-6337-D99B-E4DC8D9507E8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0A7758B8-70E5-07C4-86CE-64A62BFF7ABC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68" name="Rectangle 367">
            <a:extLst>
              <a:ext uri="{FF2B5EF4-FFF2-40B4-BE49-F238E27FC236}">
                <a16:creationId xmlns:a16="http://schemas.microsoft.com/office/drawing/2014/main" id="{E019C543-9575-8A0D-1E58-FDC3AAC0444A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69" name="Rectangle 368">
            <a:extLst>
              <a:ext uri="{FF2B5EF4-FFF2-40B4-BE49-F238E27FC236}">
                <a16:creationId xmlns:a16="http://schemas.microsoft.com/office/drawing/2014/main" id="{0DC00FF4-A690-BEA6-A042-6B0F944E23C1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70" name="Rectangle 369">
            <a:extLst>
              <a:ext uri="{FF2B5EF4-FFF2-40B4-BE49-F238E27FC236}">
                <a16:creationId xmlns:a16="http://schemas.microsoft.com/office/drawing/2014/main" id="{642D4961-41E8-3781-4BDA-4C2286A52E82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71" name="Rectangle 370">
            <a:extLst>
              <a:ext uri="{FF2B5EF4-FFF2-40B4-BE49-F238E27FC236}">
                <a16:creationId xmlns:a16="http://schemas.microsoft.com/office/drawing/2014/main" id="{B351E915-63A2-E8E2-D9CF-FD01C737093A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72" name="Rectangle 371">
            <a:extLst>
              <a:ext uri="{FF2B5EF4-FFF2-40B4-BE49-F238E27FC236}">
                <a16:creationId xmlns:a16="http://schemas.microsoft.com/office/drawing/2014/main" id="{30182F72-9E52-EA57-8B73-0BE57C5039D0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73" name="Rectangle 372">
            <a:extLst>
              <a:ext uri="{FF2B5EF4-FFF2-40B4-BE49-F238E27FC236}">
                <a16:creationId xmlns:a16="http://schemas.microsoft.com/office/drawing/2014/main" id="{95D62269-14D1-B9E2-8A06-47E92B42E3CD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94101C06-7EC2-B903-6E66-633A5BF0A5AA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EAF92AF2-4F90-38DC-BF08-073239D02718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76" name="Rectangle 375">
            <a:extLst>
              <a:ext uri="{FF2B5EF4-FFF2-40B4-BE49-F238E27FC236}">
                <a16:creationId xmlns:a16="http://schemas.microsoft.com/office/drawing/2014/main" id="{42283194-025F-9521-2069-749779D67520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77" name="Rectangle 376">
            <a:extLst>
              <a:ext uri="{FF2B5EF4-FFF2-40B4-BE49-F238E27FC236}">
                <a16:creationId xmlns:a16="http://schemas.microsoft.com/office/drawing/2014/main" id="{9F531FDB-FE5F-C540-EDF6-62D35A137867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EC2338CD-98BE-6E24-DFCF-1F7A5140471D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79" name="Rectangle 378">
            <a:extLst>
              <a:ext uri="{FF2B5EF4-FFF2-40B4-BE49-F238E27FC236}">
                <a16:creationId xmlns:a16="http://schemas.microsoft.com/office/drawing/2014/main" id="{A80CD3FF-609E-8786-F6FE-AB4BFF41C692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06F94901-B8E2-4425-47F6-E547D4DDBECA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FED0D9ED-756D-D82D-7E67-22F6BAAF14E2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E6E518D0-4C35-ADD8-A86C-5A3C923B5339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FE3D2A41-8263-5BBB-02B4-4E066394A971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6E3467FE-61B1-D814-9C6D-49731E00DF6B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85" name="Rectangle 384">
            <a:extLst>
              <a:ext uri="{FF2B5EF4-FFF2-40B4-BE49-F238E27FC236}">
                <a16:creationId xmlns:a16="http://schemas.microsoft.com/office/drawing/2014/main" id="{BDF8D115-8F6B-C935-EAE4-95739794A113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86" name="Rectangle 385">
            <a:extLst>
              <a:ext uri="{FF2B5EF4-FFF2-40B4-BE49-F238E27FC236}">
                <a16:creationId xmlns:a16="http://schemas.microsoft.com/office/drawing/2014/main" id="{3748EA27-83AF-C928-017F-E387536357C8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7CAD73BF-E74C-8A2E-05D7-98B843F0BC79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88" name="Rectangle 387">
            <a:extLst>
              <a:ext uri="{FF2B5EF4-FFF2-40B4-BE49-F238E27FC236}">
                <a16:creationId xmlns:a16="http://schemas.microsoft.com/office/drawing/2014/main" id="{D76BE292-E4F5-003C-AA82-BFA1171AA997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89" name="Rectangle 388">
            <a:extLst>
              <a:ext uri="{FF2B5EF4-FFF2-40B4-BE49-F238E27FC236}">
                <a16:creationId xmlns:a16="http://schemas.microsoft.com/office/drawing/2014/main" id="{7E097438-E360-9E32-95E7-A3875CE5F0B3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90" name="Rectangle 389">
            <a:extLst>
              <a:ext uri="{FF2B5EF4-FFF2-40B4-BE49-F238E27FC236}">
                <a16:creationId xmlns:a16="http://schemas.microsoft.com/office/drawing/2014/main" id="{1CF5E849-C644-88C5-F0EA-9E8269421875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91" name="Rectangle 390">
            <a:extLst>
              <a:ext uri="{FF2B5EF4-FFF2-40B4-BE49-F238E27FC236}">
                <a16:creationId xmlns:a16="http://schemas.microsoft.com/office/drawing/2014/main" id="{280397C9-5EE4-0F09-3E3E-811574B87F97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008FE9E7-AA6D-D415-160F-324406E97985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93" name="Rectangle 392">
            <a:extLst>
              <a:ext uri="{FF2B5EF4-FFF2-40B4-BE49-F238E27FC236}">
                <a16:creationId xmlns:a16="http://schemas.microsoft.com/office/drawing/2014/main" id="{5FB07EBA-F5BB-1853-3598-70E840FF71F2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394" name="Rectangle 393">
            <a:extLst>
              <a:ext uri="{FF2B5EF4-FFF2-40B4-BE49-F238E27FC236}">
                <a16:creationId xmlns:a16="http://schemas.microsoft.com/office/drawing/2014/main" id="{764D7D0F-3EFA-0896-80BE-5FC5C5585939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2935E189-DE44-77B5-DAA4-84F77046192A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D09D92AF-ACDD-5CA3-FC47-89CFABCE82BE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28A052FB-A80F-182F-00F8-F642D63FCCAA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DBDF7F23-1B36-B787-2731-6A101BA25868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62EE3040-22C8-E3D4-F28B-394FEADEA327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F4FF867E-32EB-3451-D388-FD63B34A04F6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07502F14-9A2C-9448-3733-9BE10C172CCC}"/>
              </a:ext>
            </a:extLst>
          </p:cNvPr>
          <p:cNvSpPr/>
          <p:nvPr/>
        </p:nvSpPr>
        <p:spPr>
          <a:xfrm>
            <a:off x="9022775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76E93C3C-9947-6116-F84E-B42438F891D3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0905C8E6-AB63-8F5E-1444-A023E6624997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39325CB2-434E-EEC4-BA51-964B65F51656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CD7B2AF5-BC25-1F08-78AC-7E233B9154AA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C72B32EA-A6C8-A26B-64B2-01C0624235E4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D5194C04-1B33-4C14-F4D3-2B8B4B4B155A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266D5FAB-561A-69DD-4455-B11B8AE611FD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9BA41ED0-29DA-58CF-B1EB-62C721D539C9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DFF22482-3E9F-7754-E697-5F19BC2C8744}"/>
              </a:ext>
            </a:extLst>
          </p:cNvPr>
          <p:cNvSpPr/>
          <p:nvPr/>
        </p:nvSpPr>
        <p:spPr>
          <a:xfrm>
            <a:off x="586693" y="1646265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6CD25397-F90A-12D6-5E8E-13823B9174B2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FED2FB67-DC6A-DB21-98B7-F9D05BCBB6F9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2A7875FE-D1F0-5B84-C707-8DFD4592936B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4B6D37B6-A338-4BF5-19D5-7BE64C42711B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76C3AB44-57A0-897E-C1E6-5173B777037D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F2CFF89C-B64F-2C54-F51D-5336304BF583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3B68CD72-419F-3455-55F5-C3B14CA1B5EE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A15669B6-089A-C9DC-C737-9E737B9F57F8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06BF4576-33F5-E6D5-D1D9-FE2F730A3AC6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20" name="Rectangle 419">
            <a:extLst>
              <a:ext uri="{FF2B5EF4-FFF2-40B4-BE49-F238E27FC236}">
                <a16:creationId xmlns:a16="http://schemas.microsoft.com/office/drawing/2014/main" id="{02EDAA39-D66B-5C16-DD27-01DAFB51CE91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</p:spTree>
    <p:extLst>
      <p:ext uri="{BB962C8B-B14F-4D97-AF65-F5344CB8AC3E}">
        <p14:creationId xmlns:p14="http://schemas.microsoft.com/office/powerpoint/2010/main" val="2365582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0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233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4" fill="hold">
                      <p:stCondLst>
                        <p:cond delay="0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99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0" fill="hold">
                      <p:stCondLst>
                        <p:cond delay="0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8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1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3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3" fill="hold">
                      <p:stCondLst>
                        <p:cond delay="0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0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6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9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2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5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8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1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4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65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6" fill="hold">
                      <p:stCondLst>
                        <p:cond delay="0"/>
                      </p:stCondLst>
                      <p:childTnLst>
                        <p:par>
                          <p:cTn id="367" fill="hold">
                            <p:stCondLst>
                              <p:cond delay="0"/>
                            </p:stCondLst>
                            <p:childTnLst>
                              <p:par>
                                <p:cTn id="3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3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6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9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2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8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1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7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6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9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2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5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8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4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7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0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431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2" fill="hold">
                      <p:stCondLst>
                        <p:cond delay="0"/>
                      </p:stCondLst>
                      <p:childTnLst>
                        <p:par>
                          <p:cTn id="433" fill="hold">
                            <p:stCondLst>
                              <p:cond delay="0"/>
                            </p:stCondLst>
                            <p:childTnLst>
                              <p:par>
                                <p:cTn id="4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9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2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5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1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4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7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0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3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464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5" fill="hold">
                      <p:stCondLst>
                        <p:cond delay="0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5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8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1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4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0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3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6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97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8" fill="hold">
                      <p:stCondLst>
                        <p:cond delay="0"/>
                      </p:stCondLst>
                      <p:childTnLst>
                        <p:par>
                          <p:cTn id="499" fill="hold">
                            <p:stCondLst>
                              <p:cond delay="0"/>
                            </p:stCondLst>
                            <p:childTnLst>
                              <p:par>
                                <p:cTn id="5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5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8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1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4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7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0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3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6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9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530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1" fill="hold">
                      <p:stCondLst>
                        <p:cond delay="0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8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1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4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7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0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3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6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9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2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563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4" fill="hold">
                      <p:stCondLst>
                        <p:cond delay="0"/>
                      </p:stCondLst>
                      <p:childTnLst>
                        <p:par>
                          <p:cTn id="565" fill="hold">
                            <p:stCondLst>
                              <p:cond delay="0"/>
                            </p:stCondLst>
                            <p:childTnLst>
                              <p:par>
                                <p:cTn id="5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1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4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7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0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3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6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9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2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5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596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7" fill="hold">
                      <p:stCondLst>
                        <p:cond delay="0"/>
                      </p:stCondLst>
                      <p:childTnLst>
                        <p:par>
                          <p:cTn id="598" fill="hold">
                            <p:stCondLst>
                              <p:cond delay="0"/>
                            </p:stCondLst>
                            <p:childTnLst>
                              <p:par>
                                <p:cTn id="5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4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7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0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3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6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9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2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5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8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629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0" fill="hold">
                      <p:stCondLst>
                        <p:cond delay="0"/>
                      </p:stCondLst>
                      <p:childTnLst>
                        <p:par>
                          <p:cTn id="631" fill="hold">
                            <p:stCondLst>
                              <p:cond delay="0"/>
                            </p:stCondLst>
                            <p:childTnLst>
                              <p:par>
                                <p:cTn id="6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66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3" fill="hold">
                      <p:stCondLst>
                        <p:cond delay="0"/>
                      </p:stCondLst>
                      <p:childTnLst>
                        <p:par>
                          <p:cTn id="664" fill="hold">
                            <p:stCondLst>
                              <p:cond delay="0"/>
                            </p:stCondLst>
                            <p:childTnLst>
                              <p:par>
                                <p:cTn id="6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8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1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4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695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6" fill="hold">
                      <p:stCondLst>
                        <p:cond delay="0"/>
                      </p:stCondLst>
                      <p:childTnLst>
                        <p:par>
                          <p:cTn id="697" fill="hold">
                            <p:stCondLst>
                              <p:cond delay="0"/>
                            </p:stCondLst>
                            <p:childTnLst>
                              <p:par>
                                <p:cTn id="6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3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6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9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5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8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1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4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7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728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9" fill="hold">
                      <p:stCondLst>
                        <p:cond delay="0"/>
                      </p:stCondLst>
                      <p:childTnLst>
                        <p:par>
                          <p:cTn id="730" fill="hold">
                            <p:stCondLst>
                              <p:cond delay="0"/>
                            </p:stCondLst>
                            <p:childTnLst>
                              <p:par>
                                <p:cTn id="7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6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9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2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5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8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1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4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7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0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761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2" fill="hold">
                      <p:stCondLst>
                        <p:cond delay="0"/>
                      </p:stCondLst>
                      <p:childTnLst>
                        <p:par>
                          <p:cTn id="763" fill="hold">
                            <p:stCondLst>
                              <p:cond delay="0"/>
                            </p:stCondLst>
                            <p:childTnLst>
                              <p:par>
                                <p:cTn id="7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9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2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5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8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1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4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7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0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3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794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5" fill="hold">
                      <p:stCondLst>
                        <p:cond delay="0"/>
                      </p:stCondLst>
                      <p:childTnLst>
                        <p:par>
                          <p:cTn id="796" fill="hold">
                            <p:stCondLst>
                              <p:cond delay="0"/>
                            </p:stCondLst>
                            <p:childTnLst>
                              <p:par>
                                <p:cTn id="7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2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5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8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1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4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7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0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3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6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827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8" fill="hold">
                      <p:stCondLst>
                        <p:cond delay="0"/>
                      </p:stCondLst>
                      <p:childTnLst>
                        <p:par>
                          <p:cTn id="829" fill="hold">
                            <p:stCondLst>
                              <p:cond delay="0"/>
                            </p:stCondLst>
                            <p:childTnLst>
                              <p:par>
                                <p:cTn id="8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5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8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1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4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7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0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3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6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9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860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1" fill="hold">
                      <p:stCondLst>
                        <p:cond delay="0"/>
                      </p:stCondLst>
                      <p:childTnLst>
                        <p:par>
                          <p:cTn id="862" fill="hold">
                            <p:stCondLst>
                              <p:cond delay="0"/>
                            </p:stCondLst>
                            <p:childTnLst>
                              <p:par>
                                <p:cTn id="8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8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1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4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7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0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3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6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9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2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893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4" fill="hold">
                      <p:stCondLst>
                        <p:cond delay="0"/>
                      </p:stCondLst>
                      <p:childTnLst>
                        <p:par>
                          <p:cTn id="895" fill="hold">
                            <p:stCondLst>
                              <p:cond delay="0"/>
                            </p:stCondLst>
                            <p:childTnLst>
                              <p:par>
                                <p:cTn id="8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1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4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7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0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3"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6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9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2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5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926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7" fill="hold">
                      <p:stCondLst>
                        <p:cond delay="0"/>
                      </p:stCondLst>
                      <p:childTnLst>
                        <p:par>
                          <p:cTn id="928" fill="hold">
                            <p:stCondLst>
                              <p:cond delay="0"/>
                            </p:stCondLst>
                            <p:childTnLst>
                              <p:par>
                                <p:cTn id="9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1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932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3" fill="hold">
                      <p:stCondLst>
                        <p:cond delay="0"/>
                      </p:stCondLst>
                      <p:childTnLst>
                        <p:par>
                          <p:cTn id="934" fill="hold">
                            <p:stCondLst>
                              <p:cond delay="0"/>
                            </p:stCondLst>
                            <p:childTnLst>
                              <p:par>
                                <p:cTn id="9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0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3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6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9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2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5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8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1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4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965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6" fill="hold">
                      <p:stCondLst>
                        <p:cond delay="0"/>
                      </p:stCondLst>
                      <p:childTnLst>
                        <p:par>
                          <p:cTn id="967" fill="hold">
                            <p:stCondLst>
                              <p:cond delay="0"/>
                            </p:stCondLst>
                            <p:childTnLst>
                              <p:par>
                                <p:cTn id="9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3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6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9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2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5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8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1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4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7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998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9" fill="hold">
                      <p:stCondLst>
                        <p:cond delay="0"/>
                      </p:stCondLst>
                      <p:childTnLst>
                        <p:par>
                          <p:cTn id="1000" fill="hold">
                            <p:stCondLst>
                              <p:cond delay="0"/>
                            </p:stCondLst>
                            <p:childTnLst>
                              <p:par>
                                <p:cTn id="10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6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9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2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5"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8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1"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4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7"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0"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1031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2" fill="hold">
                      <p:stCondLst>
                        <p:cond delay="0"/>
                      </p:stCondLst>
                      <p:childTnLst>
                        <p:par>
                          <p:cTn id="1033" fill="hold">
                            <p:stCondLst>
                              <p:cond delay="0"/>
                            </p:stCondLst>
                            <p:childTnLst>
                              <p:par>
                                <p:cTn id="10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9"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2"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5"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8"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1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4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7"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0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3"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1064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5" fill="hold">
                      <p:stCondLst>
                        <p:cond delay="0"/>
                      </p:stCondLst>
                      <p:childTnLst>
                        <p:par>
                          <p:cTn id="1066" fill="hold">
                            <p:stCondLst>
                              <p:cond delay="0"/>
                            </p:stCondLst>
                            <p:childTnLst>
                              <p:par>
                                <p:cTn id="10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2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5"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8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1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4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7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0"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3"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6"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1097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8" fill="hold">
                      <p:stCondLst>
                        <p:cond delay="0"/>
                      </p:stCondLst>
                      <p:childTnLst>
                        <p:par>
                          <p:cTn id="1099" fill="hold">
                            <p:stCondLst>
                              <p:cond delay="0"/>
                            </p:stCondLst>
                            <p:childTnLst>
                              <p:par>
                                <p:cTn id="1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5"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8"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1"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4"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7"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0"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3"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6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9"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2"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1133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4" fill="hold">
                      <p:stCondLst>
                        <p:cond delay="0"/>
                      </p:stCondLst>
                      <p:childTnLst>
                        <p:par>
                          <p:cTn id="1135" fill="hold">
                            <p:stCondLst>
                              <p:cond delay="0"/>
                            </p:stCondLst>
                            <p:childTnLst>
                              <p:par>
                                <p:cTn id="1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1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4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7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0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3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6"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9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2"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5"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1166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7" fill="hold">
                      <p:stCondLst>
                        <p:cond delay="0"/>
                      </p:stCondLst>
                      <p:childTnLst>
                        <p:par>
                          <p:cTn id="1168" fill="hold">
                            <p:stCondLst>
                              <p:cond delay="0"/>
                            </p:stCondLst>
                            <p:childTnLst>
                              <p:par>
                                <p:cTn id="11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4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7"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0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3"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6"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9"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2"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5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8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</p:childTnLst>
        </p:cTn>
      </p:par>
    </p:tnLst>
    <p:bldLst>
      <p:bldP spid="4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71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4" grpId="0" animBg="1"/>
      <p:bldP spid="169" grpId="0" animBg="1"/>
      <p:bldP spid="170" grpId="0" animBg="1"/>
      <p:bldP spid="171" grpId="0" animBg="1"/>
      <p:bldP spid="172" grpId="0" animBg="1"/>
      <p:bldP spid="173" grpId="0" animBg="1"/>
      <p:bldP spid="174" grpId="0" animBg="1"/>
      <p:bldP spid="175" grpId="0" animBg="1"/>
      <p:bldP spid="176" grpId="0" animBg="1"/>
      <p:bldP spid="177" grpId="0" animBg="1"/>
      <p:bldP spid="178" grpId="0" animBg="1"/>
      <p:bldP spid="179" grpId="0" animBg="1"/>
      <p:bldP spid="180" grpId="0" animBg="1"/>
      <p:bldP spid="181" grpId="0" animBg="1"/>
      <p:bldP spid="182" grpId="0" animBg="1"/>
      <p:bldP spid="183" grpId="0" animBg="1"/>
      <p:bldP spid="184" grpId="0" animBg="1"/>
      <p:bldP spid="185" grpId="0" animBg="1"/>
      <p:bldP spid="186" grpId="0" animBg="1"/>
      <p:bldP spid="187" grpId="0" animBg="1"/>
      <p:bldP spid="188" grpId="0" animBg="1"/>
      <p:bldP spid="189" grpId="0" animBg="1"/>
      <p:bldP spid="190" grpId="0" animBg="1"/>
      <p:bldP spid="191" grpId="0" animBg="1"/>
      <p:bldP spid="192" grpId="0" animBg="1"/>
      <p:bldP spid="193" grpId="0" animBg="1"/>
      <p:bldP spid="194" grpId="0" animBg="1"/>
      <p:bldP spid="195" grpId="0" animBg="1"/>
      <p:bldP spid="196" grpId="0" animBg="1"/>
      <p:bldP spid="197" grpId="0" animBg="1"/>
      <p:bldP spid="198" grpId="0" animBg="1"/>
      <p:bldP spid="199" grpId="0" animBg="1"/>
      <p:bldP spid="200" grpId="0" animBg="1"/>
      <p:bldP spid="201" grpId="0" animBg="1"/>
      <p:bldP spid="202" grpId="0" animBg="1"/>
      <p:bldP spid="203" grpId="0" animBg="1"/>
      <p:bldP spid="204" grpId="0" animBg="1"/>
      <p:bldP spid="210" grpId="0" animBg="1"/>
      <p:bldP spid="211" grpId="0" animBg="1"/>
      <p:bldP spid="212" grpId="0" animBg="1"/>
      <p:bldP spid="213" grpId="0" animBg="1"/>
      <p:bldP spid="214" grpId="0" animBg="1"/>
      <p:bldP spid="215" grpId="0" animBg="1"/>
      <p:bldP spid="216" grpId="0" animBg="1"/>
      <p:bldP spid="217" grpId="0" animBg="1"/>
      <p:bldP spid="218" grpId="0" animBg="1"/>
      <p:bldP spid="219" grpId="0" animBg="1"/>
      <p:bldP spid="220" grpId="0" animBg="1"/>
      <p:bldP spid="221" grpId="0" animBg="1"/>
      <p:bldP spid="222" grpId="0" animBg="1"/>
      <p:bldP spid="223" grpId="0" animBg="1"/>
      <p:bldP spid="224" grpId="0" animBg="1"/>
      <p:bldP spid="225" grpId="0" animBg="1"/>
      <p:bldP spid="226" grpId="0" animBg="1"/>
      <p:bldP spid="227" grpId="0" animBg="1"/>
      <p:bldP spid="73" grpId="0" animBg="1"/>
      <p:bldP spid="75" grpId="0" animBg="1"/>
      <p:bldP spid="78" grpId="0" animBg="1"/>
      <p:bldP spid="80" grpId="0" animBg="1"/>
      <p:bldP spid="82" grpId="0" animBg="1"/>
      <p:bldP spid="85" grpId="0" animBg="1"/>
      <p:bldP spid="228" grpId="0" animBg="1"/>
      <p:bldP spid="229" grpId="0" animBg="1"/>
      <p:bldP spid="230" grpId="0" animBg="1"/>
      <p:bldP spid="231" grpId="0" animBg="1"/>
      <p:bldP spid="232" grpId="0" animBg="1"/>
      <p:bldP spid="233" grpId="0" animBg="1"/>
      <p:bldP spid="234" grpId="0" animBg="1"/>
      <p:bldP spid="235" grpId="0" animBg="1"/>
      <p:bldP spid="236" grpId="0" animBg="1"/>
      <p:bldP spid="237" grpId="0" animBg="1"/>
      <p:bldP spid="238" grpId="0" animBg="1"/>
      <p:bldP spid="239" grpId="0" animBg="1"/>
      <p:bldP spid="240" grpId="0" animBg="1"/>
      <p:bldP spid="241" grpId="0" animBg="1"/>
      <p:bldP spid="242" grpId="0" animBg="1"/>
      <p:bldP spid="243" grpId="0" animBg="1"/>
      <p:bldP spid="244" grpId="0" animBg="1"/>
      <p:bldP spid="245" grpId="0" animBg="1"/>
      <p:bldP spid="246" grpId="0" animBg="1"/>
      <p:bldP spid="247" grpId="0" animBg="1"/>
      <p:bldP spid="248" grpId="0" animBg="1"/>
      <p:bldP spid="249" grpId="0" animBg="1"/>
      <p:bldP spid="250" grpId="0" animBg="1"/>
      <p:bldP spid="251" grpId="0" animBg="1"/>
      <p:bldP spid="252" grpId="0" animBg="1"/>
      <p:bldP spid="253" grpId="0" animBg="1"/>
      <p:bldP spid="254" grpId="0" animBg="1"/>
      <p:bldP spid="255" grpId="0" animBg="1"/>
      <p:bldP spid="256" grpId="0" animBg="1"/>
      <p:bldP spid="257" grpId="0" animBg="1"/>
      <p:bldP spid="258" grpId="0" animBg="1"/>
      <p:bldP spid="259" grpId="0" animBg="1"/>
      <p:bldP spid="260" grpId="0" animBg="1"/>
      <p:bldP spid="261" grpId="0" animBg="1"/>
      <p:bldP spid="262" grpId="0" animBg="1"/>
      <p:bldP spid="263" grpId="0" animBg="1"/>
      <p:bldP spid="264" grpId="0" animBg="1"/>
      <p:bldP spid="265" grpId="0" animBg="1"/>
      <p:bldP spid="266" grpId="0" animBg="1"/>
      <p:bldP spid="267" grpId="0" animBg="1"/>
      <p:bldP spid="268" grpId="0" animBg="1"/>
      <p:bldP spid="269" grpId="0" animBg="1"/>
      <p:bldP spid="270" grpId="0" animBg="1"/>
      <p:bldP spid="271" grpId="0" animBg="1"/>
      <p:bldP spid="272" grpId="0" animBg="1"/>
      <p:bldP spid="273" grpId="0" animBg="1"/>
      <p:bldP spid="274" grpId="0" animBg="1"/>
      <p:bldP spid="275" grpId="0" animBg="1"/>
      <p:bldP spid="276" grpId="0" animBg="1"/>
      <p:bldP spid="277" grpId="0" animBg="1"/>
      <p:bldP spid="278" grpId="0" animBg="1"/>
      <p:bldP spid="279" grpId="0" animBg="1"/>
      <p:bldP spid="280" grpId="0" animBg="1"/>
      <p:bldP spid="281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2" grpId="0" animBg="1"/>
      <p:bldP spid="3" grpId="0" animBg="1"/>
      <p:bldP spid="6" grpId="0" animBg="1"/>
      <p:bldP spid="7" grpId="0" animBg="1"/>
      <p:bldP spid="27" grpId="0" animBg="1"/>
      <p:bldP spid="28" grpId="0" animBg="1"/>
      <p:bldP spid="45" grpId="0" animBg="1"/>
      <p:bldP spid="57" grpId="0" animBg="1"/>
      <p:bldP spid="58" grpId="0" animBg="1"/>
      <p:bldP spid="70" grpId="0" animBg="1"/>
      <p:bldP spid="77" grpId="0" animBg="1"/>
      <p:bldP spid="84" grpId="0" animBg="1"/>
      <p:bldP spid="107" grpId="0" animBg="1"/>
      <p:bldP spid="108" grpId="0" animBg="1"/>
      <p:bldP spid="109" grpId="0" animBg="1"/>
      <p:bldP spid="165" grpId="0" animBg="1"/>
      <p:bldP spid="166" grpId="0" animBg="1"/>
      <p:bldP spid="167" grpId="0" animBg="1"/>
      <p:bldP spid="168" grpId="0" animBg="1"/>
      <p:bldP spid="205" grpId="0" animBg="1"/>
      <p:bldP spid="206" grpId="0" animBg="1"/>
      <p:bldP spid="207" grpId="0" animBg="1"/>
      <p:bldP spid="208" grpId="0" animBg="1"/>
      <p:bldP spid="209" grpId="0" animBg="1"/>
      <p:bldP spid="282" grpId="0" animBg="1"/>
      <p:bldP spid="283" grpId="0" animBg="1"/>
      <p:bldP spid="284" grpId="0" animBg="1"/>
      <p:bldP spid="285" grpId="0" animBg="1"/>
      <p:bldP spid="286" grpId="0" animBg="1"/>
      <p:bldP spid="287" grpId="0" animBg="1"/>
      <p:bldP spid="288" grpId="0" animBg="1"/>
      <p:bldP spid="289" grpId="0" animBg="1"/>
      <p:bldP spid="290" grpId="0" animBg="1"/>
      <p:bldP spid="291" grpId="0" animBg="1"/>
      <p:bldP spid="292" grpId="0" animBg="1"/>
      <p:bldP spid="293" grpId="0" animBg="1"/>
      <p:bldP spid="294" grpId="0" animBg="1"/>
      <p:bldP spid="295" grpId="0" animBg="1"/>
      <p:bldP spid="296" grpId="0" animBg="1"/>
      <p:bldP spid="297" grpId="0" animBg="1"/>
      <p:bldP spid="298" grpId="0" animBg="1"/>
      <p:bldP spid="299" grpId="0" animBg="1"/>
      <p:bldP spid="300" grpId="0" animBg="1"/>
      <p:bldP spid="301" grpId="0" animBg="1"/>
      <p:bldP spid="302" grpId="0" animBg="1"/>
      <p:bldP spid="303" grpId="0" animBg="1"/>
      <p:bldP spid="304" grpId="0" animBg="1"/>
      <p:bldP spid="305" grpId="0" animBg="1"/>
      <p:bldP spid="306" grpId="0" animBg="1"/>
      <p:bldP spid="307" grpId="0" animBg="1"/>
      <p:bldP spid="308" grpId="0" animBg="1"/>
      <p:bldP spid="309" grpId="0" animBg="1"/>
      <p:bldP spid="310" grpId="0" animBg="1"/>
      <p:bldP spid="311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2" grpId="0" animBg="1"/>
      <p:bldP spid="312" grpId="0" animBg="1"/>
      <p:bldP spid="313" grpId="0" animBg="1"/>
      <p:bldP spid="314" grpId="0" animBg="1"/>
      <p:bldP spid="315" grpId="0" animBg="1"/>
      <p:bldP spid="316" grpId="0" animBg="1"/>
      <p:bldP spid="317" grpId="0" animBg="1"/>
      <p:bldP spid="318" grpId="0" animBg="1"/>
      <p:bldP spid="319" grpId="0" animBg="1"/>
      <p:bldP spid="320" grpId="0" animBg="1"/>
      <p:bldP spid="321" grpId="0" animBg="1"/>
      <p:bldP spid="322" grpId="0" animBg="1"/>
      <p:bldP spid="323" grpId="0" animBg="1"/>
      <p:bldP spid="324" grpId="0" animBg="1"/>
      <p:bldP spid="325" grpId="0" animBg="1"/>
      <p:bldP spid="326" grpId="0" animBg="1"/>
      <p:bldP spid="327" grpId="0" animBg="1"/>
      <p:bldP spid="328" grpId="0" animBg="1"/>
      <p:bldP spid="329" grpId="0" animBg="1"/>
      <p:bldP spid="330" grpId="0" animBg="1"/>
      <p:bldP spid="331" grpId="0" animBg="1"/>
      <p:bldP spid="332" grpId="0" animBg="1"/>
      <p:bldP spid="333" grpId="0" animBg="1"/>
      <p:bldP spid="334" grpId="0" animBg="1"/>
      <p:bldP spid="335" grpId="0" animBg="1"/>
      <p:bldP spid="336" grpId="0" animBg="1"/>
      <p:bldP spid="337" grpId="0" animBg="1"/>
      <p:bldP spid="338" grpId="0" animBg="1"/>
      <p:bldP spid="339" grpId="0" animBg="1"/>
      <p:bldP spid="340" grpId="0" animBg="1"/>
      <p:bldP spid="341" grpId="0" animBg="1"/>
      <p:bldP spid="342" grpId="0" animBg="1"/>
      <p:bldP spid="343" grpId="0" animBg="1"/>
      <p:bldP spid="344" grpId="0" animBg="1"/>
      <p:bldP spid="345" grpId="0" animBg="1"/>
      <p:bldP spid="346" grpId="0" animBg="1"/>
      <p:bldP spid="347" grpId="0" animBg="1"/>
      <p:bldP spid="348" grpId="0" animBg="1"/>
      <p:bldP spid="349" grpId="0" animBg="1"/>
      <p:bldP spid="350" grpId="0" animBg="1"/>
      <p:bldP spid="351" grpId="0" animBg="1"/>
      <p:bldP spid="352" grpId="0" animBg="1"/>
      <p:bldP spid="353" grpId="0" animBg="1"/>
      <p:bldP spid="354" grpId="0" animBg="1"/>
      <p:bldP spid="355" grpId="0" animBg="1"/>
      <p:bldP spid="356" grpId="0" animBg="1"/>
      <p:bldP spid="357" grpId="0" animBg="1"/>
      <p:bldP spid="358" grpId="0" animBg="1"/>
      <p:bldP spid="359" grpId="0" animBg="1"/>
      <p:bldP spid="360" grpId="0" animBg="1"/>
      <p:bldP spid="361" grpId="0" animBg="1"/>
      <p:bldP spid="362" grpId="0" animBg="1"/>
      <p:bldP spid="363" grpId="0" animBg="1"/>
      <p:bldP spid="364" grpId="0" animBg="1"/>
      <p:bldP spid="365" grpId="0" animBg="1"/>
      <p:bldP spid="74" grpId="0" animBg="1"/>
      <p:bldP spid="76" grpId="0" animBg="1"/>
      <p:bldP spid="79" grpId="0" animBg="1"/>
      <p:bldP spid="81" grpId="0" animBg="1"/>
      <p:bldP spid="83" grpId="0" animBg="1"/>
      <p:bldP spid="86" grpId="0" animBg="1"/>
      <p:bldP spid="366" grpId="0" animBg="1"/>
      <p:bldP spid="367" grpId="0" animBg="1"/>
      <p:bldP spid="368" grpId="0" animBg="1"/>
      <p:bldP spid="369" grpId="0" animBg="1"/>
      <p:bldP spid="370" grpId="0" animBg="1"/>
      <p:bldP spid="371" grpId="0" animBg="1"/>
      <p:bldP spid="372" grpId="0" animBg="1"/>
      <p:bldP spid="373" grpId="0" animBg="1"/>
      <p:bldP spid="374" grpId="0" animBg="1"/>
      <p:bldP spid="375" grpId="0" animBg="1"/>
      <p:bldP spid="376" grpId="0" animBg="1"/>
      <p:bldP spid="377" grpId="0" animBg="1"/>
      <p:bldP spid="378" grpId="0" animBg="1"/>
      <p:bldP spid="379" grpId="0" animBg="1"/>
      <p:bldP spid="380" grpId="0" animBg="1"/>
      <p:bldP spid="381" grpId="0" animBg="1"/>
      <p:bldP spid="382" grpId="0" animBg="1"/>
      <p:bldP spid="383" grpId="0" animBg="1"/>
      <p:bldP spid="384" grpId="0" animBg="1"/>
      <p:bldP spid="385" grpId="0" animBg="1"/>
      <p:bldP spid="386" grpId="0" animBg="1"/>
      <p:bldP spid="387" grpId="0" animBg="1"/>
      <p:bldP spid="388" grpId="0" animBg="1"/>
      <p:bldP spid="389" grpId="0" animBg="1"/>
      <p:bldP spid="390" grpId="0" animBg="1"/>
      <p:bldP spid="391" grpId="0" animBg="1"/>
      <p:bldP spid="392" grpId="0" animBg="1"/>
      <p:bldP spid="393" grpId="0" animBg="1"/>
      <p:bldP spid="394" grpId="0" animBg="1"/>
      <p:bldP spid="395" grpId="0" animBg="1"/>
      <p:bldP spid="396" grpId="0" animBg="1"/>
      <p:bldP spid="397" grpId="0" animBg="1"/>
      <p:bldP spid="398" grpId="0" animBg="1"/>
      <p:bldP spid="399" grpId="0" animBg="1"/>
      <p:bldP spid="400" grpId="0" animBg="1"/>
      <p:bldP spid="401" grpId="0" animBg="1"/>
      <p:bldP spid="402" grpId="0" animBg="1"/>
      <p:bldP spid="403" grpId="0" animBg="1"/>
      <p:bldP spid="404" grpId="0" animBg="1"/>
      <p:bldP spid="405" grpId="0" animBg="1"/>
      <p:bldP spid="406" grpId="0" animBg="1"/>
      <p:bldP spid="407" grpId="0" animBg="1"/>
      <p:bldP spid="408" grpId="0" animBg="1"/>
      <p:bldP spid="409" grpId="0" animBg="1"/>
      <p:bldP spid="410" grpId="0" animBg="1"/>
      <p:bldP spid="411" grpId="0" animBg="1"/>
      <p:bldP spid="412" grpId="0" animBg="1"/>
      <p:bldP spid="413" grpId="0" animBg="1"/>
      <p:bldP spid="414" grpId="0" animBg="1"/>
      <p:bldP spid="415" grpId="0" animBg="1"/>
      <p:bldP spid="416" grpId="0" animBg="1"/>
      <p:bldP spid="417" grpId="0" animBg="1"/>
      <p:bldP spid="418" grpId="0" animBg="1"/>
      <p:bldP spid="419" grpId="0" animBg="1"/>
      <p:bldP spid="4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">
            <a:extLst>
              <a:ext uri="{FF2B5EF4-FFF2-40B4-BE49-F238E27FC236}">
                <a16:creationId xmlns:a16="http://schemas.microsoft.com/office/drawing/2014/main" id="{7127A436-1205-F779-9726-BB262953E36C}"/>
              </a:ext>
            </a:extLst>
          </p:cNvPr>
          <p:cNvSpPr/>
          <p:nvPr/>
        </p:nvSpPr>
        <p:spPr>
          <a:xfrm>
            <a:off x="389438" y="281252"/>
            <a:ext cx="647346" cy="43197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A</a:t>
            </a:r>
            <a:endParaRPr lang="sq-XK" sz="2400" dirty="0"/>
          </a:p>
        </p:txBody>
      </p:sp>
      <p:sp>
        <p:nvSpPr>
          <p:cNvPr id="8" name="B">
            <a:extLst>
              <a:ext uri="{FF2B5EF4-FFF2-40B4-BE49-F238E27FC236}">
                <a16:creationId xmlns:a16="http://schemas.microsoft.com/office/drawing/2014/main" id="{80847C29-BDAF-9EB3-0459-55C88B306AEC}"/>
              </a:ext>
            </a:extLst>
          </p:cNvPr>
          <p:cNvSpPr/>
          <p:nvPr/>
        </p:nvSpPr>
        <p:spPr>
          <a:xfrm>
            <a:off x="1141746" y="269226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B</a:t>
            </a:r>
            <a:endParaRPr lang="sq-XK" sz="2400" dirty="0"/>
          </a:p>
        </p:txBody>
      </p:sp>
      <p:sp>
        <p:nvSpPr>
          <p:cNvPr id="9" name="C">
            <a:extLst>
              <a:ext uri="{FF2B5EF4-FFF2-40B4-BE49-F238E27FC236}">
                <a16:creationId xmlns:a16="http://schemas.microsoft.com/office/drawing/2014/main" id="{D04D410C-975F-22F8-9876-28AC2179DC69}"/>
              </a:ext>
            </a:extLst>
          </p:cNvPr>
          <p:cNvSpPr/>
          <p:nvPr/>
        </p:nvSpPr>
        <p:spPr>
          <a:xfrm>
            <a:off x="1757383" y="269227"/>
            <a:ext cx="575174" cy="43197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C</a:t>
            </a:r>
            <a:endParaRPr lang="sq-XK" sz="2400" dirty="0"/>
          </a:p>
        </p:txBody>
      </p:sp>
      <p:sp>
        <p:nvSpPr>
          <p:cNvPr id="10" name="Ç">
            <a:extLst>
              <a:ext uri="{FF2B5EF4-FFF2-40B4-BE49-F238E27FC236}">
                <a16:creationId xmlns:a16="http://schemas.microsoft.com/office/drawing/2014/main" id="{5D0E20B3-38C0-AFDB-B7E5-CF587BF9670E}"/>
              </a:ext>
            </a:extLst>
          </p:cNvPr>
          <p:cNvSpPr/>
          <p:nvPr/>
        </p:nvSpPr>
        <p:spPr>
          <a:xfrm>
            <a:off x="2329279" y="263214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Ç</a:t>
            </a:r>
            <a:endParaRPr lang="sq-XK" sz="2400" dirty="0"/>
          </a:p>
        </p:txBody>
      </p:sp>
      <p:sp>
        <p:nvSpPr>
          <p:cNvPr id="11" name="D">
            <a:extLst>
              <a:ext uri="{FF2B5EF4-FFF2-40B4-BE49-F238E27FC236}">
                <a16:creationId xmlns:a16="http://schemas.microsoft.com/office/drawing/2014/main" id="{ACA72B8F-B5FC-8051-49F6-4A4C858DE1FF}"/>
              </a:ext>
            </a:extLst>
          </p:cNvPr>
          <p:cNvSpPr/>
          <p:nvPr/>
        </p:nvSpPr>
        <p:spPr>
          <a:xfrm>
            <a:off x="2902271" y="269226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D</a:t>
            </a:r>
            <a:endParaRPr lang="sq-XK" sz="2400" dirty="0"/>
          </a:p>
        </p:txBody>
      </p:sp>
      <p:sp>
        <p:nvSpPr>
          <p:cNvPr id="12" name="DH">
            <a:extLst>
              <a:ext uri="{FF2B5EF4-FFF2-40B4-BE49-F238E27FC236}">
                <a16:creationId xmlns:a16="http://schemas.microsoft.com/office/drawing/2014/main" id="{B77C4B40-8AF7-18DE-3C06-A42ED722BA4B}"/>
              </a:ext>
            </a:extLst>
          </p:cNvPr>
          <p:cNvSpPr/>
          <p:nvPr/>
        </p:nvSpPr>
        <p:spPr>
          <a:xfrm>
            <a:off x="3584609" y="263214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/>
              <a:t>DH</a:t>
            </a:r>
            <a:endParaRPr lang="sq-XK" sz="2000" dirty="0"/>
          </a:p>
        </p:txBody>
      </p:sp>
      <p:sp>
        <p:nvSpPr>
          <p:cNvPr id="13" name="E">
            <a:extLst>
              <a:ext uri="{FF2B5EF4-FFF2-40B4-BE49-F238E27FC236}">
                <a16:creationId xmlns:a16="http://schemas.microsoft.com/office/drawing/2014/main" id="{82ABEE83-FEC8-6932-EB2B-7AB725460F38}"/>
              </a:ext>
            </a:extLst>
          </p:cNvPr>
          <p:cNvSpPr/>
          <p:nvPr/>
        </p:nvSpPr>
        <p:spPr>
          <a:xfrm>
            <a:off x="4217726" y="281252"/>
            <a:ext cx="518307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E</a:t>
            </a:r>
            <a:endParaRPr lang="sq-XK" sz="2400" dirty="0"/>
          </a:p>
        </p:txBody>
      </p:sp>
      <p:sp>
        <p:nvSpPr>
          <p:cNvPr id="14" name="Ë">
            <a:extLst>
              <a:ext uri="{FF2B5EF4-FFF2-40B4-BE49-F238E27FC236}">
                <a16:creationId xmlns:a16="http://schemas.microsoft.com/office/drawing/2014/main" id="{47C887DA-CEE0-9C00-E12A-0051D6F58E2A}"/>
              </a:ext>
            </a:extLst>
          </p:cNvPr>
          <p:cNvSpPr/>
          <p:nvPr/>
        </p:nvSpPr>
        <p:spPr>
          <a:xfrm>
            <a:off x="4841027" y="28125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Ë</a:t>
            </a:r>
            <a:endParaRPr lang="sq-XK" sz="2400" dirty="0"/>
          </a:p>
        </p:txBody>
      </p:sp>
      <p:sp>
        <p:nvSpPr>
          <p:cNvPr id="15" name="F">
            <a:extLst>
              <a:ext uri="{FF2B5EF4-FFF2-40B4-BE49-F238E27FC236}">
                <a16:creationId xmlns:a16="http://schemas.microsoft.com/office/drawing/2014/main" id="{E34CE2C2-A390-60AE-13DC-7914206BA11A}"/>
              </a:ext>
            </a:extLst>
          </p:cNvPr>
          <p:cNvSpPr/>
          <p:nvPr/>
        </p:nvSpPr>
        <p:spPr>
          <a:xfrm>
            <a:off x="5513501" y="28125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F</a:t>
            </a:r>
            <a:endParaRPr lang="sq-XK" sz="2400" dirty="0"/>
          </a:p>
        </p:txBody>
      </p:sp>
      <p:sp>
        <p:nvSpPr>
          <p:cNvPr id="16" name="G">
            <a:extLst>
              <a:ext uri="{FF2B5EF4-FFF2-40B4-BE49-F238E27FC236}">
                <a16:creationId xmlns:a16="http://schemas.microsoft.com/office/drawing/2014/main" id="{8C0A3064-8421-49BB-BB65-C7BC4AB9C588}"/>
              </a:ext>
            </a:extLst>
          </p:cNvPr>
          <p:cNvSpPr/>
          <p:nvPr/>
        </p:nvSpPr>
        <p:spPr>
          <a:xfrm>
            <a:off x="6120397" y="269226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G</a:t>
            </a:r>
            <a:endParaRPr lang="sq-XK" sz="2400" dirty="0"/>
          </a:p>
        </p:txBody>
      </p:sp>
      <p:sp>
        <p:nvSpPr>
          <p:cNvPr id="17" name="GJ">
            <a:extLst>
              <a:ext uri="{FF2B5EF4-FFF2-40B4-BE49-F238E27FC236}">
                <a16:creationId xmlns:a16="http://schemas.microsoft.com/office/drawing/2014/main" id="{DF7F133F-B053-C122-9C89-5618D6F329B3}"/>
              </a:ext>
            </a:extLst>
          </p:cNvPr>
          <p:cNvSpPr/>
          <p:nvPr/>
        </p:nvSpPr>
        <p:spPr>
          <a:xfrm>
            <a:off x="6769898" y="28125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GJ</a:t>
            </a:r>
            <a:endParaRPr lang="sq-XK" sz="2400" dirty="0"/>
          </a:p>
        </p:txBody>
      </p:sp>
      <p:sp>
        <p:nvSpPr>
          <p:cNvPr id="18" name="H">
            <a:extLst>
              <a:ext uri="{FF2B5EF4-FFF2-40B4-BE49-F238E27FC236}">
                <a16:creationId xmlns:a16="http://schemas.microsoft.com/office/drawing/2014/main" id="{1FA68389-B089-2F0C-C341-A0CE53B78AAC}"/>
              </a:ext>
            </a:extLst>
          </p:cNvPr>
          <p:cNvSpPr/>
          <p:nvPr/>
        </p:nvSpPr>
        <p:spPr>
          <a:xfrm>
            <a:off x="7419426" y="28125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H</a:t>
            </a:r>
            <a:endParaRPr lang="sq-XK" sz="2400" dirty="0"/>
          </a:p>
        </p:txBody>
      </p:sp>
      <p:sp>
        <p:nvSpPr>
          <p:cNvPr id="19" name="I">
            <a:extLst>
              <a:ext uri="{FF2B5EF4-FFF2-40B4-BE49-F238E27FC236}">
                <a16:creationId xmlns:a16="http://schemas.microsoft.com/office/drawing/2014/main" id="{FE1C4CE4-4AB2-F7B0-047E-47EA08A21B05}"/>
              </a:ext>
            </a:extLst>
          </p:cNvPr>
          <p:cNvSpPr/>
          <p:nvPr/>
        </p:nvSpPr>
        <p:spPr>
          <a:xfrm>
            <a:off x="8060230" y="28125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I</a:t>
            </a:r>
            <a:endParaRPr lang="sq-XK" sz="2400" dirty="0"/>
          </a:p>
        </p:txBody>
      </p:sp>
      <p:sp>
        <p:nvSpPr>
          <p:cNvPr id="20" name="J">
            <a:extLst>
              <a:ext uri="{FF2B5EF4-FFF2-40B4-BE49-F238E27FC236}">
                <a16:creationId xmlns:a16="http://schemas.microsoft.com/office/drawing/2014/main" id="{5661557C-5D43-0F89-57E3-B8F9B92DB785}"/>
              </a:ext>
            </a:extLst>
          </p:cNvPr>
          <p:cNvSpPr/>
          <p:nvPr/>
        </p:nvSpPr>
        <p:spPr>
          <a:xfrm>
            <a:off x="8675814" y="281251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J</a:t>
            </a:r>
            <a:endParaRPr lang="sq-XK" sz="2400" dirty="0"/>
          </a:p>
        </p:txBody>
      </p:sp>
      <p:sp>
        <p:nvSpPr>
          <p:cNvPr id="21" name="K">
            <a:extLst>
              <a:ext uri="{FF2B5EF4-FFF2-40B4-BE49-F238E27FC236}">
                <a16:creationId xmlns:a16="http://schemas.microsoft.com/office/drawing/2014/main" id="{E5CF65F7-9058-57AD-A047-82892AB21E77}"/>
              </a:ext>
            </a:extLst>
          </p:cNvPr>
          <p:cNvSpPr/>
          <p:nvPr/>
        </p:nvSpPr>
        <p:spPr>
          <a:xfrm>
            <a:off x="9302432" y="281251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K</a:t>
            </a:r>
            <a:endParaRPr lang="sq-XK" sz="2400" dirty="0"/>
          </a:p>
        </p:txBody>
      </p:sp>
      <p:sp>
        <p:nvSpPr>
          <p:cNvPr id="22" name="L">
            <a:extLst>
              <a:ext uri="{FF2B5EF4-FFF2-40B4-BE49-F238E27FC236}">
                <a16:creationId xmlns:a16="http://schemas.microsoft.com/office/drawing/2014/main" id="{46F53768-6483-A477-9EDE-8F25035A5ECF}"/>
              </a:ext>
            </a:extLst>
          </p:cNvPr>
          <p:cNvSpPr/>
          <p:nvPr/>
        </p:nvSpPr>
        <p:spPr>
          <a:xfrm>
            <a:off x="9891808" y="281251"/>
            <a:ext cx="579536" cy="414854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L</a:t>
            </a:r>
            <a:endParaRPr lang="sq-XK" sz="2400" dirty="0"/>
          </a:p>
        </p:txBody>
      </p:sp>
      <p:sp>
        <p:nvSpPr>
          <p:cNvPr id="23" name="LL">
            <a:extLst>
              <a:ext uri="{FF2B5EF4-FFF2-40B4-BE49-F238E27FC236}">
                <a16:creationId xmlns:a16="http://schemas.microsoft.com/office/drawing/2014/main" id="{05D8F148-033A-E09E-645E-5ED0FD50B7D6}"/>
              </a:ext>
            </a:extLst>
          </p:cNvPr>
          <p:cNvSpPr/>
          <p:nvPr/>
        </p:nvSpPr>
        <p:spPr>
          <a:xfrm>
            <a:off x="10588389" y="263213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LL</a:t>
            </a:r>
            <a:endParaRPr lang="sq-XK" sz="2400" dirty="0"/>
          </a:p>
        </p:txBody>
      </p:sp>
      <p:sp>
        <p:nvSpPr>
          <p:cNvPr id="24" name="M">
            <a:extLst>
              <a:ext uri="{FF2B5EF4-FFF2-40B4-BE49-F238E27FC236}">
                <a16:creationId xmlns:a16="http://schemas.microsoft.com/office/drawing/2014/main" id="{40C008EC-2E76-30E2-0AEF-5BDC8229250B}"/>
              </a:ext>
            </a:extLst>
          </p:cNvPr>
          <p:cNvSpPr/>
          <p:nvPr/>
        </p:nvSpPr>
        <p:spPr>
          <a:xfrm>
            <a:off x="11243335" y="26321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M</a:t>
            </a:r>
            <a:endParaRPr lang="sq-XK" sz="2400" dirty="0"/>
          </a:p>
        </p:txBody>
      </p:sp>
      <p:sp>
        <p:nvSpPr>
          <p:cNvPr id="25" name="N">
            <a:extLst>
              <a:ext uri="{FF2B5EF4-FFF2-40B4-BE49-F238E27FC236}">
                <a16:creationId xmlns:a16="http://schemas.microsoft.com/office/drawing/2014/main" id="{38979201-5C5A-70DD-D62F-02201F04729C}"/>
              </a:ext>
            </a:extLst>
          </p:cNvPr>
          <p:cNvSpPr/>
          <p:nvPr/>
        </p:nvSpPr>
        <p:spPr>
          <a:xfrm>
            <a:off x="412788" y="780641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N</a:t>
            </a:r>
            <a:endParaRPr lang="sq-XK" sz="2400" dirty="0"/>
          </a:p>
        </p:txBody>
      </p:sp>
      <p:sp>
        <p:nvSpPr>
          <p:cNvPr id="29" name="RR">
            <a:extLst>
              <a:ext uri="{FF2B5EF4-FFF2-40B4-BE49-F238E27FC236}">
                <a16:creationId xmlns:a16="http://schemas.microsoft.com/office/drawing/2014/main" id="{BFA860B4-2D5F-E2DC-AC98-F15A345E4292}"/>
              </a:ext>
            </a:extLst>
          </p:cNvPr>
          <p:cNvSpPr/>
          <p:nvPr/>
        </p:nvSpPr>
        <p:spPr>
          <a:xfrm>
            <a:off x="4210272" y="73397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RR</a:t>
            </a:r>
            <a:endParaRPr lang="sq-XK" sz="2400" dirty="0"/>
          </a:p>
        </p:txBody>
      </p:sp>
      <p:sp>
        <p:nvSpPr>
          <p:cNvPr id="30" name="S">
            <a:extLst>
              <a:ext uri="{FF2B5EF4-FFF2-40B4-BE49-F238E27FC236}">
                <a16:creationId xmlns:a16="http://schemas.microsoft.com/office/drawing/2014/main" id="{9FAD3DCE-02B3-3323-89C6-A1DD379ED779}"/>
              </a:ext>
            </a:extLst>
          </p:cNvPr>
          <p:cNvSpPr/>
          <p:nvPr/>
        </p:nvSpPr>
        <p:spPr>
          <a:xfrm>
            <a:off x="4879224" y="733970"/>
            <a:ext cx="466727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S</a:t>
            </a:r>
            <a:endParaRPr lang="sq-XK" sz="2400" dirty="0"/>
          </a:p>
        </p:txBody>
      </p:sp>
      <p:sp>
        <p:nvSpPr>
          <p:cNvPr id="31" name="SH">
            <a:extLst>
              <a:ext uri="{FF2B5EF4-FFF2-40B4-BE49-F238E27FC236}">
                <a16:creationId xmlns:a16="http://schemas.microsoft.com/office/drawing/2014/main" id="{71771A2D-009E-DCD8-D5EC-113BFDF168DA}"/>
              </a:ext>
            </a:extLst>
          </p:cNvPr>
          <p:cNvSpPr/>
          <p:nvPr/>
        </p:nvSpPr>
        <p:spPr>
          <a:xfrm>
            <a:off x="5493029" y="73397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SH</a:t>
            </a:r>
            <a:endParaRPr lang="sq-XK" sz="2400" dirty="0"/>
          </a:p>
        </p:txBody>
      </p:sp>
      <p:sp>
        <p:nvSpPr>
          <p:cNvPr id="32" name="T">
            <a:extLst>
              <a:ext uri="{FF2B5EF4-FFF2-40B4-BE49-F238E27FC236}">
                <a16:creationId xmlns:a16="http://schemas.microsoft.com/office/drawing/2014/main" id="{692AA0F4-BBD7-88A2-EF4D-42CF1AB43610}"/>
              </a:ext>
            </a:extLst>
          </p:cNvPr>
          <p:cNvSpPr/>
          <p:nvPr/>
        </p:nvSpPr>
        <p:spPr>
          <a:xfrm>
            <a:off x="6160703" y="73397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T</a:t>
            </a:r>
            <a:endParaRPr lang="sq-XK" sz="2400" dirty="0"/>
          </a:p>
        </p:txBody>
      </p:sp>
      <p:sp>
        <p:nvSpPr>
          <p:cNvPr id="33" name="TH">
            <a:extLst>
              <a:ext uri="{FF2B5EF4-FFF2-40B4-BE49-F238E27FC236}">
                <a16:creationId xmlns:a16="http://schemas.microsoft.com/office/drawing/2014/main" id="{C5D913B7-C229-A5C3-733C-BE426F6F93D6}"/>
              </a:ext>
            </a:extLst>
          </p:cNvPr>
          <p:cNvSpPr/>
          <p:nvPr/>
        </p:nvSpPr>
        <p:spPr>
          <a:xfrm>
            <a:off x="6793642" y="722501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TH</a:t>
            </a:r>
            <a:endParaRPr lang="sq-XK" sz="2400" dirty="0"/>
          </a:p>
        </p:txBody>
      </p:sp>
      <p:sp>
        <p:nvSpPr>
          <p:cNvPr id="34" name="U">
            <a:extLst>
              <a:ext uri="{FF2B5EF4-FFF2-40B4-BE49-F238E27FC236}">
                <a16:creationId xmlns:a16="http://schemas.microsoft.com/office/drawing/2014/main" id="{0C2E5247-7C1B-5CC4-9374-EAE4D9973809}"/>
              </a:ext>
            </a:extLst>
          </p:cNvPr>
          <p:cNvSpPr/>
          <p:nvPr/>
        </p:nvSpPr>
        <p:spPr>
          <a:xfrm>
            <a:off x="7407672" y="73397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U</a:t>
            </a:r>
            <a:endParaRPr lang="sq-XK" sz="2400" dirty="0"/>
          </a:p>
        </p:txBody>
      </p:sp>
      <p:sp>
        <p:nvSpPr>
          <p:cNvPr id="35" name="V">
            <a:extLst>
              <a:ext uri="{FF2B5EF4-FFF2-40B4-BE49-F238E27FC236}">
                <a16:creationId xmlns:a16="http://schemas.microsoft.com/office/drawing/2014/main" id="{BFD0C8D1-FF57-3B4E-0F76-5C5A62E5162F}"/>
              </a:ext>
            </a:extLst>
          </p:cNvPr>
          <p:cNvSpPr/>
          <p:nvPr/>
        </p:nvSpPr>
        <p:spPr>
          <a:xfrm>
            <a:off x="8084944" y="73397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V</a:t>
            </a:r>
            <a:endParaRPr lang="sq-XK" sz="2400" dirty="0"/>
          </a:p>
        </p:txBody>
      </p:sp>
      <p:sp>
        <p:nvSpPr>
          <p:cNvPr id="36" name="X">
            <a:extLst>
              <a:ext uri="{FF2B5EF4-FFF2-40B4-BE49-F238E27FC236}">
                <a16:creationId xmlns:a16="http://schemas.microsoft.com/office/drawing/2014/main" id="{91ADF158-275A-1FF6-FB79-EE93497BC668}"/>
              </a:ext>
            </a:extLst>
          </p:cNvPr>
          <p:cNvSpPr/>
          <p:nvPr/>
        </p:nvSpPr>
        <p:spPr>
          <a:xfrm>
            <a:off x="8712233" y="748836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X</a:t>
            </a:r>
            <a:endParaRPr lang="sq-XK" sz="2400" dirty="0"/>
          </a:p>
        </p:txBody>
      </p:sp>
      <p:sp>
        <p:nvSpPr>
          <p:cNvPr id="37" name="XH">
            <a:extLst>
              <a:ext uri="{FF2B5EF4-FFF2-40B4-BE49-F238E27FC236}">
                <a16:creationId xmlns:a16="http://schemas.microsoft.com/office/drawing/2014/main" id="{EBE046FB-1C7C-CBD5-56EF-B8EDF6AD345F}"/>
              </a:ext>
            </a:extLst>
          </p:cNvPr>
          <p:cNvSpPr/>
          <p:nvPr/>
        </p:nvSpPr>
        <p:spPr>
          <a:xfrm>
            <a:off x="9309175" y="721166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XH</a:t>
            </a:r>
            <a:endParaRPr lang="sq-XK" sz="2400" dirty="0"/>
          </a:p>
        </p:txBody>
      </p:sp>
      <p:sp>
        <p:nvSpPr>
          <p:cNvPr id="38" name="Y">
            <a:extLst>
              <a:ext uri="{FF2B5EF4-FFF2-40B4-BE49-F238E27FC236}">
                <a16:creationId xmlns:a16="http://schemas.microsoft.com/office/drawing/2014/main" id="{5DEC1F19-641A-70FD-23FF-5D3674F51C1F}"/>
              </a:ext>
            </a:extLst>
          </p:cNvPr>
          <p:cNvSpPr/>
          <p:nvPr/>
        </p:nvSpPr>
        <p:spPr>
          <a:xfrm>
            <a:off x="9946621" y="73397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Y</a:t>
            </a:r>
            <a:endParaRPr lang="sq-XK" sz="2400" dirty="0"/>
          </a:p>
        </p:txBody>
      </p:sp>
      <p:sp>
        <p:nvSpPr>
          <p:cNvPr id="39" name="Z">
            <a:extLst>
              <a:ext uri="{FF2B5EF4-FFF2-40B4-BE49-F238E27FC236}">
                <a16:creationId xmlns:a16="http://schemas.microsoft.com/office/drawing/2014/main" id="{1EB45CFC-73B9-1EAD-6F86-DB520535EAEB}"/>
              </a:ext>
            </a:extLst>
          </p:cNvPr>
          <p:cNvSpPr/>
          <p:nvPr/>
        </p:nvSpPr>
        <p:spPr>
          <a:xfrm>
            <a:off x="10566935" y="746253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Z</a:t>
            </a:r>
            <a:endParaRPr lang="sq-XK" sz="2400" dirty="0"/>
          </a:p>
        </p:txBody>
      </p:sp>
      <p:sp>
        <p:nvSpPr>
          <p:cNvPr id="40" name="ZH">
            <a:extLst>
              <a:ext uri="{FF2B5EF4-FFF2-40B4-BE49-F238E27FC236}">
                <a16:creationId xmlns:a16="http://schemas.microsoft.com/office/drawing/2014/main" id="{C1637862-D87D-74AF-FF83-D32066FDEF98}"/>
              </a:ext>
            </a:extLst>
          </p:cNvPr>
          <p:cNvSpPr/>
          <p:nvPr/>
        </p:nvSpPr>
        <p:spPr>
          <a:xfrm>
            <a:off x="11210678" y="74625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ZH</a:t>
            </a:r>
            <a:endParaRPr lang="sq-XK" sz="2400" dirty="0"/>
          </a:p>
        </p:txBody>
      </p:sp>
      <p:sp>
        <p:nvSpPr>
          <p:cNvPr id="26" name="NJ">
            <a:extLst>
              <a:ext uri="{FF2B5EF4-FFF2-40B4-BE49-F238E27FC236}">
                <a16:creationId xmlns:a16="http://schemas.microsoft.com/office/drawing/2014/main" id="{5D20C09E-9F31-4E8F-82E9-6DA17F157D1E}"/>
              </a:ext>
            </a:extLst>
          </p:cNvPr>
          <p:cNvSpPr/>
          <p:nvPr/>
        </p:nvSpPr>
        <p:spPr>
          <a:xfrm>
            <a:off x="1047889" y="78064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NJ</a:t>
            </a:r>
            <a:endParaRPr lang="sq-XK" sz="2400" dirty="0"/>
          </a:p>
        </p:txBody>
      </p:sp>
      <p:sp>
        <p:nvSpPr>
          <p:cNvPr id="42" name="P">
            <a:extLst>
              <a:ext uri="{FF2B5EF4-FFF2-40B4-BE49-F238E27FC236}">
                <a16:creationId xmlns:a16="http://schemas.microsoft.com/office/drawing/2014/main" id="{36968340-EC59-4AD1-B69A-EEF4C061A957}"/>
              </a:ext>
            </a:extLst>
          </p:cNvPr>
          <p:cNvSpPr/>
          <p:nvPr/>
        </p:nvSpPr>
        <p:spPr>
          <a:xfrm>
            <a:off x="2347052" y="743994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P</a:t>
            </a:r>
            <a:endParaRPr lang="sq-XK" sz="2400" dirty="0"/>
          </a:p>
        </p:txBody>
      </p:sp>
      <p:sp>
        <p:nvSpPr>
          <p:cNvPr id="43" name="Q">
            <a:extLst>
              <a:ext uri="{FF2B5EF4-FFF2-40B4-BE49-F238E27FC236}">
                <a16:creationId xmlns:a16="http://schemas.microsoft.com/office/drawing/2014/main" id="{003FAD99-236C-1F51-3C20-AF9068DC9DCE}"/>
              </a:ext>
            </a:extLst>
          </p:cNvPr>
          <p:cNvSpPr/>
          <p:nvPr/>
        </p:nvSpPr>
        <p:spPr>
          <a:xfrm>
            <a:off x="2950670" y="76111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Q</a:t>
            </a:r>
            <a:endParaRPr lang="sq-XK" sz="2400" dirty="0"/>
          </a:p>
        </p:txBody>
      </p:sp>
      <p:sp>
        <p:nvSpPr>
          <p:cNvPr id="44" name="R">
            <a:extLst>
              <a:ext uri="{FF2B5EF4-FFF2-40B4-BE49-F238E27FC236}">
                <a16:creationId xmlns:a16="http://schemas.microsoft.com/office/drawing/2014/main" id="{500ACA0B-3B28-389F-5E36-E090EED6801D}"/>
              </a:ext>
            </a:extLst>
          </p:cNvPr>
          <p:cNvSpPr/>
          <p:nvPr/>
        </p:nvSpPr>
        <p:spPr>
          <a:xfrm>
            <a:off x="3554272" y="746254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R</a:t>
            </a:r>
            <a:endParaRPr lang="sq-XK" sz="2400" dirty="0"/>
          </a:p>
        </p:txBody>
      </p:sp>
      <p:sp>
        <p:nvSpPr>
          <p:cNvPr id="46" name="O">
            <a:extLst>
              <a:ext uri="{FF2B5EF4-FFF2-40B4-BE49-F238E27FC236}">
                <a16:creationId xmlns:a16="http://schemas.microsoft.com/office/drawing/2014/main" id="{FA9869B9-03B1-EDF0-9411-FE237095CA3D}"/>
              </a:ext>
            </a:extLst>
          </p:cNvPr>
          <p:cNvSpPr/>
          <p:nvPr/>
        </p:nvSpPr>
        <p:spPr>
          <a:xfrm>
            <a:off x="1714266" y="768307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O</a:t>
            </a:r>
            <a:endParaRPr lang="sq-XK" sz="2400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C5C18CE2-17AB-9E18-6D00-C105FE4CB064}"/>
              </a:ext>
            </a:extLst>
          </p:cNvPr>
          <p:cNvSpPr/>
          <p:nvPr/>
        </p:nvSpPr>
        <p:spPr>
          <a:xfrm>
            <a:off x="460464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7ECDAD3-3715-D953-1C41-88AD2085E7CE}"/>
              </a:ext>
            </a:extLst>
          </p:cNvPr>
          <p:cNvSpPr/>
          <p:nvPr/>
        </p:nvSpPr>
        <p:spPr>
          <a:xfrm>
            <a:off x="1489106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E8BBA81-143F-4E0F-71C0-AAB78B2F0087}"/>
              </a:ext>
            </a:extLst>
          </p:cNvPr>
          <p:cNvSpPr/>
          <p:nvPr/>
        </p:nvSpPr>
        <p:spPr>
          <a:xfrm>
            <a:off x="2499528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BCB7F255-1E18-6C81-68E9-30AC09458DB8}"/>
              </a:ext>
            </a:extLst>
          </p:cNvPr>
          <p:cNvSpPr/>
          <p:nvPr/>
        </p:nvSpPr>
        <p:spPr>
          <a:xfrm>
            <a:off x="3528499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EFF498C7-76B9-76E3-F52C-37EC88C5241D}"/>
              </a:ext>
            </a:extLst>
          </p:cNvPr>
          <p:cNvSpPr/>
          <p:nvPr/>
        </p:nvSpPr>
        <p:spPr>
          <a:xfrm>
            <a:off x="4566624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D0216DAC-194E-4FE3-814C-B49A58525FEE}"/>
              </a:ext>
            </a:extLst>
          </p:cNvPr>
          <p:cNvSpPr/>
          <p:nvPr/>
        </p:nvSpPr>
        <p:spPr>
          <a:xfrm>
            <a:off x="460464" y="2629649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530D7B38-3ED2-3771-A70E-B721F1E5DDBC}"/>
              </a:ext>
            </a:extLst>
          </p:cNvPr>
          <p:cNvSpPr/>
          <p:nvPr/>
        </p:nvSpPr>
        <p:spPr>
          <a:xfrm>
            <a:off x="1489106" y="2629649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0BCC0FB8-1E83-C55C-5922-F27AF762CACB}"/>
              </a:ext>
            </a:extLst>
          </p:cNvPr>
          <p:cNvSpPr/>
          <p:nvPr/>
        </p:nvSpPr>
        <p:spPr>
          <a:xfrm>
            <a:off x="2499528" y="2629649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075AA950-60A8-48A4-64BD-7A18990997CF}"/>
              </a:ext>
            </a:extLst>
          </p:cNvPr>
          <p:cNvSpPr/>
          <p:nvPr/>
        </p:nvSpPr>
        <p:spPr>
          <a:xfrm>
            <a:off x="3528499" y="2629649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5D7102F-8E2D-C196-89D7-09996A398443}"/>
              </a:ext>
            </a:extLst>
          </p:cNvPr>
          <p:cNvSpPr/>
          <p:nvPr/>
        </p:nvSpPr>
        <p:spPr>
          <a:xfrm>
            <a:off x="4566624" y="2629649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E94502F1-302C-C5A6-B0CF-79C0B9775B7C}"/>
              </a:ext>
            </a:extLst>
          </p:cNvPr>
          <p:cNvSpPr/>
          <p:nvPr/>
        </p:nvSpPr>
        <p:spPr>
          <a:xfrm>
            <a:off x="5616420" y="2618313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44540913-7F1E-4314-C6F9-0D8D9C604721}"/>
              </a:ext>
            </a:extLst>
          </p:cNvPr>
          <p:cNvSpPr/>
          <p:nvPr/>
        </p:nvSpPr>
        <p:spPr>
          <a:xfrm>
            <a:off x="6645062" y="2618313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988A63C-31C9-B0E1-D575-A86EE28EE400}"/>
              </a:ext>
            </a:extLst>
          </p:cNvPr>
          <p:cNvSpPr/>
          <p:nvPr/>
        </p:nvSpPr>
        <p:spPr>
          <a:xfrm>
            <a:off x="7655484" y="2618313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58471FE-9802-FBE9-8DC6-7CD1E28AC8A4}"/>
              </a:ext>
            </a:extLst>
          </p:cNvPr>
          <p:cNvSpPr/>
          <p:nvPr/>
        </p:nvSpPr>
        <p:spPr>
          <a:xfrm>
            <a:off x="8684455" y="2618313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2F9C913-5CC8-7A37-7FA2-3B4B5BFA975F}"/>
              </a:ext>
            </a:extLst>
          </p:cNvPr>
          <p:cNvSpPr/>
          <p:nvPr/>
        </p:nvSpPr>
        <p:spPr>
          <a:xfrm>
            <a:off x="9722580" y="2618313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244190D-4568-03A5-1D0F-DEF8CCAC98CE}"/>
              </a:ext>
            </a:extLst>
          </p:cNvPr>
          <p:cNvSpPr/>
          <p:nvPr/>
        </p:nvSpPr>
        <p:spPr>
          <a:xfrm>
            <a:off x="5590457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9A1F7FDC-95D2-DFE0-4637-9B65268A3916}"/>
              </a:ext>
            </a:extLst>
          </p:cNvPr>
          <p:cNvSpPr/>
          <p:nvPr/>
        </p:nvSpPr>
        <p:spPr>
          <a:xfrm>
            <a:off x="6619099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53850E2F-A35F-63CE-10AD-69EE950D85AE}"/>
              </a:ext>
            </a:extLst>
          </p:cNvPr>
          <p:cNvSpPr/>
          <p:nvPr/>
        </p:nvSpPr>
        <p:spPr>
          <a:xfrm>
            <a:off x="7629521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AAB43BF-B977-E3BE-894F-66E5801350CA}"/>
              </a:ext>
            </a:extLst>
          </p:cNvPr>
          <p:cNvSpPr/>
          <p:nvPr/>
        </p:nvSpPr>
        <p:spPr>
          <a:xfrm>
            <a:off x="8658492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A1A5B9D-C197-363D-C380-BEFE77B24C43}"/>
              </a:ext>
            </a:extLst>
          </p:cNvPr>
          <p:cNvSpPr/>
          <p:nvPr/>
        </p:nvSpPr>
        <p:spPr>
          <a:xfrm>
            <a:off x="9696617" y="1423720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270A7E6D-B67A-42FF-139B-F3ABB22122FA}"/>
              </a:ext>
            </a:extLst>
          </p:cNvPr>
          <p:cNvSpPr/>
          <p:nvPr/>
        </p:nvSpPr>
        <p:spPr>
          <a:xfrm>
            <a:off x="10751773" y="1441466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435" name="Rectangle 434">
            <a:extLst>
              <a:ext uri="{FF2B5EF4-FFF2-40B4-BE49-F238E27FC236}">
                <a16:creationId xmlns:a16="http://schemas.microsoft.com/office/drawing/2014/main" id="{236B133C-EF25-79AA-74FA-26002269D058}"/>
              </a:ext>
            </a:extLst>
          </p:cNvPr>
          <p:cNvSpPr/>
          <p:nvPr/>
        </p:nvSpPr>
        <p:spPr>
          <a:xfrm>
            <a:off x="10760705" y="2614689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DFC733-AD3F-6A9E-9A22-8F4AD3712D32}"/>
              </a:ext>
            </a:extLst>
          </p:cNvPr>
          <p:cNvSpPr/>
          <p:nvPr/>
        </p:nvSpPr>
        <p:spPr>
          <a:xfrm>
            <a:off x="377996" y="389482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E4FD94D-F58F-942E-1B63-1153A01D77C8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527D9E4-B73F-B9F7-BA9B-B4DC5F1E3971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9930C69-2CAE-536B-0B1F-3452CDF58DB3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8309644-DE46-72C0-44AB-E8B44774B374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257D2A3-3532-2E33-A409-20ED309BFFE9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0BA2119-5C12-8047-D819-F9DB2551351D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D7B7F51-B2DC-FA32-1F5C-E71A91C1AB4C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2FB2796-8A74-7C37-9CC9-BCA4346FEE3F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86FD842-8770-6940-ABAC-64F1765529E0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254D310-2F5E-8AAA-9BCA-8C8DADE2C222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9209C3B-8CBC-CC5C-638C-933B817E7798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1F6763D-1A4E-B88E-B7AE-A0DF8F0A2EBD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2D9B51C1-C23C-A1FE-9B85-B55690C563ED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9DD2D3A5-8EA7-2B25-127D-95DE315C4120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D45113B1-FE79-5EBA-0BFB-274A29DF954B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B3E3E79-4CA0-AECC-655A-8BC9F62BEF07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3EA1C7FC-22C7-30EB-F703-E4D21D515AB9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87383242-0F9C-5CF6-41C1-DF74EADD3060}"/>
              </a:ext>
            </a:extLst>
          </p:cNvPr>
          <p:cNvSpPr/>
          <p:nvPr/>
        </p:nvSpPr>
        <p:spPr>
          <a:xfrm>
            <a:off x="6803913" y="28652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96EA4113-0A22-1EF0-3414-0C2B27CFFCAB}"/>
              </a:ext>
            </a:extLst>
          </p:cNvPr>
          <p:cNvSpPr/>
          <p:nvPr/>
        </p:nvSpPr>
        <p:spPr>
          <a:xfrm>
            <a:off x="4696432" y="288013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7BC1647-6122-BABA-A756-0538CC43265C}"/>
              </a:ext>
            </a:extLst>
          </p:cNvPr>
          <p:cNvSpPr/>
          <p:nvPr/>
        </p:nvSpPr>
        <p:spPr>
          <a:xfrm>
            <a:off x="3661929" y="1723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BEB2E55C-A049-3208-B7D4-353DD2125A5D}"/>
              </a:ext>
            </a:extLst>
          </p:cNvPr>
          <p:cNvSpPr/>
          <p:nvPr/>
        </p:nvSpPr>
        <p:spPr>
          <a:xfrm>
            <a:off x="1599009" y="169021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E0EF2E71-986E-2067-4D04-2525772D8B7E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C6CAAD92-0315-3A47-FCFE-BB24FB864241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37F701EA-7E40-02B9-5A38-D3038744B7AA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2719D6EC-438B-14E0-05C3-4793EF854D93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BB6126C1-742A-6471-257E-B88C6E58BF1C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63A45BFC-8767-6678-D1BE-A823DBCFB7A8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BB3DE60B-AE1D-2AB2-AF37-8D8672BB6123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439F587C-FB2B-868B-0714-49FDDC496029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C594F43E-B604-2637-AC71-F6F0E6487FC4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FBB9A3AB-69AA-8330-8524-1C8D300DC62F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4B2A7EF3-7EE3-4AFD-F245-0890E504FD9D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BE60FCBD-7D5A-B2C3-2593-2F13AECB853F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220348AA-3AEA-488E-164E-BBFDF4F0EA49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11202790-60ED-1EEC-9892-450BE4C5EDEC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A7B4C033-02E0-4403-D190-276AE89E484E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311860E3-949B-60B6-7D8D-5F6AF1F7C344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82666AD8-63FC-C16C-D559-323ACA5B424E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F7083098-AFA7-69AF-EF96-15866BE28C43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78C97798-A1F9-84B2-5CF2-FC33084FA19B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AB08FAC5-0913-BB9B-4097-177FC70FA776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7E31202C-A19C-2B20-AEFA-F7331457EA0C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81CD8C70-4A39-05FC-4805-FF102727A873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A1120DC8-4B27-5D84-D042-C032361514D3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75826864-3D0E-BE91-0668-7A97C80162CB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E595BC1-8F54-14A0-EE18-8A38BA7EB9E0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A83DD4F5-BDFC-3A79-AB55-4A7560608B25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A0217FC9-4AA5-A3C0-7D7B-DCBB307E77A0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53ECE0B9-5A0E-E0EF-66CF-1D7D358552D9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9A5C86E1-A801-E765-373F-99EBCFFC97A9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16DD9015-F096-82E3-3F31-AA3DB0A8584A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46C9C310-5225-1E46-4BFC-5AD5F2FA8AEC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2CCCF095-0E4B-2F3F-EF98-938F8B9579B5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D7470E3F-CF54-9BE0-A638-7078A2EAEB1C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086439DC-755B-7031-709C-D5477E867FB7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19169FD2-6D5D-A6DF-0ABC-D126BC591709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635D594D-B5D1-3581-23DD-77ECCFD9FA8F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32AD203C-32D4-EE50-13B3-92E24DF59B70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8189B762-100B-55F2-913E-0DD5CE415153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C06B683C-4C34-C4A0-FE38-AF4E555DFFFA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F37707C7-7577-B287-611C-480CD38B5FBA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40951A8B-9FF4-C704-2750-4BC2566170B7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546D9835-F023-1414-D5A5-3EC80BCEE2DC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6D960E6E-10F4-FE5C-ECCA-344ABC939384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D004174B-EFF7-2B4D-63FA-17A067EDE637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B60F6BAA-95C5-165E-CBD8-2A1CCE3C0565}"/>
              </a:ext>
            </a:extLst>
          </p:cNvPr>
          <p:cNvSpPr/>
          <p:nvPr/>
        </p:nvSpPr>
        <p:spPr>
          <a:xfrm>
            <a:off x="577244" y="2913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FFB32DC4-FD51-6EBF-81EE-802FA61961B6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CBA2C44A-92A8-84A3-D25F-623D0B78938A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540533B1-6D7E-8D19-0CCF-41FDA7B18BC0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A27E5B4D-253C-5996-48F8-3D37D14F2E91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8A8F45A0-153A-CCCE-90ED-0B15F71308D4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30509E34-6C7E-7072-3217-3C1444AE5AC9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0331F73B-35A1-F015-E178-EE172462EC8B}"/>
              </a:ext>
            </a:extLst>
          </p:cNvPr>
          <p:cNvSpPr/>
          <p:nvPr/>
        </p:nvSpPr>
        <p:spPr>
          <a:xfrm>
            <a:off x="8822442" y="285572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23FC285D-FDAA-E96A-CBD6-6DBC465499E6}"/>
              </a:ext>
            </a:extLst>
          </p:cNvPr>
          <p:cNvSpPr/>
          <p:nvPr/>
        </p:nvSpPr>
        <p:spPr>
          <a:xfrm>
            <a:off x="1593120" y="2913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958DECA2-B570-5544-7299-859E6AD69C98}"/>
              </a:ext>
            </a:extLst>
          </p:cNvPr>
          <p:cNvSpPr/>
          <p:nvPr/>
        </p:nvSpPr>
        <p:spPr>
          <a:xfrm>
            <a:off x="8822443" y="1700172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37C2AD29-EEA9-9770-30AC-6EA9BADEF466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984CBC33-FBCE-361D-7D1C-DECEC817F810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DEA56CFE-8C14-881E-DBE8-63280A131168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CC40AAD9-C718-682A-2A67-2608701C8915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08D76BBA-F5B4-C280-956E-4290ADDC7F41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B9A1E2FE-5424-D766-E350-A823425FD45E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9A28C11B-1279-2286-A5CF-4EFD024A383C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F3BF2109-690D-0876-693F-9D829A975AB6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E3AE0815-CC26-ABC4-974C-9FFA56106067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F4775E2D-9C57-38B4-A1A2-1E3A599A1EEA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E3B3DC5C-7805-5211-0073-574D5DF84CB0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57378577-F5DB-B646-9976-571841B98783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444C80D2-0848-AF79-97C3-CA27A1EF6F07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982B816-46C3-6C66-81AD-F6F205F11288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108F5CCC-F585-EE3D-08D9-F2F05133FC14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5B742DA0-5767-2889-ED42-9FE48B79E20E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B0B6EDED-954A-01F6-C1E6-2B8BEF24A7B2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8B572E3-C158-9C02-AD8E-CB9DF17A9861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48FD1C68-2BBB-C62E-054E-2D6F8BB676B0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DADF5114-E5A7-46AB-5BA2-CFD5C2543F00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19B41FD4-661E-C1AE-D4A6-E32995D2E6D6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7C34DA2-D644-3398-6474-A4A187309542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352AD62-7D69-A046-FE2D-4D3DE2923B20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1F3795EE-E596-6168-7B52-74C001ADEAB7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909FC51D-D1F7-7CA1-D86B-734648563A42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33FF83A9-1A8E-D368-DAD7-9D812FD663E5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FF79178C-F02D-4029-0F08-88C4263F43DC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E8D1ECBF-8AB6-A0D5-5255-C2A3FF6E99BA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26756CDC-9917-D902-2016-A8E3598D4E52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C262B797-CC39-850A-7B9E-BB2A2418D5C4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446F4FAC-524E-2308-9113-4535A662E8F5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BDE3B019-9316-73FB-7D8F-ECD42C0D3BA4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EA03FC36-DF97-27BD-1F01-6D5EDBF4EB61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AAD2832E-B449-D1B7-E717-93C4236878C7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9042D536-90B1-834C-1AD5-C42A87210293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867472E4-72C4-AB59-A4F2-03A13C193EFA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3691FB91-E9DD-1629-D3FC-A3FA9CDDDDE3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CF5878FA-E376-F68B-60FF-59AB2249B062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4B901B58-082D-9DEC-E863-561FD21A9807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36E35FAE-9EBE-5DD2-DDDA-CA84AB27DE69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C636B4D3-27E3-78D3-4335-3B92366BA9BD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ADDC1C0A-AEEB-B02E-9079-7CD4F904A7E4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3DA0F6BB-7940-8F4D-5310-6102FFE7C9ED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9DE8EAFE-B8F3-B923-ACB9-13821A826BA8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444A1F39-6B04-190A-AF12-556C6E8367D0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A8C470C-8360-FDF8-5E9B-4F59D3C62C26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2DBB3F9-418C-3C69-7A7C-E4A53556149F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F6DC1B3-E4D8-8552-98AE-82E3B26D4E04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DDDE5A5-B9BE-3340-C2FB-AAD742EE7960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950CB53-E761-79DE-35A8-31B76FFA2FC8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54865E8-05DF-C224-BDDC-B36A0ECCD712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E2853187-A67C-0C53-5356-80477A719699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69000CC-CCA6-AD54-5684-9DEBFA237979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DB5DC7C5-C06D-2023-6451-C01A6D626703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4CF5E55D-D2DB-7B63-63E2-A8BBFD9FBDE9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DBDD35E0-1C41-EBF5-0974-93073D0F2F4B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BC8AACA4-5960-73DA-17F6-FA0C5EFD012A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5B0B8DF4-7286-7B9E-2A05-F3223905CD7F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41988C9A-9A27-2A2A-78B8-8E54FED3E298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9B3BDF7E-1620-680B-04F9-2BE2280B6EC7}"/>
              </a:ext>
            </a:extLst>
          </p:cNvPr>
          <p:cNvSpPr/>
          <p:nvPr/>
        </p:nvSpPr>
        <p:spPr>
          <a:xfrm>
            <a:off x="5751600" y="172376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BA03447E-A35A-3B5E-966F-C9CB5DACD3D5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746929FE-282F-2451-8527-5A2D073D764B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BCC7E877-15DA-CDF1-5246-12CCECCC0629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2359BC16-3F0D-4606-61AF-369748801D16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04EE2C9A-CC8B-9FE3-FA10-C06C9DA154C8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89A120B1-B07B-6A4A-CE47-FC4B9C38225B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1C6102A6-CB63-D4AB-8742-0CFE956ECF72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58E1703A-1F84-07B5-DAE2-5A8CD5CB23DE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EDE39A61-0E0A-4F27-EC51-E626B86617DC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F5B8531E-EC93-C47F-5EDB-2905E2712274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CFD02948-CC06-2F32-CAA0-F6782CF5CB5B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1C114D24-DF8E-09A4-DD94-5E8FDB738DDD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8E363CA6-90D1-1680-B979-5D1709865A29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4D13E209-ED69-1868-4F86-62690242AB6E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A277DBA9-4E25-C98D-027D-6E3E025268BE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AF5A2831-079E-1A89-1301-8C82329B2D26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9CDE936A-34F9-E1C3-7177-D12FD736CC0F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D0A265C9-7565-AE1A-2046-0030F2D7535F}"/>
              </a:ext>
            </a:extLst>
          </p:cNvPr>
          <p:cNvSpPr/>
          <p:nvPr/>
        </p:nvSpPr>
        <p:spPr>
          <a:xfrm>
            <a:off x="638852" y="1668085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433702C3-AB6E-3188-7FE1-E98D610998A2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8D22CC02-172D-F5DD-9698-7FF9ECD5BD08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6FB56624-BAD1-D150-73A1-B10D6664D24E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98D3CAAD-D252-CE61-5435-221EF1DA4881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2A0A26E0-11DC-CCAA-D96C-7B9030778931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51D901A4-97F3-AE0E-6C77-25456B124A69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D53FC067-9AA6-2C7B-8903-C5E54A697223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1FC5A914-E22C-DD00-2576-ABF29558A707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B8989D84-99DC-4B63-49E2-750DA75C219A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3F053C84-1C9F-5EB7-F64E-F1BC3DB572EC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82A924CC-3CF7-F5D6-797A-A27879687D97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E5D4F8D7-58A8-80BE-0BFB-BBAEA0C739A6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D0A403E8-9696-3676-520C-0281756E2CAD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6B7E9260-B82F-FFBF-8B6C-ADBEE9C53697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799E4FEE-6C5D-138F-61D2-C06BE86D4DB7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D3965F67-76C2-2B0D-0564-77A61BC285AA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8C622B2E-C4D5-4F10-0B5C-7D42F932AA46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4E169072-7138-B062-4FA3-BDCB07A138FC}"/>
              </a:ext>
            </a:extLst>
          </p:cNvPr>
          <p:cNvSpPr/>
          <p:nvPr/>
        </p:nvSpPr>
        <p:spPr>
          <a:xfrm>
            <a:off x="2592865" y="1707110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54070378-096D-5E84-BE6E-B0C468D51C5E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A3E20A15-E70A-5470-7AC4-1C18DB8E4153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F3DB4AF0-DB9E-25CB-DF34-C0D7E62755C9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D9DA6EFA-50CB-35B8-467A-0CE25A539FBC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A344E9D3-9A83-FBFD-3E06-F94DB1BCC2D7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C87E75BE-B75C-5F89-55C7-C3CBCEA02817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B024DEE7-6591-F470-35AB-F6BA199CA247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983F5DBC-D257-4B38-0858-A4CFD2440F61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A166A7F3-427D-6D57-96DA-B21CFBCFFAC7}"/>
              </a:ext>
            </a:extLst>
          </p:cNvPr>
          <p:cNvSpPr/>
          <p:nvPr/>
        </p:nvSpPr>
        <p:spPr>
          <a:xfrm>
            <a:off x="4713697" y="1735695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BDD9AE7-9303-118C-F50F-698CEF5BB13D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F0D1DFD-C6A0-C5DA-8788-BBB4B98FD644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DEA993A-67CA-28C6-A798-C4228A55B1E8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C6988D2-1B3F-7AC3-D129-849A5A0B5A1A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CFA8FD2-ACB2-686A-8DA5-81E7A5E040A5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B8B5270-9D20-79A5-5CE8-F5F633D3ECB7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756D6A-188E-FFA1-AEE4-3DD202CB46A6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48EC36-6ABE-987C-A234-C11D3F600148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B4ABC9-83B7-1B35-930C-A4F551A2A40F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4EA7CB-EDCF-5665-AA76-9E477D71957D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41686A6-3F9C-A086-A4DE-5F572806D05F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578DE8-0154-439B-5894-1707258F4870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C8B17B6-01BC-CEF5-E910-FFFDE7A076C6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90EDF82-23C3-7DB6-ED97-295BC0D0B036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CF0DBD8-D878-60FC-D6F3-B4F0A44E0D40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B8629FE-9E5E-17EB-B124-AAB745DD92B1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B92A073-5E1A-0B0F-6E68-16BE24FDF8BB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2C2D9ABD-BDF3-4E51-F81B-070D5B597DD1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A3B1ABE0-B8DA-377D-81E7-E67677FEC408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41A3B0EC-D517-994C-1FAE-247B8DE80E04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F4651820-CCE7-16D1-798C-136D383B471D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B6FD3528-3EEA-063D-1B63-9764A00D6427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9D685B5A-9185-67BD-8036-02C9219877F8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195117CA-B22B-E1A2-3C47-E6B313CF23B0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94ADD049-CF7A-627A-0FC7-9C7217E71A82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0024A108-6712-CDC1-FFEE-2223B6D58E89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F8DBE11D-D106-3321-FFC2-C227DC86AF7B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B5FA3167-599C-5492-4498-AB13E01D1544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5A58F77F-5741-BD54-1FF2-9EF159D6B2BF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DDAA7549-8EF9-05CF-3829-6FC0C78821F9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B85F7FB8-FE5D-0A31-624F-2B6176C31543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188F57A3-4F9B-F4B2-32BC-BE8B31AE2A00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5E747C70-9415-CF97-6A38-1BB852DF1039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BBFFD43A-8B70-D80E-5FCB-35A27A452430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5332DFB1-203A-35AE-BA47-871D89F28CE8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C7C737C7-C39F-48DA-1022-8FE8C1848EDE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EFA347CB-E8F8-B11F-E91C-2C09B6ACBAAC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4579D523-9D8F-4B65-D87E-890F4EE5E02D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E83A3FF0-1566-6326-BDB9-EA52C878BF81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BD1F0C64-AD0D-4356-D59D-3E525BD70946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7891BB20-6410-1DA4-6C30-2E8DE56295D5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D56B8DC3-BA3A-9E03-2A20-4A3F84A4BA02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E96E9FBB-77D9-5636-AE04-210650D09ED5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9439C8EC-C687-3426-518A-80C2659784AF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E9FFB9DF-1CA3-14B1-DC18-91751AB7DFD4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205396ED-454A-FF2A-1820-E6121E1EF797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E26636FF-61F5-67F1-2861-77BFA93831C1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44AE5402-5DB0-7651-FB7C-60A704D7F26B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21903DC6-7D80-5F8C-97C2-DF6D9A011B87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6D76E631-F744-3848-10C7-1EBDDF7B24B6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D1987988-76E5-D452-5107-0239F4C589EA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EA9A0DCC-7C83-BFDD-582B-04BBB938F96E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CCF32014-22B5-4742-BA5E-8188E8E0B1BB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861A5E83-7228-94AB-F46C-E222F8CE8E40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4390201D-B2AB-6F4C-22E3-8B8866CAC2A5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1F56708F-8EEE-1F0D-8CC5-4CD6E63C13BC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59CB0111-C285-B5E7-4A53-8C33A0BCD66D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F59B73B5-5749-559F-1666-F1C8529F0F71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770CF9EE-4610-2659-7BA1-3616F2071A6F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11" name="Rectangle 310">
            <a:extLst>
              <a:ext uri="{FF2B5EF4-FFF2-40B4-BE49-F238E27FC236}">
                <a16:creationId xmlns:a16="http://schemas.microsoft.com/office/drawing/2014/main" id="{33DCE2DB-73F1-B401-84C0-EFC0A52604C2}"/>
              </a:ext>
            </a:extLst>
          </p:cNvPr>
          <p:cNvSpPr/>
          <p:nvPr/>
        </p:nvSpPr>
        <p:spPr>
          <a:xfrm>
            <a:off x="7801653" y="2843712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DB4B820-AE0B-4270-0EEA-17A566846549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D10138B-5CE3-9878-136C-9024C502A892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41E0CC7-704E-8B2A-11D7-3DD0FA23188C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C6DCDB9-600E-F21C-1E14-7B8DC7EE1E81}"/>
              </a:ext>
            </a:extLst>
          </p:cNvPr>
          <p:cNvSpPr/>
          <p:nvPr/>
        </p:nvSpPr>
        <p:spPr>
          <a:xfrm>
            <a:off x="3193361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C70D74D-ADCE-A2E4-1654-7C47C566AB0C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471FF9E-D38E-1EA9-2189-20EBDF89C83B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CA63CDCE-2DF3-617B-273A-7810855DA737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FD38CE51-C398-A630-FFD2-99448316B888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98B8491C-DF91-9F87-D0AE-EEEEB2632A0D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4858E361-557D-ECC9-7F83-D905F7912054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47045BDD-5A07-AB0F-224A-AC0E47CCA825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7BD5029A-2684-92F7-2103-A572AD2FF6F1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F5AB91DF-0FBA-247D-44CF-4A50CED7E868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8BC0AF72-D469-071A-FBE4-D7221009DBD6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CEE205FA-8B39-B79C-8700-070586AEEBC9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AA7F33CA-2A0A-98CC-BEEC-A0BC51FA371E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9ABD22EA-8D9D-F4FD-D2BA-3D6D71FA6AF8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16288E24-E238-4B05-1FF3-AD7FFEA9C9A7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C2E5F61E-1C79-8F6E-FB56-570DD4151706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3D8E6DCD-ED1B-B713-231B-DD9341ED6423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99C5ADD7-A25E-F88B-424B-5A3841EF07B6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3E7653B4-90B1-0803-1D75-2607B328A6F2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C4392D45-B901-E540-98CF-D6AA3186FB2B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850AFD21-5CED-B655-C574-CE3FE43CFF14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88755405-04D8-79AF-52BA-37D8F8F42DC4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176F1CF8-4329-2BDA-09A7-514E8FF92D1B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CB572970-0494-198A-B9E9-F7B8B610356F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AFA55968-5C84-9390-7C82-47595F9C6919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DBA638A6-D2A2-3380-90B2-A6268B6E8D50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6968F61E-BA4D-086B-BDFA-99EC595FF206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30A5B89A-CF9F-5EB1-7774-A41D046DF3D2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6FC184C7-A1A5-0323-82BB-C250148E701E}"/>
              </a:ext>
            </a:extLst>
          </p:cNvPr>
          <p:cNvSpPr/>
          <p:nvPr/>
        </p:nvSpPr>
        <p:spPr>
          <a:xfrm>
            <a:off x="3656091" y="286685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16A707A8-F4F1-DC0A-D9D0-DC5D19738975}"/>
              </a:ext>
            </a:extLst>
          </p:cNvPr>
          <p:cNvSpPr/>
          <p:nvPr/>
        </p:nvSpPr>
        <p:spPr>
          <a:xfrm>
            <a:off x="6742031" y="167298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32E0B26D-07D7-C069-85B3-FA456033E42F}"/>
              </a:ext>
            </a:extLst>
          </p:cNvPr>
          <p:cNvSpPr/>
          <p:nvPr/>
        </p:nvSpPr>
        <p:spPr>
          <a:xfrm>
            <a:off x="3193361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2EDD53A2-57C1-4102-22E9-52CB3B18673C}"/>
              </a:ext>
            </a:extLst>
          </p:cNvPr>
          <p:cNvSpPr/>
          <p:nvPr/>
        </p:nvSpPr>
        <p:spPr>
          <a:xfrm>
            <a:off x="3193361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97336249-7436-C11D-5E28-B0411D545F0B}"/>
              </a:ext>
            </a:extLst>
          </p:cNvPr>
          <p:cNvSpPr/>
          <p:nvPr/>
        </p:nvSpPr>
        <p:spPr>
          <a:xfrm>
            <a:off x="3193361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09B09AD4-7440-682D-2A71-8D5702E082C3}"/>
              </a:ext>
            </a:extLst>
          </p:cNvPr>
          <p:cNvSpPr/>
          <p:nvPr/>
        </p:nvSpPr>
        <p:spPr>
          <a:xfrm>
            <a:off x="3193361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9F3551F7-1B24-39C1-46A7-08CAD4889B57}"/>
              </a:ext>
            </a:extLst>
          </p:cNvPr>
          <p:cNvSpPr/>
          <p:nvPr/>
        </p:nvSpPr>
        <p:spPr>
          <a:xfrm>
            <a:off x="3193361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3729C2A4-54A2-9318-F77F-AB91AA37BFDF}"/>
              </a:ext>
            </a:extLst>
          </p:cNvPr>
          <p:cNvSpPr/>
          <p:nvPr/>
        </p:nvSpPr>
        <p:spPr>
          <a:xfrm>
            <a:off x="3193361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6BBD140C-23FE-78A1-0263-505C65E1C1D5}"/>
              </a:ext>
            </a:extLst>
          </p:cNvPr>
          <p:cNvSpPr/>
          <p:nvPr/>
        </p:nvSpPr>
        <p:spPr>
          <a:xfrm>
            <a:off x="3193361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C55151F8-96F6-D367-1B41-C9CE8282D5E3}"/>
              </a:ext>
            </a:extLst>
          </p:cNvPr>
          <p:cNvSpPr/>
          <p:nvPr/>
        </p:nvSpPr>
        <p:spPr>
          <a:xfrm>
            <a:off x="3193361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EAE2C173-E205-3870-AB06-7D19DDE7674F}"/>
              </a:ext>
            </a:extLst>
          </p:cNvPr>
          <p:cNvSpPr/>
          <p:nvPr/>
        </p:nvSpPr>
        <p:spPr>
          <a:xfrm>
            <a:off x="7815971" y="171316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AB4485A4-5EF2-7B80-2EB7-F6AFE5089533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62B02AE3-BD72-95EB-744F-CCA3C951854C}"/>
              </a:ext>
            </a:extLst>
          </p:cNvPr>
          <p:cNvSpPr/>
          <p:nvPr/>
        </p:nvSpPr>
        <p:spPr>
          <a:xfrm>
            <a:off x="4135192" y="6045646"/>
            <a:ext cx="694855" cy="66988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37FE430A-598D-6EEE-327F-353523C5DC71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B2305EDC-F4C2-7C32-FFBB-50C848BBC257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F99B6318-D433-8691-F043-2C840EB7707B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4591C6D0-0F1A-FF4E-2B83-6F02570B3714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3E7FAA5E-0E01-8A86-0646-1CFC893C55EE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D3760341-AF8C-29C7-71ED-A89E8D7804AF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0607A6CF-F459-381F-5F69-86FE26215F1D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B9253B0C-256C-FFFC-D1B8-8299C86FA1D5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1680BBA1-9ED7-DEAF-0F16-B6A9D7A8AC11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743DF3F8-4944-7149-FC62-38D494029D6B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305596E6-0267-7E43-B3CE-8CB75874AEFB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B4F6770D-1E39-1F1A-3100-74351133C10E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62" name="Rectangle 361">
            <a:extLst>
              <a:ext uri="{FF2B5EF4-FFF2-40B4-BE49-F238E27FC236}">
                <a16:creationId xmlns:a16="http://schemas.microsoft.com/office/drawing/2014/main" id="{A0C20DFC-3A1A-12B7-6AB8-E05195FE6CA0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F8E8624F-B4AE-9E90-0D92-D8D701090671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80027C6E-9906-32AB-8531-8DF70647E740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F6F473B6-9179-2947-5827-00DFA54E562F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782D7F5-6BC7-5F03-C077-69A4BA59B20A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A031BEA-DF26-8E6F-057B-445234C0FF5A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EC247FD-40AA-46B8-CEB5-90F4AEC28676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B238767-EABC-8673-CFA8-1B15821775B0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CE95FD33-74A7-15F4-5EE8-C10AEC312DA4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2C6D914-8DC1-0163-8BD8-4B492FFAA832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B72C050F-8002-6337-D99B-E4DC8D9507E8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0A7758B8-70E5-07C4-86CE-64A62BFF7ABC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68" name="Rectangle 367">
            <a:extLst>
              <a:ext uri="{FF2B5EF4-FFF2-40B4-BE49-F238E27FC236}">
                <a16:creationId xmlns:a16="http://schemas.microsoft.com/office/drawing/2014/main" id="{E019C543-9575-8A0D-1E58-FDC3AAC0444A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69" name="Rectangle 368">
            <a:extLst>
              <a:ext uri="{FF2B5EF4-FFF2-40B4-BE49-F238E27FC236}">
                <a16:creationId xmlns:a16="http://schemas.microsoft.com/office/drawing/2014/main" id="{0DC00FF4-A690-BEA6-A042-6B0F944E23C1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70" name="Rectangle 369">
            <a:extLst>
              <a:ext uri="{FF2B5EF4-FFF2-40B4-BE49-F238E27FC236}">
                <a16:creationId xmlns:a16="http://schemas.microsoft.com/office/drawing/2014/main" id="{642D4961-41E8-3781-4BDA-4C2286A52E82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71" name="Rectangle 370">
            <a:extLst>
              <a:ext uri="{FF2B5EF4-FFF2-40B4-BE49-F238E27FC236}">
                <a16:creationId xmlns:a16="http://schemas.microsoft.com/office/drawing/2014/main" id="{B351E915-63A2-E8E2-D9CF-FD01C737093A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72" name="Rectangle 371">
            <a:extLst>
              <a:ext uri="{FF2B5EF4-FFF2-40B4-BE49-F238E27FC236}">
                <a16:creationId xmlns:a16="http://schemas.microsoft.com/office/drawing/2014/main" id="{30182F72-9E52-EA57-8B73-0BE57C5039D0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73" name="Rectangle 372">
            <a:extLst>
              <a:ext uri="{FF2B5EF4-FFF2-40B4-BE49-F238E27FC236}">
                <a16:creationId xmlns:a16="http://schemas.microsoft.com/office/drawing/2014/main" id="{95D62269-14D1-B9E2-8A06-47E92B42E3CD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94101C06-7EC2-B903-6E66-633A5BF0A5AA}"/>
              </a:ext>
            </a:extLst>
          </p:cNvPr>
          <p:cNvSpPr/>
          <p:nvPr/>
        </p:nvSpPr>
        <p:spPr>
          <a:xfrm>
            <a:off x="5736548" y="28271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EAF92AF2-4F90-38DC-BF08-073239D02718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76" name="Rectangle 375">
            <a:extLst>
              <a:ext uri="{FF2B5EF4-FFF2-40B4-BE49-F238E27FC236}">
                <a16:creationId xmlns:a16="http://schemas.microsoft.com/office/drawing/2014/main" id="{42283194-025F-9521-2069-749779D67520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77" name="Rectangle 376">
            <a:extLst>
              <a:ext uri="{FF2B5EF4-FFF2-40B4-BE49-F238E27FC236}">
                <a16:creationId xmlns:a16="http://schemas.microsoft.com/office/drawing/2014/main" id="{9F531FDB-FE5F-C540-EDF6-62D35A137867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EC2338CD-98BE-6E24-DFCF-1F7A5140471D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79" name="Rectangle 378">
            <a:extLst>
              <a:ext uri="{FF2B5EF4-FFF2-40B4-BE49-F238E27FC236}">
                <a16:creationId xmlns:a16="http://schemas.microsoft.com/office/drawing/2014/main" id="{A80CD3FF-609E-8786-F6FE-AB4BFF41C692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06F94901-B8E2-4425-47F6-E547D4DDBECA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FED0D9ED-756D-D82D-7E67-22F6BAAF14E2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E6E518D0-4C35-ADD8-A86C-5A3C923B5339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FE3D2A41-8263-5BBB-02B4-4E066394A971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6E3467FE-61B1-D814-9C6D-49731E00DF6B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85" name="Rectangle 384">
            <a:extLst>
              <a:ext uri="{FF2B5EF4-FFF2-40B4-BE49-F238E27FC236}">
                <a16:creationId xmlns:a16="http://schemas.microsoft.com/office/drawing/2014/main" id="{BDF8D115-8F6B-C935-EAE4-95739794A113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86" name="Rectangle 385">
            <a:extLst>
              <a:ext uri="{FF2B5EF4-FFF2-40B4-BE49-F238E27FC236}">
                <a16:creationId xmlns:a16="http://schemas.microsoft.com/office/drawing/2014/main" id="{3748EA27-83AF-C928-017F-E387536357C8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7CAD73BF-E74C-8A2E-05D7-98B843F0BC79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88" name="Rectangle 387">
            <a:extLst>
              <a:ext uri="{FF2B5EF4-FFF2-40B4-BE49-F238E27FC236}">
                <a16:creationId xmlns:a16="http://schemas.microsoft.com/office/drawing/2014/main" id="{D76BE292-E4F5-003C-AA82-BFA1171AA997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89" name="Rectangle 388">
            <a:extLst>
              <a:ext uri="{FF2B5EF4-FFF2-40B4-BE49-F238E27FC236}">
                <a16:creationId xmlns:a16="http://schemas.microsoft.com/office/drawing/2014/main" id="{7E097438-E360-9E32-95E7-A3875CE5F0B3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90" name="Rectangle 389">
            <a:extLst>
              <a:ext uri="{FF2B5EF4-FFF2-40B4-BE49-F238E27FC236}">
                <a16:creationId xmlns:a16="http://schemas.microsoft.com/office/drawing/2014/main" id="{1CF5E849-C644-88C5-F0EA-9E8269421875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91" name="Rectangle 390">
            <a:extLst>
              <a:ext uri="{FF2B5EF4-FFF2-40B4-BE49-F238E27FC236}">
                <a16:creationId xmlns:a16="http://schemas.microsoft.com/office/drawing/2014/main" id="{280397C9-5EE4-0F09-3E3E-811574B87F97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008FE9E7-AA6D-D415-160F-324406E97985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93" name="Rectangle 392">
            <a:extLst>
              <a:ext uri="{FF2B5EF4-FFF2-40B4-BE49-F238E27FC236}">
                <a16:creationId xmlns:a16="http://schemas.microsoft.com/office/drawing/2014/main" id="{5FB07EBA-F5BB-1853-3598-70E840FF71F2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394" name="Rectangle 393">
            <a:extLst>
              <a:ext uri="{FF2B5EF4-FFF2-40B4-BE49-F238E27FC236}">
                <a16:creationId xmlns:a16="http://schemas.microsoft.com/office/drawing/2014/main" id="{764D7D0F-3EFA-0896-80BE-5FC5C5585939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2935E189-DE44-77B5-DAA4-84F77046192A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D09D92AF-ACDD-5CA3-FC47-89CFABCE82BE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28A052FB-A80F-182F-00F8-F642D63FCCAA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DBDF7F23-1B36-B787-2731-6A101BA25868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62EE3040-22C8-E3D4-F28B-394FEADEA327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F4FF867E-32EB-3451-D388-FD63B34A04F6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07502F14-9A2C-9448-3733-9BE10C172CCC}"/>
              </a:ext>
            </a:extLst>
          </p:cNvPr>
          <p:cNvSpPr/>
          <p:nvPr/>
        </p:nvSpPr>
        <p:spPr>
          <a:xfrm>
            <a:off x="9022775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76E93C3C-9947-6116-F84E-B42438F891D3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0905C8E6-AB63-8F5E-1444-A023E6624997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39325CB2-434E-EEC4-BA51-964B65F51656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CD7B2AF5-BC25-1F08-78AC-7E233B9154AA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C72B32EA-A6C8-A26B-64B2-01C0624235E4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D5194C04-1B33-4C14-F4D3-2B8B4B4B155A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266D5FAB-561A-69DD-4455-B11B8AE611FD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9BA41ED0-29DA-58CF-B1EB-62C721D539C9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DFF22482-3E9F-7754-E697-5F19BC2C8744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6CD25397-F90A-12D6-5E8E-13823B9174B2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FED2FB67-DC6A-DB21-98B7-F9D05BCBB6F9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2A7875FE-D1F0-5B84-C707-8DFD4592936B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4B6D37B6-A338-4BF5-19D5-7BE64C42711B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76C3AB44-57A0-897E-C1E6-5173B777037D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F2CFF89C-B64F-2C54-F51D-5336304BF583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3B68CD72-419F-3455-55F5-C3B14CA1B5EE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A15669B6-089A-C9DC-C737-9E737B9F57F8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06BF4576-33F5-E6D5-D1D9-FE2F730A3AC6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20" name="Rectangle 419">
            <a:extLst>
              <a:ext uri="{FF2B5EF4-FFF2-40B4-BE49-F238E27FC236}">
                <a16:creationId xmlns:a16="http://schemas.microsoft.com/office/drawing/2014/main" id="{02EDAA39-D66B-5C16-DD27-01DAFB51CE91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</p:spTree>
    <p:extLst>
      <p:ext uri="{BB962C8B-B14F-4D97-AF65-F5344CB8AC3E}">
        <p14:creationId xmlns:p14="http://schemas.microsoft.com/office/powerpoint/2010/main" val="3267658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0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233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4" fill="hold">
                      <p:stCondLst>
                        <p:cond delay="0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99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0" fill="hold">
                      <p:stCondLst>
                        <p:cond delay="0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8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1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3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3" fill="hold">
                      <p:stCondLst>
                        <p:cond delay="0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0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6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9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2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5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8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1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4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65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6" fill="hold">
                      <p:stCondLst>
                        <p:cond delay="0"/>
                      </p:stCondLst>
                      <p:childTnLst>
                        <p:par>
                          <p:cTn id="367" fill="hold">
                            <p:stCondLst>
                              <p:cond delay="0"/>
                            </p:stCondLst>
                            <p:childTnLst>
                              <p:par>
                                <p:cTn id="3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3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6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9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2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8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1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7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6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9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2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5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8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4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7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0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431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2" fill="hold">
                      <p:stCondLst>
                        <p:cond delay="0"/>
                      </p:stCondLst>
                      <p:childTnLst>
                        <p:par>
                          <p:cTn id="433" fill="hold">
                            <p:stCondLst>
                              <p:cond delay="0"/>
                            </p:stCondLst>
                            <p:childTnLst>
                              <p:par>
                                <p:cTn id="4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9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2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5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1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4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7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0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3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464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5" fill="hold">
                      <p:stCondLst>
                        <p:cond delay="0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5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8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1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4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0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3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6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97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8" fill="hold">
                      <p:stCondLst>
                        <p:cond delay="0"/>
                      </p:stCondLst>
                      <p:childTnLst>
                        <p:par>
                          <p:cTn id="499" fill="hold">
                            <p:stCondLst>
                              <p:cond delay="0"/>
                            </p:stCondLst>
                            <p:childTnLst>
                              <p:par>
                                <p:cTn id="5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5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8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1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4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7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0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3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6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9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530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1" fill="hold">
                      <p:stCondLst>
                        <p:cond delay="0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8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1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4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7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0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3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6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9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2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563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4" fill="hold">
                      <p:stCondLst>
                        <p:cond delay="0"/>
                      </p:stCondLst>
                      <p:childTnLst>
                        <p:par>
                          <p:cTn id="565" fill="hold">
                            <p:stCondLst>
                              <p:cond delay="0"/>
                            </p:stCondLst>
                            <p:childTnLst>
                              <p:par>
                                <p:cTn id="5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1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4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7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0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3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6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9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2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5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596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7" fill="hold">
                      <p:stCondLst>
                        <p:cond delay="0"/>
                      </p:stCondLst>
                      <p:childTnLst>
                        <p:par>
                          <p:cTn id="598" fill="hold">
                            <p:stCondLst>
                              <p:cond delay="0"/>
                            </p:stCondLst>
                            <p:childTnLst>
                              <p:par>
                                <p:cTn id="5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4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7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0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3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6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9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2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5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8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629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0" fill="hold">
                      <p:stCondLst>
                        <p:cond delay="0"/>
                      </p:stCondLst>
                      <p:childTnLst>
                        <p:par>
                          <p:cTn id="631" fill="hold">
                            <p:stCondLst>
                              <p:cond delay="0"/>
                            </p:stCondLst>
                            <p:childTnLst>
                              <p:par>
                                <p:cTn id="6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66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3" fill="hold">
                      <p:stCondLst>
                        <p:cond delay="0"/>
                      </p:stCondLst>
                      <p:childTnLst>
                        <p:par>
                          <p:cTn id="664" fill="hold">
                            <p:stCondLst>
                              <p:cond delay="0"/>
                            </p:stCondLst>
                            <p:childTnLst>
                              <p:par>
                                <p:cTn id="6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8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1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4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695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6" fill="hold">
                      <p:stCondLst>
                        <p:cond delay="0"/>
                      </p:stCondLst>
                      <p:childTnLst>
                        <p:par>
                          <p:cTn id="697" fill="hold">
                            <p:stCondLst>
                              <p:cond delay="0"/>
                            </p:stCondLst>
                            <p:childTnLst>
                              <p:par>
                                <p:cTn id="6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3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6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9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5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8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1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4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7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728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9" fill="hold">
                      <p:stCondLst>
                        <p:cond delay="0"/>
                      </p:stCondLst>
                      <p:childTnLst>
                        <p:par>
                          <p:cTn id="730" fill="hold">
                            <p:stCondLst>
                              <p:cond delay="0"/>
                            </p:stCondLst>
                            <p:childTnLst>
                              <p:par>
                                <p:cTn id="7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6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9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2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5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8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1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4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7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0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761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2" fill="hold">
                      <p:stCondLst>
                        <p:cond delay="0"/>
                      </p:stCondLst>
                      <p:childTnLst>
                        <p:par>
                          <p:cTn id="763" fill="hold">
                            <p:stCondLst>
                              <p:cond delay="0"/>
                            </p:stCondLst>
                            <p:childTnLst>
                              <p:par>
                                <p:cTn id="7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9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2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5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8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1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4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7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0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3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794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5" fill="hold">
                      <p:stCondLst>
                        <p:cond delay="0"/>
                      </p:stCondLst>
                      <p:childTnLst>
                        <p:par>
                          <p:cTn id="796" fill="hold">
                            <p:stCondLst>
                              <p:cond delay="0"/>
                            </p:stCondLst>
                            <p:childTnLst>
                              <p:par>
                                <p:cTn id="7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2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5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8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1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4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7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0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3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6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827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8" fill="hold">
                      <p:stCondLst>
                        <p:cond delay="0"/>
                      </p:stCondLst>
                      <p:childTnLst>
                        <p:par>
                          <p:cTn id="829" fill="hold">
                            <p:stCondLst>
                              <p:cond delay="0"/>
                            </p:stCondLst>
                            <p:childTnLst>
                              <p:par>
                                <p:cTn id="8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5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8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1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4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7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0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3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6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9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860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1" fill="hold">
                      <p:stCondLst>
                        <p:cond delay="0"/>
                      </p:stCondLst>
                      <p:childTnLst>
                        <p:par>
                          <p:cTn id="862" fill="hold">
                            <p:stCondLst>
                              <p:cond delay="0"/>
                            </p:stCondLst>
                            <p:childTnLst>
                              <p:par>
                                <p:cTn id="8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8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1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4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7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0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3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6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9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2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893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4" fill="hold">
                      <p:stCondLst>
                        <p:cond delay="0"/>
                      </p:stCondLst>
                      <p:childTnLst>
                        <p:par>
                          <p:cTn id="895" fill="hold">
                            <p:stCondLst>
                              <p:cond delay="0"/>
                            </p:stCondLst>
                            <p:childTnLst>
                              <p:par>
                                <p:cTn id="8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1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4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7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0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3"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6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9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2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5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926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7" fill="hold">
                      <p:stCondLst>
                        <p:cond delay="0"/>
                      </p:stCondLst>
                      <p:childTnLst>
                        <p:par>
                          <p:cTn id="928" fill="hold">
                            <p:stCondLst>
                              <p:cond delay="0"/>
                            </p:stCondLst>
                            <p:childTnLst>
                              <p:par>
                                <p:cTn id="9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1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932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3" fill="hold">
                      <p:stCondLst>
                        <p:cond delay="0"/>
                      </p:stCondLst>
                      <p:childTnLst>
                        <p:par>
                          <p:cTn id="934" fill="hold">
                            <p:stCondLst>
                              <p:cond delay="0"/>
                            </p:stCondLst>
                            <p:childTnLst>
                              <p:par>
                                <p:cTn id="9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0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3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6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9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2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5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8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1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4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965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6" fill="hold">
                      <p:stCondLst>
                        <p:cond delay="0"/>
                      </p:stCondLst>
                      <p:childTnLst>
                        <p:par>
                          <p:cTn id="967" fill="hold">
                            <p:stCondLst>
                              <p:cond delay="0"/>
                            </p:stCondLst>
                            <p:childTnLst>
                              <p:par>
                                <p:cTn id="9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3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6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9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2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5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8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1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4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7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998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9" fill="hold">
                      <p:stCondLst>
                        <p:cond delay="0"/>
                      </p:stCondLst>
                      <p:childTnLst>
                        <p:par>
                          <p:cTn id="1000" fill="hold">
                            <p:stCondLst>
                              <p:cond delay="0"/>
                            </p:stCondLst>
                            <p:childTnLst>
                              <p:par>
                                <p:cTn id="10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6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9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2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5"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8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1"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4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7"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0"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1031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2" fill="hold">
                      <p:stCondLst>
                        <p:cond delay="0"/>
                      </p:stCondLst>
                      <p:childTnLst>
                        <p:par>
                          <p:cTn id="1033" fill="hold">
                            <p:stCondLst>
                              <p:cond delay="0"/>
                            </p:stCondLst>
                            <p:childTnLst>
                              <p:par>
                                <p:cTn id="10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9"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2"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5"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8"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1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4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7"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0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3"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1064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5" fill="hold">
                      <p:stCondLst>
                        <p:cond delay="0"/>
                      </p:stCondLst>
                      <p:childTnLst>
                        <p:par>
                          <p:cTn id="1066" fill="hold">
                            <p:stCondLst>
                              <p:cond delay="0"/>
                            </p:stCondLst>
                            <p:childTnLst>
                              <p:par>
                                <p:cTn id="10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2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5"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8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1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4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7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0"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3"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6"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1097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8" fill="hold">
                      <p:stCondLst>
                        <p:cond delay="0"/>
                      </p:stCondLst>
                      <p:childTnLst>
                        <p:par>
                          <p:cTn id="1099" fill="hold">
                            <p:stCondLst>
                              <p:cond delay="0"/>
                            </p:stCondLst>
                            <p:childTnLst>
                              <p:par>
                                <p:cTn id="1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5"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8"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1"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4"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7"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0"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3"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6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9"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2"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1133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4" fill="hold">
                      <p:stCondLst>
                        <p:cond delay="0"/>
                      </p:stCondLst>
                      <p:childTnLst>
                        <p:par>
                          <p:cTn id="1135" fill="hold">
                            <p:stCondLst>
                              <p:cond delay="0"/>
                            </p:stCondLst>
                            <p:childTnLst>
                              <p:par>
                                <p:cTn id="1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1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4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7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0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3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6"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9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2"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5"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1166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7" fill="hold">
                      <p:stCondLst>
                        <p:cond delay="0"/>
                      </p:stCondLst>
                      <p:childTnLst>
                        <p:par>
                          <p:cTn id="1168" fill="hold">
                            <p:stCondLst>
                              <p:cond delay="0"/>
                            </p:stCondLst>
                            <p:childTnLst>
                              <p:par>
                                <p:cTn id="11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4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7"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0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3"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6"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9"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2"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5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8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</p:childTnLst>
        </p:cTn>
      </p:par>
    </p:tnLst>
    <p:bldLst>
      <p:bldP spid="4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71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4" grpId="0" animBg="1"/>
      <p:bldP spid="169" grpId="0" animBg="1"/>
      <p:bldP spid="170" grpId="0" animBg="1"/>
      <p:bldP spid="171" grpId="0" animBg="1"/>
      <p:bldP spid="172" grpId="0" animBg="1"/>
      <p:bldP spid="173" grpId="0" animBg="1"/>
      <p:bldP spid="174" grpId="0" animBg="1"/>
      <p:bldP spid="175" grpId="0" animBg="1"/>
      <p:bldP spid="176" grpId="0" animBg="1"/>
      <p:bldP spid="177" grpId="0" animBg="1"/>
      <p:bldP spid="178" grpId="0" animBg="1"/>
      <p:bldP spid="179" grpId="0" animBg="1"/>
      <p:bldP spid="180" grpId="0" animBg="1"/>
      <p:bldP spid="181" grpId="0" animBg="1"/>
      <p:bldP spid="182" grpId="0" animBg="1"/>
      <p:bldP spid="183" grpId="0" animBg="1"/>
      <p:bldP spid="184" grpId="0" animBg="1"/>
      <p:bldP spid="185" grpId="0" animBg="1"/>
      <p:bldP spid="186" grpId="0" animBg="1"/>
      <p:bldP spid="187" grpId="0" animBg="1"/>
      <p:bldP spid="188" grpId="0" animBg="1"/>
      <p:bldP spid="189" grpId="0" animBg="1"/>
      <p:bldP spid="190" grpId="0" animBg="1"/>
      <p:bldP spid="191" grpId="0" animBg="1"/>
      <p:bldP spid="192" grpId="0" animBg="1"/>
      <p:bldP spid="193" grpId="0" animBg="1"/>
      <p:bldP spid="194" grpId="0" animBg="1"/>
      <p:bldP spid="195" grpId="0" animBg="1"/>
      <p:bldP spid="196" grpId="0" animBg="1"/>
      <p:bldP spid="197" grpId="0" animBg="1"/>
      <p:bldP spid="198" grpId="0" animBg="1"/>
      <p:bldP spid="199" grpId="0" animBg="1"/>
      <p:bldP spid="200" grpId="0" animBg="1"/>
      <p:bldP spid="201" grpId="0" animBg="1"/>
      <p:bldP spid="202" grpId="0" animBg="1"/>
      <p:bldP spid="203" grpId="0" animBg="1"/>
      <p:bldP spid="204" grpId="0" animBg="1"/>
      <p:bldP spid="210" grpId="0" animBg="1"/>
      <p:bldP spid="211" grpId="0" animBg="1"/>
      <p:bldP spid="212" grpId="0" animBg="1"/>
      <p:bldP spid="213" grpId="0" animBg="1"/>
      <p:bldP spid="214" grpId="0" animBg="1"/>
      <p:bldP spid="215" grpId="0" animBg="1"/>
      <p:bldP spid="216" grpId="0" animBg="1"/>
      <p:bldP spid="217" grpId="0" animBg="1"/>
      <p:bldP spid="218" grpId="0" animBg="1"/>
      <p:bldP spid="219" grpId="0" animBg="1"/>
      <p:bldP spid="220" grpId="0" animBg="1"/>
      <p:bldP spid="221" grpId="0" animBg="1"/>
      <p:bldP spid="222" grpId="0" animBg="1"/>
      <p:bldP spid="223" grpId="0" animBg="1"/>
      <p:bldP spid="224" grpId="0" animBg="1"/>
      <p:bldP spid="225" grpId="0" animBg="1"/>
      <p:bldP spid="226" grpId="0" animBg="1"/>
      <p:bldP spid="227" grpId="0" animBg="1"/>
      <p:bldP spid="73" grpId="0" animBg="1"/>
      <p:bldP spid="75" grpId="0" animBg="1"/>
      <p:bldP spid="78" grpId="0" animBg="1"/>
      <p:bldP spid="80" grpId="0" animBg="1"/>
      <p:bldP spid="82" grpId="0" animBg="1"/>
      <p:bldP spid="85" grpId="0" animBg="1"/>
      <p:bldP spid="228" grpId="0" animBg="1"/>
      <p:bldP spid="229" grpId="0" animBg="1"/>
      <p:bldP spid="230" grpId="0" animBg="1"/>
      <p:bldP spid="231" grpId="0" animBg="1"/>
      <p:bldP spid="232" grpId="0" animBg="1"/>
      <p:bldP spid="233" grpId="0" animBg="1"/>
      <p:bldP spid="234" grpId="0" animBg="1"/>
      <p:bldP spid="235" grpId="0" animBg="1"/>
      <p:bldP spid="236" grpId="0" animBg="1"/>
      <p:bldP spid="237" grpId="0" animBg="1"/>
      <p:bldP spid="238" grpId="0" animBg="1"/>
      <p:bldP spid="239" grpId="0" animBg="1"/>
      <p:bldP spid="240" grpId="0" animBg="1"/>
      <p:bldP spid="241" grpId="0" animBg="1"/>
      <p:bldP spid="242" grpId="0" animBg="1"/>
      <p:bldP spid="243" grpId="0" animBg="1"/>
      <p:bldP spid="244" grpId="0" animBg="1"/>
      <p:bldP spid="245" grpId="0" animBg="1"/>
      <p:bldP spid="246" grpId="0" animBg="1"/>
      <p:bldP spid="247" grpId="0" animBg="1"/>
      <p:bldP spid="248" grpId="0" animBg="1"/>
      <p:bldP spid="249" grpId="0" animBg="1"/>
      <p:bldP spid="250" grpId="0" animBg="1"/>
      <p:bldP spid="251" grpId="0" animBg="1"/>
      <p:bldP spid="252" grpId="0" animBg="1"/>
      <p:bldP spid="253" grpId="0" animBg="1"/>
      <p:bldP spid="254" grpId="0" animBg="1"/>
      <p:bldP spid="255" grpId="0" animBg="1"/>
      <p:bldP spid="256" grpId="0" animBg="1"/>
      <p:bldP spid="257" grpId="0" animBg="1"/>
      <p:bldP spid="258" grpId="0" animBg="1"/>
      <p:bldP spid="259" grpId="0" animBg="1"/>
      <p:bldP spid="260" grpId="0" animBg="1"/>
      <p:bldP spid="261" grpId="0" animBg="1"/>
      <p:bldP spid="262" grpId="0" animBg="1"/>
      <p:bldP spid="263" grpId="0" animBg="1"/>
      <p:bldP spid="264" grpId="0" animBg="1"/>
      <p:bldP spid="265" grpId="0" animBg="1"/>
      <p:bldP spid="266" grpId="0" animBg="1"/>
      <p:bldP spid="267" grpId="0" animBg="1"/>
      <p:bldP spid="268" grpId="0" animBg="1"/>
      <p:bldP spid="269" grpId="0" animBg="1"/>
      <p:bldP spid="270" grpId="0" animBg="1"/>
      <p:bldP spid="271" grpId="0" animBg="1"/>
      <p:bldP spid="272" grpId="0" animBg="1"/>
      <p:bldP spid="273" grpId="0" animBg="1"/>
      <p:bldP spid="274" grpId="0" animBg="1"/>
      <p:bldP spid="275" grpId="0" animBg="1"/>
      <p:bldP spid="276" grpId="0" animBg="1"/>
      <p:bldP spid="277" grpId="0" animBg="1"/>
      <p:bldP spid="278" grpId="0" animBg="1"/>
      <p:bldP spid="279" grpId="0" animBg="1"/>
      <p:bldP spid="280" grpId="0" animBg="1"/>
      <p:bldP spid="281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2" grpId="0" animBg="1"/>
      <p:bldP spid="3" grpId="0" animBg="1"/>
      <p:bldP spid="6" grpId="0" animBg="1"/>
      <p:bldP spid="7" grpId="0" animBg="1"/>
      <p:bldP spid="27" grpId="0" animBg="1"/>
      <p:bldP spid="28" grpId="0" animBg="1"/>
      <p:bldP spid="45" grpId="0" animBg="1"/>
      <p:bldP spid="57" grpId="0" animBg="1"/>
      <p:bldP spid="58" grpId="0" animBg="1"/>
      <p:bldP spid="70" grpId="0" animBg="1"/>
      <p:bldP spid="77" grpId="0" animBg="1"/>
      <p:bldP spid="84" grpId="0" animBg="1"/>
      <p:bldP spid="107" grpId="0" animBg="1"/>
      <p:bldP spid="108" grpId="0" animBg="1"/>
      <p:bldP spid="109" grpId="0" animBg="1"/>
      <p:bldP spid="165" grpId="0" animBg="1"/>
      <p:bldP spid="166" grpId="0" animBg="1"/>
      <p:bldP spid="167" grpId="0" animBg="1"/>
      <p:bldP spid="168" grpId="0" animBg="1"/>
      <p:bldP spid="205" grpId="0" animBg="1"/>
      <p:bldP spid="206" grpId="0" animBg="1"/>
      <p:bldP spid="207" grpId="0" animBg="1"/>
      <p:bldP spid="208" grpId="0" animBg="1"/>
      <p:bldP spid="209" grpId="0" animBg="1"/>
      <p:bldP spid="282" grpId="0" animBg="1"/>
      <p:bldP spid="283" grpId="0" animBg="1"/>
      <p:bldP spid="284" grpId="0" animBg="1"/>
      <p:bldP spid="285" grpId="0" animBg="1"/>
      <p:bldP spid="286" grpId="0" animBg="1"/>
      <p:bldP spid="287" grpId="0" animBg="1"/>
      <p:bldP spid="288" grpId="0" animBg="1"/>
      <p:bldP spid="289" grpId="0" animBg="1"/>
      <p:bldP spid="290" grpId="0" animBg="1"/>
      <p:bldP spid="291" grpId="0" animBg="1"/>
      <p:bldP spid="292" grpId="0" animBg="1"/>
      <p:bldP spid="293" grpId="0" animBg="1"/>
      <p:bldP spid="294" grpId="0" animBg="1"/>
      <p:bldP spid="295" grpId="0" animBg="1"/>
      <p:bldP spid="296" grpId="0" animBg="1"/>
      <p:bldP spid="297" grpId="0" animBg="1"/>
      <p:bldP spid="298" grpId="0" animBg="1"/>
      <p:bldP spid="299" grpId="0" animBg="1"/>
      <p:bldP spid="300" grpId="0" animBg="1"/>
      <p:bldP spid="301" grpId="0" animBg="1"/>
      <p:bldP spid="302" grpId="0" animBg="1"/>
      <p:bldP spid="303" grpId="0" animBg="1"/>
      <p:bldP spid="304" grpId="0" animBg="1"/>
      <p:bldP spid="305" grpId="0" animBg="1"/>
      <p:bldP spid="306" grpId="0" animBg="1"/>
      <p:bldP spid="307" grpId="0" animBg="1"/>
      <p:bldP spid="308" grpId="0" animBg="1"/>
      <p:bldP spid="309" grpId="0" animBg="1"/>
      <p:bldP spid="310" grpId="0" animBg="1"/>
      <p:bldP spid="311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2" grpId="0" animBg="1"/>
      <p:bldP spid="312" grpId="0" animBg="1"/>
      <p:bldP spid="313" grpId="0" animBg="1"/>
      <p:bldP spid="314" grpId="0" animBg="1"/>
      <p:bldP spid="315" grpId="0" animBg="1"/>
      <p:bldP spid="316" grpId="0" animBg="1"/>
      <p:bldP spid="317" grpId="0" animBg="1"/>
      <p:bldP spid="318" grpId="0" animBg="1"/>
      <p:bldP spid="319" grpId="0" animBg="1"/>
      <p:bldP spid="320" grpId="0" animBg="1"/>
      <p:bldP spid="321" grpId="0" animBg="1"/>
      <p:bldP spid="322" grpId="0" animBg="1"/>
      <p:bldP spid="323" grpId="0" animBg="1"/>
      <p:bldP spid="324" grpId="0" animBg="1"/>
      <p:bldP spid="325" grpId="0" animBg="1"/>
      <p:bldP spid="326" grpId="0" animBg="1"/>
      <p:bldP spid="327" grpId="0" animBg="1"/>
      <p:bldP spid="328" grpId="0" animBg="1"/>
      <p:bldP spid="329" grpId="0" animBg="1"/>
      <p:bldP spid="330" grpId="0" animBg="1"/>
      <p:bldP spid="331" grpId="0" animBg="1"/>
      <p:bldP spid="332" grpId="0" animBg="1"/>
      <p:bldP spid="333" grpId="0" animBg="1"/>
      <p:bldP spid="334" grpId="0" animBg="1"/>
      <p:bldP spid="335" grpId="0" animBg="1"/>
      <p:bldP spid="336" grpId="0" animBg="1"/>
      <p:bldP spid="337" grpId="0" animBg="1"/>
      <p:bldP spid="338" grpId="0" animBg="1"/>
      <p:bldP spid="339" grpId="0" animBg="1"/>
      <p:bldP spid="340" grpId="0" animBg="1"/>
      <p:bldP spid="341" grpId="0" animBg="1"/>
      <p:bldP spid="342" grpId="0" animBg="1"/>
      <p:bldP spid="343" grpId="0" animBg="1"/>
      <p:bldP spid="344" grpId="0" animBg="1"/>
      <p:bldP spid="345" grpId="0" animBg="1"/>
      <p:bldP spid="346" grpId="0" animBg="1"/>
      <p:bldP spid="347" grpId="0" animBg="1"/>
      <p:bldP spid="348" grpId="0" animBg="1"/>
      <p:bldP spid="349" grpId="0" animBg="1"/>
      <p:bldP spid="350" grpId="0" animBg="1"/>
      <p:bldP spid="351" grpId="0" animBg="1"/>
      <p:bldP spid="352" grpId="0" animBg="1"/>
      <p:bldP spid="353" grpId="0" animBg="1"/>
      <p:bldP spid="354" grpId="0" animBg="1"/>
      <p:bldP spid="355" grpId="0" animBg="1"/>
      <p:bldP spid="356" grpId="0" animBg="1"/>
      <p:bldP spid="357" grpId="0" animBg="1"/>
      <p:bldP spid="358" grpId="0" animBg="1"/>
      <p:bldP spid="359" grpId="0" animBg="1"/>
      <p:bldP spid="360" grpId="0" animBg="1"/>
      <p:bldP spid="361" grpId="0" animBg="1"/>
      <p:bldP spid="362" grpId="0" animBg="1"/>
      <p:bldP spid="363" grpId="0" animBg="1"/>
      <p:bldP spid="364" grpId="0" animBg="1"/>
      <p:bldP spid="365" grpId="0" animBg="1"/>
      <p:bldP spid="74" grpId="0" animBg="1"/>
      <p:bldP spid="76" grpId="0" animBg="1"/>
      <p:bldP spid="79" grpId="0" animBg="1"/>
      <p:bldP spid="81" grpId="0" animBg="1"/>
      <p:bldP spid="83" grpId="0" animBg="1"/>
      <p:bldP spid="86" grpId="0" animBg="1"/>
      <p:bldP spid="366" grpId="0" animBg="1"/>
      <p:bldP spid="367" grpId="0" animBg="1"/>
      <p:bldP spid="368" grpId="0" animBg="1"/>
      <p:bldP spid="369" grpId="0" animBg="1"/>
      <p:bldP spid="370" grpId="0" animBg="1"/>
      <p:bldP spid="371" grpId="0" animBg="1"/>
      <p:bldP spid="372" grpId="0" animBg="1"/>
      <p:bldP spid="373" grpId="0" animBg="1"/>
      <p:bldP spid="374" grpId="0" animBg="1"/>
      <p:bldP spid="375" grpId="0" animBg="1"/>
      <p:bldP spid="376" grpId="0" animBg="1"/>
      <p:bldP spid="377" grpId="0" animBg="1"/>
      <p:bldP spid="378" grpId="0" animBg="1"/>
      <p:bldP spid="379" grpId="0" animBg="1"/>
      <p:bldP spid="380" grpId="0" animBg="1"/>
      <p:bldP spid="381" grpId="0" animBg="1"/>
      <p:bldP spid="382" grpId="0" animBg="1"/>
      <p:bldP spid="383" grpId="0" animBg="1"/>
      <p:bldP spid="384" grpId="0" animBg="1"/>
      <p:bldP spid="385" grpId="0" animBg="1"/>
      <p:bldP spid="386" grpId="0" animBg="1"/>
      <p:bldP spid="387" grpId="0" animBg="1"/>
      <p:bldP spid="388" grpId="0" animBg="1"/>
      <p:bldP spid="389" grpId="0" animBg="1"/>
      <p:bldP spid="390" grpId="0" animBg="1"/>
      <p:bldP spid="391" grpId="0" animBg="1"/>
      <p:bldP spid="392" grpId="0" animBg="1"/>
      <p:bldP spid="393" grpId="0" animBg="1"/>
      <p:bldP spid="394" grpId="0" animBg="1"/>
      <p:bldP spid="395" grpId="0" animBg="1"/>
      <p:bldP spid="396" grpId="0" animBg="1"/>
      <p:bldP spid="397" grpId="0" animBg="1"/>
      <p:bldP spid="398" grpId="0" animBg="1"/>
      <p:bldP spid="399" grpId="0" animBg="1"/>
      <p:bldP spid="400" grpId="0" animBg="1"/>
      <p:bldP spid="401" grpId="0" animBg="1"/>
      <p:bldP spid="402" grpId="0" animBg="1"/>
      <p:bldP spid="403" grpId="0" animBg="1"/>
      <p:bldP spid="404" grpId="0" animBg="1"/>
      <p:bldP spid="405" grpId="0" animBg="1"/>
      <p:bldP spid="406" grpId="0" animBg="1"/>
      <p:bldP spid="407" grpId="0" animBg="1"/>
      <p:bldP spid="408" grpId="0" animBg="1"/>
      <p:bldP spid="409" grpId="0" animBg="1"/>
      <p:bldP spid="410" grpId="0" animBg="1"/>
      <p:bldP spid="411" grpId="0" animBg="1"/>
      <p:bldP spid="412" grpId="0" animBg="1"/>
      <p:bldP spid="413" grpId="0" animBg="1"/>
      <p:bldP spid="414" grpId="0" animBg="1"/>
      <p:bldP spid="415" grpId="0" animBg="1"/>
      <p:bldP spid="416" grpId="0" animBg="1"/>
      <p:bldP spid="417" grpId="0" animBg="1"/>
      <p:bldP spid="418" grpId="0" animBg="1"/>
      <p:bldP spid="419" grpId="0" animBg="1"/>
      <p:bldP spid="4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">
            <a:extLst>
              <a:ext uri="{FF2B5EF4-FFF2-40B4-BE49-F238E27FC236}">
                <a16:creationId xmlns:a16="http://schemas.microsoft.com/office/drawing/2014/main" id="{7127A436-1205-F779-9726-BB262953E36C}"/>
              </a:ext>
            </a:extLst>
          </p:cNvPr>
          <p:cNvSpPr/>
          <p:nvPr/>
        </p:nvSpPr>
        <p:spPr>
          <a:xfrm>
            <a:off x="389438" y="281252"/>
            <a:ext cx="647346" cy="43197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A</a:t>
            </a:r>
            <a:endParaRPr lang="sq-XK" sz="2400" dirty="0"/>
          </a:p>
        </p:txBody>
      </p:sp>
      <p:sp>
        <p:nvSpPr>
          <p:cNvPr id="8" name="B">
            <a:extLst>
              <a:ext uri="{FF2B5EF4-FFF2-40B4-BE49-F238E27FC236}">
                <a16:creationId xmlns:a16="http://schemas.microsoft.com/office/drawing/2014/main" id="{80847C29-BDAF-9EB3-0459-55C88B306AEC}"/>
              </a:ext>
            </a:extLst>
          </p:cNvPr>
          <p:cNvSpPr/>
          <p:nvPr/>
        </p:nvSpPr>
        <p:spPr>
          <a:xfrm>
            <a:off x="1141746" y="269226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B</a:t>
            </a:r>
            <a:endParaRPr lang="sq-XK" sz="2400" dirty="0"/>
          </a:p>
        </p:txBody>
      </p:sp>
      <p:sp>
        <p:nvSpPr>
          <p:cNvPr id="9" name="C">
            <a:extLst>
              <a:ext uri="{FF2B5EF4-FFF2-40B4-BE49-F238E27FC236}">
                <a16:creationId xmlns:a16="http://schemas.microsoft.com/office/drawing/2014/main" id="{D04D410C-975F-22F8-9876-28AC2179DC69}"/>
              </a:ext>
            </a:extLst>
          </p:cNvPr>
          <p:cNvSpPr/>
          <p:nvPr/>
        </p:nvSpPr>
        <p:spPr>
          <a:xfrm>
            <a:off x="1757383" y="269227"/>
            <a:ext cx="575174" cy="43197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C</a:t>
            </a:r>
            <a:endParaRPr lang="sq-XK" sz="2400" dirty="0"/>
          </a:p>
        </p:txBody>
      </p:sp>
      <p:sp>
        <p:nvSpPr>
          <p:cNvPr id="10" name="Ç">
            <a:extLst>
              <a:ext uri="{FF2B5EF4-FFF2-40B4-BE49-F238E27FC236}">
                <a16:creationId xmlns:a16="http://schemas.microsoft.com/office/drawing/2014/main" id="{5D0E20B3-38C0-AFDB-B7E5-CF587BF9670E}"/>
              </a:ext>
            </a:extLst>
          </p:cNvPr>
          <p:cNvSpPr/>
          <p:nvPr/>
        </p:nvSpPr>
        <p:spPr>
          <a:xfrm>
            <a:off x="2329279" y="263214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Ç</a:t>
            </a:r>
            <a:endParaRPr lang="sq-XK" sz="2400" dirty="0"/>
          </a:p>
        </p:txBody>
      </p:sp>
      <p:sp>
        <p:nvSpPr>
          <p:cNvPr id="11" name="D">
            <a:extLst>
              <a:ext uri="{FF2B5EF4-FFF2-40B4-BE49-F238E27FC236}">
                <a16:creationId xmlns:a16="http://schemas.microsoft.com/office/drawing/2014/main" id="{ACA72B8F-B5FC-8051-49F6-4A4C858DE1FF}"/>
              </a:ext>
            </a:extLst>
          </p:cNvPr>
          <p:cNvSpPr/>
          <p:nvPr/>
        </p:nvSpPr>
        <p:spPr>
          <a:xfrm>
            <a:off x="2902271" y="269226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D</a:t>
            </a:r>
            <a:endParaRPr lang="sq-XK" sz="2400" dirty="0"/>
          </a:p>
        </p:txBody>
      </p:sp>
      <p:sp>
        <p:nvSpPr>
          <p:cNvPr id="12" name="DH">
            <a:extLst>
              <a:ext uri="{FF2B5EF4-FFF2-40B4-BE49-F238E27FC236}">
                <a16:creationId xmlns:a16="http://schemas.microsoft.com/office/drawing/2014/main" id="{B77C4B40-8AF7-18DE-3C06-A42ED722BA4B}"/>
              </a:ext>
            </a:extLst>
          </p:cNvPr>
          <p:cNvSpPr/>
          <p:nvPr/>
        </p:nvSpPr>
        <p:spPr>
          <a:xfrm>
            <a:off x="3584609" y="263214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/>
              <a:t>DH</a:t>
            </a:r>
            <a:endParaRPr lang="sq-XK" sz="2000" dirty="0"/>
          </a:p>
        </p:txBody>
      </p:sp>
      <p:sp>
        <p:nvSpPr>
          <p:cNvPr id="13" name="E">
            <a:extLst>
              <a:ext uri="{FF2B5EF4-FFF2-40B4-BE49-F238E27FC236}">
                <a16:creationId xmlns:a16="http://schemas.microsoft.com/office/drawing/2014/main" id="{82ABEE83-FEC8-6932-EB2B-7AB725460F38}"/>
              </a:ext>
            </a:extLst>
          </p:cNvPr>
          <p:cNvSpPr/>
          <p:nvPr/>
        </p:nvSpPr>
        <p:spPr>
          <a:xfrm>
            <a:off x="4217726" y="281252"/>
            <a:ext cx="518307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E</a:t>
            </a:r>
            <a:endParaRPr lang="sq-XK" sz="2400" dirty="0"/>
          </a:p>
        </p:txBody>
      </p:sp>
      <p:sp>
        <p:nvSpPr>
          <p:cNvPr id="14" name="Ë">
            <a:extLst>
              <a:ext uri="{FF2B5EF4-FFF2-40B4-BE49-F238E27FC236}">
                <a16:creationId xmlns:a16="http://schemas.microsoft.com/office/drawing/2014/main" id="{47C887DA-CEE0-9C00-E12A-0051D6F58E2A}"/>
              </a:ext>
            </a:extLst>
          </p:cNvPr>
          <p:cNvSpPr/>
          <p:nvPr/>
        </p:nvSpPr>
        <p:spPr>
          <a:xfrm>
            <a:off x="4841027" y="28125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Ë</a:t>
            </a:r>
            <a:endParaRPr lang="sq-XK" sz="2400" dirty="0"/>
          </a:p>
        </p:txBody>
      </p:sp>
      <p:sp>
        <p:nvSpPr>
          <p:cNvPr id="15" name="F">
            <a:extLst>
              <a:ext uri="{FF2B5EF4-FFF2-40B4-BE49-F238E27FC236}">
                <a16:creationId xmlns:a16="http://schemas.microsoft.com/office/drawing/2014/main" id="{E34CE2C2-A390-60AE-13DC-7914206BA11A}"/>
              </a:ext>
            </a:extLst>
          </p:cNvPr>
          <p:cNvSpPr/>
          <p:nvPr/>
        </p:nvSpPr>
        <p:spPr>
          <a:xfrm>
            <a:off x="5513501" y="28125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F</a:t>
            </a:r>
            <a:endParaRPr lang="sq-XK" sz="2400" dirty="0"/>
          </a:p>
        </p:txBody>
      </p:sp>
      <p:sp>
        <p:nvSpPr>
          <p:cNvPr id="16" name="G">
            <a:extLst>
              <a:ext uri="{FF2B5EF4-FFF2-40B4-BE49-F238E27FC236}">
                <a16:creationId xmlns:a16="http://schemas.microsoft.com/office/drawing/2014/main" id="{8C0A3064-8421-49BB-BB65-C7BC4AB9C588}"/>
              </a:ext>
            </a:extLst>
          </p:cNvPr>
          <p:cNvSpPr/>
          <p:nvPr/>
        </p:nvSpPr>
        <p:spPr>
          <a:xfrm>
            <a:off x="6120397" y="269226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G</a:t>
            </a:r>
            <a:endParaRPr lang="sq-XK" sz="2400" dirty="0"/>
          </a:p>
        </p:txBody>
      </p:sp>
      <p:sp>
        <p:nvSpPr>
          <p:cNvPr id="17" name="GJ">
            <a:extLst>
              <a:ext uri="{FF2B5EF4-FFF2-40B4-BE49-F238E27FC236}">
                <a16:creationId xmlns:a16="http://schemas.microsoft.com/office/drawing/2014/main" id="{DF7F133F-B053-C122-9C89-5618D6F329B3}"/>
              </a:ext>
            </a:extLst>
          </p:cNvPr>
          <p:cNvSpPr/>
          <p:nvPr/>
        </p:nvSpPr>
        <p:spPr>
          <a:xfrm>
            <a:off x="6769898" y="28125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GJ</a:t>
            </a:r>
            <a:endParaRPr lang="sq-XK" sz="2400" dirty="0"/>
          </a:p>
        </p:txBody>
      </p:sp>
      <p:sp>
        <p:nvSpPr>
          <p:cNvPr id="18" name="H">
            <a:extLst>
              <a:ext uri="{FF2B5EF4-FFF2-40B4-BE49-F238E27FC236}">
                <a16:creationId xmlns:a16="http://schemas.microsoft.com/office/drawing/2014/main" id="{1FA68389-B089-2F0C-C341-A0CE53B78AAC}"/>
              </a:ext>
            </a:extLst>
          </p:cNvPr>
          <p:cNvSpPr/>
          <p:nvPr/>
        </p:nvSpPr>
        <p:spPr>
          <a:xfrm>
            <a:off x="7419426" y="28125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H</a:t>
            </a:r>
            <a:endParaRPr lang="sq-XK" sz="2400" dirty="0"/>
          </a:p>
        </p:txBody>
      </p:sp>
      <p:sp>
        <p:nvSpPr>
          <p:cNvPr id="19" name="I">
            <a:extLst>
              <a:ext uri="{FF2B5EF4-FFF2-40B4-BE49-F238E27FC236}">
                <a16:creationId xmlns:a16="http://schemas.microsoft.com/office/drawing/2014/main" id="{FE1C4CE4-4AB2-F7B0-047E-47EA08A21B05}"/>
              </a:ext>
            </a:extLst>
          </p:cNvPr>
          <p:cNvSpPr/>
          <p:nvPr/>
        </p:nvSpPr>
        <p:spPr>
          <a:xfrm>
            <a:off x="8060230" y="28125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I</a:t>
            </a:r>
            <a:endParaRPr lang="sq-XK" sz="2400" dirty="0"/>
          </a:p>
        </p:txBody>
      </p:sp>
      <p:sp>
        <p:nvSpPr>
          <p:cNvPr id="20" name="J">
            <a:extLst>
              <a:ext uri="{FF2B5EF4-FFF2-40B4-BE49-F238E27FC236}">
                <a16:creationId xmlns:a16="http://schemas.microsoft.com/office/drawing/2014/main" id="{5661557C-5D43-0F89-57E3-B8F9B92DB785}"/>
              </a:ext>
            </a:extLst>
          </p:cNvPr>
          <p:cNvSpPr/>
          <p:nvPr/>
        </p:nvSpPr>
        <p:spPr>
          <a:xfrm>
            <a:off x="8675814" y="281251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J</a:t>
            </a:r>
            <a:endParaRPr lang="sq-XK" sz="2400" dirty="0"/>
          </a:p>
        </p:txBody>
      </p:sp>
      <p:sp>
        <p:nvSpPr>
          <p:cNvPr id="21" name="K">
            <a:extLst>
              <a:ext uri="{FF2B5EF4-FFF2-40B4-BE49-F238E27FC236}">
                <a16:creationId xmlns:a16="http://schemas.microsoft.com/office/drawing/2014/main" id="{E5CF65F7-9058-57AD-A047-82892AB21E77}"/>
              </a:ext>
            </a:extLst>
          </p:cNvPr>
          <p:cNvSpPr/>
          <p:nvPr/>
        </p:nvSpPr>
        <p:spPr>
          <a:xfrm>
            <a:off x="9302432" y="281251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K</a:t>
            </a:r>
            <a:endParaRPr lang="sq-XK" sz="2400" dirty="0"/>
          </a:p>
        </p:txBody>
      </p:sp>
      <p:sp>
        <p:nvSpPr>
          <p:cNvPr id="22" name="L">
            <a:extLst>
              <a:ext uri="{FF2B5EF4-FFF2-40B4-BE49-F238E27FC236}">
                <a16:creationId xmlns:a16="http://schemas.microsoft.com/office/drawing/2014/main" id="{46F53768-6483-A477-9EDE-8F25035A5ECF}"/>
              </a:ext>
            </a:extLst>
          </p:cNvPr>
          <p:cNvSpPr/>
          <p:nvPr/>
        </p:nvSpPr>
        <p:spPr>
          <a:xfrm>
            <a:off x="9891808" y="281251"/>
            <a:ext cx="579536" cy="414854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L</a:t>
            </a:r>
            <a:endParaRPr lang="sq-XK" sz="2400" dirty="0"/>
          </a:p>
        </p:txBody>
      </p:sp>
      <p:sp>
        <p:nvSpPr>
          <p:cNvPr id="23" name="LL">
            <a:extLst>
              <a:ext uri="{FF2B5EF4-FFF2-40B4-BE49-F238E27FC236}">
                <a16:creationId xmlns:a16="http://schemas.microsoft.com/office/drawing/2014/main" id="{05D8F148-033A-E09E-645E-5ED0FD50B7D6}"/>
              </a:ext>
            </a:extLst>
          </p:cNvPr>
          <p:cNvSpPr/>
          <p:nvPr/>
        </p:nvSpPr>
        <p:spPr>
          <a:xfrm>
            <a:off x="10588389" y="263213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LL</a:t>
            </a:r>
            <a:endParaRPr lang="sq-XK" sz="2400" dirty="0"/>
          </a:p>
        </p:txBody>
      </p:sp>
      <p:sp>
        <p:nvSpPr>
          <p:cNvPr id="24" name="M">
            <a:extLst>
              <a:ext uri="{FF2B5EF4-FFF2-40B4-BE49-F238E27FC236}">
                <a16:creationId xmlns:a16="http://schemas.microsoft.com/office/drawing/2014/main" id="{40C008EC-2E76-30E2-0AEF-5BDC8229250B}"/>
              </a:ext>
            </a:extLst>
          </p:cNvPr>
          <p:cNvSpPr/>
          <p:nvPr/>
        </p:nvSpPr>
        <p:spPr>
          <a:xfrm>
            <a:off x="11243335" y="26321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M</a:t>
            </a:r>
            <a:endParaRPr lang="sq-XK" sz="2400" dirty="0"/>
          </a:p>
        </p:txBody>
      </p:sp>
      <p:sp>
        <p:nvSpPr>
          <p:cNvPr id="25" name="N">
            <a:extLst>
              <a:ext uri="{FF2B5EF4-FFF2-40B4-BE49-F238E27FC236}">
                <a16:creationId xmlns:a16="http://schemas.microsoft.com/office/drawing/2014/main" id="{38979201-5C5A-70DD-D62F-02201F04729C}"/>
              </a:ext>
            </a:extLst>
          </p:cNvPr>
          <p:cNvSpPr/>
          <p:nvPr/>
        </p:nvSpPr>
        <p:spPr>
          <a:xfrm>
            <a:off x="412788" y="780641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N</a:t>
            </a:r>
            <a:endParaRPr lang="sq-XK" sz="2400" dirty="0"/>
          </a:p>
        </p:txBody>
      </p:sp>
      <p:sp>
        <p:nvSpPr>
          <p:cNvPr id="29" name="RR">
            <a:extLst>
              <a:ext uri="{FF2B5EF4-FFF2-40B4-BE49-F238E27FC236}">
                <a16:creationId xmlns:a16="http://schemas.microsoft.com/office/drawing/2014/main" id="{BFA860B4-2D5F-E2DC-AC98-F15A345E4292}"/>
              </a:ext>
            </a:extLst>
          </p:cNvPr>
          <p:cNvSpPr/>
          <p:nvPr/>
        </p:nvSpPr>
        <p:spPr>
          <a:xfrm>
            <a:off x="4210272" y="73397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RR</a:t>
            </a:r>
            <a:endParaRPr lang="sq-XK" sz="2400" dirty="0"/>
          </a:p>
        </p:txBody>
      </p:sp>
      <p:sp>
        <p:nvSpPr>
          <p:cNvPr id="30" name="S">
            <a:extLst>
              <a:ext uri="{FF2B5EF4-FFF2-40B4-BE49-F238E27FC236}">
                <a16:creationId xmlns:a16="http://schemas.microsoft.com/office/drawing/2014/main" id="{9FAD3DCE-02B3-3323-89C6-A1DD379ED779}"/>
              </a:ext>
            </a:extLst>
          </p:cNvPr>
          <p:cNvSpPr/>
          <p:nvPr/>
        </p:nvSpPr>
        <p:spPr>
          <a:xfrm>
            <a:off x="4879224" y="733970"/>
            <a:ext cx="466727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S</a:t>
            </a:r>
            <a:endParaRPr lang="sq-XK" sz="2400" dirty="0"/>
          </a:p>
        </p:txBody>
      </p:sp>
      <p:sp>
        <p:nvSpPr>
          <p:cNvPr id="31" name="SH">
            <a:extLst>
              <a:ext uri="{FF2B5EF4-FFF2-40B4-BE49-F238E27FC236}">
                <a16:creationId xmlns:a16="http://schemas.microsoft.com/office/drawing/2014/main" id="{71771A2D-009E-DCD8-D5EC-113BFDF168DA}"/>
              </a:ext>
            </a:extLst>
          </p:cNvPr>
          <p:cNvSpPr/>
          <p:nvPr/>
        </p:nvSpPr>
        <p:spPr>
          <a:xfrm>
            <a:off x="5493029" y="73397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SH</a:t>
            </a:r>
            <a:endParaRPr lang="sq-XK" sz="2400" dirty="0"/>
          </a:p>
        </p:txBody>
      </p:sp>
      <p:sp>
        <p:nvSpPr>
          <p:cNvPr id="32" name="T">
            <a:extLst>
              <a:ext uri="{FF2B5EF4-FFF2-40B4-BE49-F238E27FC236}">
                <a16:creationId xmlns:a16="http://schemas.microsoft.com/office/drawing/2014/main" id="{692AA0F4-BBD7-88A2-EF4D-42CF1AB43610}"/>
              </a:ext>
            </a:extLst>
          </p:cNvPr>
          <p:cNvSpPr/>
          <p:nvPr/>
        </p:nvSpPr>
        <p:spPr>
          <a:xfrm>
            <a:off x="6160703" y="73397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T</a:t>
            </a:r>
            <a:endParaRPr lang="sq-XK" sz="2400" dirty="0"/>
          </a:p>
        </p:txBody>
      </p:sp>
      <p:sp>
        <p:nvSpPr>
          <p:cNvPr id="33" name="TH">
            <a:extLst>
              <a:ext uri="{FF2B5EF4-FFF2-40B4-BE49-F238E27FC236}">
                <a16:creationId xmlns:a16="http://schemas.microsoft.com/office/drawing/2014/main" id="{C5D913B7-C229-A5C3-733C-BE426F6F93D6}"/>
              </a:ext>
            </a:extLst>
          </p:cNvPr>
          <p:cNvSpPr/>
          <p:nvPr/>
        </p:nvSpPr>
        <p:spPr>
          <a:xfrm>
            <a:off x="6793642" y="722501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TH</a:t>
            </a:r>
            <a:endParaRPr lang="sq-XK" sz="2400" dirty="0"/>
          </a:p>
        </p:txBody>
      </p:sp>
      <p:sp>
        <p:nvSpPr>
          <p:cNvPr id="34" name="U">
            <a:extLst>
              <a:ext uri="{FF2B5EF4-FFF2-40B4-BE49-F238E27FC236}">
                <a16:creationId xmlns:a16="http://schemas.microsoft.com/office/drawing/2014/main" id="{0C2E5247-7C1B-5CC4-9374-EAE4D9973809}"/>
              </a:ext>
            </a:extLst>
          </p:cNvPr>
          <p:cNvSpPr/>
          <p:nvPr/>
        </p:nvSpPr>
        <p:spPr>
          <a:xfrm>
            <a:off x="7407672" y="73397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U</a:t>
            </a:r>
            <a:endParaRPr lang="sq-XK" sz="2400" dirty="0"/>
          </a:p>
        </p:txBody>
      </p:sp>
      <p:sp>
        <p:nvSpPr>
          <p:cNvPr id="35" name="V">
            <a:extLst>
              <a:ext uri="{FF2B5EF4-FFF2-40B4-BE49-F238E27FC236}">
                <a16:creationId xmlns:a16="http://schemas.microsoft.com/office/drawing/2014/main" id="{BFD0C8D1-FF57-3B4E-0F76-5C5A62E5162F}"/>
              </a:ext>
            </a:extLst>
          </p:cNvPr>
          <p:cNvSpPr/>
          <p:nvPr/>
        </p:nvSpPr>
        <p:spPr>
          <a:xfrm>
            <a:off x="8084944" y="73397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V</a:t>
            </a:r>
            <a:endParaRPr lang="sq-XK" sz="2400" dirty="0"/>
          </a:p>
        </p:txBody>
      </p:sp>
      <p:sp>
        <p:nvSpPr>
          <p:cNvPr id="36" name="X">
            <a:extLst>
              <a:ext uri="{FF2B5EF4-FFF2-40B4-BE49-F238E27FC236}">
                <a16:creationId xmlns:a16="http://schemas.microsoft.com/office/drawing/2014/main" id="{91ADF158-275A-1FF6-FB79-EE93497BC668}"/>
              </a:ext>
            </a:extLst>
          </p:cNvPr>
          <p:cNvSpPr/>
          <p:nvPr/>
        </p:nvSpPr>
        <p:spPr>
          <a:xfrm>
            <a:off x="8712233" y="748836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X</a:t>
            </a:r>
            <a:endParaRPr lang="sq-XK" sz="2400" dirty="0"/>
          </a:p>
        </p:txBody>
      </p:sp>
      <p:sp>
        <p:nvSpPr>
          <p:cNvPr id="37" name="XH">
            <a:extLst>
              <a:ext uri="{FF2B5EF4-FFF2-40B4-BE49-F238E27FC236}">
                <a16:creationId xmlns:a16="http://schemas.microsoft.com/office/drawing/2014/main" id="{EBE046FB-1C7C-CBD5-56EF-B8EDF6AD345F}"/>
              </a:ext>
            </a:extLst>
          </p:cNvPr>
          <p:cNvSpPr/>
          <p:nvPr/>
        </p:nvSpPr>
        <p:spPr>
          <a:xfrm>
            <a:off x="9309175" y="721166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XH</a:t>
            </a:r>
            <a:endParaRPr lang="sq-XK" sz="2400" dirty="0"/>
          </a:p>
        </p:txBody>
      </p:sp>
      <p:sp>
        <p:nvSpPr>
          <p:cNvPr id="38" name="Y">
            <a:extLst>
              <a:ext uri="{FF2B5EF4-FFF2-40B4-BE49-F238E27FC236}">
                <a16:creationId xmlns:a16="http://schemas.microsoft.com/office/drawing/2014/main" id="{5DEC1F19-641A-70FD-23FF-5D3674F51C1F}"/>
              </a:ext>
            </a:extLst>
          </p:cNvPr>
          <p:cNvSpPr/>
          <p:nvPr/>
        </p:nvSpPr>
        <p:spPr>
          <a:xfrm>
            <a:off x="9946621" y="73397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Y</a:t>
            </a:r>
            <a:endParaRPr lang="sq-XK" sz="2400" dirty="0"/>
          </a:p>
        </p:txBody>
      </p:sp>
      <p:sp>
        <p:nvSpPr>
          <p:cNvPr id="39" name="Z">
            <a:extLst>
              <a:ext uri="{FF2B5EF4-FFF2-40B4-BE49-F238E27FC236}">
                <a16:creationId xmlns:a16="http://schemas.microsoft.com/office/drawing/2014/main" id="{1EB45CFC-73B9-1EAD-6F86-DB520535EAEB}"/>
              </a:ext>
            </a:extLst>
          </p:cNvPr>
          <p:cNvSpPr/>
          <p:nvPr/>
        </p:nvSpPr>
        <p:spPr>
          <a:xfrm>
            <a:off x="10566935" y="746253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Z</a:t>
            </a:r>
            <a:endParaRPr lang="sq-XK" sz="2400" dirty="0"/>
          </a:p>
        </p:txBody>
      </p:sp>
      <p:sp>
        <p:nvSpPr>
          <p:cNvPr id="40" name="ZH">
            <a:extLst>
              <a:ext uri="{FF2B5EF4-FFF2-40B4-BE49-F238E27FC236}">
                <a16:creationId xmlns:a16="http://schemas.microsoft.com/office/drawing/2014/main" id="{C1637862-D87D-74AF-FF83-D32066FDEF98}"/>
              </a:ext>
            </a:extLst>
          </p:cNvPr>
          <p:cNvSpPr/>
          <p:nvPr/>
        </p:nvSpPr>
        <p:spPr>
          <a:xfrm>
            <a:off x="11210678" y="74625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ZH</a:t>
            </a:r>
            <a:endParaRPr lang="sq-XK" sz="2400" dirty="0"/>
          </a:p>
        </p:txBody>
      </p:sp>
      <p:sp>
        <p:nvSpPr>
          <p:cNvPr id="26" name="NJ">
            <a:extLst>
              <a:ext uri="{FF2B5EF4-FFF2-40B4-BE49-F238E27FC236}">
                <a16:creationId xmlns:a16="http://schemas.microsoft.com/office/drawing/2014/main" id="{5D20C09E-9F31-4E8F-82E9-6DA17F157D1E}"/>
              </a:ext>
            </a:extLst>
          </p:cNvPr>
          <p:cNvSpPr/>
          <p:nvPr/>
        </p:nvSpPr>
        <p:spPr>
          <a:xfrm>
            <a:off x="1047889" y="78064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NJ</a:t>
            </a:r>
            <a:endParaRPr lang="sq-XK" sz="2400" dirty="0"/>
          </a:p>
        </p:txBody>
      </p:sp>
      <p:sp>
        <p:nvSpPr>
          <p:cNvPr id="42" name="P">
            <a:extLst>
              <a:ext uri="{FF2B5EF4-FFF2-40B4-BE49-F238E27FC236}">
                <a16:creationId xmlns:a16="http://schemas.microsoft.com/office/drawing/2014/main" id="{36968340-EC59-4AD1-B69A-EEF4C061A957}"/>
              </a:ext>
            </a:extLst>
          </p:cNvPr>
          <p:cNvSpPr/>
          <p:nvPr/>
        </p:nvSpPr>
        <p:spPr>
          <a:xfrm>
            <a:off x="2347052" y="743994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P</a:t>
            </a:r>
            <a:endParaRPr lang="sq-XK" sz="2400" dirty="0"/>
          </a:p>
        </p:txBody>
      </p:sp>
      <p:sp>
        <p:nvSpPr>
          <p:cNvPr id="43" name="Q">
            <a:extLst>
              <a:ext uri="{FF2B5EF4-FFF2-40B4-BE49-F238E27FC236}">
                <a16:creationId xmlns:a16="http://schemas.microsoft.com/office/drawing/2014/main" id="{003FAD99-236C-1F51-3C20-AF9068DC9DCE}"/>
              </a:ext>
            </a:extLst>
          </p:cNvPr>
          <p:cNvSpPr/>
          <p:nvPr/>
        </p:nvSpPr>
        <p:spPr>
          <a:xfrm>
            <a:off x="2950670" y="76111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Q</a:t>
            </a:r>
            <a:endParaRPr lang="sq-XK" sz="2400" dirty="0"/>
          </a:p>
        </p:txBody>
      </p:sp>
      <p:sp>
        <p:nvSpPr>
          <p:cNvPr id="44" name="R">
            <a:extLst>
              <a:ext uri="{FF2B5EF4-FFF2-40B4-BE49-F238E27FC236}">
                <a16:creationId xmlns:a16="http://schemas.microsoft.com/office/drawing/2014/main" id="{500ACA0B-3B28-389F-5E36-E090EED6801D}"/>
              </a:ext>
            </a:extLst>
          </p:cNvPr>
          <p:cNvSpPr/>
          <p:nvPr/>
        </p:nvSpPr>
        <p:spPr>
          <a:xfrm>
            <a:off x="3554272" y="746254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R</a:t>
            </a:r>
            <a:endParaRPr lang="sq-XK" sz="2400" dirty="0"/>
          </a:p>
        </p:txBody>
      </p:sp>
      <p:sp>
        <p:nvSpPr>
          <p:cNvPr id="46" name="O">
            <a:extLst>
              <a:ext uri="{FF2B5EF4-FFF2-40B4-BE49-F238E27FC236}">
                <a16:creationId xmlns:a16="http://schemas.microsoft.com/office/drawing/2014/main" id="{FA9869B9-03B1-EDF0-9411-FE237095CA3D}"/>
              </a:ext>
            </a:extLst>
          </p:cNvPr>
          <p:cNvSpPr/>
          <p:nvPr/>
        </p:nvSpPr>
        <p:spPr>
          <a:xfrm>
            <a:off x="1714266" y="768307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O</a:t>
            </a:r>
            <a:endParaRPr lang="sq-XK" sz="2400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C5C18CE2-17AB-9E18-6D00-C105FE4CB064}"/>
              </a:ext>
            </a:extLst>
          </p:cNvPr>
          <p:cNvSpPr/>
          <p:nvPr/>
        </p:nvSpPr>
        <p:spPr>
          <a:xfrm>
            <a:off x="460464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7ECDAD3-3715-D953-1C41-88AD2085E7CE}"/>
              </a:ext>
            </a:extLst>
          </p:cNvPr>
          <p:cNvSpPr/>
          <p:nvPr/>
        </p:nvSpPr>
        <p:spPr>
          <a:xfrm>
            <a:off x="1489106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E8BBA81-143F-4E0F-71C0-AAB78B2F0087}"/>
              </a:ext>
            </a:extLst>
          </p:cNvPr>
          <p:cNvSpPr/>
          <p:nvPr/>
        </p:nvSpPr>
        <p:spPr>
          <a:xfrm>
            <a:off x="2499528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BCB7F255-1E18-6C81-68E9-30AC09458DB8}"/>
              </a:ext>
            </a:extLst>
          </p:cNvPr>
          <p:cNvSpPr/>
          <p:nvPr/>
        </p:nvSpPr>
        <p:spPr>
          <a:xfrm>
            <a:off x="3528499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EFF498C7-76B9-76E3-F52C-37EC88C5241D}"/>
              </a:ext>
            </a:extLst>
          </p:cNvPr>
          <p:cNvSpPr/>
          <p:nvPr/>
        </p:nvSpPr>
        <p:spPr>
          <a:xfrm>
            <a:off x="4566624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D0216DAC-194E-4FE3-814C-B49A58525FEE}"/>
              </a:ext>
            </a:extLst>
          </p:cNvPr>
          <p:cNvSpPr/>
          <p:nvPr/>
        </p:nvSpPr>
        <p:spPr>
          <a:xfrm>
            <a:off x="460464" y="2629649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530D7B38-3ED2-3771-A70E-B721F1E5DDBC}"/>
              </a:ext>
            </a:extLst>
          </p:cNvPr>
          <p:cNvSpPr/>
          <p:nvPr/>
        </p:nvSpPr>
        <p:spPr>
          <a:xfrm>
            <a:off x="1489106" y="2629649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0BCC0FB8-1E83-C55C-5922-F27AF762CACB}"/>
              </a:ext>
            </a:extLst>
          </p:cNvPr>
          <p:cNvSpPr/>
          <p:nvPr/>
        </p:nvSpPr>
        <p:spPr>
          <a:xfrm>
            <a:off x="2499528" y="2629649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075AA950-60A8-48A4-64BD-7A18990997CF}"/>
              </a:ext>
            </a:extLst>
          </p:cNvPr>
          <p:cNvSpPr/>
          <p:nvPr/>
        </p:nvSpPr>
        <p:spPr>
          <a:xfrm>
            <a:off x="3528499" y="2629649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5D7102F-8E2D-C196-89D7-09996A398443}"/>
              </a:ext>
            </a:extLst>
          </p:cNvPr>
          <p:cNvSpPr/>
          <p:nvPr/>
        </p:nvSpPr>
        <p:spPr>
          <a:xfrm>
            <a:off x="4566624" y="2629649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E94502F1-302C-C5A6-B0CF-79C0B9775B7C}"/>
              </a:ext>
            </a:extLst>
          </p:cNvPr>
          <p:cNvSpPr/>
          <p:nvPr/>
        </p:nvSpPr>
        <p:spPr>
          <a:xfrm>
            <a:off x="5616420" y="2618313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44540913-7F1E-4314-C6F9-0D8D9C604721}"/>
              </a:ext>
            </a:extLst>
          </p:cNvPr>
          <p:cNvSpPr/>
          <p:nvPr/>
        </p:nvSpPr>
        <p:spPr>
          <a:xfrm>
            <a:off x="6645062" y="2618313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988A63C-31C9-B0E1-D575-A86EE28EE400}"/>
              </a:ext>
            </a:extLst>
          </p:cNvPr>
          <p:cNvSpPr/>
          <p:nvPr/>
        </p:nvSpPr>
        <p:spPr>
          <a:xfrm>
            <a:off x="7655484" y="2618313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58471FE-9802-FBE9-8DC6-7CD1E28AC8A4}"/>
              </a:ext>
            </a:extLst>
          </p:cNvPr>
          <p:cNvSpPr/>
          <p:nvPr/>
        </p:nvSpPr>
        <p:spPr>
          <a:xfrm>
            <a:off x="8684455" y="2618313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2F9C913-5CC8-7A37-7FA2-3B4B5BFA975F}"/>
              </a:ext>
            </a:extLst>
          </p:cNvPr>
          <p:cNvSpPr/>
          <p:nvPr/>
        </p:nvSpPr>
        <p:spPr>
          <a:xfrm>
            <a:off x="9722580" y="2618313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244190D-4568-03A5-1D0F-DEF8CCAC98CE}"/>
              </a:ext>
            </a:extLst>
          </p:cNvPr>
          <p:cNvSpPr/>
          <p:nvPr/>
        </p:nvSpPr>
        <p:spPr>
          <a:xfrm>
            <a:off x="5590457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9A1F7FDC-95D2-DFE0-4637-9B65268A3916}"/>
              </a:ext>
            </a:extLst>
          </p:cNvPr>
          <p:cNvSpPr/>
          <p:nvPr/>
        </p:nvSpPr>
        <p:spPr>
          <a:xfrm>
            <a:off x="6619099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53850E2F-A35F-63CE-10AD-69EE950D85AE}"/>
              </a:ext>
            </a:extLst>
          </p:cNvPr>
          <p:cNvSpPr/>
          <p:nvPr/>
        </p:nvSpPr>
        <p:spPr>
          <a:xfrm>
            <a:off x="7629521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AAB43BF-B977-E3BE-894F-66E5801350CA}"/>
              </a:ext>
            </a:extLst>
          </p:cNvPr>
          <p:cNvSpPr/>
          <p:nvPr/>
        </p:nvSpPr>
        <p:spPr>
          <a:xfrm>
            <a:off x="8658492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A1A5B9D-C197-363D-C380-BEFE77B24C43}"/>
              </a:ext>
            </a:extLst>
          </p:cNvPr>
          <p:cNvSpPr/>
          <p:nvPr/>
        </p:nvSpPr>
        <p:spPr>
          <a:xfrm>
            <a:off x="9696617" y="1423720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270A7E6D-B67A-42FF-139B-F3ABB22122FA}"/>
              </a:ext>
            </a:extLst>
          </p:cNvPr>
          <p:cNvSpPr/>
          <p:nvPr/>
        </p:nvSpPr>
        <p:spPr>
          <a:xfrm>
            <a:off x="10751773" y="1441466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435" name="Rectangle 434">
            <a:extLst>
              <a:ext uri="{FF2B5EF4-FFF2-40B4-BE49-F238E27FC236}">
                <a16:creationId xmlns:a16="http://schemas.microsoft.com/office/drawing/2014/main" id="{236B133C-EF25-79AA-74FA-26002269D058}"/>
              </a:ext>
            </a:extLst>
          </p:cNvPr>
          <p:cNvSpPr/>
          <p:nvPr/>
        </p:nvSpPr>
        <p:spPr>
          <a:xfrm>
            <a:off x="10760705" y="2614689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DFC733-AD3F-6A9E-9A22-8F4AD3712D32}"/>
              </a:ext>
            </a:extLst>
          </p:cNvPr>
          <p:cNvSpPr/>
          <p:nvPr/>
        </p:nvSpPr>
        <p:spPr>
          <a:xfrm>
            <a:off x="377996" y="389482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E4FD94D-F58F-942E-1B63-1153A01D77C8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527D9E4-B73F-B9F7-BA9B-B4DC5F1E3971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9930C69-2CAE-536B-0B1F-3452CDF58DB3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8309644-DE46-72C0-44AB-E8B44774B374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257D2A3-3532-2E33-A409-20ED309BFFE9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0BA2119-5C12-8047-D819-F9DB2551351D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D7B7F51-B2DC-FA32-1F5C-E71A91C1AB4C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2FB2796-8A74-7C37-9CC9-BCA4346FEE3F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86FD842-8770-6940-ABAC-64F1765529E0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254D310-2F5E-8AAA-9BCA-8C8DADE2C222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9209C3B-8CBC-CC5C-638C-933B817E7798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1F6763D-1A4E-B88E-B7AE-A0DF8F0A2EBD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2D9B51C1-C23C-A1FE-9B85-B55690C563ED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9DD2D3A5-8EA7-2B25-127D-95DE315C4120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D45113B1-FE79-5EBA-0BFB-274A29DF954B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B3E3E79-4CA0-AECC-655A-8BC9F62BEF07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3EA1C7FC-22C7-30EB-F703-E4D21D515AB9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87383242-0F9C-5CF6-41C1-DF74EADD3060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96EA4113-0A22-1EF0-3414-0C2B27CFFCAB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7BC1647-6122-BABA-A756-0538CC43265C}"/>
              </a:ext>
            </a:extLst>
          </p:cNvPr>
          <p:cNvSpPr/>
          <p:nvPr/>
        </p:nvSpPr>
        <p:spPr>
          <a:xfrm>
            <a:off x="7793472" y="169576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BEB2E55C-A049-3208-B7D4-353DD2125A5D}"/>
              </a:ext>
            </a:extLst>
          </p:cNvPr>
          <p:cNvSpPr/>
          <p:nvPr/>
        </p:nvSpPr>
        <p:spPr>
          <a:xfrm>
            <a:off x="3666487" y="166288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E0EF2E71-986E-2067-4D04-2525772D8B7E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C6CAAD92-0315-3A47-FCFE-BB24FB864241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37F701EA-7E40-02B9-5A38-D3038744B7AA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2719D6EC-438B-14E0-05C3-4793EF854D93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BB6126C1-742A-6471-257E-B88C6E58BF1C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63A45BFC-8767-6678-D1BE-A823DBCFB7A8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BB3DE60B-AE1D-2AB2-AF37-8D8672BB6123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439F587C-FB2B-868B-0714-49FDDC496029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C594F43E-B604-2637-AC71-F6F0E6487FC4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FBB9A3AB-69AA-8330-8524-1C8D300DC62F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4B2A7EF3-7EE3-4AFD-F245-0890E504FD9D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BE60FCBD-7D5A-B2C3-2593-2F13AECB853F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220348AA-3AEA-488E-164E-BBFDF4F0EA49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11202790-60ED-1EEC-9892-450BE4C5EDEC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A7B4C033-02E0-4403-D190-276AE89E484E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311860E3-949B-60B6-7D8D-5F6AF1F7C344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82666AD8-63FC-C16C-D559-323ACA5B424E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F7083098-AFA7-69AF-EF96-15866BE28C43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78C97798-A1F9-84B2-5CF2-FC33084FA19B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AB08FAC5-0913-BB9B-4097-177FC70FA776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7E31202C-A19C-2B20-AEFA-F7331457EA0C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81CD8C70-4A39-05FC-4805-FF102727A873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A1120DC8-4B27-5D84-D042-C032361514D3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75826864-3D0E-BE91-0668-7A97C80162CB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E595BC1-8F54-14A0-EE18-8A38BA7EB9E0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A83DD4F5-BDFC-3A79-AB55-4A7560608B25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A0217FC9-4AA5-A3C0-7D7B-DCBB307E77A0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53ECE0B9-5A0E-E0EF-66CF-1D7D358552D9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9A5C86E1-A801-E765-373F-99EBCFFC97A9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16DD9015-F096-82E3-3F31-AA3DB0A8584A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46C9C310-5225-1E46-4BFC-5AD5F2FA8AEC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2CCCF095-0E4B-2F3F-EF98-938F8B9579B5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D7470E3F-CF54-9BE0-A638-7078A2EAEB1C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086439DC-755B-7031-709C-D5477E867FB7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19169FD2-6D5D-A6DF-0ABC-D126BC591709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635D594D-B5D1-3581-23DD-77ECCFD9FA8F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32AD203C-32D4-EE50-13B3-92E24DF59B70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8189B762-100B-55F2-913E-0DD5CE415153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C06B683C-4C34-C4A0-FE38-AF4E555DFFFA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F37707C7-7577-B287-611C-480CD38B5FBA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40951A8B-9FF4-C704-2750-4BC2566170B7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546D9835-F023-1414-D5A5-3EC80BCEE2DC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6D960E6E-10F4-FE5C-ECCA-344ABC939384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D004174B-EFF7-2B4D-63FA-17A067EDE637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B60F6BAA-95C5-165E-CBD8-2A1CCE3C0565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FFB32DC4-FD51-6EBF-81EE-802FA61961B6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CBA2C44A-92A8-84A3-D25F-623D0B78938A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540533B1-6D7E-8D19-0CCF-41FDA7B18BC0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A27E5B4D-253C-5996-48F8-3D37D14F2E91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8A8F45A0-153A-CCCE-90ED-0B15F71308D4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30509E34-6C7E-7072-3217-3C1444AE5AC9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0331F73B-35A1-F015-E178-EE172462EC8B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23FC285D-FDAA-E96A-CBD6-6DBC465499E6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958DECA2-B570-5544-7299-859E6AD69C98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37C2AD29-EEA9-9770-30AC-6EA9BADEF466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984CBC33-FBCE-361D-7D1C-DECEC817F810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DEA56CFE-8C14-881E-DBE8-63280A131168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CC40AAD9-C718-682A-2A67-2608701C8915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08D76BBA-F5B4-C280-956E-4290ADDC7F41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B9A1E2FE-5424-D766-E350-A823425FD45E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9A28C11B-1279-2286-A5CF-4EFD024A383C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F3BF2109-690D-0876-693F-9D829A975AB6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E3AE0815-CC26-ABC4-974C-9FFA56106067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F4775E2D-9C57-38B4-A1A2-1E3A599A1EEA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E3B3DC5C-7805-5211-0073-574D5DF84CB0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57378577-F5DB-B646-9976-571841B98783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444C80D2-0848-AF79-97C3-CA27A1EF6F07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982B816-46C3-6C66-81AD-F6F205F11288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108F5CCC-F585-EE3D-08D9-F2F05133FC14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5B742DA0-5767-2889-ED42-9FE48B79E20E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B0B6EDED-954A-01F6-C1E6-2B8BEF24A7B2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8B572E3-C158-9C02-AD8E-CB9DF17A9861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48FD1C68-2BBB-C62E-054E-2D6F8BB676B0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DADF5114-E5A7-46AB-5BA2-CFD5C2543F00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19B41FD4-661E-C1AE-D4A6-E32995D2E6D6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7C34DA2-D644-3398-6474-A4A187309542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352AD62-7D69-A046-FE2D-4D3DE2923B20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1F3795EE-E596-6168-7B52-74C001ADEAB7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909FC51D-D1F7-7CA1-D86B-734648563A42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33FF83A9-1A8E-D368-DAD7-9D812FD663E5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FF79178C-F02D-4029-0F08-88C4263F43DC}"/>
              </a:ext>
            </a:extLst>
          </p:cNvPr>
          <p:cNvSpPr/>
          <p:nvPr/>
        </p:nvSpPr>
        <p:spPr>
          <a:xfrm>
            <a:off x="2616072" y="163884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E8D1ECBF-8AB6-A0D5-5255-C2A3FF6E99BA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26756CDC-9917-D902-2016-A8E3598D4E52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C262B797-CC39-850A-7B9E-BB2A2418D5C4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446F4FAC-524E-2308-9113-4535A662E8F5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BDE3B019-9316-73FB-7D8F-ECD42C0D3BA4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EA03FC36-DF97-27BD-1F01-6D5EDBF4EB61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AAD2832E-B449-D1B7-E717-93C4236878C7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9042D536-90B1-834C-1AD5-C42A87210293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867472E4-72C4-AB59-A4F2-03A13C193EFA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3691FB91-E9DD-1629-D3FC-A3FA9CDDDDE3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CF5878FA-E376-F68B-60FF-59AB2249B062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4B901B58-082D-9DEC-E863-561FD21A9807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36E35FAE-9EBE-5DD2-DDDA-CA84AB27DE69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C636B4D3-27E3-78D3-4335-3B92366BA9BD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ADDC1C0A-AEEB-B02E-9079-7CD4F904A7E4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3DA0F6BB-7940-8F4D-5310-6102FFE7C9ED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9DE8EAFE-B8F3-B923-ACB9-13821A826BA8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444A1F39-6B04-190A-AF12-556C6E8367D0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A8C470C-8360-FDF8-5E9B-4F59D3C62C26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2DBB3F9-418C-3C69-7A7C-E4A53556149F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F6DC1B3-E4D8-8552-98AE-82E3B26D4E04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DDDE5A5-B9BE-3340-C2FB-AAD742EE7960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950CB53-E761-79DE-35A8-31B76FFA2FC8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54865E8-05DF-C224-BDDC-B36A0ECCD712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E2853187-A67C-0C53-5356-80477A719699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69000CC-CCA6-AD54-5684-9DEBFA237979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DB5DC7C5-C06D-2023-6451-C01A6D626703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4CF5E55D-D2DB-7B63-63E2-A8BBFD9FBDE9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DBDD35E0-1C41-EBF5-0974-93073D0F2F4B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BC8AACA4-5960-73DA-17F6-FA0C5EFD012A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5B0B8DF4-7286-7B9E-2A05-F3223905CD7F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41988C9A-9A27-2A2A-78B8-8E54FED3E298}"/>
              </a:ext>
            </a:extLst>
          </p:cNvPr>
          <p:cNvSpPr/>
          <p:nvPr/>
        </p:nvSpPr>
        <p:spPr>
          <a:xfrm>
            <a:off x="5725623" y="1687707"/>
            <a:ext cx="713377" cy="85401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9B3BDF7E-1620-680B-04F9-2BE2280B6EC7}"/>
              </a:ext>
            </a:extLst>
          </p:cNvPr>
          <p:cNvSpPr/>
          <p:nvPr/>
        </p:nvSpPr>
        <p:spPr>
          <a:xfrm>
            <a:off x="1613404" y="162283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BA03447E-A35A-3B5E-966F-C9CB5DACD3D5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746929FE-282F-2451-8527-5A2D073D764B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BCC7E877-15DA-CDF1-5246-12CCECCC0629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2359BC16-3F0D-4606-61AF-369748801D16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04EE2C9A-CC8B-9FE3-FA10-C06C9DA154C8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89A120B1-B07B-6A4A-CE47-FC4B9C38225B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1C6102A6-CB63-D4AB-8742-0CFE956ECF72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58E1703A-1F84-07B5-DAE2-5A8CD5CB23DE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EDE39A61-0E0A-4F27-EC51-E626B86617DC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F5B8531E-EC93-C47F-5EDB-2905E2712274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CFD02948-CC06-2F32-CAA0-F6782CF5CB5B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1C114D24-DF8E-09A4-DD94-5E8FDB738DDD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8E363CA6-90D1-1680-B979-5D1709865A29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4D13E209-ED69-1868-4F86-62690242AB6E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A277DBA9-4E25-C98D-027D-6E3E025268BE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AF5A2831-079E-1A89-1301-8C82329B2D26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9CDE936A-34F9-E1C3-7177-D12FD736CC0F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D0A265C9-7565-AE1A-2046-0030F2D7535F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433702C3-AB6E-3188-7FE1-E98D610998A2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8D22CC02-172D-F5DD-9698-7FF9ECD5BD08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6FB56624-BAD1-D150-73A1-B10D6664D24E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98D3CAAD-D252-CE61-5435-221EF1DA4881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2A0A26E0-11DC-CCAA-D96C-7B9030778931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51D901A4-97F3-AE0E-6C77-25456B124A69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D53FC067-9AA6-2C7B-8903-C5E54A697223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1FC5A914-E22C-DD00-2576-ABF29558A707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B8989D84-99DC-4B63-49E2-750DA75C219A}"/>
              </a:ext>
            </a:extLst>
          </p:cNvPr>
          <p:cNvSpPr/>
          <p:nvPr/>
        </p:nvSpPr>
        <p:spPr>
          <a:xfrm>
            <a:off x="624683" y="158934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3F053C84-1C9F-5EB7-F64E-F1BC3DB572EC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82A924CC-3CF7-F5D6-797A-A27879687D97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E5D4F8D7-58A8-80BE-0BFB-BBAEA0C739A6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D0A403E8-9696-3676-520C-0281756E2CAD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6B7E9260-B82F-FFBF-8B6C-ADBEE9C53697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799E4FEE-6C5D-138F-61D2-C06BE86D4DB7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D3965F67-76C2-2B0D-0564-77A61BC285AA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8C622B2E-C4D5-4F10-0B5C-7D42F932AA46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4E169072-7138-B062-4FA3-BDCB07A138FC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54070378-096D-5E84-BE6E-B0C468D51C5E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A3E20A15-E70A-5470-7AC4-1C18DB8E4153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F3DB4AF0-DB9E-25CB-DF34-C0D7E62755C9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D9DA6EFA-50CB-35B8-467A-0CE25A539FBC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A344E9D3-9A83-FBFD-3E06-F94DB1BCC2D7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C87E75BE-B75C-5F89-55C7-C3CBCEA02817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B024DEE7-6591-F470-35AB-F6BA199CA247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983F5DBC-D257-4B38-0858-A4CFD2440F61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A166A7F3-427D-6D57-96DA-B21CFBCFFAC7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BDD9AE7-9303-118C-F50F-698CEF5BB13D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F0D1DFD-C6A0-C5DA-8788-BBB4B98FD644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DEA993A-67CA-28C6-A798-C4228A55B1E8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C6988D2-1B3F-7AC3-D129-849A5A0B5A1A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CFA8FD2-ACB2-686A-8DA5-81E7A5E040A5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B8B5270-9D20-79A5-5CE8-F5F633D3ECB7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756D6A-188E-FFA1-AEE4-3DD202CB46A6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48EC36-6ABE-987C-A234-C11D3F600148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B4ABC9-83B7-1B35-930C-A4F551A2A40F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4EA7CB-EDCF-5665-AA76-9E477D71957D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41686A6-3F9C-A086-A4DE-5F572806D05F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578DE8-0154-439B-5894-1707258F4870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C8B17B6-01BC-CEF5-E910-FFFDE7A076C6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90EDF82-23C3-7DB6-ED97-295BC0D0B036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CF0DBD8-D878-60FC-D6F3-B4F0A44E0D40}"/>
              </a:ext>
            </a:extLst>
          </p:cNvPr>
          <p:cNvSpPr/>
          <p:nvPr/>
        </p:nvSpPr>
        <p:spPr>
          <a:xfrm>
            <a:off x="6749422" y="171932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B8629FE-9E5E-17EB-B124-AAB745DD92B1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B92A073-5E1A-0B0F-6E68-16BE24FDF8BB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2C2D9ABD-BDF3-4E51-F81B-070D5B597DD1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A3B1ABE0-B8DA-377D-81E7-E67677FEC408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41A3B0EC-D517-994C-1FAE-247B8DE80E04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F4651820-CCE7-16D1-798C-136D383B471D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B6FD3528-3EEA-063D-1B63-9764A00D6427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9D685B5A-9185-67BD-8036-02C9219877F8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195117CA-B22B-E1A2-3C47-E6B313CF23B0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94ADD049-CF7A-627A-0FC7-9C7217E71A82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0024A108-6712-CDC1-FFEE-2223B6D58E89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F8DBE11D-D106-3321-FFC2-C227DC86AF7B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B5FA3167-599C-5492-4498-AB13E01D1544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5A58F77F-5741-BD54-1FF2-9EF159D6B2BF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DDAA7549-8EF9-05CF-3829-6FC0C78821F9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B85F7FB8-FE5D-0A31-624F-2B6176C31543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188F57A3-4F9B-F4B2-32BC-BE8B31AE2A00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5E747C70-9415-CF97-6A38-1BB852DF1039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BBFFD43A-8B70-D80E-5FCB-35A27A452430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5332DFB1-203A-35AE-BA47-871D89F28CE8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C7C737C7-C39F-48DA-1022-8FE8C1848EDE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EFA347CB-E8F8-B11F-E91C-2C09B6ACBAAC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4579D523-9D8F-4B65-D87E-890F4EE5E02D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E83A3FF0-1566-6326-BDB9-EA52C878BF81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BD1F0C64-AD0D-4356-D59D-3E525BD70946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7891BB20-6410-1DA4-6C30-2E8DE56295D5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D56B8DC3-BA3A-9E03-2A20-4A3F84A4BA02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E96E9FBB-77D9-5636-AE04-210650D09ED5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9439C8EC-C687-3426-518A-80C2659784AF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E9FFB9DF-1CA3-14B1-DC18-91751AB7DFD4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205396ED-454A-FF2A-1820-E6121E1EF797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E26636FF-61F5-67F1-2861-77BFA93831C1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44AE5402-5DB0-7651-FB7C-60A704D7F26B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21903DC6-7D80-5F8C-97C2-DF6D9A011B87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6D76E631-F744-3848-10C7-1EBDDF7B24B6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D1987988-76E5-D452-5107-0239F4C589EA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EA9A0DCC-7C83-BFDD-582B-04BBB938F96E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CCF32014-22B5-4742-BA5E-8188E8E0B1BB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861A5E83-7228-94AB-F46C-E222F8CE8E40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4390201D-B2AB-6F4C-22E3-8B8866CAC2A5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1F56708F-8EEE-1F0D-8CC5-4CD6E63C13BC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59CB0111-C285-B5E7-4A53-8C33A0BCD66D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F59B73B5-5749-559F-1666-F1C8529F0F71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770CF9EE-4610-2659-7BA1-3616F2071A6F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11" name="Rectangle 310">
            <a:extLst>
              <a:ext uri="{FF2B5EF4-FFF2-40B4-BE49-F238E27FC236}">
                <a16:creationId xmlns:a16="http://schemas.microsoft.com/office/drawing/2014/main" id="{33DCE2DB-73F1-B401-84C0-EFC0A52604C2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DB4B820-AE0B-4270-0EEA-17A566846549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D10138B-5CE3-9878-136C-9024C502A892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41E0CC7-704E-8B2A-11D7-3DD0FA23188C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C6DCDB9-600E-F21C-1E14-7B8DC7EE1E81}"/>
              </a:ext>
            </a:extLst>
          </p:cNvPr>
          <p:cNvSpPr/>
          <p:nvPr/>
        </p:nvSpPr>
        <p:spPr>
          <a:xfrm>
            <a:off x="3193361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C70D74D-ADCE-A2E4-1654-7C47C566AB0C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471FF9E-D38E-1EA9-2189-20EBDF89C83B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CA63CDCE-2DF3-617B-273A-7810855DA737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FD38CE51-C398-A630-FFD2-99448316B888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98B8491C-DF91-9F87-D0AE-EEEEB2632A0D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4858E361-557D-ECC9-7F83-D905F7912054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47045BDD-5A07-AB0F-224A-AC0E47CCA825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7BD5029A-2684-92F7-2103-A572AD2FF6F1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F5AB91DF-0FBA-247D-44CF-4A50CED7E868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8BC0AF72-D469-071A-FBE4-D7221009DBD6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CEE205FA-8B39-B79C-8700-070586AEEBC9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AA7F33CA-2A0A-98CC-BEEC-A0BC51FA371E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9ABD22EA-8D9D-F4FD-D2BA-3D6D71FA6AF8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16288E24-E238-4B05-1FF3-AD7FFEA9C9A7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C2E5F61E-1C79-8F6E-FB56-570DD4151706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3D8E6DCD-ED1B-B713-231B-DD9341ED6423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99C5ADD7-A25E-F88B-424B-5A3841EF07B6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3E7653B4-90B1-0803-1D75-2607B328A6F2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C4392D45-B901-E540-98CF-D6AA3186FB2B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850AFD21-5CED-B655-C574-CE3FE43CFF14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88755405-04D8-79AF-52BA-37D8F8F42DC4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176F1CF8-4329-2BDA-09A7-514E8FF92D1B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CB572970-0494-198A-B9E9-F7B8B610356F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AFA55968-5C84-9390-7C82-47595F9C6919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DBA638A6-D2A2-3380-90B2-A6268B6E8D50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6968F61E-BA4D-086B-BDFA-99EC595FF206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30A5B89A-CF9F-5EB1-7774-A41D046DF3D2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6FC184C7-A1A5-0323-82BB-C250148E701E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16A707A8-F4F1-DC0A-D9D0-DC5D19738975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32E0B26D-07D7-C069-85B3-FA456033E42F}"/>
              </a:ext>
            </a:extLst>
          </p:cNvPr>
          <p:cNvSpPr/>
          <p:nvPr/>
        </p:nvSpPr>
        <p:spPr>
          <a:xfrm>
            <a:off x="3193361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2EDD53A2-57C1-4102-22E9-52CB3B18673C}"/>
              </a:ext>
            </a:extLst>
          </p:cNvPr>
          <p:cNvSpPr/>
          <p:nvPr/>
        </p:nvSpPr>
        <p:spPr>
          <a:xfrm>
            <a:off x="3193361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97336249-7436-C11D-5E28-B0411D545F0B}"/>
              </a:ext>
            </a:extLst>
          </p:cNvPr>
          <p:cNvSpPr/>
          <p:nvPr/>
        </p:nvSpPr>
        <p:spPr>
          <a:xfrm>
            <a:off x="3193361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09B09AD4-7440-682D-2A71-8D5702E082C3}"/>
              </a:ext>
            </a:extLst>
          </p:cNvPr>
          <p:cNvSpPr/>
          <p:nvPr/>
        </p:nvSpPr>
        <p:spPr>
          <a:xfrm>
            <a:off x="3193361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9F3551F7-1B24-39C1-46A7-08CAD4889B57}"/>
              </a:ext>
            </a:extLst>
          </p:cNvPr>
          <p:cNvSpPr/>
          <p:nvPr/>
        </p:nvSpPr>
        <p:spPr>
          <a:xfrm>
            <a:off x="3193361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3729C2A4-54A2-9318-F77F-AB91AA37BFDF}"/>
              </a:ext>
            </a:extLst>
          </p:cNvPr>
          <p:cNvSpPr/>
          <p:nvPr/>
        </p:nvSpPr>
        <p:spPr>
          <a:xfrm>
            <a:off x="3193361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6BBD140C-23FE-78A1-0263-505C65E1C1D5}"/>
              </a:ext>
            </a:extLst>
          </p:cNvPr>
          <p:cNvSpPr/>
          <p:nvPr/>
        </p:nvSpPr>
        <p:spPr>
          <a:xfrm>
            <a:off x="3193361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C55151F8-96F6-D367-1B41-C9CE8282D5E3}"/>
              </a:ext>
            </a:extLst>
          </p:cNvPr>
          <p:cNvSpPr/>
          <p:nvPr/>
        </p:nvSpPr>
        <p:spPr>
          <a:xfrm>
            <a:off x="8823425" y="173693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EAE2C173-E205-3870-AB06-7D19DDE7674F}"/>
              </a:ext>
            </a:extLst>
          </p:cNvPr>
          <p:cNvSpPr/>
          <p:nvPr/>
        </p:nvSpPr>
        <p:spPr>
          <a:xfrm>
            <a:off x="4720346" y="173693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AB4485A4-5EF2-7B80-2EB7-F6AFE5089533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62B02AE3-BD72-95EB-744F-CCA3C951854C}"/>
              </a:ext>
            </a:extLst>
          </p:cNvPr>
          <p:cNvSpPr/>
          <p:nvPr/>
        </p:nvSpPr>
        <p:spPr>
          <a:xfrm>
            <a:off x="4135192" y="6045646"/>
            <a:ext cx="694855" cy="66988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37FE430A-598D-6EEE-327F-353523C5DC71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B2305EDC-F4C2-7C32-FFBB-50C848BBC257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F99B6318-D433-8691-F043-2C840EB7707B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4591C6D0-0F1A-FF4E-2B83-6F02570B3714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3E7FAA5E-0E01-8A86-0646-1CFC893C55EE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D3760341-AF8C-29C7-71ED-A89E8D7804AF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0607A6CF-F459-381F-5F69-86FE26215F1D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B9253B0C-256C-FFFC-D1B8-8299C86FA1D5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1680BBA1-9ED7-DEAF-0F16-B6A9D7A8AC11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743DF3F8-4944-7149-FC62-38D494029D6B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305596E6-0267-7E43-B3CE-8CB75874AEFB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B4F6770D-1E39-1F1A-3100-74351133C10E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62" name="Rectangle 361">
            <a:extLst>
              <a:ext uri="{FF2B5EF4-FFF2-40B4-BE49-F238E27FC236}">
                <a16:creationId xmlns:a16="http://schemas.microsoft.com/office/drawing/2014/main" id="{A0C20DFC-3A1A-12B7-6AB8-E05195FE6CA0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F8E8624F-B4AE-9E90-0D92-D8D701090671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80027C6E-9906-32AB-8531-8DF70647E740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F6F473B6-9179-2947-5827-00DFA54E562F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782D7F5-6BC7-5F03-C077-69A4BA59B20A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A031BEA-DF26-8E6F-057B-445234C0FF5A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EC247FD-40AA-46B8-CEB5-90F4AEC28676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B238767-EABC-8673-CFA8-1B15821775B0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CE95FD33-74A7-15F4-5EE8-C10AEC312DA4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2C6D914-8DC1-0163-8BD8-4B492FFAA832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B72C050F-8002-6337-D99B-E4DC8D9507E8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0A7758B8-70E5-07C4-86CE-64A62BFF7ABC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68" name="Rectangle 367">
            <a:extLst>
              <a:ext uri="{FF2B5EF4-FFF2-40B4-BE49-F238E27FC236}">
                <a16:creationId xmlns:a16="http://schemas.microsoft.com/office/drawing/2014/main" id="{E019C543-9575-8A0D-1E58-FDC3AAC0444A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69" name="Rectangle 368">
            <a:extLst>
              <a:ext uri="{FF2B5EF4-FFF2-40B4-BE49-F238E27FC236}">
                <a16:creationId xmlns:a16="http://schemas.microsoft.com/office/drawing/2014/main" id="{0DC00FF4-A690-BEA6-A042-6B0F944E23C1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70" name="Rectangle 369">
            <a:extLst>
              <a:ext uri="{FF2B5EF4-FFF2-40B4-BE49-F238E27FC236}">
                <a16:creationId xmlns:a16="http://schemas.microsoft.com/office/drawing/2014/main" id="{642D4961-41E8-3781-4BDA-4C2286A52E82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71" name="Rectangle 370">
            <a:extLst>
              <a:ext uri="{FF2B5EF4-FFF2-40B4-BE49-F238E27FC236}">
                <a16:creationId xmlns:a16="http://schemas.microsoft.com/office/drawing/2014/main" id="{B351E915-63A2-E8E2-D9CF-FD01C737093A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72" name="Rectangle 371">
            <a:extLst>
              <a:ext uri="{FF2B5EF4-FFF2-40B4-BE49-F238E27FC236}">
                <a16:creationId xmlns:a16="http://schemas.microsoft.com/office/drawing/2014/main" id="{30182F72-9E52-EA57-8B73-0BE57C5039D0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73" name="Rectangle 372">
            <a:extLst>
              <a:ext uri="{FF2B5EF4-FFF2-40B4-BE49-F238E27FC236}">
                <a16:creationId xmlns:a16="http://schemas.microsoft.com/office/drawing/2014/main" id="{95D62269-14D1-B9E2-8A06-47E92B42E3CD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94101C06-7EC2-B903-6E66-633A5BF0A5AA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EAF92AF2-4F90-38DC-BF08-073239D02718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76" name="Rectangle 375">
            <a:extLst>
              <a:ext uri="{FF2B5EF4-FFF2-40B4-BE49-F238E27FC236}">
                <a16:creationId xmlns:a16="http://schemas.microsoft.com/office/drawing/2014/main" id="{42283194-025F-9521-2069-749779D67520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77" name="Rectangle 376">
            <a:extLst>
              <a:ext uri="{FF2B5EF4-FFF2-40B4-BE49-F238E27FC236}">
                <a16:creationId xmlns:a16="http://schemas.microsoft.com/office/drawing/2014/main" id="{9F531FDB-FE5F-C540-EDF6-62D35A137867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EC2338CD-98BE-6E24-DFCF-1F7A5140471D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79" name="Rectangle 378">
            <a:extLst>
              <a:ext uri="{FF2B5EF4-FFF2-40B4-BE49-F238E27FC236}">
                <a16:creationId xmlns:a16="http://schemas.microsoft.com/office/drawing/2014/main" id="{A80CD3FF-609E-8786-F6FE-AB4BFF41C692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06F94901-B8E2-4425-47F6-E547D4DDBECA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FED0D9ED-756D-D82D-7E67-22F6BAAF14E2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E6E518D0-4C35-ADD8-A86C-5A3C923B5339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FE3D2A41-8263-5BBB-02B4-4E066394A971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6E3467FE-61B1-D814-9C6D-49731E00DF6B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85" name="Rectangle 384">
            <a:extLst>
              <a:ext uri="{FF2B5EF4-FFF2-40B4-BE49-F238E27FC236}">
                <a16:creationId xmlns:a16="http://schemas.microsoft.com/office/drawing/2014/main" id="{BDF8D115-8F6B-C935-EAE4-95739794A113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86" name="Rectangle 385">
            <a:extLst>
              <a:ext uri="{FF2B5EF4-FFF2-40B4-BE49-F238E27FC236}">
                <a16:creationId xmlns:a16="http://schemas.microsoft.com/office/drawing/2014/main" id="{3748EA27-83AF-C928-017F-E387536357C8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7CAD73BF-E74C-8A2E-05D7-98B843F0BC79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88" name="Rectangle 387">
            <a:extLst>
              <a:ext uri="{FF2B5EF4-FFF2-40B4-BE49-F238E27FC236}">
                <a16:creationId xmlns:a16="http://schemas.microsoft.com/office/drawing/2014/main" id="{D76BE292-E4F5-003C-AA82-BFA1171AA997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89" name="Rectangle 388">
            <a:extLst>
              <a:ext uri="{FF2B5EF4-FFF2-40B4-BE49-F238E27FC236}">
                <a16:creationId xmlns:a16="http://schemas.microsoft.com/office/drawing/2014/main" id="{7E097438-E360-9E32-95E7-A3875CE5F0B3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90" name="Rectangle 389">
            <a:extLst>
              <a:ext uri="{FF2B5EF4-FFF2-40B4-BE49-F238E27FC236}">
                <a16:creationId xmlns:a16="http://schemas.microsoft.com/office/drawing/2014/main" id="{1CF5E849-C644-88C5-F0EA-9E8269421875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91" name="Rectangle 390">
            <a:extLst>
              <a:ext uri="{FF2B5EF4-FFF2-40B4-BE49-F238E27FC236}">
                <a16:creationId xmlns:a16="http://schemas.microsoft.com/office/drawing/2014/main" id="{280397C9-5EE4-0F09-3E3E-811574B87F97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008FE9E7-AA6D-D415-160F-324406E97985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93" name="Rectangle 392">
            <a:extLst>
              <a:ext uri="{FF2B5EF4-FFF2-40B4-BE49-F238E27FC236}">
                <a16:creationId xmlns:a16="http://schemas.microsoft.com/office/drawing/2014/main" id="{5FB07EBA-F5BB-1853-3598-70E840FF71F2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394" name="Rectangle 393">
            <a:extLst>
              <a:ext uri="{FF2B5EF4-FFF2-40B4-BE49-F238E27FC236}">
                <a16:creationId xmlns:a16="http://schemas.microsoft.com/office/drawing/2014/main" id="{764D7D0F-3EFA-0896-80BE-5FC5C5585939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2935E189-DE44-77B5-DAA4-84F77046192A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D09D92AF-ACDD-5CA3-FC47-89CFABCE82BE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28A052FB-A80F-182F-00F8-F642D63FCCAA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DBDF7F23-1B36-B787-2731-6A101BA25868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62EE3040-22C8-E3D4-F28B-394FEADEA327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F4FF867E-32EB-3451-D388-FD63B34A04F6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07502F14-9A2C-9448-3733-9BE10C172CCC}"/>
              </a:ext>
            </a:extLst>
          </p:cNvPr>
          <p:cNvSpPr/>
          <p:nvPr/>
        </p:nvSpPr>
        <p:spPr>
          <a:xfrm>
            <a:off x="9022775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76E93C3C-9947-6116-F84E-B42438F891D3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0905C8E6-AB63-8F5E-1444-A023E6624997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39325CB2-434E-EEC4-BA51-964B65F51656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CD7B2AF5-BC25-1F08-78AC-7E233B9154AA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C72B32EA-A6C8-A26B-64B2-01C0624235E4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D5194C04-1B33-4C14-F4D3-2B8B4B4B155A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266D5FAB-561A-69DD-4455-B11B8AE611FD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9BA41ED0-29DA-58CF-B1EB-62C721D539C9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DFF22482-3E9F-7754-E697-5F19BC2C8744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6CD25397-F90A-12D6-5E8E-13823B9174B2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FED2FB67-DC6A-DB21-98B7-F9D05BCBB6F9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2A7875FE-D1F0-5B84-C707-8DFD4592936B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4B6D37B6-A338-4BF5-19D5-7BE64C42711B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76C3AB44-57A0-897E-C1E6-5173B777037D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F2CFF89C-B64F-2C54-F51D-5336304BF583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3B68CD72-419F-3455-55F5-C3B14CA1B5EE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A15669B6-089A-C9DC-C737-9E737B9F57F8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06BF4576-33F5-E6D5-D1D9-FE2F730A3AC6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20" name="Rectangle 419">
            <a:extLst>
              <a:ext uri="{FF2B5EF4-FFF2-40B4-BE49-F238E27FC236}">
                <a16:creationId xmlns:a16="http://schemas.microsoft.com/office/drawing/2014/main" id="{02EDAA39-D66B-5C16-DD27-01DAFB51CE91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</p:spTree>
    <p:extLst>
      <p:ext uri="{BB962C8B-B14F-4D97-AF65-F5344CB8AC3E}">
        <p14:creationId xmlns:p14="http://schemas.microsoft.com/office/powerpoint/2010/main" val="2818778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6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0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233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4" fill="hold">
                      <p:stCondLst>
                        <p:cond delay="0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99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0" fill="hold">
                      <p:stCondLst>
                        <p:cond delay="0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8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1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3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3" fill="hold">
                      <p:stCondLst>
                        <p:cond delay="0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0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6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9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2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5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8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1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4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65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6" fill="hold">
                      <p:stCondLst>
                        <p:cond delay="0"/>
                      </p:stCondLst>
                      <p:childTnLst>
                        <p:par>
                          <p:cTn id="367" fill="hold">
                            <p:stCondLst>
                              <p:cond delay="0"/>
                            </p:stCondLst>
                            <p:childTnLst>
                              <p:par>
                                <p:cTn id="3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3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6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9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2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8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1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7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6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9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2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5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8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4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7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0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431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2" fill="hold">
                      <p:stCondLst>
                        <p:cond delay="0"/>
                      </p:stCondLst>
                      <p:childTnLst>
                        <p:par>
                          <p:cTn id="433" fill="hold">
                            <p:stCondLst>
                              <p:cond delay="0"/>
                            </p:stCondLst>
                            <p:childTnLst>
                              <p:par>
                                <p:cTn id="4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9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2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5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1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4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7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0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3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464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5" fill="hold">
                      <p:stCondLst>
                        <p:cond delay="0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5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8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1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4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0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3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6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97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8" fill="hold">
                      <p:stCondLst>
                        <p:cond delay="0"/>
                      </p:stCondLst>
                      <p:childTnLst>
                        <p:par>
                          <p:cTn id="499" fill="hold">
                            <p:stCondLst>
                              <p:cond delay="0"/>
                            </p:stCondLst>
                            <p:childTnLst>
                              <p:par>
                                <p:cTn id="5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5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8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1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4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7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0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3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6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9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530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1" fill="hold">
                      <p:stCondLst>
                        <p:cond delay="0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8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1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4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7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0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3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6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9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2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563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4" fill="hold">
                      <p:stCondLst>
                        <p:cond delay="0"/>
                      </p:stCondLst>
                      <p:childTnLst>
                        <p:par>
                          <p:cTn id="565" fill="hold">
                            <p:stCondLst>
                              <p:cond delay="0"/>
                            </p:stCondLst>
                            <p:childTnLst>
                              <p:par>
                                <p:cTn id="5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1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4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7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0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3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6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9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2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5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596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7" fill="hold">
                      <p:stCondLst>
                        <p:cond delay="0"/>
                      </p:stCondLst>
                      <p:childTnLst>
                        <p:par>
                          <p:cTn id="598" fill="hold">
                            <p:stCondLst>
                              <p:cond delay="0"/>
                            </p:stCondLst>
                            <p:childTnLst>
                              <p:par>
                                <p:cTn id="5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4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7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0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3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6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9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2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5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8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629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0" fill="hold">
                      <p:stCondLst>
                        <p:cond delay="0"/>
                      </p:stCondLst>
                      <p:childTnLst>
                        <p:par>
                          <p:cTn id="631" fill="hold">
                            <p:stCondLst>
                              <p:cond delay="0"/>
                            </p:stCondLst>
                            <p:childTnLst>
                              <p:par>
                                <p:cTn id="6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66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3" fill="hold">
                      <p:stCondLst>
                        <p:cond delay="0"/>
                      </p:stCondLst>
                      <p:childTnLst>
                        <p:par>
                          <p:cTn id="664" fill="hold">
                            <p:stCondLst>
                              <p:cond delay="0"/>
                            </p:stCondLst>
                            <p:childTnLst>
                              <p:par>
                                <p:cTn id="6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8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1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4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695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6" fill="hold">
                      <p:stCondLst>
                        <p:cond delay="0"/>
                      </p:stCondLst>
                      <p:childTnLst>
                        <p:par>
                          <p:cTn id="697" fill="hold">
                            <p:stCondLst>
                              <p:cond delay="0"/>
                            </p:stCondLst>
                            <p:childTnLst>
                              <p:par>
                                <p:cTn id="6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3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6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9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5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8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1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4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7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728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9" fill="hold">
                      <p:stCondLst>
                        <p:cond delay="0"/>
                      </p:stCondLst>
                      <p:childTnLst>
                        <p:par>
                          <p:cTn id="730" fill="hold">
                            <p:stCondLst>
                              <p:cond delay="0"/>
                            </p:stCondLst>
                            <p:childTnLst>
                              <p:par>
                                <p:cTn id="7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6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9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2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5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8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1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4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7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0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761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2" fill="hold">
                      <p:stCondLst>
                        <p:cond delay="0"/>
                      </p:stCondLst>
                      <p:childTnLst>
                        <p:par>
                          <p:cTn id="763" fill="hold">
                            <p:stCondLst>
                              <p:cond delay="0"/>
                            </p:stCondLst>
                            <p:childTnLst>
                              <p:par>
                                <p:cTn id="7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9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2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5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8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1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4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7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0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3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794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5" fill="hold">
                      <p:stCondLst>
                        <p:cond delay="0"/>
                      </p:stCondLst>
                      <p:childTnLst>
                        <p:par>
                          <p:cTn id="796" fill="hold">
                            <p:stCondLst>
                              <p:cond delay="0"/>
                            </p:stCondLst>
                            <p:childTnLst>
                              <p:par>
                                <p:cTn id="7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2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5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8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1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4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7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0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3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6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827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8" fill="hold">
                      <p:stCondLst>
                        <p:cond delay="0"/>
                      </p:stCondLst>
                      <p:childTnLst>
                        <p:par>
                          <p:cTn id="829" fill="hold">
                            <p:stCondLst>
                              <p:cond delay="0"/>
                            </p:stCondLst>
                            <p:childTnLst>
                              <p:par>
                                <p:cTn id="8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5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8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1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4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7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0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3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6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9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860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1" fill="hold">
                      <p:stCondLst>
                        <p:cond delay="0"/>
                      </p:stCondLst>
                      <p:childTnLst>
                        <p:par>
                          <p:cTn id="862" fill="hold">
                            <p:stCondLst>
                              <p:cond delay="0"/>
                            </p:stCondLst>
                            <p:childTnLst>
                              <p:par>
                                <p:cTn id="8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8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1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4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7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0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3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6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9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2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893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4" fill="hold">
                      <p:stCondLst>
                        <p:cond delay="0"/>
                      </p:stCondLst>
                      <p:childTnLst>
                        <p:par>
                          <p:cTn id="895" fill="hold">
                            <p:stCondLst>
                              <p:cond delay="0"/>
                            </p:stCondLst>
                            <p:childTnLst>
                              <p:par>
                                <p:cTn id="8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1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4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7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0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3"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6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9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2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5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926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7" fill="hold">
                      <p:stCondLst>
                        <p:cond delay="0"/>
                      </p:stCondLst>
                      <p:childTnLst>
                        <p:par>
                          <p:cTn id="928" fill="hold">
                            <p:stCondLst>
                              <p:cond delay="0"/>
                            </p:stCondLst>
                            <p:childTnLst>
                              <p:par>
                                <p:cTn id="9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1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932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3" fill="hold">
                      <p:stCondLst>
                        <p:cond delay="0"/>
                      </p:stCondLst>
                      <p:childTnLst>
                        <p:par>
                          <p:cTn id="934" fill="hold">
                            <p:stCondLst>
                              <p:cond delay="0"/>
                            </p:stCondLst>
                            <p:childTnLst>
                              <p:par>
                                <p:cTn id="9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0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3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6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9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2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5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8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1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4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965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6" fill="hold">
                      <p:stCondLst>
                        <p:cond delay="0"/>
                      </p:stCondLst>
                      <p:childTnLst>
                        <p:par>
                          <p:cTn id="967" fill="hold">
                            <p:stCondLst>
                              <p:cond delay="0"/>
                            </p:stCondLst>
                            <p:childTnLst>
                              <p:par>
                                <p:cTn id="9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3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6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9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2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5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8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1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4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7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998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9" fill="hold">
                      <p:stCondLst>
                        <p:cond delay="0"/>
                      </p:stCondLst>
                      <p:childTnLst>
                        <p:par>
                          <p:cTn id="1000" fill="hold">
                            <p:stCondLst>
                              <p:cond delay="0"/>
                            </p:stCondLst>
                            <p:childTnLst>
                              <p:par>
                                <p:cTn id="10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6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9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2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5"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8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1"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4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7"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0"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1031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2" fill="hold">
                      <p:stCondLst>
                        <p:cond delay="0"/>
                      </p:stCondLst>
                      <p:childTnLst>
                        <p:par>
                          <p:cTn id="1033" fill="hold">
                            <p:stCondLst>
                              <p:cond delay="0"/>
                            </p:stCondLst>
                            <p:childTnLst>
                              <p:par>
                                <p:cTn id="10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9"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2"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5"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8"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1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4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7"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0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3"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1064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5" fill="hold">
                      <p:stCondLst>
                        <p:cond delay="0"/>
                      </p:stCondLst>
                      <p:childTnLst>
                        <p:par>
                          <p:cTn id="1066" fill="hold">
                            <p:stCondLst>
                              <p:cond delay="0"/>
                            </p:stCondLst>
                            <p:childTnLst>
                              <p:par>
                                <p:cTn id="10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2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5"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8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1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4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7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0"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3"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6"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1097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8" fill="hold">
                      <p:stCondLst>
                        <p:cond delay="0"/>
                      </p:stCondLst>
                      <p:childTnLst>
                        <p:par>
                          <p:cTn id="1099" fill="hold">
                            <p:stCondLst>
                              <p:cond delay="0"/>
                            </p:stCondLst>
                            <p:childTnLst>
                              <p:par>
                                <p:cTn id="1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5"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8"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1"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4"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7"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0"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3"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6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9"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2"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1133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4" fill="hold">
                      <p:stCondLst>
                        <p:cond delay="0"/>
                      </p:stCondLst>
                      <p:childTnLst>
                        <p:par>
                          <p:cTn id="1135" fill="hold">
                            <p:stCondLst>
                              <p:cond delay="0"/>
                            </p:stCondLst>
                            <p:childTnLst>
                              <p:par>
                                <p:cTn id="1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1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4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7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0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3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6"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9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2"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5"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1166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7" fill="hold">
                      <p:stCondLst>
                        <p:cond delay="0"/>
                      </p:stCondLst>
                      <p:childTnLst>
                        <p:par>
                          <p:cTn id="1168" fill="hold">
                            <p:stCondLst>
                              <p:cond delay="0"/>
                            </p:stCondLst>
                            <p:childTnLst>
                              <p:par>
                                <p:cTn id="11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4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7"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0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3"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6"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9"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2"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5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8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</p:childTnLst>
        </p:cTn>
      </p:par>
    </p:tnLst>
    <p:bldLst>
      <p:bldP spid="4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71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4" grpId="0" animBg="1"/>
      <p:bldP spid="169" grpId="0" animBg="1"/>
      <p:bldP spid="170" grpId="0" animBg="1"/>
      <p:bldP spid="171" grpId="0" animBg="1"/>
      <p:bldP spid="172" grpId="0" animBg="1"/>
      <p:bldP spid="173" grpId="0" animBg="1"/>
      <p:bldP spid="174" grpId="0" animBg="1"/>
      <p:bldP spid="175" grpId="0" animBg="1"/>
      <p:bldP spid="176" grpId="0" animBg="1"/>
      <p:bldP spid="177" grpId="0" animBg="1"/>
      <p:bldP spid="178" grpId="0" animBg="1"/>
      <p:bldP spid="179" grpId="0" animBg="1"/>
      <p:bldP spid="180" grpId="0" animBg="1"/>
      <p:bldP spid="181" grpId="0" animBg="1"/>
      <p:bldP spid="182" grpId="0" animBg="1"/>
      <p:bldP spid="183" grpId="0" animBg="1"/>
      <p:bldP spid="184" grpId="0" animBg="1"/>
      <p:bldP spid="185" grpId="0" animBg="1"/>
      <p:bldP spid="186" grpId="0" animBg="1"/>
      <p:bldP spid="187" grpId="0" animBg="1"/>
      <p:bldP spid="188" grpId="0" animBg="1"/>
      <p:bldP spid="189" grpId="0" animBg="1"/>
      <p:bldP spid="190" grpId="0" animBg="1"/>
      <p:bldP spid="191" grpId="0" animBg="1"/>
      <p:bldP spid="192" grpId="0" animBg="1"/>
      <p:bldP spid="193" grpId="0" animBg="1"/>
      <p:bldP spid="194" grpId="0" animBg="1"/>
      <p:bldP spid="195" grpId="0" animBg="1"/>
      <p:bldP spid="196" grpId="0" animBg="1"/>
      <p:bldP spid="197" grpId="0" animBg="1"/>
      <p:bldP spid="198" grpId="0" animBg="1"/>
      <p:bldP spid="199" grpId="0" animBg="1"/>
      <p:bldP spid="200" grpId="0" animBg="1"/>
      <p:bldP spid="201" grpId="0" animBg="1"/>
      <p:bldP spid="202" grpId="0" animBg="1"/>
      <p:bldP spid="203" grpId="0" animBg="1"/>
      <p:bldP spid="204" grpId="0" animBg="1"/>
      <p:bldP spid="210" grpId="0" animBg="1"/>
      <p:bldP spid="211" grpId="0" animBg="1"/>
      <p:bldP spid="212" grpId="0" animBg="1"/>
      <p:bldP spid="213" grpId="0" animBg="1"/>
      <p:bldP spid="214" grpId="0" animBg="1"/>
      <p:bldP spid="215" grpId="0" animBg="1"/>
      <p:bldP spid="216" grpId="0" animBg="1"/>
      <p:bldP spid="217" grpId="0" animBg="1"/>
      <p:bldP spid="218" grpId="0" animBg="1"/>
      <p:bldP spid="219" grpId="0" animBg="1"/>
      <p:bldP spid="220" grpId="0" animBg="1"/>
      <p:bldP spid="221" grpId="0" animBg="1"/>
      <p:bldP spid="222" grpId="0" animBg="1"/>
      <p:bldP spid="223" grpId="0" animBg="1"/>
      <p:bldP spid="224" grpId="0" animBg="1"/>
      <p:bldP spid="225" grpId="0" animBg="1"/>
      <p:bldP spid="226" grpId="0" animBg="1"/>
      <p:bldP spid="227" grpId="0" animBg="1"/>
      <p:bldP spid="73" grpId="0" animBg="1"/>
      <p:bldP spid="75" grpId="0" animBg="1"/>
      <p:bldP spid="78" grpId="0" animBg="1"/>
      <p:bldP spid="80" grpId="0" animBg="1"/>
      <p:bldP spid="82" grpId="0" animBg="1"/>
      <p:bldP spid="85" grpId="0" animBg="1"/>
      <p:bldP spid="228" grpId="0" animBg="1"/>
      <p:bldP spid="229" grpId="0" animBg="1"/>
      <p:bldP spid="230" grpId="0" animBg="1"/>
      <p:bldP spid="231" grpId="0" animBg="1"/>
      <p:bldP spid="232" grpId="0" animBg="1"/>
      <p:bldP spid="233" grpId="0" animBg="1"/>
      <p:bldP spid="234" grpId="0" animBg="1"/>
      <p:bldP spid="235" grpId="0" animBg="1"/>
      <p:bldP spid="236" grpId="0" animBg="1"/>
      <p:bldP spid="237" grpId="0" animBg="1"/>
      <p:bldP spid="238" grpId="0" animBg="1"/>
      <p:bldP spid="239" grpId="0" animBg="1"/>
      <p:bldP spid="240" grpId="0" animBg="1"/>
      <p:bldP spid="241" grpId="0" animBg="1"/>
      <p:bldP spid="242" grpId="0" animBg="1"/>
      <p:bldP spid="243" grpId="0" animBg="1"/>
      <p:bldP spid="244" grpId="0" animBg="1"/>
      <p:bldP spid="245" grpId="0" animBg="1"/>
      <p:bldP spid="246" grpId="0" animBg="1"/>
      <p:bldP spid="247" grpId="0" animBg="1"/>
      <p:bldP spid="248" grpId="0" animBg="1"/>
      <p:bldP spid="249" grpId="0" animBg="1"/>
      <p:bldP spid="250" grpId="0" animBg="1"/>
      <p:bldP spid="251" grpId="0" animBg="1"/>
      <p:bldP spid="252" grpId="0" animBg="1"/>
      <p:bldP spid="253" grpId="0" animBg="1"/>
      <p:bldP spid="254" grpId="0" animBg="1"/>
      <p:bldP spid="255" grpId="0" animBg="1"/>
      <p:bldP spid="256" grpId="0" animBg="1"/>
      <p:bldP spid="257" grpId="0" animBg="1"/>
      <p:bldP spid="258" grpId="0" animBg="1"/>
      <p:bldP spid="259" grpId="0" animBg="1"/>
      <p:bldP spid="260" grpId="0" animBg="1"/>
      <p:bldP spid="261" grpId="0" animBg="1"/>
      <p:bldP spid="262" grpId="0" animBg="1"/>
      <p:bldP spid="263" grpId="0" animBg="1"/>
      <p:bldP spid="264" grpId="0" animBg="1"/>
      <p:bldP spid="265" grpId="0" animBg="1"/>
      <p:bldP spid="266" grpId="0" animBg="1"/>
      <p:bldP spid="267" grpId="0" animBg="1"/>
      <p:bldP spid="268" grpId="0" animBg="1"/>
      <p:bldP spid="269" grpId="0" animBg="1"/>
      <p:bldP spid="270" grpId="0" animBg="1"/>
      <p:bldP spid="271" grpId="0" animBg="1"/>
      <p:bldP spid="272" grpId="0" animBg="1"/>
      <p:bldP spid="273" grpId="0" animBg="1"/>
      <p:bldP spid="274" grpId="0" animBg="1"/>
      <p:bldP spid="275" grpId="0" animBg="1"/>
      <p:bldP spid="276" grpId="0" animBg="1"/>
      <p:bldP spid="277" grpId="0" animBg="1"/>
      <p:bldP spid="278" grpId="0" animBg="1"/>
      <p:bldP spid="279" grpId="0" animBg="1"/>
      <p:bldP spid="280" grpId="0" animBg="1"/>
      <p:bldP spid="281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2" grpId="0" animBg="1"/>
      <p:bldP spid="3" grpId="0" animBg="1"/>
      <p:bldP spid="6" grpId="0" animBg="1"/>
      <p:bldP spid="7" grpId="0" animBg="1"/>
      <p:bldP spid="27" grpId="0" animBg="1"/>
      <p:bldP spid="28" grpId="0" animBg="1"/>
      <p:bldP spid="45" grpId="0" animBg="1"/>
      <p:bldP spid="57" grpId="0" animBg="1"/>
      <p:bldP spid="58" grpId="0" animBg="1"/>
      <p:bldP spid="70" grpId="0" animBg="1"/>
      <p:bldP spid="77" grpId="0" animBg="1"/>
      <p:bldP spid="84" grpId="0" animBg="1"/>
      <p:bldP spid="107" grpId="0" animBg="1"/>
      <p:bldP spid="108" grpId="0" animBg="1"/>
      <p:bldP spid="109" grpId="0" animBg="1"/>
      <p:bldP spid="165" grpId="0" animBg="1"/>
      <p:bldP spid="166" grpId="0" animBg="1"/>
      <p:bldP spid="167" grpId="0" animBg="1"/>
      <p:bldP spid="168" grpId="0" animBg="1"/>
      <p:bldP spid="205" grpId="0" animBg="1"/>
      <p:bldP spid="206" grpId="0" animBg="1"/>
      <p:bldP spid="207" grpId="0" animBg="1"/>
      <p:bldP spid="208" grpId="0" animBg="1"/>
      <p:bldP spid="209" grpId="0" animBg="1"/>
      <p:bldP spid="282" grpId="0" animBg="1"/>
      <p:bldP spid="283" grpId="0" animBg="1"/>
      <p:bldP spid="284" grpId="0" animBg="1"/>
      <p:bldP spid="285" grpId="0" animBg="1"/>
      <p:bldP spid="286" grpId="0" animBg="1"/>
      <p:bldP spid="287" grpId="0" animBg="1"/>
      <p:bldP spid="288" grpId="0" animBg="1"/>
      <p:bldP spid="289" grpId="0" animBg="1"/>
      <p:bldP spid="290" grpId="0" animBg="1"/>
      <p:bldP spid="291" grpId="0" animBg="1"/>
      <p:bldP spid="292" grpId="0" animBg="1"/>
      <p:bldP spid="293" grpId="0" animBg="1"/>
      <p:bldP spid="294" grpId="0" animBg="1"/>
      <p:bldP spid="295" grpId="0" animBg="1"/>
      <p:bldP spid="296" grpId="0" animBg="1"/>
      <p:bldP spid="297" grpId="0" animBg="1"/>
      <p:bldP spid="298" grpId="0" animBg="1"/>
      <p:bldP spid="299" grpId="0" animBg="1"/>
      <p:bldP spid="300" grpId="0" animBg="1"/>
      <p:bldP spid="301" grpId="0" animBg="1"/>
      <p:bldP spid="302" grpId="0" animBg="1"/>
      <p:bldP spid="303" grpId="0" animBg="1"/>
      <p:bldP spid="304" grpId="0" animBg="1"/>
      <p:bldP spid="305" grpId="0" animBg="1"/>
      <p:bldP spid="306" grpId="0" animBg="1"/>
      <p:bldP spid="307" grpId="0" animBg="1"/>
      <p:bldP spid="308" grpId="0" animBg="1"/>
      <p:bldP spid="309" grpId="0" animBg="1"/>
      <p:bldP spid="310" grpId="0" animBg="1"/>
      <p:bldP spid="311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2" grpId="0" animBg="1"/>
      <p:bldP spid="312" grpId="0" animBg="1"/>
      <p:bldP spid="313" grpId="0" animBg="1"/>
      <p:bldP spid="314" grpId="0" animBg="1"/>
      <p:bldP spid="315" grpId="0" animBg="1"/>
      <p:bldP spid="316" grpId="0" animBg="1"/>
      <p:bldP spid="317" grpId="0" animBg="1"/>
      <p:bldP spid="318" grpId="0" animBg="1"/>
      <p:bldP spid="319" grpId="0" animBg="1"/>
      <p:bldP spid="320" grpId="0" animBg="1"/>
      <p:bldP spid="321" grpId="0" animBg="1"/>
      <p:bldP spid="322" grpId="0" animBg="1"/>
      <p:bldP spid="323" grpId="0" animBg="1"/>
      <p:bldP spid="324" grpId="0" animBg="1"/>
      <p:bldP spid="325" grpId="0" animBg="1"/>
      <p:bldP spid="326" grpId="0" animBg="1"/>
      <p:bldP spid="327" grpId="0" animBg="1"/>
      <p:bldP spid="328" grpId="0" animBg="1"/>
      <p:bldP spid="329" grpId="0" animBg="1"/>
      <p:bldP spid="330" grpId="0" animBg="1"/>
      <p:bldP spid="331" grpId="0" animBg="1"/>
      <p:bldP spid="332" grpId="0" animBg="1"/>
      <p:bldP spid="333" grpId="0" animBg="1"/>
      <p:bldP spid="334" grpId="0" animBg="1"/>
      <p:bldP spid="335" grpId="0" animBg="1"/>
      <p:bldP spid="336" grpId="0" animBg="1"/>
      <p:bldP spid="337" grpId="0" animBg="1"/>
      <p:bldP spid="338" grpId="0" animBg="1"/>
      <p:bldP spid="339" grpId="0" animBg="1"/>
      <p:bldP spid="340" grpId="0" animBg="1"/>
      <p:bldP spid="341" grpId="0" animBg="1"/>
      <p:bldP spid="342" grpId="0" animBg="1"/>
      <p:bldP spid="343" grpId="0" animBg="1"/>
      <p:bldP spid="344" grpId="0" animBg="1"/>
      <p:bldP spid="345" grpId="0" animBg="1"/>
      <p:bldP spid="346" grpId="0" animBg="1"/>
      <p:bldP spid="347" grpId="0" animBg="1"/>
      <p:bldP spid="348" grpId="0" animBg="1"/>
      <p:bldP spid="349" grpId="0" animBg="1"/>
      <p:bldP spid="350" grpId="0" animBg="1"/>
      <p:bldP spid="351" grpId="0" animBg="1"/>
      <p:bldP spid="352" grpId="0" animBg="1"/>
      <p:bldP spid="353" grpId="0" animBg="1"/>
      <p:bldP spid="354" grpId="0" animBg="1"/>
      <p:bldP spid="355" grpId="0" animBg="1"/>
      <p:bldP spid="356" grpId="0" animBg="1"/>
      <p:bldP spid="357" grpId="0" animBg="1"/>
      <p:bldP spid="358" grpId="0" animBg="1"/>
      <p:bldP spid="359" grpId="0" animBg="1"/>
      <p:bldP spid="360" grpId="0" animBg="1"/>
      <p:bldP spid="361" grpId="0" animBg="1"/>
      <p:bldP spid="362" grpId="0" animBg="1"/>
      <p:bldP spid="363" grpId="0" animBg="1"/>
      <p:bldP spid="364" grpId="0" animBg="1"/>
      <p:bldP spid="365" grpId="0" animBg="1"/>
      <p:bldP spid="74" grpId="0" animBg="1"/>
      <p:bldP spid="76" grpId="0" animBg="1"/>
      <p:bldP spid="79" grpId="0" animBg="1"/>
      <p:bldP spid="81" grpId="0" animBg="1"/>
      <p:bldP spid="83" grpId="0" animBg="1"/>
      <p:bldP spid="86" grpId="0" animBg="1"/>
      <p:bldP spid="366" grpId="0" animBg="1"/>
      <p:bldP spid="367" grpId="0" animBg="1"/>
      <p:bldP spid="368" grpId="0" animBg="1"/>
      <p:bldP spid="369" grpId="0" animBg="1"/>
      <p:bldP spid="370" grpId="0" animBg="1"/>
      <p:bldP spid="371" grpId="0" animBg="1"/>
      <p:bldP spid="372" grpId="0" animBg="1"/>
      <p:bldP spid="373" grpId="0" animBg="1"/>
      <p:bldP spid="374" grpId="0" animBg="1"/>
      <p:bldP spid="375" grpId="0" animBg="1"/>
      <p:bldP spid="376" grpId="0" animBg="1"/>
      <p:bldP spid="377" grpId="0" animBg="1"/>
      <p:bldP spid="378" grpId="0" animBg="1"/>
      <p:bldP spid="379" grpId="0" animBg="1"/>
      <p:bldP spid="380" grpId="0" animBg="1"/>
      <p:bldP spid="381" grpId="0" animBg="1"/>
      <p:bldP spid="382" grpId="0" animBg="1"/>
      <p:bldP spid="383" grpId="0" animBg="1"/>
      <p:bldP spid="384" grpId="0" animBg="1"/>
      <p:bldP spid="385" grpId="0" animBg="1"/>
      <p:bldP spid="386" grpId="0" animBg="1"/>
      <p:bldP spid="387" grpId="0" animBg="1"/>
      <p:bldP spid="388" grpId="0" animBg="1"/>
      <p:bldP spid="389" grpId="0" animBg="1"/>
      <p:bldP spid="390" grpId="0" animBg="1"/>
      <p:bldP spid="391" grpId="0" animBg="1"/>
      <p:bldP spid="392" grpId="0" animBg="1"/>
      <p:bldP spid="393" grpId="0" animBg="1"/>
      <p:bldP spid="394" grpId="0" animBg="1"/>
      <p:bldP spid="395" grpId="0" animBg="1"/>
      <p:bldP spid="396" grpId="0" animBg="1"/>
      <p:bldP spid="397" grpId="0" animBg="1"/>
      <p:bldP spid="398" grpId="0" animBg="1"/>
      <p:bldP spid="399" grpId="0" animBg="1"/>
      <p:bldP spid="400" grpId="0" animBg="1"/>
      <p:bldP spid="401" grpId="0" animBg="1"/>
      <p:bldP spid="402" grpId="0" animBg="1"/>
      <p:bldP spid="403" grpId="0" animBg="1"/>
      <p:bldP spid="404" grpId="0" animBg="1"/>
      <p:bldP spid="405" grpId="0" animBg="1"/>
      <p:bldP spid="406" grpId="0" animBg="1"/>
      <p:bldP spid="407" grpId="0" animBg="1"/>
      <p:bldP spid="408" grpId="0" animBg="1"/>
      <p:bldP spid="409" grpId="0" animBg="1"/>
      <p:bldP spid="410" grpId="0" animBg="1"/>
      <p:bldP spid="411" grpId="0" animBg="1"/>
      <p:bldP spid="412" grpId="0" animBg="1"/>
      <p:bldP spid="413" grpId="0" animBg="1"/>
      <p:bldP spid="414" grpId="0" animBg="1"/>
      <p:bldP spid="415" grpId="0" animBg="1"/>
      <p:bldP spid="416" grpId="0" animBg="1"/>
      <p:bldP spid="417" grpId="0" animBg="1"/>
      <p:bldP spid="418" grpId="0" animBg="1"/>
      <p:bldP spid="419" grpId="0" animBg="1"/>
      <p:bldP spid="4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">
            <a:extLst>
              <a:ext uri="{FF2B5EF4-FFF2-40B4-BE49-F238E27FC236}">
                <a16:creationId xmlns:a16="http://schemas.microsoft.com/office/drawing/2014/main" id="{7127A436-1205-F779-9726-BB262953E36C}"/>
              </a:ext>
            </a:extLst>
          </p:cNvPr>
          <p:cNvSpPr/>
          <p:nvPr/>
        </p:nvSpPr>
        <p:spPr>
          <a:xfrm>
            <a:off x="389438" y="281252"/>
            <a:ext cx="647346" cy="43197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A</a:t>
            </a:r>
            <a:endParaRPr lang="sq-XK" sz="2400" dirty="0"/>
          </a:p>
        </p:txBody>
      </p:sp>
      <p:sp>
        <p:nvSpPr>
          <p:cNvPr id="8" name="B">
            <a:extLst>
              <a:ext uri="{FF2B5EF4-FFF2-40B4-BE49-F238E27FC236}">
                <a16:creationId xmlns:a16="http://schemas.microsoft.com/office/drawing/2014/main" id="{80847C29-BDAF-9EB3-0459-55C88B306AEC}"/>
              </a:ext>
            </a:extLst>
          </p:cNvPr>
          <p:cNvSpPr/>
          <p:nvPr/>
        </p:nvSpPr>
        <p:spPr>
          <a:xfrm>
            <a:off x="1141746" y="269226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B</a:t>
            </a:r>
            <a:endParaRPr lang="sq-XK" sz="2400" dirty="0"/>
          </a:p>
        </p:txBody>
      </p:sp>
      <p:sp>
        <p:nvSpPr>
          <p:cNvPr id="9" name="C">
            <a:extLst>
              <a:ext uri="{FF2B5EF4-FFF2-40B4-BE49-F238E27FC236}">
                <a16:creationId xmlns:a16="http://schemas.microsoft.com/office/drawing/2014/main" id="{D04D410C-975F-22F8-9876-28AC2179DC69}"/>
              </a:ext>
            </a:extLst>
          </p:cNvPr>
          <p:cNvSpPr/>
          <p:nvPr/>
        </p:nvSpPr>
        <p:spPr>
          <a:xfrm>
            <a:off x="1757383" y="269227"/>
            <a:ext cx="575174" cy="43197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C</a:t>
            </a:r>
            <a:endParaRPr lang="sq-XK" sz="2400" dirty="0"/>
          </a:p>
        </p:txBody>
      </p:sp>
      <p:sp>
        <p:nvSpPr>
          <p:cNvPr id="10" name="Ç">
            <a:extLst>
              <a:ext uri="{FF2B5EF4-FFF2-40B4-BE49-F238E27FC236}">
                <a16:creationId xmlns:a16="http://schemas.microsoft.com/office/drawing/2014/main" id="{5D0E20B3-38C0-AFDB-B7E5-CF587BF9670E}"/>
              </a:ext>
            </a:extLst>
          </p:cNvPr>
          <p:cNvSpPr/>
          <p:nvPr/>
        </p:nvSpPr>
        <p:spPr>
          <a:xfrm>
            <a:off x="2329279" y="263214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Ç</a:t>
            </a:r>
            <a:endParaRPr lang="sq-XK" sz="2400" dirty="0"/>
          </a:p>
        </p:txBody>
      </p:sp>
      <p:sp>
        <p:nvSpPr>
          <p:cNvPr id="11" name="D">
            <a:extLst>
              <a:ext uri="{FF2B5EF4-FFF2-40B4-BE49-F238E27FC236}">
                <a16:creationId xmlns:a16="http://schemas.microsoft.com/office/drawing/2014/main" id="{ACA72B8F-B5FC-8051-49F6-4A4C858DE1FF}"/>
              </a:ext>
            </a:extLst>
          </p:cNvPr>
          <p:cNvSpPr/>
          <p:nvPr/>
        </p:nvSpPr>
        <p:spPr>
          <a:xfrm>
            <a:off x="2902271" y="269226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D</a:t>
            </a:r>
            <a:endParaRPr lang="sq-XK" sz="2400" dirty="0"/>
          </a:p>
        </p:txBody>
      </p:sp>
      <p:sp>
        <p:nvSpPr>
          <p:cNvPr id="12" name="DH">
            <a:extLst>
              <a:ext uri="{FF2B5EF4-FFF2-40B4-BE49-F238E27FC236}">
                <a16:creationId xmlns:a16="http://schemas.microsoft.com/office/drawing/2014/main" id="{B77C4B40-8AF7-18DE-3C06-A42ED722BA4B}"/>
              </a:ext>
            </a:extLst>
          </p:cNvPr>
          <p:cNvSpPr/>
          <p:nvPr/>
        </p:nvSpPr>
        <p:spPr>
          <a:xfrm>
            <a:off x="3584609" y="263214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/>
              <a:t>DH</a:t>
            </a:r>
            <a:endParaRPr lang="sq-XK" sz="2000" dirty="0"/>
          </a:p>
        </p:txBody>
      </p:sp>
      <p:sp>
        <p:nvSpPr>
          <p:cNvPr id="13" name="E">
            <a:extLst>
              <a:ext uri="{FF2B5EF4-FFF2-40B4-BE49-F238E27FC236}">
                <a16:creationId xmlns:a16="http://schemas.microsoft.com/office/drawing/2014/main" id="{82ABEE83-FEC8-6932-EB2B-7AB725460F38}"/>
              </a:ext>
            </a:extLst>
          </p:cNvPr>
          <p:cNvSpPr/>
          <p:nvPr/>
        </p:nvSpPr>
        <p:spPr>
          <a:xfrm>
            <a:off x="4217726" y="281252"/>
            <a:ext cx="518307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E</a:t>
            </a:r>
            <a:endParaRPr lang="sq-XK" sz="2400" dirty="0"/>
          </a:p>
        </p:txBody>
      </p:sp>
      <p:sp>
        <p:nvSpPr>
          <p:cNvPr id="14" name="Ë">
            <a:extLst>
              <a:ext uri="{FF2B5EF4-FFF2-40B4-BE49-F238E27FC236}">
                <a16:creationId xmlns:a16="http://schemas.microsoft.com/office/drawing/2014/main" id="{47C887DA-CEE0-9C00-E12A-0051D6F58E2A}"/>
              </a:ext>
            </a:extLst>
          </p:cNvPr>
          <p:cNvSpPr/>
          <p:nvPr/>
        </p:nvSpPr>
        <p:spPr>
          <a:xfrm>
            <a:off x="4841027" y="28125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Ë</a:t>
            </a:r>
            <a:endParaRPr lang="sq-XK" sz="2400" dirty="0"/>
          </a:p>
        </p:txBody>
      </p:sp>
      <p:sp>
        <p:nvSpPr>
          <p:cNvPr id="15" name="F">
            <a:extLst>
              <a:ext uri="{FF2B5EF4-FFF2-40B4-BE49-F238E27FC236}">
                <a16:creationId xmlns:a16="http://schemas.microsoft.com/office/drawing/2014/main" id="{E34CE2C2-A390-60AE-13DC-7914206BA11A}"/>
              </a:ext>
            </a:extLst>
          </p:cNvPr>
          <p:cNvSpPr/>
          <p:nvPr/>
        </p:nvSpPr>
        <p:spPr>
          <a:xfrm>
            <a:off x="5513501" y="28125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F</a:t>
            </a:r>
            <a:endParaRPr lang="sq-XK" sz="2400" dirty="0"/>
          </a:p>
        </p:txBody>
      </p:sp>
      <p:sp>
        <p:nvSpPr>
          <p:cNvPr id="16" name="G">
            <a:extLst>
              <a:ext uri="{FF2B5EF4-FFF2-40B4-BE49-F238E27FC236}">
                <a16:creationId xmlns:a16="http://schemas.microsoft.com/office/drawing/2014/main" id="{8C0A3064-8421-49BB-BB65-C7BC4AB9C588}"/>
              </a:ext>
            </a:extLst>
          </p:cNvPr>
          <p:cNvSpPr/>
          <p:nvPr/>
        </p:nvSpPr>
        <p:spPr>
          <a:xfrm>
            <a:off x="6120397" y="269226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G</a:t>
            </a:r>
            <a:endParaRPr lang="sq-XK" sz="2400" dirty="0"/>
          </a:p>
        </p:txBody>
      </p:sp>
      <p:sp>
        <p:nvSpPr>
          <p:cNvPr id="17" name="GJ">
            <a:extLst>
              <a:ext uri="{FF2B5EF4-FFF2-40B4-BE49-F238E27FC236}">
                <a16:creationId xmlns:a16="http://schemas.microsoft.com/office/drawing/2014/main" id="{DF7F133F-B053-C122-9C89-5618D6F329B3}"/>
              </a:ext>
            </a:extLst>
          </p:cNvPr>
          <p:cNvSpPr/>
          <p:nvPr/>
        </p:nvSpPr>
        <p:spPr>
          <a:xfrm>
            <a:off x="6769898" y="28125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GJ</a:t>
            </a:r>
            <a:endParaRPr lang="sq-XK" sz="2400" dirty="0"/>
          </a:p>
        </p:txBody>
      </p:sp>
      <p:sp>
        <p:nvSpPr>
          <p:cNvPr id="18" name="H">
            <a:extLst>
              <a:ext uri="{FF2B5EF4-FFF2-40B4-BE49-F238E27FC236}">
                <a16:creationId xmlns:a16="http://schemas.microsoft.com/office/drawing/2014/main" id="{1FA68389-B089-2F0C-C341-A0CE53B78AAC}"/>
              </a:ext>
            </a:extLst>
          </p:cNvPr>
          <p:cNvSpPr/>
          <p:nvPr/>
        </p:nvSpPr>
        <p:spPr>
          <a:xfrm>
            <a:off x="7419426" y="28125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H</a:t>
            </a:r>
            <a:endParaRPr lang="sq-XK" sz="2400" dirty="0"/>
          </a:p>
        </p:txBody>
      </p:sp>
      <p:sp>
        <p:nvSpPr>
          <p:cNvPr id="19" name="I">
            <a:extLst>
              <a:ext uri="{FF2B5EF4-FFF2-40B4-BE49-F238E27FC236}">
                <a16:creationId xmlns:a16="http://schemas.microsoft.com/office/drawing/2014/main" id="{FE1C4CE4-4AB2-F7B0-047E-47EA08A21B05}"/>
              </a:ext>
            </a:extLst>
          </p:cNvPr>
          <p:cNvSpPr/>
          <p:nvPr/>
        </p:nvSpPr>
        <p:spPr>
          <a:xfrm>
            <a:off x="8060230" y="28125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I</a:t>
            </a:r>
            <a:endParaRPr lang="sq-XK" sz="2400" dirty="0"/>
          </a:p>
        </p:txBody>
      </p:sp>
      <p:sp>
        <p:nvSpPr>
          <p:cNvPr id="20" name="J">
            <a:extLst>
              <a:ext uri="{FF2B5EF4-FFF2-40B4-BE49-F238E27FC236}">
                <a16:creationId xmlns:a16="http://schemas.microsoft.com/office/drawing/2014/main" id="{5661557C-5D43-0F89-57E3-B8F9B92DB785}"/>
              </a:ext>
            </a:extLst>
          </p:cNvPr>
          <p:cNvSpPr/>
          <p:nvPr/>
        </p:nvSpPr>
        <p:spPr>
          <a:xfrm>
            <a:off x="8675814" y="281251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J</a:t>
            </a:r>
            <a:endParaRPr lang="sq-XK" sz="2400" dirty="0"/>
          </a:p>
        </p:txBody>
      </p:sp>
      <p:sp>
        <p:nvSpPr>
          <p:cNvPr id="21" name="K">
            <a:extLst>
              <a:ext uri="{FF2B5EF4-FFF2-40B4-BE49-F238E27FC236}">
                <a16:creationId xmlns:a16="http://schemas.microsoft.com/office/drawing/2014/main" id="{E5CF65F7-9058-57AD-A047-82892AB21E77}"/>
              </a:ext>
            </a:extLst>
          </p:cNvPr>
          <p:cNvSpPr/>
          <p:nvPr/>
        </p:nvSpPr>
        <p:spPr>
          <a:xfrm>
            <a:off x="9302432" y="281251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K</a:t>
            </a:r>
            <a:endParaRPr lang="sq-XK" sz="2400" dirty="0"/>
          </a:p>
        </p:txBody>
      </p:sp>
      <p:sp>
        <p:nvSpPr>
          <p:cNvPr id="22" name="L">
            <a:extLst>
              <a:ext uri="{FF2B5EF4-FFF2-40B4-BE49-F238E27FC236}">
                <a16:creationId xmlns:a16="http://schemas.microsoft.com/office/drawing/2014/main" id="{46F53768-6483-A477-9EDE-8F25035A5ECF}"/>
              </a:ext>
            </a:extLst>
          </p:cNvPr>
          <p:cNvSpPr/>
          <p:nvPr/>
        </p:nvSpPr>
        <p:spPr>
          <a:xfrm>
            <a:off x="9891808" y="281251"/>
            <a:ext cx="579536" cy="414854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L</a:t>
            </a:r>
            <a:endParaRPr lang="sq-XK" sz="2400" dirty="0"/>
          </a:p>
        </p:txBody>
      </p:sp>
      <p:sp>
        <p:nvSpPr>
          <p:cNvPr id="23" name="LL">
            <a:extLst>
              <a:ext uri="{FF2B5EF4-FFF2-40B4-BE49-F238E27FC236}">
                <a16:creationId xmlns:a16="http://schemas.microsoft.com/office/drawing/2014/main" id="{05D8F148-033A-E09E-645E-5ED0FD50B7D6}"/>
              </a:ext>
            </a:extLst>
          </p:cNvPr>
          <p:cNvSpPr/>
          <p:nvPr/>
        </p:nvSpPr>
        <p:spPr>
          <a:xfrm>
            <a:off x="10588389" y="263213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LL</a:t>
            </a:r>
            <a:endParaRPr lang="sq-XK" sz="2400" dirty="0"/>
          </a:p>
        </p:txBody>
      </p:sp>
      <p:sp>
        <p:nvSpPr>
          <p:cNvPr id="24" name="M">
            <a:extLst>
              <a:ext uri="{FF2B5EF4-FFF2-40B4-BE49-F238E27FC236}">
                <a16:creationId xmlns:a16="http://schemas.microsoft.com/office/drawing/2014/main" id="{40C008EC-2E76-30E2-0AEF-5BDC8229250B}"/>
              </a:ext>
            </a:extLst>
          </p:cNvPr>
          <p:cNvSpPr/>
          <p:nvPr/>
        </p:nvSpPr>
        <p:spPr>
          <a:xfrm>
            <a:off x="11243335" y="26321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M</a:t>
            </a:r>
            <a:endParaRPr lang="sq-XK" sz="2400" dirty="0"/>
          </a:p>
        </p:txBody>
      </p:sp>
      <p:sp>
        <p:nvSpPr>
          <p:cNvPr id="25" name="N">
            <a:extLst>
              <a:ext uri="{FF2B5EF4-FFF2-40B4-BE49-F238E27FC236}">
                <a16:creationId xmlns:a16="http://schemas.microsoft.com/office/drawing/2014/main" id="{38979201-5C5A-70DD-D62F-02201F04729C}"/>
              </a:ext>
            </a:extLst>
          </p:cNvPr>
          <p:cNvSpPr/>
          <p:nvPr/>
        </p:nvSpPr>
        <p:spPr>
          <a:xfrm>
            <a:off x="412788" y="780641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N</a:t>
            </a:r>
            <a:endParaRPr lang="sq-XK" sz="2400" dirty="0"/>
          </a:p>
        </p:txBody>
      </p:sp>
      <p:sp>
        <p:nvSpPr>
          <p:cNvPr id="29" name="RR">
            <a:extLst>
              <a:ext uri="{FF2B5EF4-FFF2-40B4-BE49-F238E27FC236}">
                <a16:creationId xmlns:a16="http://schemas.microsoft.com/office/drawing/2014/main" id="{BFA860B4-2D5F-E2DC-AC98-F15A345E4292}"/>
              </a:ext>
            </a:extLst>
          </p:cNvPr>
          <p:cNvSpPr/>
          <p:nvPr/>
        </p:nvSpPr>
        <p:spPr>
          <a:xfrm>
            <a:off x="4210272" y="73397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RR</a:t>
            </a:r>
            <a:endParaRPr lang="sq-XK" sz="2400" dirty="0"/>
          </a:p>
        </p:txBody>
      </p:sp>
      <p:sp>
        <p:nvSpPr>
          <p:cNvPr id="30" name="S">
            <a:extLst>
              <a:ext uri="{FF2B5EF4-FFF2-40B4-BE49-F238E27FC236}">
                <a16:creationId xmlns:a16="http://schemas.microsoft.com/office/drawing/2014/main" id="{9FAD3DCE-02B3-3323-89C6-A1DD379ED779}"/>
              </a:ext>
            </a:extLst>
          </p:cNvPr>
          <p:cNvSpPr/>
          <p:nvPr/>
        </p:nvSpPr>
        <p:spPr>
          <a:xfrm>
            <a:off x="4879224" y="733970"/>
            <a:ext cx="466727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S</a:t>
            </a:r>
            <a:endParaRPr lang="sq-XK" sz="2400" dirty="0"/>
          </a:p>
        </p:txBody>
      </p:sp>
      <p:sp>
        <p:nvSpPr>
          <p:cNvPr id="31" name="SH">
            <a:extLst>
              <a:ext uri="{FF2B5EF4-FFF2-40B4-BE49-F238E27FC236}">
                <a16:creationId xmlns:a16="http://schemas.microsoft.com/office/drawing/2014/main" id="{71771A2D-009E-DCD8-D5EC-113BFDF168DA}"/>
              </a:ext>
            </a:extLst>
          </p:cNvPr>
          <p:cNvSpPr/>
          <p:nvPr/>
        </p:nvSpPr>
        <p:spPr>
          <a:xfrm>
            <a:off x="5493029" y="73397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SH</a:t>
            </a:r>
            <a:endParaRPr lang="sq-XK" sz="2400" dirty="0"/>
          </a:p>
        </p:txBody>
      </p:sp>
      <p:sp>
        <p:nvSpPr>
          <p:cNvPr id="32" name="T">
            <a:extLst>
              <a:ext uri="{FF2B5EF4-FFF2-40B4-BE49-F238E27FC236}">
                <a16:creationId xmlns:a16="http://schemas.microsoft.com/office/drawing/2014/main" id="{692AA0F4-BBD7-88A2-EF4D-42CF1AB43610}"/>
              </a:ext>
            </a:extLst>
          </p:cNvPr>
          <p:cNvSpPr/>
          <p:nvPr/>
        </p:nvSpPr>
        <p:spPr>
          <a:xfrm>
            <a:off x="6160703" y="73397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T</a:t>
            </a:r>
            <a:endParaRPr lang="sq-XK" sz="2400" dirty="0"/>
          </a:p>
        </p:txBody>
      </p:sp>
      <p:sp>
        <p:nvSpPr>
          <p:cNvPr id="33" name="TH">
            <a:extLst>
              <a:ext uri="{FF2B5EF4-FFF2-40B4-BE49-F238E27FC236}">
                <a16:creationId xmlns:a16="http://schemas.microsoft.com/office/drawing/2014/main" id="{C5D913B7-C229-A5C3-733C-BE426F6F93D6}"/>
              </a:ext>
            </a:extLst>
          </p:cNvPr>
          <p:cNvSpPr/>
          <p:nvPr/>
        </p:nvSpPr>
        <p:spPr>
          <a:xfrm>
            <a:off x="6793642" y="722501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TH</a:t>
            </a:r>
            <a:endParaRPr lang="sq-XK" sz="2400" dirty="0"/>
          </a:p>
        </p:txBody>
      </p:sp>
      <p:sp>
        <p:nvSpPr>
          <p:cNvPr id="34" name="U">
            <a:extLst>
              <a:ext uri="{FF2B5EF4-FFF2-40B4-BE49-F238E27FC236}">
                <a16:creationId xmlns:a16="http://schemas.microsoft.com/office/drawing/2014/main" id="{0C2E5247-7C1B-5CC4-9374-EAE4D9973809}"/>
              </a:ext>
            </a:extLst>
          </p:cNvPr>
          <p:cNvSpPr/>
          <p:nvPr/>
        </p:nvSpPr>
        <p:spPr>
          <a:xfrm>
            <a:off x="7407672" y="73397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U</a:t>
            </a:r>
            <a:endParaRPr lang="sq-XK" sz="2400" dirty="0"/>
          </a:p>
        </p:txBody>
      </p:sp>
      <p:sp>
        <p:nvSpPr>
          <p:cNvPr id="35" name="V">
            <a:extLst>
              <a:ext uri="{FF2B5EF4-FFF2-40B4-BE49-F238E27FC236}">
                <a16:creationId xmlns:a16="http://schemas.microsoft.com/office/drawing/2014/main" id="{BFD0C8D1-FF57-3B4E-0F76-5C5A62E5162F}"/>
              </a:ext>
            </a:extLst>
          </p:cNvPr>
          <p:cNvSpPr/>
          <p:nvPr/>
        </p:nvSpPr>
        <p:spPr>
          <a:xfrm>
            <a:off x="8084944" y="73397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V</a:t>
            </a:r>
            <a:endParaRPr lang="sq-XK" sz="2400" dirty="0"/>
          </a:p>
        </p:txBody>
      </p:sp>
      <p:sp>
        <p:nvSpPr>
          <p:cNvPr id="36" name="X">
            <a:extLst>
              <a:ext uri="{FF2B5EF4-FFF2-40B4-BE49-F238E27FC236}">
                <a16:creationId xmlns:a16="http://schemas.microsoft.com/office/drawing/2014/main" id="{91ADF158-275A-1FF6-FB79-EE93497BC668}"/>
              </a:ext>
            </a:extLst>
          </p:cNvPr>
          <p:cNvSpPr/>
          <p:nvPr/>
        </p:nvSpPr>
        <p:spPr>
          <a:xfrm>
            <a:off x="8712233" y="748836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X</a:t>
            </a:r>
            <a:endParaRPr lang="sq-XK" sz="2400" dirty="0"/>
          </a:p>
        </p:txBody>
      </p:sp>
      <p:sp>
        <p:nvSpPr>
          <p:cNvPr id="37" name="XH">
            <a:extLst>
              <a:ext uri="{FF2B5EF4-FFF2-40B4-BE49-F238E27FC236}">
                <a16:creationId xmlns:a16="http://schemas.microsoft.com/office/drawing/2014/main" id="{EBE046FB-1C7C-CBD5-56EF-B8EDF6AD345F}"/>
              </a:ext>
            </a:extLst>
          </p:cNvPr>
          <p:cNvSpPr/>
          <p:nvPr/>
        </p:nvSpPr>
        <p:spPr>
          <a:xfrm>
            <a:off x="9309175" y="721166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XH</a:t>
            </a:r>
            <a:endParaRPr lang="sq-XK" sz="2400" dirty="0"/>
          </a:p>
        </p:txBody>
      </p:sp>
      <p:sp>
        <p:nvSpPr>
          <p:cNvPr id="38" name="Y">
            <a:extLst>
              <a:ext uri="{FF2B5EF4-FFF2-40B4-BE49-F238E27FC236}">
                <a16:creationId xmlns:a16="http://schemas.microsoft.com/office/drawing/2014/main" id="{5DEC1F19-641A-70FD-23FF-5D3674F51C1F}"/>
              </a:ext>
            </a:extLst>
          </p:cNvPr>
          <p:cNvSpPr/>
          <p:nvPr/>
        </p:nvSpPr>
        <p:spPr>
          <a:xfrm>
            <a:off x="9946621" y="73397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Y</a:t>
            </a:r>
            <a:endParaRPr lang="sq-XK" sz="2400" dirty="0"/>
          </a:p>
        </p:txBody>
      </p:sp>
      <p:sp>
        <p:nvSpPr>
          <p:cNvPr id="39" name="Z">
            <a:extLst>
              <a:ext uri="{FF2B5EF4-FFF2-40B4-BE49-F238E27FC236}">
                <a16:creationId xmlns:a16="http://schemas.microsoft.com/office/drawing/2014/main" id="{1EB45CFC-73B9-1EAD-6F86-DB520535EAEB}"/>
              </a:ext>
            </a:extLst>
          </p:cNvPr>
          <p:cNvSpPr/>
          <p:nvPr/>
        </p:nvSpPr>
        <p:spPr>
          <a:xfrm>
            <a:off x="10566935" y="746253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Z</a:t>
            </a:r>
            <a:endParaRPr lang="sq-XK" sz="2400" dirty="0"/>
          </a:p>
        </p:txBody>
      </p:sp>
      <p:sp>
        <p:nvSpPr>
          <p:cNvPr id="40" name="ZH">
            <a:extLst>
              <a:ext uri="{FF2B5EF4-FFF2-40B4-BE49-F238E27FC236}">
                <a16:creationId xmlns:a16="http://schemas.microsoft.com/office/drawing/2014/main" id="{C1637862-D87D-74AF-FF83-D32066FDEF98}"/>
              </a:ext>
            </a:extLst>
          </p:cNvPr>
          <p:cNvSpPr/>
          <p:nvPr/>
        </p:nvSpPr>
        <p:spPr>
          <a:xfrm>
            <a:off x="11210678" y="74625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ZH</a:t>
            </a:r>
            <a:endParaRPr lang="sq-XK" sz="2400" dirty="0"/>
          </a:p>
        </p:txBody>
      </p:sp>
      <p:sp>
        <p:nvSpPr>
          <p:cNvPr id="26" name="NJ">
            <a:extLst>
              <a:ext uri="{FF2B5EF4-FFF2-40B4-BE49-F238E27FC236}">
                <a16:creationId xmlns:a16="http://schemas.microsoft.com/office/drawing/2014/main" id="{5D20C09E-9F31-4E8F-82E9-6DA17F157D1E}"/>
              </a:ext>
            </a:extLst>
          </p:cNvPr>
          <p:cNvSpPr/>
          <p:nvPr/>
        </p:nvSpPr>
        <p:spPr>
          <a:xfrm>
            <a:off x="1047889" y="78064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NJ</a:t>
            </a:r>
            <a:endParaRPr lang="sq-XK" sz="2400" dirty="0"/>
          </a:p>
        </p:txBody>
      </p:sp>
      <p:sp>
        <p:nvSpPr>
          <p:cNvPr id="42" name="P">
            <a:extLst>
              <a:ext uri="{FF2B5EF4-FFF2-40B4-BE49-F238E27FC236}">
                <a16:creationId xmlns:a16="http://schemas.microsoft.com/office/drawing/2014/main" id="{36968340-EC59-4AD1-B69A-EEF4C061A957}"/>
              </a:ext>
            </a:extLst>
          </p:cNvPr>
          <p:cNvSpPr/>
          <p:nvPr/>
        </p:nvSpPr>
        <p:spPr>
          <a:xfrm>
            <a:off x="2347052" y="743994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P</a:t>
            </a:r>
            <a:endParaRPr lang="sq-XK" sz="2400" dirty="0"/>
          </a:p>
        </p:txBody>
      </p:sp>
      <p:sp>
        <p:nvSpPr>
          <p:cNvPr id="43" name="Q">
            <a:extLst>
              <a:ext uri="{FF2B5EF4-FFF2-40B4-BE49-F238E27FC236}">
                <a16:creationId xmlns:a16="http://schemas.microsoft.com/office/drawing/2014/main" id="{003FAD99-236C-1F51-3C20-AF9068DC9DCE}"/>
              </a:ext>
            </a:extLst>
          </p:cNvPr>
          <p:cNvSpPr/>
          <p:nvPr/>
        </p:nvSpPr>
        <p:spPr>
          <a:xfrm>
            <a:off x="2950670" y="76111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Q</a:t>
            </a:r>
            <a:endParaRPr lang="sq-XK" sz="2400" dirty="0"/>
          </a:p>
        </p:txBody>
      </p:sp>
      <p:sp>
        <p:nvSpPr>
          <p:cNvPr id="44" name="R">
            <a:extLst>
              <a:ext uri="{FF2B5EF4-FFF2-40B4-BE49-F238E27FC236}">
                <a16:creationId xmlns:a16="http://schemas.microsoft.com/office/drawing/2014/main" id="{500ACA0B-3B28-389F-5E36-E090EED6801D}"/>
              </a:ext>
            </a:extLst>
          </p:cNvPr>
          <p:cNvSpPr/>
          <p:nvPr/>
        </p:nvSpPr>
        <p:spPr>
          <a:xfrm>
            <a:off x="3554272" y="746254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R</a:t>
            </a:r>
            <a:endParaRPr lang="sq-XK" sz="2400" dirty="0"/>
          </a:p>
        </p:txBody>
      </p:sp>
      <p:sp>
        <p:nvSpPr>
          <p:cNvPr id="46" name="O">
            <a:extLst>
              <a:ext uri="{FF2B5EF4-FFF2-40B4-BE49-F238E27FC236}">
                <a16:creationId xmlns:a16="http://schemas.microsoft.com/office/drawing/2014/main" id="{FA9869B9-03B1-EDF0-9411-FE237095CA3D}"/>
              </a:ext>
            </a:extLst>
          </p:cNvPr>
          <p:cNvSpPr/>
          <p:nvPr/>
        </p:nvSpPr>
        <p:spPr>
          <a:xfrm>
            <a:off x="1714266" y="768307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O</a:t>
            </a:r>
            <a:endParaRPr lang="sq-XK" sz="2400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C5C18CE2-17AB-9E18-6D00-C105FE4CB064}"/>
              </a:ext>
            </a:extLst>
          </p:cNvPr>
          <p:cNvSpPr/>
          <p:nvPr/>
        </p:nvSpPr>
        <p:spPr>
          <a:xfrm>
            <a:off x="460464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7ECDAD3-3715-D953-1C41-88AD2085E7CE}"/>
              </a:ext>
            </a:extLst>
          </p:cNvPr>
          <p:cNvSpPr/>
          <p:nvPr/>
        </p:nvSpPr>
        <p:spPr>
          <a:xfrm>
            <a:off x="1489106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E8BBA81-143F-4E0F-71C0-AAB78B2F0087}"/>
              </a:ext>
            </a:extLst>
          </p:cNvPr>
          <p:cNvSpPr/>
          <p:nvPr/>
        </p:nvSpPr>
        <p:spPr>
          <a:xfrm>
            <a:off x="2499528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BCB7F255-1E18-6C81-68E9-30AC09458DB8}"/>
              </a:ext>
            </a:extLst>
          </p:cNvPr>
          <p:cNvSpPr/>
          <p:nvPr/>
        </p:nvSpPr>
        <p:spPr>
          <a:xfrm>
            <a:off x="3528499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EFF498C7-76B9-76E3-F52C-37EC88C5241D}"/>
              </a:ext>
            </a:extLst>
          </p:cNvPr>
          <p:cNvSpPr/>
          <p:nvPr/>
        </p:nvSpPr>
        <p:spPr>
          <a:xfrm>
            <a:off x="4566624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D0216DAC-194E-4FE3-814C-B49A58525FEE}"/>
              </a:ext>
            </a:extLst>
          </p:cNvPr>
          <p:cNvSpPr/>
          <p:nvPr/>
        </p:nvSpPr>
        <p:spPr>
          <a:xfrm>
            <a:off x="460464" y="2629649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530D7B38-3ED2-3771-A70E-B721F1E5DDBC}"/>
              </a:ext>
            </a:extLst>
          </p:cNvPr>
          <p:cNvSpPr/>
          <p:nvPr/>
        </p:nvSpPr>
        <p:spPr>
          <a:xfrm>
            <a:off x="1489106" y="2629649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0BCC0FB8-1E83-C55C-5922-F27AF762CACB}"/>
              </a:ext>
            </a:extLst>
          </p:cNvPr>
          <p:cNvSpPr/>
          <p:nvPr/>
        </p:nvSpPr>
        <p:spPr>
          <a:xfrm>
            <a:off x="2499528" y="2629649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075AA950-60A8-48A4-64BD-7A18990997CF}"/>
              </a:ext>
            </a:extLst>
          </p:cNvPr>
          <p:cNvSpPr/>
          <p:nvPr/>
        </p:nvSpPr>
        <p:spPr>
          <a:xfrm>
            <a:off x="3528499" y="2629649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5D7102F-8E2D-C196-89D7-09996A398443}"/>
              </a:ext>
            </a:extLst>
          </p:cNvPr>
          <p:cNvSpPr/>
          <p:nvPr/>
        </p:nvSpPr>
        <p:spPr>
          <a:xfrm>
            <a:off x="4566624" y="2629649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E94502F1-302C-C5A6-B0CF-79C0B9775B7C}"/>
              </a:ext>
            </a:extLst>
          </p:cNvPr>
          <p:cNvSpPr/>
          <p:nvPr/>
        </p:nvSpPr>
        <p:spPr>
          <a:xfrm>
            <a:off x="5616420" y="2618313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44540913-7F1E-4314-C6F9-0D8D9C604721}"/>
              </a:ext>
            </a:extLst>
          </p:cNvPr>
          <p:cNvSpPr/>
          <p:nvPr/>
        </p:nvSpPr>
        <p:spPr>
          <a:xfrm>
            <a:off x="6645062" y="2618313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988A63C-31C9-B0E1-D575-A86EE28EE400}"/>
              </a:ext>
            </a:extLst>
          </p:cNvPr>
          <p:cNvSpPr/>
          <p:nvPr/>
        </p:nvSpPr>
        <p:spPr>
          <a:xfrm>
            <a:off x="7655484" y="2618313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58471FE-9802-FBE9-8DC6-7CD1E28AC8A4}"/>
              </a:ext>
            </a:extLst>
          </p:cNvPr>
          <p:cNvSpPr/>
          <p:nvPr/>
        </p:nvSpPr>
        <p:spPr>
          <a:xfrm>
            <a:off x="8684455" y="2618313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2F9C913-5CC8-7A37-7FA2-3B4B5BFA975F}"/>
              </a:ext>
            </a:extLst>
          </p:cNvPr>
          <p:cNvSpPr/>
          <p:nvPr/>
        </p:nvSpPr>
        <p:spPr>
          <a:xfrm>
            <a:off x="9722580" y="2618313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244190D-4568-03A5-1D0F-DEF8CCAC98CE}"/>
              </a:ext>
            </a:extLst>
          </p:cNvPr>
          <p:cNvSpPr/>
          <p:nvPr/>
        </p:nvSpPr>
        <p:spPr>
          <a:xfrm>
            <a:off x="5590457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9A1F7FDC-95D2-DFE0-4637-9B65268A3916}"/>
              </a:ext>
            </a:extLst>
          </p:cNvPr>
          <p:cNvSpPr/>
          <p:nvPr/>
        </p:nvSpPr>
        <p:spPr>
          <a:xfrm>
            <a:off x="6619099" y="1423720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53850E2F-A35F-63CE-10AD-69EE950D85AE}"/>
              </a:ext>
            </a:extLst>
          </p:cNvPr>
          <p:cNvSpPr/>
          <p:nvPr/>
        </p:nvSpPr>
        <p:spPr>
          <a:xfrm>
            <a:off x="7629521" y="1423720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AAB43BF-B977-E3BE-894F-66E5801350CA}"/>
              </a:ext>
            </a:extLst>
          </p:cNvPr>
          <p:cNvSpPr/>
          <p:nvPr/>
        </p:nvSpPr>
        <p:spPr>
          <a:xfrm>
            <a:off x="8658492" y="1423720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A1A5B9D-C197-363D-C380-BEFE77B24C43}"/>
              </a:ext>
            </a:extLst>
          </p:cNvPr>
          <p:cNvSpPr/>
          <p:nvPr/>
        </p:nvSpPr>
        <p:spPr>
          <a:xfrm>
            <a:off x="9696617" y="1423720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270A7E6D-B67A-42FF-139B-F3ABB22122FA}"/>
              </a:ext>
            </a:extLst>
          </p:cNvPr>
          <p:cNvSpPr/>
          <p:nvPr/>
        </p:nvSpPr>
        <p:spPr>
          <a:xfrm>
            <a:off x="10751773" y="1441466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435" name="Rectangle 434">
            <a:extLst>
              <a:ext uri="{FF2B5EF4-FFF2-40B4-BE49-F238E27FC236}">
                <a16:creationId xmlns:a16="http://schemas.microsoft.com/office/drawing/2014/main" id="{236B133C-EF25-79AA-74FA-26002269D058}"/>
              </a:ext>
            </a:extLst>
          </p:cNvPr>
          <p:cNvSpPr/>
          <p:nvPr/>
        </p:nvSpPr>
        <p:spPr>
          <a:xfrm>
            <a:off x="10760705" y="2614689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DFC733-AD3F-6A9E-9A22-8F4AD3712D32}"/>
              </a:ext>
            </a:extLst>
          </p:cNvPr>
          <p:cNvSpPr/>
          <p:nvPr/>
        </p:nvSpPr>
        <p:spPr>
          <a:xfrm>
            <a:off x="377996" y="389482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E4FD94D-F58F-942E-1B63-1153A01D77C8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527D9E4-B73F-B9F7-BA9B-B4DC5F1E3971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9930C69-2CAE-536B-0B1F-3452CDF58DB3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8309644-DE46-72C0-44AB-E8B44774B374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257D2A3-3532-2E33-A409-20ED309BFFE9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0BA2119-5C12-8047-D819-F9DB2551351D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D7B7F51-B2DC-FA32-1F5C-E71A91C1AB4C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2FB2796-8A74-7C37-9CC9-BCA4346FEE3F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86FD842-8770-6940-ABAC-64F1765529E0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254D310-2F5E-8AAA-9BCA-8C8DADE2C222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9209C3B-8CBC-CC5C-638C-933B817E7798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1F6763D-1A4E-B88E-B7AE-A0DF8F0A2EBD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2D9B51C1-C23C-A1FE-9B85-B55690C563ED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9DD2D3A5-8EA7-2B25-127D-95DE315C4120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D45113B1-FE79-5EBA-0BFB-274A29DF954B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B3E3E79-4CA0-AECC-655A-8BC9F62BEF07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3EA1C7FC-22C7-30EB-F703-E4D21D515AB9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87383242-0F9C-5CF6-41C1-DF74EADD3060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96EA4113-0A22-1EF0-3414-0C2B27CFFCAB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7BC1647-6122-BABA-A756-0538CC43265C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BEB2E55C-A049-3208-B7D4-353DD2125A5D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E0EF2E71-986E-2067-4D04-2525772D8B7E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C6CAAD92-0315-3A47-FCFE-BB24FB864241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37F701EA-7E40-02B9-5A38-D3038744B7AA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2719D6EC-438B-14E0-05C3-4793EF854D93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BB6126C1-742A-6471-257E-B88C6E58BF1C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63A45BFC-8767-6678-D1BE-A823DBCFB7A8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BB3DE60B-AE1D-2AB2-AF37-8D8672BB6123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439F587C-FB2B-868B-0714-49FDDC496029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C594F43E-B604-2637-AC71-F6F0E6487FC4}"/>
              </a:ext>
            </a:extLst>
          </p:cNvPr>
          <p:cNvSpPr/>
          <p:nvPr/>
        </p:nvSpPr>
        <p:spPr>
          <a:xfrm>
            <a:off x="562790" y="1589562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FBB9A3AB-69AA-8330-8524-1C8D300DC62F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4B2A7EF3-7EE3-4AFD-F245-0890E504FD9D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BE60FCBD-7D5A-B2C3-2593-2F13AECB853F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220348AA-3AEA-488E-164E-BBFDF4F0EA49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11202790-60ED-1EEC-9892-450BE4C5EDEC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A7B4C033-02E0-4403-D190-276AE89E484E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311860E3-949B-60B6-7D8D-5F6AF1F7C344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82666AD8-63FC-C16C-D559-323ACA5B424E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F7083098-AFA7-69AF-EF96-15866BE28C43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78C97798-A1F9-84B2-5CF2-FC33084FA19B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AB08FAC5-0913-BB9B-4097-177FC70FA776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7E31202C-A19C-2B20-AEFA-F7331457EA0C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81CD8C70-4A39-05FC-4805-FF102727A873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A1120DC8-4B27-5D84-D042-C032361514D3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75826864-3D0E-BE91-0668-7A97C80162CB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E595BC1-8F54-14A0-EE18-8A38BA7EB9E0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A83DD4F5-BDFC-3A79-AB55-4A7560608B25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A0217FC9-4AA5-A3C0-7D7B-DCBB307E77A0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53ECE0B9-5A0E-E0EF-66CF-1D7D358552D9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9A5C86E1-A801-E765-373F-99EBCFFC97A9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16DD9015-F096-82E3-3F31-AA3DB0A8584A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46C9C310-5225-1E46-4BFC-5AD5F2FA8AEC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2CCCF095-0E4B-2F3F-EF98-938F8B9579B5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D7470E3F-CF54-9BE0-A638-7078A2EAEB1C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086439DC-755B-7031-709C-D5477E867FB7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19169FD2-6D5D-A6DF-0ABC-D126BC591709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635D594D-B5D1-3581-23DD-77ECCFD9FA8F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32AD203C-32D4-EE50-13B3-92E24DF59B70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8189B762-100B-55F2-913E-0DD5CE415153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C06B683C-4C34-C4A0-FE38-AF4E555DFFFA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F37707C7-7577-B287-611C-480CD38B5FBA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40951A8B-9FF4-C704-2750-4BC2566170B7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546D9835-F023-1414-D5A5-3EC80BCEE2DC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6D960E6E-10F4-FE5C-ECCA-344ABC939384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D004174B-EFF7-2B4D-63FA-17A067EDE637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B60F6BAA-95C5-165E-CBD8-2A1CCE3C0565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FFB32DC4-FD51-6EBF-81EE-802FA61961B6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CBA2C44A-92A8-84A3-D25F-623D0B78938A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540533B1-6D7E-8D19-0CCF-41FDA7B18BC0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A27E5B4D-253C-5996-48F8-3D37D14F2E91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8A8F45A0-153A-CCCE-90ED-0B15F71308D4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30509E34-6C7E-7072-3217-3C1444AE5AC9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0331F73B-35A1-F015-E178-EE172462EC8B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23FC285D-FDAA-E96A-CBD6-6DBC465499E6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958DECA2-B570-5544-7299-859E6AD69C98}"/>
              </a:ext>
            </a:extLst>
          </p:cNvPr>
          <p:cNvSpPr/>
          <p:nvPr/>
        </p:nvSpPr>
        <p:spPr>
          <a:xfrm>
            <a:off x="4670358" y="169835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37C2AD29-EEA9-9770-30AC-6EA9BADEF466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984CBC33-FBCE-361D-7D1C-DECEC817F810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DEA56CFE-8C14-881E-DBE8-63280A131168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CC40AAD9-C718-682A-2A67-2608701C8915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08D76BBA-F5B4-C280-956E-4290ADDC7F41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B9A1E2FE-5424-D766-E350-A823425FD45E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9A28C11B-1279-2286-A5CF-4EFD024A383C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F3BF2109-690D-0876-693F-9D829A975AB6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E3AE0815-CC26-ABC4-974C-9FFA56106067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F4775E2D-9C57-38B4-A1A2-1E3A599A1EEA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E3B3DC5C-7805-5211-0073-574D5DF84CB0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57378577-F5DB-B646-9976-571841B98783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444C80D2-0848-AF79-97C3-CA27A1EF6F07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982B816-46C3-6C66-81AD-F6F205F11288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108F5CCC-F585-EE3D-08D9-F2F05133FC14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5B742DA0-5767-2889-ED42-9FE48B79E20E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B0B6EDED-954A-01F6-C1E6-2B8BEF24A7B2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8B572E3-C158-9C02-AD8E-CB9DF17A9861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48FD1C68-2BBB-C62E-054E-2D6F8BB676B0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DADF5114-E5A7-46AB-5BA2-CFD5C2543F00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19B41FD4-661E-C1AE-D4A6-E32995D2E6D6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7C34DA2-D644-3398-6474-A4A187309542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352AD62-7D69-A046-FE2D-4D3DE2923B20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1F3795EE-E596-6168-7B52-74C001ADEAB7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909FC51D-D1F7-7CA1-D86B-734648563A42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33FF83A9-1A8E-D368-DAD7-9D812FD663E5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FF79178C-F02D-4029-0F08-88C4263F43DC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E8D1ECBF-8AB6-A0D5-5255-C2A3FF6E99BA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26756CDC-9917-D902-2016-A8E3598D4E52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C262B797-CC39-850A-7B9E-BB2A2418D5C4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446F4FAC-524E-2308-9113-4535A662E8F5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BDE3B019-9316-73FB-7D8F-ECD42C0D3BA4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EA03FC36-DF97-27BD-1F01-6D5EDBF4EB61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AAD2832E-B449-D1B7-E717-93C4236878C7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9042D536-90B1-834C-1AD5-C42A87210293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867472E4-72C4-AB59-A4F2-03A13C193EFA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3691FB91-E9DD-1629-D3FC-A3FA9CDDDDE3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CF5878FA-E376-F68B-60FF-59AB2249B062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4B901B58-082D-9DEC-E863-561FD21A9807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36E35FAE-9EBE-5DD2-DDDA-CA84AB27DE69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C636B4D3-27E3-78D3-4335-3B92366BA9BD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ADDC1C0A-AEEB-B02E-9079-7CD4F904A7E4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3DA0F6BB-7940-8F4D-5310-6102FFE7C9ED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9DE8EAFE-B8F3-B923-ACB9-13821A826BA8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444A1F39-6B04-190A-AF12-556C6E8367D0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A8C470C-8360-FDF8-5E9B-4F59D3C62C26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2DBB3F9-418C-3C69-7A7C-E4A53556149F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F6DC1B3-E4D8-8552-98AE-82E3B26D4E04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DDDE5A5-B9BE-3340-C2FB-AAD742EE7960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950CB53-E761-79DE-35A8-31B76FFA2FC8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54865E8-05DF-C224-BDDC-B36A0ECCD712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E2853187-A67C-0C53-5356-80477A719699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69000CC-CCA6-AD54-5684-9DEBFA237979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DB5DC7C5-C06D-2023-6451-C01A6D626703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4CF5E55D-D2DB-7B63-63E2-A8BBFD9FBDE9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DBDD35E0-1C41-EBF5-0974-93073D0F2F4B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BC8AACA4-5960-73DA-17F6-FA0C5EFD012A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5B0B8DF4-7286-7B9E-2A05-F3223905CD7F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41988C9A-9A27-2A2A-78B8-8E54FED3E298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9B3BDF7E-1620-680B-04F9-2BE2280B6EC7}"/>
              </a:ext>
            </a:extLst>
          </p:cNvPr>
          <p:cNvSpPr/>
          <p:nvPr/>
        </p:nvSpPr>
        <p:spPr>
          <a:xfrm>
            <a:off x="1627094" y="165332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BA03447E-A35A-3B5E-966F-C9CB5DACD3D5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746929FE-282F-2451-8527-5A2D073D764B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BCC7E877-15DA-CDF1-5246-12CCECCC0629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2359BC16-3F0D-4606-61AF-369748801D16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04EE2C9A-CC8B-9FE3-FA10-C06C9DA154C8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89A120B1-B07B-6A4A-CE47-FC4B9C38225B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1C6102A6-CB63-D4AB-8742-0CFE956ECF72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58E1703A-1F84-07B5-DAE2-5A8CD5CB23DE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EDE39A61-0E0A-4F27-EC51-E626B86617DC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F5B8531E-EC93-C47F-5EDB-2905E2712274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CFD02948-CC06-2F32-CAA0-F6782CF5CB5B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1C114D24-DF8E-09A4-DD94-5E8FDB738DDD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8E363CA6-90D1-1680-B979-5D1709865A29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4D13E209-ED69-1868-4F86-62690242AB6E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A277DBA9-4E25-C98D-027D-6E3E025268BE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AF5A2831-079E-1A89-1301-8C82329B2D26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9CDE936A-34F9-E1C3-7177-D12FD736CC0F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D0A265C9-7565-AE1A-2046-0030F2D7535F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433702C3-AB6E-3188-7FE1-E98D610998A2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8D22CC02-172D-F5DD-9698-7FF9ECD5BD08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6FB56624-BAD1-D150-73A1-B10D6664D24E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98D3CAAD-D252-CE61-5435-221EF1DA4881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2A0A26E0-11DC-CCAA-D96C-7B9030778931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51D901A4-97F3-AE0E-6C77-25456B124A69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D53FC067-9AA6-2C7B-8903-C5E54A697223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1FC5A914-E22C-DD00-2576-ABF29558A707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B8989D84-99DC-4B63-49E2-750DA75C219A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3F053C84-1C9F-5EB7-F64E-F1BC3DB572EC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82A924CC-3CF7-F5D6-797A-A27879687D97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E5D4F8D7-58A8-80BE-0BFB-BBAEA0C739A6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D0A403E8-9696-3676-520C-0281756E2CAD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6B7E9260-B82F-FFBF-8B6C-ADBEE9C53697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799E4FEE-6C5D-138F-61D2-C06BE86D4DB7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D3965F67-76C2-2B0D-0564-77A61BC285AA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8C622B2E-C4D5-4F10-0B5C-7D42F932AA46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4E169072-7138-B062-4FA3-BDCB07A138FC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54070378-096D-5E84-BE6E-B0C468D51C5E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A3E20A15-E70A-5470-7AC4-1C18DB8E4153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F3DB4AF0-DB9E-25CB-DF34-C0D7E62755C9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D9DA6EFA-50CB-35B8-467A-0CE25A539FBC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A344E9D3-9A83-FBFD-3E06-F94DB1BCC2D7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C87E75BE-B75C-5F89-55C7-C3CBCEA02817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B024DEE7-6591-F470-35AB-F6BA199CA247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983F5DBC-D257-4B38-0858-A4CFD2440F61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A166A7F3-427D-6D57-96DA-B21CFBCFFAC7}"/>
              </a:ext>
            </a:extLst>
          </p:cNvPr>
          <p:cNvSpPr/>
          <p:nvPr/>
        </p:nvSpPr>
        <p:spPr>
          <a:xfrm>
            <a:off x="3667285" y="168236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BDD9AE7-9303-118C-F50F-698CEF5BB13D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F0D1DFD-C6A0-C5DA-8788-BBB4B98FD644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DEA993A-67CA-28C6-A798-C4228A55B1E8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C6988D2-1B3F-7AC3-D129-849A5A0B5A1A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CFA8FD2-ACB2-686A-8DA5-81E7A5E040A5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B8B5270-9D20-79A5-5CE8-F5F633D3ECB7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756D6A-188E-FFA1-AEE4-3DD202CB46A6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48EC36-6ABE-987C-A234-C11D3F600148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B4ABC9-83B7-1B35-930C-A4F551A2A40F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4EA7CB-EDCF-5665-AA76-9E477D71957D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41686A6-3F9C-A086-A4DE-5F572806D05F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578DE8-0154-439B-5894-1707258F4870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C8B17B6-01BC-CEF5-E910-FFFDE7A076C6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90EDF82-23C3-7DB6-ED97-295BC0D0B036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CF0DBD8-D878-60FC-D6F3-B4F0A44E0D40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B8629FE-9E5E-17EB-B124-AAB745DD92B1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B92A073-5E1A-0B0F-6E68-16BE24FDF8BB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2C2D9ABD-BDF3-4E51-F81B-070D5B597DD1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A3B1ABE0-B8DA-377D-81E7-E67677FEC408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41A3B0EC-D517-994C-1FAE-247B8DE80E04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F4651820-CCE7-16D1-798C-136D383B471D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B6FD3528-3EEA-063D-1B63-9764A00D6427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9D685B5A-9185-67BD-8036-02C9219877F8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195117CA-B22B-E1A2-3C47-E6B313CF23B0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94ADD049-CF7A-627A-0FC7-9C7217E71A82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0024A108-6712-CDC1-FFEE-2223B6D58E89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F8DBE11D-D106-3321-FFC2-C227DC86AF7B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B5FA3167-599C-5492-4498-AB13E01D1544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5A58F77F-5741-BD54-1FF2-9EF159D6B2BF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DDAA7549-8EF9-05CF-3829-6FC0C78821F9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B85F7FB8-FE5D-0A31-624F-2B6176C31543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188F57A3-4F9B-F4B2-32BC-BE8B31AE2A00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5E747C70-9415-CF97-6A38-1BB852DF1039}"/>
              </a:ext>
            </a:extLst>
          </p:cNvPr>
          <p:cNvSpPr/>
          <p:nvPr/>
        </p:nvSpPr>
        <p:spPr>
          <a:xfrm>
            <a:off x="2584156" y="167600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BBFFD43A-8B70-D80E-5FCB-35A27A452430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5332DFB1-203A-35AE-BA47-871D89F28CE8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C7C737C7-C39F-48DA-1022-8FE8C1848EDE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EFA347CB-E8F8-B11F-E91C-2C09B6ACBAAC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4579D523-9D8F-4B65-D87E-890F4EE5E02D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E83A3FF0-1566-6326-BDB9-EA52C878BF81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BD1F0C64-AD0D-4356-D59D-3E525BD70946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7891BB20-6410-1DA4-6C30-2E8DE56295D5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D56B8DC3-BA3A-9E03-2A20-4A3F84A4BA02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E96E9FBB-77D9-5636-AE04-210650D09ED5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9439C8EC-C687-3426-518A-80C2659784AF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E9FFB9DF-1CA3-14B1-DC18-91751AB7DFD4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205396ED-454A-FF2A-1820-E6121E1EF797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E26636FF-61F5-67F1-2861-77BFA93831C1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44AE5402-5DB0-7651-FB7C-60A704D7F26B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21903DC6-7D80-5F8C-97C2-DF6D9A011B87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6D76E631-F744-3848-10C7-1EBDDF7B24B6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D1987988-76E5-D452-5107-0239F4C589EA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EA9A0DCC-7C83-BFDD-582B-04BBB938F96E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CCF32014-22B5-4742-BA5E-8188E8E0B1BB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861A5E83-7228-94AB-F46C-E222F8CE8E40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4390201D-B2AB-6F4C-22E3-8B8866CAC2A5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1F56708F-8EEE-1F0D-8CC5-4CD6E63C13BC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59CB0111-C285-B5E7-4A53-8C33A0BCD66D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F59B73B5-5749-559F-1666-F1C8529F0F71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770CF9EE-4610-2659-7BA1-3616F2071A6F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11" name="Rectangle 310">
            <a:extLst>
              <a:ext uri="{FF2B5EF4-FFF2-40B4-BE49-F238E27FC236}">
                <a16:creationId xmlns:a16="http://schemas.microsoft.com/office/drawing/2014/main" id="{33DCE2DB-73F1-B401-84C0-EFC0A52604C2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DB4B820-AE0B-4270-0EEA-17A566846549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D10138B-5CE3-9878-136C-9024C502A892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41E0CC7-704E-8B2A-11D7-3DD0FA23188C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C70D74D-ADCE-A2E4-1654-7C47C566AB0C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471FF9E-D38E-1EA9-2189-20EBDF89C83B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CA63CDCE-2DF3-617B-273A-7810855DA737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FD38CE51-C398-A630-FFD2-99448316B888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98B8491C-DF91-9F87-D0AE-EEEEB2632A0D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4858E361-557D-ECC9-7F83-D905F7912054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47045BDD-5A07-AB0F-224A-AC0E47CCA825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7BD5029A-2684-92F7-2103-A572AD2FF6F1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F5AB91DF-0FBA-247D-44CF-4A50CED7E868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8BC0AF72-D469-071A-FBE4-D7221009DBD6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CEE205FA-8B39-B79C-8700-070586AEEBC9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AA7F33CA-2A0A-98CC-BEEC-A0BC51FA371E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9ABD22EA-8D9D-F4FD-D2BA-3D6D71FA6AF8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16288E24-E238-4B05-1FF3-AD7FFEA9C9A7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C2E5F61E-1C79-8F6E-FB56-570DD4151706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3D8E6DCD-ED1B-B713-231B-DD9341ED6423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99C5ADD7-A25E-F88B-424B-5A3841EF07B6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3E7653B4-90B1-0803-1D75-2607B328A6F2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C4392D45-B901-E540-98CF-D6AA3186FB2B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850AFD21-5CED-B655-C574-CE3FE43CFF14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88755405-04D8-79AF-52BA-37D8F8F42DC4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176F1CF8-4329-2BDA-09A7-514E8FF92D1B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CB572970-0494-198A-B9E9-F7B8B610356F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AFA55968-5C84-9390-7C82-47595F9C6919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DBA638A6-D2A2-3380-90B2-A6268B6E8D50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6968F61E-BA4D-086B-BDFA-99EC595FF206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30A5B89A-CF9F-5EB1-7774-A41D046DF3D2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6FC184C7-A1A5-0323-82BB-C250148E701E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16A707A8-F4F1-DC0A-D9D0-DC5D19738975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AB4485A4-5EF2-7B80-2EB7-F6AFE5089533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62B02AE3-BD72-95EB-744F-CCA3C951854C}"/>
              </a:ext>
            </a:extLst>
          </p:cNvPr>
          <p:cNvSpPr/>
          <p:nvPr/>
        </p:nvSpPr>
        <p:spPr>
          <a:xfrm>
            <a:off x="4135192" y="6045646"/>
            <a:ext cx="694855" cy="66988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37FE430A-598D-6EEE-327F-353523C5DC71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B2305EDC-F4C2-7C32-FFBB-50C848BBC257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F99B6318-D433-8691-F043-2C840EB7707B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4591C6D0-0F1A-FF4E-2B83-6F02570B3714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3E7FAA5E-0E01-8A86-0646-1CFC893C55EE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D3760341-AF8C-29C7-71ED-A89E8D7804AF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0607A6CF-F459-381F-5F69-86FE26215F1D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B9253B0C-256C-FFFC-D1B8-8299C86FA1D5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1680BBA1-9ED7-DEAF-0F16-B6A9D7A8AC11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743DF3F8-4944-7149-FC62-38D494029D6B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305596E6-0267-7E43-B3CE-8CB75874AEFB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B4F6770D-1E39-1F1A-3100-74351133C10E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62" name="Rectangle 361">
            <a:extLst>
              <a:ext uri="{FF2B5EF4-FFF2-40B4-BE49-F238E27FC236}">
                <a16:creationId xmlns:a16="http://schemas.microsoft.com/office/drawing/2014/main" id="{A0C20DFC-3A1A-12B7-6AB8-E05195FE6CA0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F8E8624F-B4AE-9E90-0D92-D8D701090671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80027C6E-9906-32AB-8531-8DF70647E740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F6F473B6-9179-2947-5827-00DFA54E562F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782D7F5-6BC7-5F03-C077-69A4BA59B20A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A031BEA-DF26-8E6F-057B-445234C0FF5A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EC247FD-40AA-46B8-CEB5-90F4AEC28676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B238767-EABC-8673-CFA8-1B15821775B0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CE95FD33-74A7-15F4-5EE8-C10AEC312DA4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2C6D914-8DC1-0163-8BD8-4B492FFAA832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B72C050F-8002-6337-D99B-E4DC8D9507E8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0A7758B8-70E5-07C4-86CE-64A62BFF7ABC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68" name="Rectangle 367">
            <a:extLst>
              <a:ext uri="{FF2B5EF4-FFF2-40B4-BE49-F238E27FC236}">
                <a16:creationId xmlns:a16="http://schemas.microsoft.com/office/drawing/2014/main" id="{E019C543-9575-8A0D-1E58-FDC3AAC0444A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69" name="Rectangle 368">
            <a:extLst>
              <a:ext uri="{FF2B5EF4-FFF2-40B4-BE49-F238E27FC236}">
                <a16:creationId xmlns:a16="http://schemas.microsoft.com/office/drawing/2014/main" id="{0DC00FF4-A690-BEA6-A042-6B0F944E23C1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70" name="Rectangle 369">
            <a:extLst>
              <a:ext uri="{FF2B5EF4-FFF2-40B4-BE49-F238E27FC236}">
                <a16:creationId xmlns:a16="http://schemas.microsoft.com/office/drawing/2014/main" id="{642D4961-41E8-3781-4BDA-4C2286A52E82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71" name="Rectangle 370">
            <a:extLst>
              <a:ext uri="{FF2B5EF4-FFF2-40B4-BE49-F238E27FC236}">
                <a16:creationId xmlns:a16="http://schemas.microsoft.com/office/drawing/2014/main" id="{B351E915-63A2-E8E2-D9CF-FD01C737093A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72" name="Rectangle 371">
            <a:extLst>
              <a:ext uri="{FF2B5EF4-FFF2-40B4-BE49-F238E27FC236}">
                <a16:creationId xmlns:a16="http://schemas.microsoft.com/office/drawing/2014/main" id="{30182F72-9E52-EA57-8B73-0BE57C5039D0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73" name="Rectangle 372">
            <a:extLst>
              <a:ext uri="{FF2B5EF4-FFF2-40B4-BE49-F238E27FC236}">
                <a16:creationId xmlns:a16="http://schemas.microsoft.com/office/drawing/2014/main" id="{95D62269-14D1-B9E2-8A06-47E92B42E3CD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94101C06-7EC2-B903-6E66-633A5BF0A5AA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EAF92AF2-4F90-38DC-BF08-073239D02718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76" name="Rectangle 375">
            <a:extLst>
              <a:ext uri="{FF2B5EF4-FFF2-40B4-BE49-F238E27FC236}">
                <a16:creationId xmlns:a16="http://schemas.microsoft.com/office/drawing/2014/main" id="{42283194-025F-9521-2069-749779D67520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77" name="Rectangle 376">
            <a:extLst>
              <a:ext uri="{FF2B5EF4-FFF2-40B4-BE49-F238E27FC236}">
                <a16:creationId xmlns:a16="http://schemas.microsoft.com/office/drawing/2014/main" id="{9F531FDB-FE5F-C540-EDF6-62D35A137867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EC2338CD-98BE-6E24-DFCF-1F7A5140471D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79" name="Rectangle 378">
            <a:extLst>
              <a:ext uri="{FF2B5EF4-FFF2-40B4-BE49-F238E27FC236}">
                <a16:creationId xmlns:a16="http://schemas.microsoft.com/office/drawing/2014/main" id="{A80CD3FF-609E-8786-F6FE-AB4BFF41C692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06F94901-B8E2-4425-47F6-E547D4DDBECA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FED0D9ED-756D-D82D-7E67-22F6BAAF14E2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E6E518D0-4C35-ADD8-A86C-5A3C923B5339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FE3D2A41-8263-5BBB-02B4-4E066394A971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6E3467FE-61B1-D814-9C6D-49731E00DF6B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85" name="Rectangle 384">
            <a:extLst>
              <a:ext uri="{FF2B5EF4-FFF2-40B4-BE49-F238E27FC236}">
                <a16:creationId xmlns:a16="http://schemas.microsoft.com/office/drawing/2014/main" id="{BDF8D115-8F6B-C935-EAE4-95739794A113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86" name="Rectangle 385">
            <a:extLst>
              <a:ext uri="{FF2B5EF4-FFF2-40B4-BE49-F238E27FC236}">
                <a16:creationId xmlns:a16="http://schemas.microsoft.com/office/drawing/2014/main" id="{3748EA27-83AF-C928-017F-E387536357C8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7CAD73BF-E74C-8A2E-05D7-98B843F0BC79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88" name="Rectangle 387">
            <a:extLst>
              <a:ext uri="{FF2B5EF4-FFF2-40B4-BE49-F238E27FC236}">
                <a16:creationId xmlns:a16="http://schemas.microsoft.com/office/drawing/2014/main" id="{D76BE292-E4F5-003C-AA82-BFA1171AA997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89" name="Rectangle 388">
            <a:extLst>
              <a:ext uri="{FF2B5EF4-FFF2-40B4-BE49-F238E27FC236}">
                <a16:creationId xmlns:a16="http://schemas.microsoft.com/office/drawing/2014/main" id="{7E097438-E360-9E32-95E7-A3875CE5F0B3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90" name="Rectangle 389">
            <a:extLst>
              <a:ext uri="{FF2B5EF4-FFF2-40B4-BE49-F238E27FC236}">
                <a16:creationId xmlns:a16="http://schemas.microsoft.com/office/drawing/2014/main" id="{1CF5E849-C644-88C5-F0EA-9E8269421875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91" name="Rectangle 390">
            <a:extLst>
              <a:ext uri="{FF2B5EF4-FFF2-40B4-BE49-F238E27FC236}">
                <a16:creationId xmlns:a16="http://schemas.microsoft.com/office/drawing/2014/main" id="{280397C9-5EE4-0F09-3E3E-811574B87F97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008FE9E7-AA6D-D415-160F-324406E97985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93" name="Rectangle 392">
            <a:extLst>
              <a:ext uri="{FF2B5EF4-FFF2-40B4-BE49-F238E27FC236}">
                <a16:creationId xmlns:a16="http://schemas.microsoft.com/office/drawing/2014/main" id="{5FB07EBA-F5BB-1853-3598-70E840FF71F2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394" name="Rectangle 393">
            <a:extLst>
              <a:ext uri="{FF2B5EF4-FFF2-40B4-BE49-F238E27FC236}">
                <a16:creationId xmlns:a16="http://schemas.microsoft.com/office/drawing/2014/main" id="{764D7D0F-3EFA-0896-80BE-5FC5C5585939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2935E189-DE44-77B5-DAA4-84F77046192A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D09D92AF-ACDD-5CA3-FC47-89CFABCE82BE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28A052FB-A80F-182F-00F8-F642D63FCCAA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DBDF7F23-1B36-B787-2731-6A101BA25868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62EE3040-22C8-E3D4-F28B-394FEADEA327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F4FF867E-32EB-3451-D388-FD63B34A04F6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07502F14-9A2C-9448-3733-9BE10C172CCC}"/>
              </a:ext>
            </a:extLst>
          </p:cNvPr>
          <p:cNvSpPr/>
          <p:nvPr/>
        </p:nvSpPr>
        <p:spPr>
          <a:xfrm>
            <a:off x="9022775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76E93C3C-9947-6116-F84E-B42438F891D3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0905C8E6-AB63-8F5E-1444-A023E6624997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39325CB2-434E-EEC4-BA51-964B65F51656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CD7B2AF5-BC25-1F08-78AC-7E233B9154AA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C72B32EA-A6C8-A26B-64B2-01C0624235E4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D5194C04-1B33-4C14-F4D3-2B8B4B4B155A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266D5FAB-561A-69DD-4455-B11B8AE611FD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9BA41ED0-29DA-58CF-B1EB-62C721D539C9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DFF22482-3E9F-7754-E697-5F19BC2C8744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6CD25397-F90A-12D6-5E8E-13823B9174B2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FED2FB67-DC6A-DB21-98B7-F9D05BCBB6F9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2A7875FE-D1F0-5B84-C707-8DFD4592936B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4B6D37B6-A338-4BF5-19D5-7BE64C42711B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76C3AB44-57A0-897E-C1E6-5173B777037D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F2CFF89C-B64F-2C54-F51D-5336304BF583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3B68CD72-419F-3455-55F5-C3B14CA1B5EE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A15669B6-089A-C9DC-C737-9E737B9F57F8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06BF4576-33F5-E6D5-D1D9-FE2F730A3AC6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20" name="Rectangle 419">
            <a:extLst>
              <a:ext uri="{FF2B5EF4-FFF2-40B4-BE49-F238E27FC236}">
                <a16:creationId xmlns:a16="http://schemas.microsoft.com/office/drawing/2014/main" id="{02EDAA39-D66B-5C16-DD27-01DAFB51CE91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B18AEF6-AFB4-5D71-B4C8-80198CD89AC1}"/>
              </a:ext>
            </a:extLst>
          </p:cNvPr>
          <p:cNvSpPr/>
          <p:nvPr/>
        </p:nvSpPr>
        <p:spPr>
          <a:xfrm>
            <a:off x="3162465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135E7EAA-C061-95AA-BF25-970F2F6C7CE4}"/>
              </a:ext>
            </a:extLst>
          </p:cNvPr>
          <p:cNvSpPr/>
          <p:nvPr/>
        </p:nvSpPr>
        <p:spPr>
          <a:xfrm>
            <a:off x="3146932" y="595610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4F796948-68D7-797D-B0F7-5A8A6F27F4E3}"/>
              </a:ext>
            </a:extLst>
          </p:cNvPr>
          <p:cNvSpPr/>
          <p:nvPr/>
        </p:nvSpPr>
        <p:spPr>
          <a:xfrm>
            <a:off x="3105963" y="599856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423" name="Rectangle 422">
            <a:extLst>
              <a:ext uri="{FF2B5EF4-FFF2-40B4-BE49-F238E27FC236}">
                <a16:creationId xmlns:a16="http://schemas.microsoft.com/office/drawing/2014/main" id="{1C50C61C-4997-CC24-70AB-5308C45184B8}"/>
              </a:ext>
            </a:extLst>
          </p:cNvPr>
          <p:cNvSpPr/>
          <p:nvPr/>
        </p:nvSpPr>
        <p:spPr>
          <a:xfrm>
            <a:off x="5744107" y="1709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</p:spTree>
    <p:extLst>
      <p:ext uri="{BB962C8B-B14F-4D97-AF65-F5344CB8AC3E}">
        <p14:creationId xmlns:p14="http://schemas.microsoft.com/office/powerpoint/2010/main" val="508275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7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" fill="hold">
                      <p:stCondLst>
                        <p:cond delay="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203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4" fill="hold">
                      <p:stCondLst>
                        <p:cond delay="0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69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0" fill="hold">
                      <p:stCondLst>
                        <p:cond delay="0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8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1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35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6" fill="hold">
                      <p:stCondLst>
                        <p:cond delay="0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3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6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9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2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8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1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7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36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9" fill="hold">
                      <p:stCondLst>
                        <p:cond delay="0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6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9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2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5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8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1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4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7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0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401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2" fill="hold">
                      <p:stCondLst>
                        <p:cond delay="0"/>
                      </p:stCondLst>
                      <p:childTnLst>
                        <p:par>
                          <p:cTn id="403" fill="hold">
                            <p:stCondLst>
                              <p:cond delay="0"/>
                            </p:stCondLst>
                            <p:childTnLst>
                              <p:par>
                                <p:cTn id="4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9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2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5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4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7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0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3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5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8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1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4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0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3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6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67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8" fill="hold">
                      <p:stCondLst>
                        <p:cond delay="0"/>
                      </p:stCondLst>
                      <p:childTnLst>
                        <p:par>
                          <p:cTn id="469" fill="hold">
                            <p:stCondLst>
                              <p:cond delay="0"/>
                            </p:stCondLst>
                            <p:childTnLst>
                              <p:par>
                                <p:cTn id="4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5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8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1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4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7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0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3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6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9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500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1" fill="hold">
                      <p:stCondLst>
                        <p:cond delay="0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8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1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4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7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0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3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6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9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2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533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4" fill="hold">
                      <p:stCondLst>
                        <p:cond delay="0"/>
                      </p:stCondLst>
                      <p:childTnLst>
                        <p:par>
                          <p:cTn id="535" fill="hold">
                            <p:stCondLst>
                              <p:cond delay="0"/>
                            </p:stCondLst>
                            <p:childTnLst>
                              <p:par>
                                <p:cTn id="5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1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4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7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0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3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6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9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2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5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4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7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0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3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6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9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2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5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8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599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0" fill="hold">
                      <p:stCondLst>
                        <p:cond delay="0"/>
                      </p:stCondLst>
                      <p:childTnLst>
                        <p:par>
                          <p:cTn id="601" fill="hold">
                            <p:stCondLst>
                              <p:cond delay="0"/>
                            </p:stCondLst>
                            <p:childTnLst>
                              <p:par>
                                <p:cTn id="6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63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3" fill="hold">
                      <p:stCondLst>
                        <p:cond delay="0"/>
                      </p:stCondLst>
                      <p:childTnLst>
                        <p:par>
                          <p:cTn id="634" fill="hold">
                            <p:stCondLst>
                              <p:cond delay="0"/>
                            </p:stCondLst>
                            <p:childTnLst>
                              <p:par>
                                <p:cTn id="6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8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1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4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665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6" fill="hold">
                      <p:stCondLst>
                        <p:cond delay="0"/>
                      </p:stCondLst>
                      <p:childTnLst>
                        <p:par>
                          <p:cTn id="667" fill="hold">
                            <p:stCondLst>
                              <p:cond delay="0"/>
                            </p:stCondLst>
                            <p:childTnLst>
                              <p:par>
                                <p:cTn id="6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3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6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9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5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8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1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4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7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698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9" fill="hold">
                      <p:stCondLst>
                        <p:cond delay="0"/>
                      </p:stCondLst>
                      <p:childTnLst>
                        <p:par>
                          <p:cTn id="700" fill="hold">
                            <p:stCondLst>
                              <p:cond delay="0"/>
                            </p:stCondLst>
                            <p:childTnLst>
                              <p:par>
                                <p:cTn id="7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6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9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2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5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8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1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4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7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0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731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2" fill="hold">
                      <p:stCondLst>
                        <p:cond delay="0"/>
                      </p:stCondLst>
                      <p:childTnLst>
                        <p:par>
                          <p:cTn id="733" fill="hold">
                            <p:stCondLst>
                              <p:cond delay="0"/>
                            </p:stCondLst>
                            <p:childTnLst>
                              <p:par>
                                <p:cTn id="7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9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2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5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8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1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4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7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0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3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764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5" fill="hold">
                      <p:stCondLst>
                        <p:cond delay="0"/>
                      </p:stCondLst>
                      <p:childTnLst>
                        <p:par>
                          <p:cTn id="766" fill="hold">
                            <p:stCondLst>
                              <p:cond delay="0"/>
                            </p:stCondLst>
                            <p:childTnLst>
                              <p:par>
                                <p:cTn id="7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2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5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8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1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4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7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0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3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6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797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8" fill="hold">
                      <p:stCondLst>
                        <p:cond delay="0"/>
                      </p:stCondLst>
                      <p:childTnLst>
                        <p:par>
                          <p:cTn id="799" fill="hold">
                            <p:stCondLst>
                              <p:cond delay="0"/>
                            </p:stCondLst>
                            <p:childTnLst>
                              <p:par>
                                <p:cTn id="8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5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8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1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4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7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0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3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6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9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830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1" fill="hold">
                      <p:stCondLst>
                        <p:cond delay="0"/>
                      </p:stCondLst>
                      <p:childTnLst>
                        <p:par>
                          <p:cTn id="832" fill="hold">
                            <p:stCondLst>
                              <p:cond delay="0"/>
                            </p:stCondLst>
                            <p:childTnLst>
                              <p:par>
                                <p:cTn id="8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8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1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4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7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0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3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6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9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2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863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4" fill="hold">
                      <p:stCondLst>
                        <p:cond delay="0"/>
                      </p:stCondLst>
                      <p:childTnLst>
                        <p:par>
                          <p:cTn id="865" fill="hold">
                            <p:stCondLst>
                              <p:cond delay="0"/>
                            </p:stCondLst>
                            <p:childTnLst>
                              <p:par>
                                <p:cTn id="8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1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4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7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0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3"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6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9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2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5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96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7" fill="hold">
                      <p:stCondLst>
                        <p:cond delay="0"/>
                      </p:stCondLst>
                      <p:childTnLst>
                        <p:par>
                          <p:cTn id="898" fill="hold">
                            <p:stCondLst>
                              <p:cond delay="0"/>
                            </p:stCondLst>
                            <p:childTnLst>
                              <p:par>
                                <p:cTn id="8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4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7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0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3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6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9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2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5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8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929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0" fill="hold">
                      <p:stCondLst>
                        <p:cond delay="0"/>
                      </p:stCondLst>
                      <p:childTnLst>
                        <p:par>
                          <p:cTn id="931" fill="hold">
                            <p:stCondLst>
                              <p:cond delay="0"/>
                            </p:stCondLst>
                            <p:childTnLst>
                              <p:par>
                                <p:cTn id="9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7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0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3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6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9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2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5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8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1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962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3" fill="hold">
                      <p:stCondLst>
                        <p:cond delay="0"/>
                      </p:stCondLst>
                      <p:childTnLst>
                        <p:par>
                          <p:cTn id="964" fill="hold">
                            <p:stCondLst>
                              <p:cond delay="0"/>
                            </p:stCondLst>
                            <p:childTnLst>
                              <p:par>
                                <p:cTn id="9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0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3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6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9"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2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5"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8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1"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4"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995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6" fill="hold">
                      <p:stCondLst>
                        <p:cond delay="0"/>
                      </p:stCondLst>
                      <p:childTnLst>
                        <p:par>
                          <p:cTn id="997" fill="hold">
                            <p:stCondLst>
                              <p:cond delay="0"/>
                            </p:stCondLst>
                            <p:childTnLst>
                              <p:par>
                                <p:cTn id="9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3"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6"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9"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2"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5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8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1"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4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7"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1028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9" fill="hold">
                      <p:stCondLst>
                        <p:cond delay="0"/>
                      </p:stCondLst>
                      <p:childTnLst>
                        <p:par>
                          <p:cTn id="1030" fill="hold">
                            <p:stCondLst>
                              <p:cond delay="0"/>
                            </p:stCondLst>
                            <p:childTnLst>
                              <p:par>
                                <p:cTn id="10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6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9"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2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5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8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1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4"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7"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0"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1061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2" fill="hold">
                      <p:stCondLst>
                        <p:cond delay="0"/>
                      </p:stCondLst>
                      <p:childTnLst>
                        <p:par>
                          <p:cTn id="1063" fill="hold">
                            <p:stCondLst>
                              <p:cond delay="0"/>
                            </p:stCondLst>
                            <p:childTnLst>
                              <p:par>
                                <p:cTn id="10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9"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2"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5"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8"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1"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4"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7"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0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3"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6"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1097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8" fill="hold">
                      <p:stCondLst>
                        <p:cond delay="0"/>
                      </p:stCondLst>
                      <p:childTnLst>
                        <p:par>
                          <p:cTn id="1099" fill="hold">
                            <p:stCondLst>
                              <p:cond delay="0"/>
                            </p:stCondLst>
                            <p:childTnLst>
                              <p:par>
                                <p:cTn id="1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5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8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1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4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7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0"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3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6"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9"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1130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1" fill="hold">
                      <p:stCondLst>
                        <p:cond delay="0"/>
                      </p:stCondLst>
                      <p:childTnLst>
                        <p:par>
                          <p:cTn id="1132" fill="hold">
                            <p:stCondLst>
                              <p:cond delay="0"/>
                            </p:stCondLst>
                            <p:childTnLst>
                              <p:par>
                                <p:cTn id="1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8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1"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4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7"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0"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3"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6"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9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2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1163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4" fill="hold">
                      <p:stCondLst>
                        <p:cond delay="0"/>
                      </p:stCondLst>
                      <p:childTnLst>
                        <p:par>
                          <p:cTn id="1165" fill="hold">
                            <p:stCondLst>
                              <p:cond delay="0"/>
                            </p:stCondLst>
                            <p:childTnLst>
                              <p:par>
                                <p:cTn id="11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1"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4"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7"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</p:childTnLst>
        </p:cTn>
      </p:par>
    </p:tnLst>
    <p:bldLst>
      <p:bldP spid="4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71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4" grpId="0" animBg="1"/>
      <p:bldP spid="169" grpId="0" animBg="1"/>
      <p:bldP spid="170" grpId="0" animBg="1"/>
      <p:bldP spid="171" grpId="0" animBg="1"/>
      <p:bldP spid="172" grpId="0" animBg="1"/>
      <p:bldP spid="173" grpId="0" animBg="1"/>
      <p:bldP spid="174" grpId="0" animBg="1"/>
      <p:bldP spid="175" grpId="0" animBg="1"/>
      <p:bldP spid="176" grpId="0" animBg="1"/>
      <p:bldP spid="177" grpId="0" animBg="1"/>
      <p:bldP spid="178" grpId="0" animBg="1"/>
      <p:bldP spid="179" grpId="0" animBg="1"/>
      <p:bldP spid="180" grpId="0" animBg="1"/>
      <p:bldP spid="181" grpId="0" animBg="1"/>
      <p:bldP spid="182" grpId="0" animBg="1"/>
      <p:bldP spid="183" grpId="0" animBg="1"/>
      <p:bldP spid="184" grpId="0" animBg="1"/>
      <p:bldP spid="185" grpId="0" animBg="1"/>
      <p:bldP spid="186" grpId="0" animBg="1"/>
      <p:bldP spid="187" grpId="0" animBg="1"/>
      <p:bldP spid="188" grpId="0" animBg="1"/>
      <p:bldP spid="189" grpId="0" animBg="1"/>
      <p:bldP spid="190" grpId="0" animBg="1"/>
      <p:bldP spid="191" grpId="0" animBg="1"/>
      <p:bldP spid="192" grpId="0" animBg="1"/>
      <p:bldP spid="193" grpId="0" animBg="1"/>
      <p:bldP spid="194" grpId="0" animBg="1"/>
      <p:bldP spid="195" grpId="0" animBg="1"/>
      <p:bldP spid="196" grpId="0" animBg="1"/>
      <p:bldP spid="197" grpId="0" animBg="1"/>
      <p:bldP spid="198" grpId="0" animBg="1"/>
      <p:bldP spid="199" grpId="0" animBg="1"/>
      <p:bldP spid="200" grpId="0" animBg="1"/>
      <p:bldP spid="201" grpId="0" animBg="1"/>
      <p:bldP spid="202" grpId="0" animBg="1"/>
      <p:bldP spid="203" grpId="0" animBg="1"/>
      <p:bldP spid="204" grpId="0" animBg="1"/>
      <p:bldP spid="210" grpId="0" animBg="1"/>
      <p:bldP spid="211" grpId="0" animBg="1"/>
      <p:bldP spid="212" grpId="0" animBg="1"/>
      <p:bldP spid="213" grpId="0" animBg="1"/>
      <p:bldP spid="214" grpId="0" animBg="1"/>
      <p:bldP spid="215" grpId="0" animBg="1"/>
      <p:bldP spid="216" grpId="0" animBg="1"/>
      <p:bldP spid="217" grpId="0" animBg="1"/>
      <p:bldP spid="218" grpId="0" animBg="1"/>
      <p:bldP spid="219" grpId="0" animBg="1"/>
      <p:bldP spid="220" grpId="0" animBg="1"/>
      <p:bldP spid="221" grpId="0" animBg="1"/>
      <p:bldP spid="222" grpId="0" animBg="1"/>
      <p:bldP spid="223" grpId="0" animBg="1"/>
      <p:bldP spid="224" grpId="0" animBg="1"/>
      <p:bldP spid="225" grpId="0" animBg="1"/>
      <p:bldP spid="226" grpId="0" animBg="1"/>
      <p:bldP spid="227" grpId="0" animBg="1"/>
      <p:bldP spid="73" grpId="0" animBg="1"/>
      <p:bldP spid="75" grpId="0" animBg="1"/>
      <p:bldP spid="78" grpId="0" animBg="1"/>
      <p:bldP spid="80" grpId="0" animBg="1"/>
      <p:bldP spid="82" grpId="0" animBg="1"/>
      <p:bldP spid="85" grpId="0" animBg="1"/>
      <p:bldP spid="228" grpId="0" animBg="1"/>
      <p:bldP spid="229" grpId="0" animBg="1"/>
      <p:bldP spid="230" grpId="0" animBg="1"/>
      <p:bldP spid="231" grpId="0" animBg="1"/>
      <p:bldP spid="232" grpId="0" animBg="1"/>
      <p:bldP spid="233" grpId="0" animBg="1"/>
      <p:bldP spid="234" grpId="0" animBg="1"/>
      <p:bldP spid="235" grpId="0" animBg="1"/>
      <p:bldP spid="236" grpId="0" animBg="1"/>
      <p:bldP spid="237" grpId="0" animBg="1"/>
      <p:bldP spid="238" grpId="0" animBg="1"/>
      <p:bldP spid="239" grpId="0" animBg="1"/>
      <p:bldP spid="240" grpId="0" animBg="1"/>
      <p:bldP spid="241" grpId="0" animBg="1"/>
      <p:bldP spid="242" grpId="0" animBg="1"/>
      <p:bldP spid="243" grpId="0" animBg="1"/>
      <p:bldP spid="244" grpId="0" animBg="1"/>
      <p:bldP spid="245" grpId="0" animBg="1"/>
      <p:bldP spid="246" grpId="0" animBg="1"/>
      <p:bldP spid="247" grpId="0" animBg="1"/>
      <p:bldP spid="248" grpId="0" animBg="1"/>
      <p:bldP spid="249" grpId="0" animBg="1"/>
      <p:bldP spid="250" grpId="0" animBg="1"/>
      <p:bldP spid="251" grpId="0" animBg="1"/>
      <p:bldP spid="252" grpId="0" animBg="1"/>
      <p:bldP spid="253" grpId="0" animBg="1"/>
      <p:bldP spid="254" grpId="0" animBg="1"/>
      <p:bldP spid="255" grpId="0" animBg="1"/>
      <p:bldP spid="256" grpId="0" animBg="1"/>
      <p:bldP spid="257" grpId="0" animBg="1"/>
      <p:bldP spid="258" grpId="0" animBg="1"/>
      <p:bldP spid="259" grpId="0" animBg="1"/>
      <p:bldP spid="260" grpId="0" animBg="1"/>
      <p:bldP spid="261" grpId="0" animBg="1"/>
      <p:bldP spid="262" grpId="0" animBg="1"/>
      <p:bldP spid="263" grpId="0" animBg="1"/>
      <p:bldP spid="264" grpId="0" animBg="1"/>
      <p:bldP spid="265" grpId="0" animBg="1"/>
      <p:bldP spid="266" grpId="0" animBg="1"/>
      <p:bldP spid="267" grpId="0" animBg="1"/>
      <p:bldP spid="268" grpId="0" animBg="1"/>
      <p:bldP spid="269" grpId="0" animBg="1"/>
      <p:bldP spid="270" grpId="0" animBg="1"/>
      <p:bldP spid="271" grpId="0" animBg="1"/>
      <p:bldP spid="272" grpId="0" animBg="1"/>
      <p:bldP spid="273" grpId="0" animBg="1"/>
      <p:bldP spid="274" grpId="0" animBg="1"/>
      <p:bldP spid="275" grpId="0" animBg="1"/>
      <p:bldP spid="276" grpId="0" animBg="1"/>
      <p:bldP spid="277" grpId="0" animBg="1"/>
      <p:bldP spid="278" grpId="0" animBg="1"/>
      <p:bldP spid="279" grpId="0" animBg="1"/>
      <p:bldP spid="280" grpId="0" animBg="1"/>
      <p:bldP spid="281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2" grpId="0" animBg="1"/>
      <p:bldP spid="3" grpId="0" animBg="1"/>
      <p:bldP spid="6" grpId="0" animBg="1"/>
      <p:bldP spid="7" grpId="0" animBg="1"/>
      <p:bldP spid="27" grpId="0" animBg="1"/>
      <p:bldP spid="28" grpId="0" animBg="1"/>
      <p:bldP spid="45" grpId="0" animBg="1"/>
      <p:bldP spid="57" grpId="0" animBg="1"/>
      <p:bldP spid="58" grpId="0" animBg="1"/>
      <p:bldP spid="70" grpId="0" animBg="1"/>
      <p:bldP spid="77" grpId="0" animBg="1"/>
      <p:bldP spid="84" grpId="0" animBg="1"/>
      <p:bldP spid="107" grpId="0" animBg="1"/>
      <p:bldP spid="108" grpId="0" animBg="1"/>
      <p:bldP spid="109" grpId="0" animBg="1"/>
      <p:bldP spid="165" grpId="0" animBg="1"/>
      <p:bldP spid="166" grpId="0" animBg="1"/>
      <p:bldP spid="167" grpId="0" animBg="1"/>
      <p:bldP spid="168" grpId="0" animBg="1"/>
      <p:bldP spid="205" grpId="0" animBg="1"/>
      <p:bldP spid="206" grpId="0" animBg="1"/>
      <p:bldP spid="207" grpId="0" animBg="1"/>
      <p:bldP spid="208" grpId="0" animBg="1"/>
      <p:bldP spid="209" grpId="0" animBg="1"/>
      <p:bldP spid="282" grpId="0" animBg="1"/>
      <p:bldP spid="283" grpId="0" animBg="1"/>
      <p:bldP spid="284" grpId="0" animBg="1"/>
      <p:bldP spid="285" grpId="0" animBg="1"/>
      <p:bldP spid="286" grpId="0" animBg="1"/>
      <p:bldP spid="287" grpId="0" animBg="1"/>
      <p:bldP spid="288" grpId="0" animBg="1"/>
      <p:bldP spid="289" grpId="0" animBg="1"/>
      <p:bldP spid="290" grpId="0" animBg="1"/>
      <p:bldP spid="291" grpId="0" animBg="1"/>
      <p:bldP spid="292" grpId="0" animBg="1"/>
      <p:bldP spid="293" grpId="0" animBg="1"/>
      <p:bldP spid="294" grpId="0" animBg="1"/>
      <p:bldP spid="295" grpId="0" animBg="1"/>
      <p:bldP spid="296" grpId="0" animBg="1"/>
      <p:bldP spid="297" grpId="0" animBg="1"/>
      <p:bldP spid="298" grpId="0" animBg="1"/>
      <p:bldP spid="299" grpId="0" animBg="1"/>
      <p:bldP spid="300" grpId="0" animBg="1"/>
      <p:bldP spid="301" grpId="0" animBg="1"/>
      <p:bldP spid="302" grpId="0" animBg="1"/>
      <p:bldP spid="303" grpId="0" animBg="1"/>
      <p:bldP spid="304" grpId="0" animBg="1"/>
      <p:bldP spid="305" grpId="0" animBg="1"/>
      <p:bldP spid="306" grpId="0" animBg="1"/>
      <p:bldP spid="307" grpId="0" animBg="1"/>
      <p:bldP spid="308" grpId="0" animBg="1"/>
      <p:bldP spid="309" grpId="0" animBg="1"/>
      <p:bldP spid="310" grpId="0" animBg="1"/>
      <p:bldP spid="311" grpId="0" animBg="1"/>
      <p:bldP spid="65" grpId="0" animBg="1"/>
      <p:bldP spid="66" grpId="0" animBg="1"/>
      <p:bldP spid="67" grpId="0" animBg="1"/>
      <p:bldP spid="69" grpId="0" animBg="1"/>
      <p:bldP spid="72" grpId="0" animBg="1"/>
      <p:bldP spid="312" grpId="0" animBg="1"/>
      <p:bldP spid="313" grpId="0" animBg="1"/>
      <p:bldP spid="314" grpId="0" animBg="1"/>
      <p:bldP spid="315" grpId="0" animBg="1"/>
      <p:bldP spid="316" grpId="0" animBg="1"/>
      <p:bldP spid="317" grpId="0" animBg="1"/>
      <p:bldP spid="318" grpId="0" animBg="1"/>
      <p:bldP spid="319" grpId="0" animBg="1"/>
      <p:bldP spid="320" grpId="0" animBg="1"/>
      <p:bldP spid="321" grpId="0" animBg="1"/>
      <p:bldP spid="322" grpId="0" animBg="1"/>
      <p:bldP spid="323" grpId="0" animBg="1"/>
      <p:bldP spid="324" grpId="0" animBg="1"/>
      <p:bldP spid="325" grpId="0" animBg="1"/>
      <p:bldP spid="326" grpId="0" animBg="1"/>
      <p:bldP spid="327" grpId="0" animBg="1"/>
      <p:bldP spid="328" grpId="0" animBg="1"/>
      <p:bldP spid="329" grpId="0" animBg="1"/>
      <p:bldP spid="330" grpId="0" animBg="1"/>
      <p:bldP spid="331" grpId="0" animBg="1"/>
      <p:bldP spid="332" grpId="0" animBg="1"/>
      <p:bldP spid="333" grpId="0" animBg="1"/>
      <p:bldP spid="334" grpId="0" animBg="1"/>
      <p:bldP spid="335" grpId="0" animBg="1"/>
      <p:bldP spid="336" grpId="0" animBg="1"/>
      <p:bldP spid="337" grpId="0" animBg="1"/>
      <p:bldP spid="338" grpId="0" animBg="1"/>
      <p:bldP spid="348" grpId="0" animBg="1"/>
      <p:bldP spid="349" grpId="0" animBg="1"/>
      <p:bldP spid="350" grpId="0" animBg="1"/>
      <p:bldP spid="351" grpId="0" animBg="1"/>
      <p:bldP spid="352" grpId="0" animBg="1"/>
      <p:bldP spid="353" grpId="0" animBg="1"/>
      <p:bldP spid="354" grpId="0" animBg="1"/>
      <p:bldP spid="355" grpId="0" animBg="1"/>
      <p:bldP spid="356" grpId="0" animBg="1"/>
      <p:bldP spid="357" grpId="0" animBg="1"/>
      <p:bldP spid="358" grpId="0" animBg="1"/>
      <p:bldP spid="359" grpId="0" animBg="1"/>
      <p:bldP spid="360" grpId="0" animBg="1"/>
      <p:bldP spid="361" grpId="0" animBg="1"/>
      <p:bldP spid="362" grpId="0" animBg="1"/>
      <p:bldP spid="363" grpId="0" animBg="1"/>
      <p:bldP spid="364" grpId="0" animBg="1"/>
      <p:bldP spid="365" grpId="0" animBg="1"/>
      <p:bldP spid="74" grpId="0" animBg="1"/>
      <p:bldP spid="76" grpId="0" animBg="1"/>
      <p:bldP spid="79" grpId="0" animBg="1"/>
      <p:bldP spid="81" grpId="0" animBg="1"/>
      <p:bldP spid="83" grpId="0" animBg="1"/>
      <p:bldP spid="86" grpId="0" animBg="1"/>
      <p:bldP spid="366" grpId="0" animBg="1"/>
      <p:bldP spid="367" grpId="0" animBg="1"/>
      <p:bldP spid="368" grpId="0" animBg="1"/>
      <p:bldP spid="369" grpId="0" animBg="1"/>
      <p:bldP spid="370" grpId="0" animBg="1"/>
      <p:bldP spid="371" grpId="0" animBg="1"/>
      <p:bldP spid="372" grpId="0" animBg="1"/>
      <p:bldP spid="373" grpId="0" animBg="1"/>
      <p:bldP spid="374" grpId="0" animBg="1"/>
      <p:bldP spid="375" grpId="0" animBg="1"/>
      <p:bldP spid="376" grpId="0" animBg="1"/>
      <p:bldP spid="377" grpId="0" animBg="1"/>
      <p:bldP spid="378" grpId="0" animBg="1"/>
      <p:bldP spid="379" grpId="0" animBg="1"/>
      <p:bldP spid="380" grpId="0" animBg="1"/>
      <p:bldP spid="381" grpId="0" animBg="1"/>
      <p:bldP spid="382" grpId="0" animBg="1"/>
      <p:bldP spid="383" grpId="0" animBg="1"/>
      <p:bldP spid="384" grpId="0" animBg="1"/>
      <p:bldP spid="385" grpId="0" animBg="1"/>
      <p:bldP spid="386" grpId="0" animBg="1"/>
      <p:bldP spid="387" grpId="0" animBg="1"/>
      <p:bldP spid="388" grpId="0" animBg="1"/>
      <p:bldP spid="389" grpId="0" animBg="1"/>
      <p:bldP spid="390" grpId="0" animBg="1"/>
      <p:bldP spid="391" grpId="0" animBg="1"/>
      <p:bldP spid="392" grpId="0" animBg="1"/>
      <p:bldP spid="393" grpId="0" animBg="1"/>
      <p:bldP spid="394" grpId="0" animBg="1"/>
      <p:bldP spid="395" grpId="0" animBg="1"/>
      <p:bldP spid="396" grpId="0" animBg="1"/>
      <p:bldP spid="397" grpId="0" animBg="1"/>
      <p:bldP spid="398" grpId="0" animBg="1"/>
      <p:bldP spid="399" grpId="0" animBg="1"/>
      <p:bldP spid="400" grpId="0" animBg="1"/>
      <p:bldP spid="401" grpId="0" animBg="1"/>
      <p:bldP spid="402" grpId="0" animBg="1"/>
      <p:bldP spid="403" grpId="0" animBg="1"/>
      <p:bldP spid="404" grpId="0" animBg="1"/>
      <p:bldP spid="405" grpId="0" animBg="1"/>
      <p:bldP spid="406" grpId="0" animBg="1"/>
      <p:bldP spid="407" grpId="0" animBg="1"/>
      <p:bldP spid="408" grpId="0" animBg="1"/>
      <p:bldP spid="409" grpId="0" animBg="1"/>
      <p:bldP spid="410" grpId="0" animBg="1"/>
      <p:bldP spid="411" grpId="0" animBg="1"/>
      <p:bldP spid="412" grpId="0" animBg="1"/>
      <p:bldP spid="413" grpId="0" animBg="1"/>
      <p:bldP spid="414" grpId="0" animBg="1"/>
      <p:bldP spid="415" grpId="0" animBg="1"/>
      <p:bldP spid="416" grpId="0" animBg="1"/>
      <p:bldP spid="417" grpId="0" animBg="1"/>
      <p:bldP spid="418" grpId="0" animBg="1"/>
      <p:bldP spid="419" grpId="0" animBg="1"/>
      <p:bldP spid="420" grpId="0" animBg="1"/>
      <p:bldP spid="41" grpId="0" animBg="1"/>
      <p:bldP spid="421" grpId="0" animBg="1"/>
      <p:bldP spid="422" grpId="0" animBg="1"/>
      <p:bldP spid="4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">
            <a:extLst>
              <a:ext uri="{FF2B5EF4-FFF2-40B4-BE49-F238E27FC236}">
                <a16:creationId xmlns:a16="http://schemas.microsoft.com/office/drawing/2014/main" id="{7127A436-1205-F779-9726-BB262953E36C}"/>
              </a:ext>
            </a:extLst>
          </p:cNvPr>
          <p:cNvSpPr/>
          <p:nvPr/>
        </p:nvSpPr>
        <p:spPr>
          <a:xfrm>
            <a:off x="389438" y="281252"/>
            <a:ext cx="647346" cy="43197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A</a:t>
            </a:r>
            <a:endParaRPr lang="sq-XK" sz="2400" dirty="0"/>
          </a:p>
        </p:txBody>
      </p:sp>
      <p:sp>
        <p:nvSpPr>
          <p:cNvPr id="8" name="B">
            <a:extLst>
              <a:ext uri="{FF2B5EF4-FFF2-40B4-BE49-F238E27FC236}">
                <a16:creationId xmlns:a16="http://schemas.microsoft.com/office/drawing/2014/main" id="{80847C29-BDAF-9EB3-0459-55C88B306AEC}"/>
              </a:ext>
            </a:extLst>
          </p:cNvPr>
          <p:cNvSpPr/>
          <p:nvPr/>
        </p:nvSpPr>
        <p:spPr>
          <a:xfrm>
            <a:off x="1141746" y="269226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B</a:t>
            </a:r>
            <a:endParaRPr lang="sq-XK" sz="2400" dirty="0"/>
          </a:p>
        </p:txBody>
      </p:sp>
      <p:sp>
        <p:nvSpPr>
          <p:cNvPr id="9" name="C">
            <a:extLst>
              <a:ext uri="{FF2B5EF4-FFF2-40B4-BE49-F238E27FC236}">
                <a16:creationId xmlns:a16="http://schemas.microsoft.com/office/drawing/2014/main" id="{D04D410C-975F-22F8-9876-28AC2179DC69}"/>
              </a:ext>
            </a:extLst>
          </p:cNvPr>
          <p:cNvSpPr/>
          <p:nvPr/>
        </p:nvSpPr>
        <p:spPr>
          <a:xfrm>
            <a:off x="1757383" y="269227"/>
            <a:ext cx="575174" cy="43197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C</a:t>
            </a:r>
            <a:endParaRPr lang="sq-XK" sz="2400" dirty="0"/>
          </a:p>
        </p:txBody>
      </p:sp>
      <p:sp>
        <p:nvSpPr>
          <p:cNvPr id="10" name="Ç">
            <a:extLst>
              <a:ext uri="{FF2B5EF4-FFF2-40B4-BE49-F238E27FC236}">
                <a16:creationId xmlns:a16="http://schemas.microsoft.com/office/drawing/2014/main" id="{5D0E20B3-38C0-AFDB-B7E5-CF587BF9670E}"/>
              </a:ext>
            </a:extLst>
          </p:cNvPr>
          <p:cNvSpPr/>
          <p:nvPr/>
        </p:nvSpPr>
        <p:spPr>
          <a:xfrm>
            <a:off x="2329279" y="263214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Ç</a:t>
            </a:r>
            <a:endParaRPr lang="sq-XK" sz="2400" dirty="0"/>
          </a:p>
        </p:txBody>
      </p:sp>
      <p:sp>
        <p:nvSpPr>
          <p:cNvPr id="11" name="D">
            <a:extLst>
              <a:ext uri="{FF2B5EF4-FFF2-40B4-BE49-F238E27FC236}">
                <a16:creationId xmlns:a16="http://schemas.microsoft.com/office/drawing/2014/main" id="{ACA72B8F-B5FC-8051-49F6-4A4C858DE1FF}"/>
              </a:ext>
            </a:extLst>
          </p:cNvPr>
          <p:cNvSpPr/>
          <p:nvPr/>
        </p:nvSpPr>
        <p:spPr>
          <a:xfrm>
            <a:off x="2902271" y="269226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D</a:t>
            </a:r>
            <a:endParaRPr lang="sq-XK" sz="2400" dirty="0"/>
          </a:p>
        </p:txBody>
      </p:sp>
      <p:sp>
        <p:nvSpPr>
          <p:cNvPr id="12" name="DH">
            <a:extLst>
              <a:ext uri="{FF2B5EF4-FFF2-40B4-BE49-F238E27FC236}">
                <a16:creationId xmlns:a16="http://schemas.microsoft.com/office/drawing/2014/main" id="{B77C4B40-8AF7-18DE-3C06-A42ED722BA4B}"/>
              </a:ext>
            </a:extLst>
          </p:cNvPr>
          <p:cNvSpPr/>
          <p:nvPr/>
        </p:nvSpPr>
        <p:spPr>
          <a:xfrm>
            <a:off x="3584609" y="263214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000" dirty="0"/>
              <a:t>DH</a:t>
            </a:r>
            <a:endParaRPr lang="sq-XK" sz="2000" dirty="0"/>
          </a:p>
        </p:txBody>
      </p:sp>
      <p:sp>
        <p:nvSpPr>
          <p:cNvPr id="13" name="E">
            <a:extLst>
              <a:ext uri="{FF2B5EF4-FFF2-40B4-BE49-F238E27FC236}">
                <a16:creationId xmlns:a16="http://schemas.microsoft.com/office/drawing/2014/main" id="{82ABEE83-FEC8-6932-EB2B-7AB725460F38}"/>
              </a:ext>
            </a:extLst>
          </p:cNvPr>
          <p:cNvSpPr/>
          <p:nvPr/>
        </p:nvSpPr>
        <p:spPr>
          <a:xfrm>
            <a:off x="4217726" y="281252"/>
            <a:ext cx="518307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E</a:t>
            </a:r>
            <a:endParaRPr lang="sq-XK" sz="2400" dirty="0"/>
          </a:p>
        </p:txBody>
      </p:sp>
      <p:sp>
        <p:nvSpPr>
          <p:cNvPr id="14" name="Ë">
            <a:extLst>
              <a:ext uri="{FF2B5EF4-FFF2-40B4-BE49-F238E27FC236}">
                <a16:creationId xmlns:a16="http://schemas.microsoft.com/office/drawing/2014/main" id="{47C887DA-CEE0-9C00-E12A-0051D6F58E2A}"/>
              </a:ext>
            </a:extLst>
          </p:cNvPr>
          <p:cNvSpPr/>
          <p:nvPr/>
        </p:nvSpPr>
        <p:spPr>
          <a:xfrm>
            <a:off x="4841027" y="28125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Ë</a:t>
            </a:r>
            <a:endParaRPr lang="sq-XK" sz="2400" dirty="0"/>
          </a:p>
        </p:txBody>
      </p:sp>
      <p:sp>
        <p:nvSpPr>
          <p:cNvPr id="15" name="F">
            <a:extLst>
              <a:ext uri="{FF2B5EF4-FFF2-40B4-BE49-F238E27FC236}">
                <a16:creationId xmlns:a16="http://schemas.microsoft.com/office/drawing/2014/main" id="{E34CE2C2-A390-60AE-13DC-7914206BA11A}"/>
              </a:ext>
            </a:extLst>
          </p:cNvPr>
          <p:cNvSpPr/>
          <p:nvPr/>
        </p:nvSpPr>
        <p:spPr>
          <a:xfrm>
            <a:off x="5513501" y="28125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F</a:t>
            </a:r>
            <a:endParaRPr lang="sq-XK" sz="2400" dirty="0"/>
          </a:p>
        </p:txBody>
      </p:sp>
      <p:sp>
        <p:nvSpPr>
          <p:cNvPr id="16" name="G">
            <a:extLst>
              <a:ext uri="{FF2B5EF4-FFF2-40B4-BE49-F238E27FC236}">
                <a16:creationId xmlns:a16="http://schemas.microsoft.com/office/drawing/2014/main" id="{8C0A3064-8421-49BB-BB65-C7BC4AB9C588}"/>
              </a:ext>
            </a:extLst>
          </p:cNvPr>
          <p:cNvSpPr/>
          <p:nvPr/>
        </p:nvSpPr>
        <p:spPr>
          <a:xfrm>
            <a:off x="6120397" y="269226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G</a:t>
            </a:r>
            <a:endParaRPr lang="sq-XK" sz="2400" dirty="0"/>
          </a:p>
        </p:txBody>
      </p:sp>
      <p:sp>
        <p:nvSpPr>
          <p:cNvPr id="17" name="GJ">
            <a:extLst>
              <a:ext uri="{FF2B5EF4-FFF2-40B4-BE49-F238E27FC236}">
                <a16:creationId xmlns:a16="http://schemas.microsoft.com/office/drawing/2014/main" id="{DF7F133F-B053-C122-9C89-5618D6F329B3}"/>
              </a:ext>
            </a:extLst>
          </p:cNvPr>
          <p:cNvSpPr/>
          <p:nvPr/>
        </p:nvSpPr>
        <p:spPr>
          <a:xfrm>
            <a:off x="6769898" y="28125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GJ</a:t>
            </a:r>
            <a:endParaRPr lang="sq-XK" sz="2400" dirty="0"/>
          </a:p>
        </p:txBody>
      </p:sp>
      <p:sp>
        <p:nvSpPr>
          <p:cNvPr id="18" name="H">
            <a:extLst>
              <a:ext uri="{FF2B5EF4-FFF2-40B4-BE49-F238E27FC236}">
                <a16:creationId xmlns:a16="http://schemas.microsoft.com/office/drawing/2014/main" id="{1FA68389-B089-2F0C-C341-A0CE53B78AAC}"/>
              </a:ext>
            </a:extLst>
          </p:cNvPr>
          <p:cNvSpPr/>
          <p:nvPr/>
        </p:nvSpPr>
        <p:spPr>
          <a:xfrm>
            <a:off x="7419426" y="28125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H</a:t>
            </a:r>
            <a:endParaRPr lang="sq-XK" sz="2400" dirty="0"/>
          </a:p>
        </p:txBody>
      </p:sp>
      <p:sp>
        <p:nvSpPr>
          <p:cNvPr id="19" name="I">
            <a:extLst>
              <a:ext uri="{FF2B5EF4-FFF2-40B4-BE49-F238E27FC236}">
                <a16:creationId xmlns:a16="http://schemas.microsoft.com/office/drawing/2014/main" id="{FE1C4CE4-4AB2-F7B0-047E-47EA08A21B05}"/>
              </a:ext>
            </a:extLst>
          </p:cNvPr>
          <p:cNvSpPr/>
          <p:nvPr/>
        </p:nvSpPr>
        <p:spPr>
          <a:xfrm>
            <a:off x="8060230" y="28125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I</a:t>
            </a:r>
            <a:endParaRPr lang="sq-XK" sz="2400" dirty="0"/>
          </a:p>
        </p:txBody>
      </p:sp>
      <p:sp>
        <p:nvSpPr>
          <p:cNvPr id="20" name="J">
            <a:extLst>
              <a:ext uri="{FF2B5EF4-FFF2-40B4-BE49-F238E27FC236}">
                <a16:creationId xmlns:a16="http://schemas.microsoft.com/office/drawing/2014/main" id="{5661557C-5D43-0F89-57E3-B8F9B92DB785}"/>
              </a:ext>
            </a:extLst>
          </p:cNvPr>
          <p:cNvSpPr/>
          <p:nvPr/>
        </p:nvSpPr>
        <p:spPr>
          <a:xfrm>
            <a:off x="8675814" y="281251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J</a:t>
            </a:r>
            <a:endParaRPr lang="sq-XK" sz="2400" dirty="0"/>
          </a:p>
        </p:txBody>
      </p:sp>
      <p:sp>
        <p:nvSpPr>
          <p:cNvPr id="21" name="K">
            <a:extLst>
              <a:ext uri="{FF2B5EF4-FFF2-40B4-BE49-F238E27FC236}">
                <a16:creationId xmlns:a16="http://schemas.microsoft.com/office/drawing/2014/main" id="{E5CF65F7-9058-57AD-A047-82892AB21E77}"/>
              </a:ext>
            </a:extLst>
          </p:cNvPr>
          <p:cNvSpPr/>
          <p:nvPr/>
        </p:nvSpPr>
        <p:spPr>
          <a:xfrm>
            <a:off x="9302432" y="281251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K</a:t>
            </a:r>
            <a:endParaRPr lang="sq-XK" sz="2400" dirty="0"/>
          </a:p>
        </p:txBody>
      </p:sp>
      <p:sp>
        <p:nvSpPr>
          <p:cNvPr id="22" name="L">
            <a:extLst>
              <a:ext uri="{FF2B5EF4-FFF2-40B4-BE49-F238E27FC236}">
                <a16:creationId xmlns:a16="http://schemas.microsoft.com/office/drawing/2014/main" id="{46F53768-6483-A477-9EDE-8F25035A5ECF}"/>
              </a:ext>
            </a:extLst>
          </p:cNvPr>
          <p:cNvSpPr/>
          <p:nvPr/>
        </p:nvSpPr>
        <p:spPr>
          <a:xfrm>
            <a:off x="9891808" y="281251"/>
            <a:ext cx="579536" cy="414854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L</a:t>
            </a:r>
            <a:endParaRPr lang="sq-XK" sz="2400" dirty="0"/>
          </a:p>
        </p:txBody>
      </p:sp>
      <p:sp>
        <p:nvSpPr>
          <p:cNvPr id="23" name="LL">
            <a:extLst>
              <a:ext uri="{FF2B5EF4-FFF2-40B4-BE49-F238E27FC236}">
                <a16:creationId xmlns:a16="http://schemas.microsoft.com/office/drawing/2014/main" id="{05D8F148-033A-E09E-645E-5ED0FD50B7D6}"/>
              </a:ext>
            </a:extLst>
          </p:cNvPr>
          <p:cNvSpPr/>
          <p:nvPr/>
        </p:nvSpPr>
        <p:spPr>
          <a:xfrm>
            <a:off x="10588389" y="263213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LL</a:t>
            </a:r>
            <a:endParaRPr lang="sq-XK" sz="2400" dirty="0"/>
          </a:p>
        </p:txBody>
      </p:sp>
      <p:sp>
        <p:nvSpPr>
          <p:cNvPr id="24" name="M">
            <a:extLst>
              <a:ext uri="{FF2B5EF4-FFF2-40B4-BE49-F238E27FC236}">
                <a16:creationId xmlns:a16="http://schemas.microsoft.com/office/drawing/2014/main" id="{40C008EC-2E76-30E2-0AEF-5BDC8229250B}"/>
              </a:ext>
            </a:extLst>
          </p:cNvPr>
          <p:cNvSpPr/>
          <p:nvPr/>
        </p:nvSpPr>
        <p:spPr>
          <a:xfrm>
            <a:off x="11243335" y="26321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M</a:t>
            </a:r>
            <a:endParaRPr lang="sq-XK" sz="2400" dirty="0"/>
          </a:p>
        </p:txBody>
      </p:sp>
      <p:sp>
        <p:nvSpPr>
          <p:cNvPr id="25" name="N">
            <a:extLst>
              <a:ext uri="{FF2B5EF4-FFF2-40B4-BE49-F238E27FC236}">
                <a16:creationId xmlns:a16="http://schemas.microsoft.com/office/drawing/2014/main" id="{38979201-5C5A-70DD-D62F-02201F04729C}"/>
              </a:ext>
            </a:extLst>
          </p:cNvPr>
          <p:cNvSpPr/>
          <p:nvPr/>
        </p:nvSpPr>
        <p:spPr>
          <a:xfrm>
            <a:off x="412788" y="780641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N</a:t>
            </a:r>
            <a:endParaRPr lang="sq-XK" sz="2400" dirty="0"/>
          </a:p>
        </p:txBody>
      </p:sp>
      <p:sp>
        <p:nvSpPr>
          <p:cNvPr id="29" name="RR">
            <a:extLst>
              <a:ext uri="{FF2B5EF4-FFF2-40B4-BE49-F238E27FC236}">
                <a16:creationId xmlns:a16="http://schemas.microsoft.com/office/drawing/2014/main" id="{BFA860B4-2D5F-E2DC-AC98-F15A345E4292}"/>
              </a:ext>
            </a:extLst>
          </p:cNvPr>
          <p:cNvSpPr/>
          <p:nvPr/>
        </p:nvSpPr>
        <p:spPr>
          <a:xfrm>
            <a:off x="4210272" y="73397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RR</a:t>
            </a:r>
            <a:endParaRPr lang="sq-XK" sz="2400" dirty="0"/>
          </a:p>
        </p:txBody>
      </p:sp>
      <p:sp>
        <p:nvSpPr>
          <p:cNvPr id="30" name="S">
            <a:extLst>
              <a:ext uri="{FF2B5EF4-FFF2-40B4-BE49-F238E27FC236}">
                <a16:creationId xmlns:a16="http://schemas.microsoft.com/office/drawing/2014/main" id="{9FAD3DCE-02B3-3323-89C6-A1DD379ED779}"/>
              </a:ext>
            </a:extLst>
          </p:cNvPr>
          <p:cNvSpPr/>
          <p:nvPr/>
        </p:nvSpPr>
        <p:spPr>
          <a:xfrm>
            <a:off x="4879224" y="733970"/>
            <a:ext cx="466727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S</a:t>
            </a:r>
            <a:endParaRPr lang="sq-XK" sz="2400" dirty="0"/>
          </a:p>
        </p:txBody>
      </p:sp>
      <p:sp>
        <p:nvSpPr>
          <p:cNvPr id="31" name="SH">
            <a:extLst>
              <a:ext uri="{FF2B5EF4-FFF2-40B4-BE49-F238E27FC236}">
                <a16:creationId xmlns:a16="http://schemas.microsoft.com/office/drawing/2014/main" id="{71771A2D-009E-DCD8-D5EC-113BFDF168DA}"/>
              </a:ext>
            </a:extLst>
          </p:cNvPr>
          <p:cNvSpPr/>
          <p:nvPr/>
        </p:nvSpPr>
        <p:spPr>
          <a:xfrm>
            <a:off x="5493029" y="73397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SH</a:t>
            </a:r>
            <a:endParaRPr lang="sq-XK" sz="2400" dirty="0"/>
          </a:p>
        </p:txBody>
      </p:sp>
      <p:sp>
        <p:nvSpPr>
          <p:cNvPr id="32" name="T">
            <a:extLst>
              <a:ext uri="{FF2B5EF4-FFF2-40B4-BE49-F238E27FC236}">
                <a16:creationId xmlns:a16="http://schemas.microsoft.com/office/drawing/2014/main" id="{692AA0F4-BBD7-88A2-EF4D-42CF1AB43610}"/>
              </a:ext>
            </a:extLst>
          </p:cNvPr>
          <p:cNvSpPr/>
          <p:nvPr/>
        </p:nvSpPr>
        <p:spPr>
          <a:xfrm>
            <a:off x="6160703" y="73397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T</a:t>
            </a:r>
            <a:endParaRPr lang="sq-XK" sz="2400" dirty="0"/>
          </a:p>
        </p:txBody>
      </p:sp>
      <p:sp>
        <p:nvSpPr>
          <p:cNvPr id="33" name="TH">
            <a:extLst>
              <a:ext uri="{FF2B5EF4-FFF2-40B4-BE49-F238E27FC236}">
                <a16:creationId xmlns:a16="http://schemas.microsoft.com/office/drawing/2014/main" id="{C5D913B7-C229-A5C3-733C-BE426F6F93D6}"/>
              </a:ext>
            </a:extLst>
          </p:cNvPr>
          <p:cNvSpPr/>
          <p:nvPr/>
        </p:nvSpPr>
        <p:spPr>
          <a:xfrm>
            <a:off x="6793642" y="722501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TH</a:t>
            </a:r>
            <a:endParaRPr lang="sq-XK" sz="2400" dirty="0"/>
          </a:p>
        </p:txBody>
      </p:sp>
      <p:sp>
        <p:nvSpPr>
          <p:cNvPr id="34" name="U">
            <a:extLst>
              <a:ext uri="{FF2B5EF4-FFF2-40B4-BE49-F238E27FC236}">
                <a16:creationId xmlns:a16="http://schemas.microsoft.com/office/drawing/2014/main" id="{0C2E5247-7C1B-5CC4-9374-EAE4D9973809}"/>
              </a:ext>
            </a:extLst>
          </p:cNvPr>
          <p:cNvSpPr/>
          <p:nvPr/>
        </p:nvSpPr>
        <p:spPr>
          <a:xfrm>
            <a:off x="7407672" y="73397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U</a:t>
            </a:r>
            <a:endParaRPr lang="sq-XK" sz="2400" dirty="0"/>
          </a:p>
        </p:txBody>
      </p:sp>
      <p:sp>
        <p:nvSpPr>
          <p:cNvPr id="35" name="V">
            <a:extLst>
              <a:ext uri="{FF2B5EF4-FFF2-40B4-BE49-F238E27FC236}">
                <a16:creationId xmlns:a16="http://schemas.microsoft.com/office/drawing/2014/main" id="{BFD0C8D1-FF57-3B4E-0F76-5C5A62E5162F}"/>
              </a:ext>
            </a:extLst>
          </p:cNvPr>
          <p:cNvSpPr/>
          <p:nvPr/>
        </p:nvSpPr>
        <p:spPr>
          <a:xfrm>
            <a:off x="8084944" y="73397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V</a:t>
            </a:r>
            <a:endParaRPr lang="sq-XK" sz="2400" dirty="0"/>
          </a:p>
        </p:txBody>
      </p:sp>
      <p:sp>
        <p:nvSpPr>
          <p:cNvPr id="36" name="X">
            <a:extLst>
              <a:ext uri="{FF2B5EF4-FFF2-40B4-BE49-F238E27FC236}">
                <a16:creationId xmlns:a16="http://schemas.microsoft.com/office/drawing/2014/main" id="{91ADF158-275A-1FF6-FB79-EE93497BC668}"/>
              </a:ext>
            </a:extLst>
          </p:cNvPr>
          <p:cNvSpPr/>
          <p:nvPr/>
        </p:nvSpPr>
        <p:spPr>
          <a:xfrm>
            <a:off x="8712233" y="748836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X</a:t>
            </a:r>
            <a:endParaRPr lang="sq-XK" sz="2400" dirty="0"/>
          </a:p>
        </p:txBody>
      </p:sp>
      <p:sp>
        <p:nvSpPr>
          <p:cNvPr id="37" name="XH">
            <a:extLst>
              <a:ext uri="{FF2B5EF4-FFF2-40B4-BE49-F238E27FC236}">
                <a16:creationId xmlns:a16="http://schemas.microsoft.com/office/drawing/2014/main" id="{EBE046FB-1C7C-CBD5-56EF-B8EDF6AD345F}"/>
              </a:ext>
            </a:extLst>
          </p:cNvPr>
          <p:cNvSpPr/>
          <p:nvPr/>
        </p:nvSpPr>
        <p:spPr>
          <a:xfrm>
            <a:off x="9309175" y="721166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XH</a:t>
            </a:r>
            <a:endParaRPr lang="sq-XK" sz="2400" dirty="0"/>
          </a:p>
        </p:txBody>
      </p:sp>
      <p:sp>
        <p:nvSpPr>
          <p:cNvPr id="38" name="Y">
            <a:extLst>
              <a:ext uri="{FF2B5EF4-FFF2-40B4-BE49-F238E27FC236}">
                <a16:creationId xmlns:a16="http://schemas.microsoft.com/office/drawing/2014/main" id="{5DEC1F19-641A-70FD-23FF-5D3674F51C1F}"/>
              </a:ext>
            </a:extLst>
          </p:cNvPr>
          <p:cNvSpPr/>
          <p:nvPr/>
        </p:nvSpPr>
        <p:spPr>
          <a:xfrm>
            <a:off x="9946621" y="73397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Y</a:t>
            </a:r>
            <a:endParaRPr lang="sq-XK" sz="2400" dirty="0"/>
          </a:p>
        </p:txBody>
      </p:sp>
      <p:sp>
        <p:nvSpPr>
          <p:cNvPr id="39" name="Z">
            <a:extLst>
              <a:ext uri="{FF2B5EF4-FFF2-40B4-BE49-F238E27FC236}">
                <a16:creationId xmlns:a16="http://schemas.microsoft.com/office/drawing/2014/main" id="{1EB45CFC-73B9-1EAD-6F86-DB520535EAEB}"/>
              </a:ext>
            </a:extLst>
          </p:cNvPr>
          <p:cNvSpPr/>
          <p:nvPr/>
        </p:nvSpPr>
        <p:spPr>
          <a:xfrm>
            <a:off x="10566935" y="746253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Z</a:t>
            </a:r>
            <a:endParaRPr lang="sq-XK" sz="2400" dirty="0"/>
          </a:p>
        </p:txBody>
      </p:sp>
      <p:sp>
        <p:nvSpPr>
          <p:cNvPr id="40" name="ZH">
            <a:extLst>
              <a:ext uri="{FF2B5EF4-FFF2-40B4-BE49-F238E27FC236}">
                <a16:creationId xmlns:a16="http://schemas.microsoft.com/office/drawing/2014/main" id="{C1637862-D87D-74AF-FF83-D32066FDEF98}"/>
              </a:ext>
            </a:extLst>
          </p:cNvPr>
          <p:cNvSpPr/>
          <p:nvPr/>
        </p:nvSpPr>
        <p:spPr>
          <a:xfrm>
            <a:off x="11210678" y="74625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ZH</a:t>
            </a:r>
            <a:endParaRPr lang="sq-XK" sz="2400" dirty="0"/>
          </a:p>
        </p:txBody>
      </p:sp>
      <p:sp>
        <p:nvSpPr>
          <p:cNvPr id="26" name="NJ">
            <a:extLst>
              <a:ext uri="{FF2B5EF4-FFF2-40B4-BE49-F238E27FC236}">
                <a16:creationId xmlns:a16="http://schemas.microsoft.com/office/drawing/2014/main" id="{5D20C09E-9F31-4E8F-82E9-6DA17F157D1E}"/>
              </a:ext>
            </a:extLst>
          </p:cNvPr>
          <p:cNvSpPr/>
          <p:nvPr/>
        </p:nvSpPr>
        <p:spPr>
          <a:xfrm>
            <a:off x="1047889" y="780642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NJ</a:t>
            </a:r>
            <a:endParaRPr lang="sq-XK" sz="2400" dirty="0"/>
          </a:p>
        </p:txBody>
      </p:sp>
      <p:sp>
        <p:nvSpPr>
          <p:cNvPr id="42" name="P">
            <a:extLst>
              <a:ext uri="{FF2B5EF4-FFF2-40B4-BE49-F238E27FC236}">
                <a16:creationId xmlns:a16="http://schemas.microsoft.com/office/drawing/2014/main" id="{36968340-EC59-4AD1-B69A-EEF4C061A957}"/>
              </a:ext>
            </a:extLst>
          </p:cNvPr>
          <p:cNvSpPr/>
          <p:nvPr/>
        </p:nvSpPr>
        <p:spPr>
          <a:xfrm>
            <a:off x="2347052" y="743994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P</a:t>
            </a:r>
            <a:endParaRPr lang="sq-XK" sz="2400" dirty="0"/>
          </a:p>
        </p:txBody>
      </p:sp>
      <p:sp>
        <p:nvSpPr>
          <p:cNvPr id="43" name="Q">
            <a:extLst>
              <a:ext uri="{FF2B5EF4-FFF2-40B4-BE49-F238E27FC236}">
                <a16:creationId xmlns:a16="http://schemas.microsoft.com/office/drawing/2014/main" id="{003FAD99-236C-1F51-3C20-AF9068DC9DCE}"/>
              </a:ext>
            </a:extLst>
          </p:cNvPr>
          <p:cNvSpPr/>
          <p:nvPr/>
        </p:nvSpPr>
        <p:spPr>
          <a:xfrm>
            <a:off x="2950670" y="761110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Q</a:t>
            </a:r>
            <a:endParaRPr lang="sq-XK" sz="2400" dirty="0"/>
          </a:p>
        </p:txBody>
      </p:sp>
      <p:sp>
        <p:nvSpPr>
          <p:cNvPr id="44" name="R">
            <a:extLst>
              <a:ext uri="{FF2B5EF4-FFF2-40B4-BE49-F238E27FC236}">
                <a16:creationId xmlns:a16="http://schemas.microsoft.com/office/drawing/2014/main" id="{500ACA0B-3B28-389F-5E36-E090EED6801D}"/>
              </a:ext>
            </a:extLst>
          </p:cNvPr>
          <p:cNvSpPr/>
          <p:nvPr/>
        </p:nvSpPr>
        <p:spPr>
          <a:xfrm>
            <a:off x="3554272" y="746254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R</a:t>
            </a:r>
            <a:endParaRPr lang="sq-XK" sz="2400" dirty="0"/>
          </a:p>
        </p:txBody>
      </p:sp>
      <p:sp>
        <p:nvSpPr>
          <p:cNvPr id="46" name="O">
            <a:extLst>
              <a:ext uri="{FF2B5EF4-FFF2-40B4-BE49-F238E27FC236}">
                <a16:creationId xmlns:a16="http://schemas.microsoft.com/office/drawing/2014/main" id="{FA9869B9-03B1-EDF0-9411-FE237095CA3D}"/>
              </a:ext>
            </a:extLst>
          </p:cNvPr>
          <p:cNvSpPr/>
          <p:nvPr/>
        </p:nvSpPr>
        <p:spPr>
          <a:xfrm>
            <a:off x="1714266" y="768307"/>
            <a:ext cx="551120" cy="43197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/>
              <a:t>O</a:t>
            </a:r>
            <a:endParaRPr lang="sq-XK" sz="2400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C5C18CE2-17AB-9E18-6D00-C105FE4CB064}"/>
              </a:ext>
            </a:extLst>
          </p:cNvPr>
          <p:cNvSpPr/>
          <p:nvPr/>
        </p:nvSpPr>
        <p:spPr>
          <a:xfrm>
            <a:off x="460464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7ECDAD3-3715-D953-1C41-88AD2085E7CE}"/>
              </a:ext>
            </a:extLst>
          </p:cNvPr>
          <p:cNvSpPr/>
          <p:nvPr/>
        </p:nvSpPr>
        <p:spPr>
          <a:xfrm>
            <a:off x="1489106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E8BBA81-143F-4E0F-71C0-AAB78B2F0087}"/>
              </a:ext>
            </a:extLst>
          </p:cNvPr>
          <p:cNvSpPr/>
          <p:nvPr/>
        </p:nvSpPr>
        <p:spPr>
          <a:xfrm>
            <a:off x="2499528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BCB7F255-1E18-6C81-68E9-30AC09458DB8}"/>
              </a:ext>
            </a:extLst>
          </p:cNvPr>
          <p:cNvSpPr/>
          <p:nvPr/>
        </p:nvSpPr>
        <p:spPr>
          <a:xfrm>
            <a:off x="3528499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EFF498C7-76B9-76E3-F52C-37EC88C5241D}"/>
              </a:ext>
            </a:extLst>
          </p:cNvPr>
          <p:cNvSpPr/>
          <p:nvPr/>
        </p:nvSpPr>
        <p:spPr>
          <a:xfrm>
            <a:off x="4566624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D0216DAC-194E-4FE3-814C-B49A58525FEE}"/>
              </a:ext>
            </a:extLst>
          </p:cNvPr>
          <p:cNvSpPr/>
          <p:nvPr/>
        </p:nvSpPr>
        <p:spPr>
          <a:xfrm>
            <a:off x="460464" y="2629649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530D7B38-3ED2-3771-A70E-B721F1E5DDBC}"/>
              </a:ext>
            </a:extLst>
          </p:cNvPr>
          <p:cNvSpPr/>
          <p:nvPr/>
        </p:nvSpPr>
        <p:spPr>
          <a:xfrm>
            <a:off x="1489106" y="2629649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0BCC0FB8-1E83-C55C-5922-F27AF762CACB}"/>
              </a:ext>
            </a:extLst>
          </p:cNvPr>
          <p:cNvSpPr/>
          <p:nvPr/>
        </p:nvSpPr>
        <p:spPr>
          <a:xfrm>
            <a:off x="2499528" y="2629649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075AA950-60A8-48A4-64BD-7A18990997CF}"/>
              </a:ext>
            </a:extLst>
          </p:cNvPr>
          <p:cNvSpPr/>
          <p:nvPr/>
        </p:nvSpPr>
        <p:spPr>
          <a:xfrm>
            <a:off x="3528499" y="2629649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5D7102F-8E2D-C196-89D7-09996A398443}"/>
              </a:ext>
            </a:extLst>
          </p:cNvPr>
          <p:cNvSpPr/>
          <p:nvPr/>
        </p:nvSpPr>
        <p:spPr>
          <a:xfrm>
            <a:off x="4566624" y="2629649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E94502F1-302C-C5A6-B0CF-79C0B9775B7C}"/>
              </a:ext>
            </a:extLst>
          </p:cNvPr>
          <p:cNvSpPr/>
          <p:nvPr/>
        </p:nvSpPr>
        <p:spPr>
          <a:xfrm>
            <a:off x="5616420" y="2618313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44540913-7F1E-4314-C6F9-0D8D9C604721}"/>
              </a:ext>
            </a:extLst>
          </p:cNvPr>
          <p:cNvSpPr/>
          <p:nvPr/>
        </p:nvSpPr>
        <p:spPr>
          <a:xfrm>
            <a:off x="6645062" y="2618313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988A63C-31C9-B0E1-D575-A86EE28EE400}"/>
              </a:ext>
            </a:extLst>
          </p:cNvPr>
          <p:cNvSpPr/>
          <p:nvPr/>
        </p:nvSpPr>
        <p:spPr>
          <a:xfrm>
            <a:off x="7655484" y="2618313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58471FE-9802-FBE9-8DC6-7CD1E28AC8A4}"/>
              </a:ext>
            </a:extLst>
          </p:cNvPr>
          <p:cNvSpPr/>
          <p:nvPr/>
        </p:nvSpPr>
        <p:spPr>
          <a:xfrm>
            <a:off x="8684455" y="2618313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2F9C913-5CC8-7A37-7FA2-3B4B5BFA975F}"/>
              </a:ext>
            </a:extLst>
          </p:cNvPr>
          <p:cNvSpPr/>
          <p:nvPr/>
        </p:nvSpPr>
        <p:spPr>
          <a:xfrm>
            <a:off x="9722580" y="2618313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244190D-4568-03A5-1D0F-DEF8CCAC98CE}"/>
              </a:ext>
            </a:extLst>
          </p:cNvPr>
          <p:cNvSpPr/>
          <p:nvPr/>
        </p:nvSpPr>
        <p:spPr>
          <a:xfrm>
            <a:off x="5590457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9A1F7FDC-95D2-DFE0-4637-9B65268A3916}"/>
              </a:ext>
            </a:extLst>
          </p:cNvPr>
          <p:cNvSpPr/>
          <p:nvPr/>
        </p:nvSpPr>
        <p:spPr>
          <a:xfrm>
            <a:off x="6619099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53850E2F-A35F-63CE-10AD-69EE950D85AE}"/>
              </a:ext>
            </a:extLst>
          </p:cNvPr>
          <p:cNvSpPr/>
          <p:nvPr/>
        </p:nvSpPr>
        <p:spPr>
          <a:xfrm>
            <a:off x="7629521" y="1423720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AAB43BF-B977-E3BE-894F-66E5801350CA}"/>
              </a:ext>
            </a:extLst>
          </p:cNvPr>
          <p:cNvSpPr/>
          <p:nvPr/>
        </p:nvSpPr>
        <p:spPr>
          <a:xfrm>
            <a:off x="8658492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A1A5B9D-C197-363D-C380-BEFE77B24C43}"/>
              </a:ext>
            </a:extLst>
          </p:cNvPr>
          <p:cNvSpPr/>
          <p:nvPr/>
        </p:nvSpPr>
        <p:spPr>
          <a:xfrm>
            <a:off x="9696617" y="1423720"/>
            <a:ext cx="970832" cy="10833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270A7E6D-B67A-42FF-139B-F3ABB22122FA}"/>
              </a:ext>
            </a:extLst>
          </p:cNvPr>
          <p:cNvSpPr/>
          <p:nvPr/>
        </p:nvSpPr>
        <p:spPr>
          <a:xfrm>
            <a:off x="10751773" y="1441466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435" name="Rectangle 434">
            <a:extLst>
              <a:ext uri="{FF2B5EF4-FFF2-40B4-BE49-F238E27FC236}">
                <a16:creationId xmlns:a16="http://schemas.microsoft.com/office/drawing/2014/main" id="{236B133C-EF25-79AA-74FA-26002269D058}"/>
              </a:ext>
            </a:extLst>
          </p:cNvPr>
          <p:cNvSpPr/>
          <p:nvPr/>
        </p:nvSpPr>
        <p:spPr>
          <a:xfrm>
            <a:off x="10760705" y="2614689"/>
            <a:ext cx="970832" cy="108336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DFC733-AD3F-6A9E-9A22-8F4AD3712D32}"/>
              </a:ext>
            </a:extLst>
          </p:cNvPr>
          <p:cNvSpPr/>
          <p:nvPr/>
        </p:nvSpPr>
        <p:spPr>
          <a:xfrm>
            <a:off x="377996" y="389482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E4FD94D-F58F-942E-1B63-1153A01D77C8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527D9E4-B73F-B9F7-BA9B-B4DC5F1E3971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9930C69-2CAE-536B-0B1F-3452CDF58DB3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8309644-DE46-72C0-44AB-E8B44774B374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257D2A3-3532-2E33-A409-20ED309BFFE9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0BA2119-5C12-8047-D819-F9DB2551351D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D7B7F51-B2DC-FA32-1F5C-E71A91C1AB4C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2FB2796-8A74-7C37-9CC9-BCA4346FEE3F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86FD842-8770-6940-ABAC-64F1765529E0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254D310-2F5E-8AAA-9BCA-8C8DADE2C222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9209C3B-8CBC-CC5C-638C-933B817E7798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1F6763D-1A4E-B88E-B7AE-A0DF8F0A2EBD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2D9B51C1-C23C-A1FE-9B85-B55690C563ED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9DD2D3A5-8EA7-2B25-127D-95DE315C4120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D45113B1-FE79-5EBA-0BFB-274A29DF954B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DB3E3E79-4CA0-AECC-655A-8BC9F62BEF07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3EA1C7FC-22C7-30EB-F703-E4D21D515AB9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87383242-0F9C-5CF6-41C1-DF74EADD3060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96EA4113-0A22-1EF0-3414-0C2B27CFFCAB}"/>
              </a:ext>
            </a:extLst>
          </p:cNvPr>
          <p:cNvSpPr/>
          <p:nvPr/>
        </p:nvSpPr>
        <p:spPr>
          <a:xfrm>
            <a:off x="389438" y="387097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7BC1647-6122-BABA-A756-0538CC43265C}"/>
              </a:ext>
            </a:extLst>
          </p:cNvPr>
          <p:cNvSpPr/>
          <p:nvPr/>
        </p:nvSpPr>
        <p:spPr>
          <a:xfrm>
            <a:off x="5696721" y="290135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BEB2E55C-A049-3208-B7D4-353DD2125A5D}"/>
              </a:ext>
            </a:extLst>
          </p:cNvPr>
          <p:cNvSpPr/>
          <p:nvPr/>
        </p:nvSpPr>
        <p:spPr>
          <a:xfrm>
            <a:off x="3667268" y="175162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A</a:t>
            </a:r>
            <a:endParaRPr lang="sq-XK" sz="3600" dirty="0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E0EF2E71-986E-2067-4D04-2525772D8B7E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C6CAAD92-0315-3A47-FCFE-BB24FB864241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37F701EA-7E40-02B9-5A38-D3038744B7AA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2719D6EC-438B-14E0-05C3-4793EF854D93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BB6126C1-742A-6471-257E-B88C6E58BF1C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63A45BFC-8767-6678-D1BE-A823DBCFB7A8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BB3DE60B-AE1D-2AB2-AF37-8D8672BB6123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439F587C-FB2B-868B-0714-49FDDC496029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C594F43E-B604-2637-AC71-F6F0E6487FC4}"/>
              </a:ext>
            </a:extLst>
          </p:cNvPr>
          <p:cNvSpPr/>
          <p:nvPr/>
        </p:nvSpPr>
        <p:spPr>
          <a:xfrm>
            <a:off x="135557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B</a:t>
            </a:r>
            <a:endParaRPr lang="sq-XK" sz="3600" dirty="0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FBB9A3AB-69AA-8330-8524-1C8D300DC62F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4B2A7EF3-7EE3-4AFD-F245-0890E504FD9D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BE60FCBD-7D5A-B2C3-2593-2F13AECB853F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220348AA-3AEA-488E-164E-BBFDF4F0EA49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11202790-60ED-1EEC-9892-450BE4C5EDEC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A7B4C033-02E0-4403-D190-276AE89E484E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311860E3-949B-60B6-7D8D-5F6AF1F7C344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82666AD8-63FC-C16C-D559-323ACA5B424E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F7083098-AFA7-69AF-EF96-15866BE28C43}"/>
              </a:ext>
            </a:extLst>
          </p:cNvPr>
          <p:cNvSpPr/>
          <p:nvPr/>
        </p:nvSpPr>
        <p:spPr>
          <a:xfrm>
            <a:off x="223723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C</a:t>
            </a:r>
            <a:endParaRPr lang="sq-XK" sz="3600" dirty="0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78C97798-A1F9-84B2-5CF2-FC33084FA19B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AB08FAC5-0913-BB9B-4097-177FC70FA776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7E31202C-A19C-2B20-AEFA-F7331457EA0C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81CD8C70-4A39-05FC-4805-FF102727A873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A1120DC8-4B27-5D84-D042-C032361514D3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75826864-3D0E-BE91-0668-7A97C80162CB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E595BC1-8F54-14A0-EE18-8A38BA7EB9E0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A83DD4F5-BDFC-3A79-AB55-4A7560608B25}"/>
              </a:ext>
            </a:extLst>
          </p:cNvPr>
          <p:cNvSpPr/>
          <p:nvPr/>
        </p:nvSpPr>
        <p:spPr>
          <a:xfrm>
            <a:off x="317244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A0217FC9-4AA5-A3C0-7D7B-DCBB307E77A0}"/>
              </a:ext>
            </a:extLst>
          </p:cNvPr>
          <p:cNvSpPr/>
          <p:nvPr/>
        </p:nvSpPr>
        <p:spPr>
          <a:xfrm>
            <a:off x="2625799" y="17011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Ç</a:t>
            </a:r>
            <a:endParaRPr lang="sq-XK" sz="3600" dirty="0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53ECE0B9-5A0E-E0EF-66CF-1D7D358552D9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9A5C86E1-A801-E765-373F-99EBCFFC97A9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16DD9015-F096-82E3-3F31-AA3DB0A8584A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46C9C310-5225-1E46-4BFC-5AD5F2FA8AEC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2CCCF095-0E4B-2F3F-EF98-938F8B9579B5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D7470E3F-CF54-9BE0-A638-7078A2EAEB1C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086439DC-755B-7031-709C-D5477E867FB7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19169FD2-6D5D-A6DF-0ABC-D126BC591709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635D594D-B5D1-3581-23DD-77ECCFD9FA8F}"/>
              </a:ext>
            </a:extLst>
          </p:cNvPr>
          <p:cNvSpPr/>
          <p:nvPr/>
        </p:nvSpPr>
        <p:spPr>
          <a:xfrm>
            <a:off x="4138579" y="386538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D</a:t>
            </a:r>
            <a:endParaRPr lang="sq-XK" sz="3600" dirty="0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32AD203C-32D4-EE50-13B3-92E24DF59B70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8189B762-100B-55F2-913E-0DD5CE415153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C06B683C-4C34-C4A0-FE38-AF4E555DFFFA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F37707C7-7577-B287-611C-480CD38B5FBA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40951A8B-9FF4-C704-2750-4BC2566170B7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546D9835-F023-1414-D5A5-3EC80BCEE2DC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6D960E6E-10F4-FE5C-ECCA-344ABC939384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D004174B-EFF7-2B4D-63FA-17A067EDE637}"/>
              </a:ext>
            </a:extLst>
          </p:cNvPr>
          <p:cNvSpPr/>
          <p:nvPr/>
        </p:nvSpPr>
        <p:spPr>
          <a:xfrm>
            <a:off x="5059041" y="385485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B60F6BAA-95C5-165E-CBD8-2A1CCE3C0565}"/>
              </a:ext>
            </a:extLst>
          </p:cNvPr>
          <p:cNvSpPr/>
          <p:nvPr/>
        </p:nvSpPr>
        <p:spPr>
          <a:xfrm>
            <a:off x="8822443" y="17011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DH</a:t>
            </a:r>
            <a:endParaRPr lang="sq-XK" sz="3200" dirty="0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FFB32DC4-FD51-6EBF-81EE-802FA61961B6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CBA2C44A-92A8-84A3-D25F-623D0B78938A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540533B1-6D7E-8D19-0CCF-41FDA7B18BC0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A27E5B4D-253C-5996-48F8-3D37D14F2E91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8A8F45A0-153A-CCCE-90ED-0B15F71308D4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30509E34-6C7E-7072-3217-3C1444AE5AC9}"/>
              </a:ext>
            </a:extLst>
          </p:cNvPr>
          <p:cNvSpPr/>
          <p:nvPr/>
        </p:nvSpPr>
        <p:spPr>
          <a:xfrm>
            <a:off x="6064854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0331F73B-35A1-F015-E178-EE172462EC8B}"/>
              </a:ext>
            </a:extLst>
          </p:cNvPr>
          <p:cNvSpPr/>
          <p:nvPr/>
        </p:nvSpPr>
        <p:spPr>
          <a:xfrm>
            <a:off x="3694581" y="285162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23FC285D-FDAA-E96A-CBD6-6DBC465499E6}"/>
              </a:ext>
            </a:extLst>
          </p:cNvPr>
          <p:cNvSpPr/>
          <p:nvPr/>
        </p:nvSpPr>
        <p:spPr>
          <a:xfrm>
            <a:off x="9874863" y="1696892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958DECA2-B570-5544-7299-859E6AD69C98}"/>
              </a:ext>
            </a:extLst>
          </p:cNvPr>
          <p:cNvSpPr/>
          <p:nvPr/>
        </p:nvSpPr>
        <p:spPr>
          <a:xfrm>
            <a:off x="5734200" y="170378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E</a:t>
            </a:r>
            <a:endParaRPr lang="sq-XK" sz="3600" dirty="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37C2AD29-EEA9-9770-30AC-6EA9BADEF466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984CBC33-FBCE-361D-7D1C-DECEC817F810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DEA56CFE-8C14-881E-DBE8-63280A131168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CC40AAD9-C718-682A-2A67-2608701C8915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08D76BBA-F5B4-C280-956E-4290ADDC7F41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B9A1E2FE-5424-D766-E350-A823425FD45E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9A28C11B-1279-2286-A5CF-4EFD024A383C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F3BF2109-690D-0876-693F-9D829A975AB6}"/>
              </a:ext>
            </a:extLst>
          </p:cNvPr>
          <p:cNvSpPr/>
          <p:nvPr/>
        </p:nvSpPr>
        <p:spPr>
          <a:xfrm>
            <a:off x="7071874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E3AE0815-CC26-ABC4-974C-9FFA56106067}"/>
              </a:ext>
            </a:extLst>
          </p:cNvPr>
          <p:cNvSpPr/>
          <p:nvPr/>
        </p:nvSpPr>
        <p:spPr>
          <a:xfrm>
            <a:off x="1664729" y="287367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Ë</a:t>
            </a:r>
            <a:endParaRPr lang="sq-XK" sz="3600" dirty="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F4775E2D-9C57-38B4-A1A2-1E3A599A1EEA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E3B3DC5C-7805-5211-0073-574D5DF84CB0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57378577-F5DB-B646-9976-571841B98783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444C80D2-0848-AF79-97C3-CA27A1EF6F07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982B816-46C3-6C66-81AD-F6F205F11288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108F5CCC-F585-EE3D-08D9-F2F05133FC14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5B742DA0-5767-2889-ED42-9FE48B79E20E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B0B6EDED-954A-01F6-C1E6-2B8BEF24A7B2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8B572E3-C158-9C02-AD8E-CB9DF17A9861}"/>
              </a:ext>
            </a:extLst>
          </p:cNvPr>
          <p:cNvSpPr/>
          <p:nvPr/>
        </p:nvSpPr>
        <p:spPr>
          <a:xfrm>
            <a:off x="8099893" y="3871346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F</a:t>
            </a:r>
            <a:endParaRPr lang="sq-XK" sz="3600" dirty="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48FD1C68-2BBB-C62E-054E-2D6F8BB676B0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DADF5114-E5A7-46AB-5BA2-CFD5C2543F00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19B41FD4-661E-C1AE-D4A6-E32995D2E6D6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7C34DA2-D644-3398-6474-A4A187309542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352AD62-7D69-A046-FE2D-4D3DE2923B20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1F3795EE-E596-6168-7B52-74C001ADEAB7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909FC51D-D1F7-7CA1-D86B-734648563A42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33FF83A9-1A8E-D368-DAD7-9D812FD663E5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FF79178C-F02D-4029-0F08-88C4263F43DC}"/>
              </a:ext>
            </a:extLst>
          </p:cNvPr>
          <p:cNvSpPr/>
          <p:nvPr/>
        </p:nvSpPr>
        <p:spPr>
          <a:xfrm>
            <a:off x="9016942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</a:t>
            </a:r>
            <a:endParaRPr lang="sq-XK" sz="3600" dirty="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E8D1ECBF-8AB6-A0D5-5255-C2A3FF6E99BA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26756CDC-9917-D902-2016-A8E3598D4E52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C262B797-CC39-850A-7B9E-BB2A2418D5C4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446F4FAC-524E-2308-9113-4535A662E8F5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BDE3B019-9316-73FB-7D8F-ECD42C0D3BA4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EA03FC36-DF97-27BD-1F01-6D5EDBF4EB61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AAD2832E-B449-D1B7-E717-93C4236878C7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9042D536-90B1-834C-1AD5-C42A87210293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867472E4-72C4-AB59-A4F2-03A13C193EFA}"/>
              </a:ext>
            </a:extLst>
          </p:cNvPr>
          <p:cNvSpPr/>
          <p:nvPr/>
        </p:nvSpPr>
        <p:spPr>
          <a:xfrm>
            <a:off x="10044961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GJ</a:t>
            </a:r>
            <a:endParaRPr lang="sq-XK" sz="3600" dirty="0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3691FB91-E9DD-1629-D3FC-A3FA9CDDDDE3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CF5878FA-E376-F68B-60FF-59AB2249B062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4B901B58-082D-9DEC-E863-561FD21A9807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36E35FAE-9EBE-5DD2-DDDA-CA84AB27DE69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C636B4D3-27E3-78D3-4335-3B92366BA9BD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ADDC1C0A-AEEB-B02E-9079-7CD4F904A7E4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3DA0F6BB-7940-8F4D-5310-6102FFE7C9ED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9DE8EAFE-B8F3-B923-ACB9-13821A826BA8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444A1F39-6B04-190A-AF12-556C6E8367D0}"/>
              </a:ext>
            </a:extLst>
          </p:cNvPr>
          <p:cNvSpPr/>
          <p:nvPr/>
        </p:nvSpPr>
        <p:spPr>
          <a:xfrm>
            <a:off x="11107305" y="389506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H</a:t>
            </a:r>
            <a:endParaRPr lang="sq-XK" sz="3600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A8C470C-8360-FDF8-5E9B-4F59D3C62C26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2DBB3F9-418C-3C69-7A7C-E4A53556149F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F6DC1B3-E4D8-8552-98AE-82E3B26D4E04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DDDE5A5-B9BE-3340-C2FB-AAD742EE7960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950CB53-E761-79DE-35A8-31B76FFA2FC8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54865E8-05DF-C224-BDDC-B36A0ECCD712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E2853187-A67C-0C53-5356-80477A719699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69000CC-CCA6-AD54-5684-9DEBFA237979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DB5DC7C5-C06D-2023-6451-C01A6D626703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4CF5E55D-D2DB-7B63-63E2-A8BBFD9FBDE9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DBDD35E0-1C41-EBF5-0974-93073D0F2F4B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BC8AACA4-5960-73DA-17F6-FA0C5EFD012A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5B0B8DF4-7286-7B9E-2A05-F3223905CD7F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41988C9A-9A27-2A2A-78B8-8E54FED3E298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9B3BDF7E-1620-680B-04F9-2BE2280B6EC7}"/>
              </a:ext>
            </a:extLst>
          </p:cNvPr>
          <p:cNvSpPr/>
          <p:nvPr/>
        </p:nvSpPr>
        <p:spPr>
          <a:xfrm>
            <a:off x="370102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I</a:t>
            </a:r>
            <a:endParaRPr lang="sq-XK" sz="3600" dirty="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BA03447E-A35A-3B5E-966F-C9CB5DACD3D5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746929FE-282F-2451-8527-5A2D073D764B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BCC7E877-15DA-CDF1-5246-12CCECCC0629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2359BC16-3F0D-4606-61AF-369748801D16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04EE2C9A-CC8B-9FE3-FA10-C06C9DA154C8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89A120B1-B07B-6A4A-CE47-FC4B9C38225B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1C6102A6-CB63-D4AB-8742-0CFE956ECF72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58E1703A-1F84-07B5-DAE2-5A8CD5CB23DE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EDE39A61-0E0A-4F27-EC51-E626B86617DC}"/>
              </a:ext>
            </a:extLst>
          </p:cNvPr>
          <p:cNvSpPr/>
          <p:nvPr/>
        </p:nvSpPr>
        <p:spPr>
          <a:xfrm>
            <a:off x="1333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J</a:t>
            </a:r>
            <a:endParaRPr lang="sq-XK" sz="3600" dirty="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F5B8531E-EC93-C47F-5EDB-2905E2712274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CFD02948-CC06-2F32-CAA0-F6782CF5CB5B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1C114D24-DF8E-09A4-DD94-5E8FDB738DDD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8E363CA6-90D1-1680-B979-5D1709865A29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4D13E209-ED69-1868-4F86-62690242AB6E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A277DBA9-4E25-C98D-027D-6E3E025268BE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AF5A2831-079E-1A89-1301-8C82329B2D26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9CDE936A-34F9-E1C3-7177-D12FD736CC0F}"/>
              </a:ext>
            </a:extLst>
          </p:cNvPr>
          <p:cNvSpPr/>
          <p:nvPr/>
        </p:nvSpPr>
        <p:spPr>
          <a:xfrm>
            <a:off x="2231195" y="495465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D0A265C9-7565-AE1A-2046-0030F2D7535F}"/>
              </a:ext>
            </a:extLst>
          </p:cNvPr>
          <p:cNvSpPr/>
          <p:nvPr/>
        </p:nvSpPr>
        <p:spPr>
          <a:xfrm>
            <a:off x="581560" y="280533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K</a:t>
            </a:r>
            <a:endParaRPr lang="sq-XK" sz="3600" dirty="0"/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433702C3-AB6E-3188-7FE1-E98D610998A2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8D22CC02-172D-F5DD-9698-7FF9ECD5BD08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6FB56624-BAD1-D150-73A1-B10D6664D24E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98D3CAAD-D252-CE61-5435-221EF1DA4881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2A0A26E0-11DC-CCAA-D96C-7B9030778931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51D901A4-97F3-AE0E-6C77-25456B124A69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D53FC067-9AA6-2C7B-8903-C5E54A697223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1FC5A914-E22C-DD00-2576-ABF29558A707}"/>
              </a:ext>
            </a:extLst>
          </p:cNvPr>
          <p:cNvSpPr/>
          <p:nvPr/>
        </p:nvSpPr>
        <p:spPr>
          <a:xfrm>
            <a:off x="3188850" y="4930099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B8989D84-99DC-4B63-49E2-750DA75C219A}"/>
              </a:ext>
            </a:extLst>
          </p:cNvPr>
          <p:cNvSpPr/>
          <p:nvPr/>
        </p:nvSpPr>
        <p:spPr>
          <a:xfrm>
            <a:off x="4713697" y="1684324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</a:t>
            </a:r>
            <a:endParaRPr lang="sq-XK" sz="3600" dirty="0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3F053C84-1C9F-5EB7-F64E-F1BC3DB572EC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82A924CC-3CF7-F5D6-797A-A27879687D97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E5D4F8D7-58A8-80BE-0BFB-BBAEA0C739A6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D0A403E8-9696-3676-520C-0281756E2CAD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6B7E9260-B82F-FFBF-8B6C-ADBEE9C53697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799E4FEE-6C5D-138F-61D2-C06BE86D4DB7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D3965F67-76C2-2B0D-0564-77A61BC285AA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8C622B2E-C4D5-4F10-0B5C-7D42F932AA46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4E169072-7138-B062-4FA3-BDCB07A138FC}"/>
              </a:ext>
            </a:extLst>
          </p:cNvPr>
          <p:cNvSpPr/>
          <p:nvPr/>
        </p:nvSpPr>
        <p:spPr>
          <a:xfrm>
            <a:off x="4117706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LL</a:t>
            </a:r>
            <a:endParaRPr lang="sq-XK" sz="3600" dirty="0"/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54070378-096D-5E84-BE6E-B0C468D51C5E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A3E20A15-E70A-5470-7AC4-1C18DB8E4153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F3DB4AF0-DB9E-25CB-DF34-C0D7E62755C9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D9DA6EFA-50CB-35B8-467A-0CE25A539FBC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A344E9D3-9A83-FBFD-3E06-F94DB1BCC2D7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C87E75BE-B75C-5F89-55C7-C3CBCEA02817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B024DEE7-6591-F470-35AB-F6BA199CA247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983F5DBC-D257-4B38-0858-A4CFD2440F61}"/>
              </a:ext>
            </a:extLst>
          </p:cNvPr>
          <p:cNvSpPr/>
          <p:nvPr/>
        </p:nvSpPr>
        <p:spPr>
          <a:xfrm>
            <a:off x="5073150" y="4942028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A166A7F3-427D-6D57-96DA-B21CFBCFFAC7}"/>
              </a:ext>
            </a:extLst>
          </p:cNvPr>
          <p:cNvSpPr/>
          <p:nvPr/>
        </p:nvSpPr>
        <p:spPr>
          <a:xfrm>
            <a:off x="638852" y="1606306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M</a:t>
            </a:r>
            <a:endParaRPr lang="sq-XK" sz="360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BDD9AE7-9303-118C-F50F-698CEF5BB13D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F0D1DFD-C6A0-C5DA-8788-BBB4B98FD644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DEA993A-67CA-28C6-A798-C4228A55B1E8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C6988D2-1B3F-7AC3-D129-849A5A0B5A1A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CFA8FD2-ACB2-686A-8DA5-81E7A5E040A5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B8B5270-9D20-79A5-5CE8-F5F633D3ECB7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756D6A-188E-FFA1-AEE4-3DD202CB46A6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48EC36-6ABE-987C-A234-C11D3F600148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B4ABC9-83B7-1B35-930C-A4F551A2A40F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4EA7CB-EDCF-5665-AA76-9E477D71957D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41686A6-3F9C-A086-A4DE-5F572806D05F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578DE8-0154-439B-5894-1707258F4870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C8B17B6-01BC-CEF5-E910-FFFDE7A076C6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90EDF82-23C3-7DB6-ED97-295BC0D0B036}"/>
              </a:ext>
            </a:extLst>
          </p:cNvPr>
          <p:cNvSpPr/>
          <p:nvPr/>
        </p:nvSpPr>
        <p:spPr>
          <a:xfrm>
            <a:off x="6059607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CF0DBD8-D878-60FC-D6F3-B4F0A44E0D40}"/>
              </a:ext>
            </a:extLst>
          </p:cNvPr>
          <p:cNvSpPr/>
          <p:nvPr/>
        </p:nvSpPr>
        <p:spPr>
          <a:xfrm>
            <a:off x="2615984" y="285162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</a:t>
            </a:r>
            <a:endParaRPr lang="sq-XK" sz="3600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B8629FE-9E5E-17EB-B124-AAB745DD92B1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B92A073-5E1A-0B0F-6E68-16BE24FDF8BB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2C2D9ABD-BDF3-4E51-F81B-070D5B597DD1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A3B1ABE0-B8DA-377D-81E7-E67677FEC408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41A3B0EC-D517-994C-1FAE-247B8DE80E04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F4651820-CCE7-16D1-798C-136D383B471D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B6FD3528-3EEA-063D-1B63-9764A00D6427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9D685B5A-9185-67BD-8036-02C9219877F8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195117CA-B22B-E1A2-3C47-E6B313CF23B0}"/>
              </a:ext>
            </a:extLst>
          </p:cNvPr>
          <p:cNvSpPr/>
          <p:nvPr/>
        </p:nvSpPr>
        <p:spPr>
          <a:xfrm>
            <a:off x="7120744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NJ</a:t>
            </a:r>
            <a:endParaRPr lang="sq-XK" sz="3600" dirty="0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94ADD049-CF7A-627A-0FC7-9C7217E71A82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0024A108-6712-CDC1-FFEE-2223B6D58E89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F8DBE11D-D106-3321-FFC2-C227DC86AF7B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B5FA3167-599C-5492-4498-AB13E01D1544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5A58F77F-5741-BD54-1FF2-9EF159D6B2BF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DDAA7549-8EF9-05CF-3829-6FC0C78821F9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B85F7FB8-FE5D-0A31-624F-2B6176C31543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188F57A3-4F9B-F4B2-32BC-BE8B31AE2A00}"/>
              </a:ext>
            </a:extLst>
          </p:cNvPr>
          <p:cNvSpPr/>
          <p:nvPr/>
        </p:nvSpPr>
        <p:spPr>
          <a:xfrm>
            <a:off x="8091916" y="4948935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5E747C70-9415-CF97-6A38-1BB852DF1039}"/>
              </a:ext>
            </a:extLst>
          </p:cNvPr>
          <p:cNvSpPr/>
          <p:nvPr/>
        </p:nvSpPr>
        <p:spPr>
          <a:xfrm>
            <a:off x="1634424" y="1636001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O</a:t>
            </a:r>
            <a:endParaRPr lang="sq-XK" sz="3600" dirty="0"/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BBFFD43A-8B70-D80E-5FCB-35A27A452430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5332DFB1-203A-35AE-BA47-871D89F28CE8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C7C737C7-C39F-48DA-1022-8FE8C1848EDE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EFA347CB-E8F8-B11F-E91C-2C09B6ACBAAC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4579D523-9D8F-4B65-D87E-890F4EE5E02D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E83A3FF0-1566-6326-BDB9-EA52C878BF81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BD1F0C64-AD0D-4356-D59D-3E525BD70946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7891BB20-6410-1DA4-6C30-2E8DE56295D5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D56B8DC3-BA3A-9E03-2A20-4A3F84A4BA02}"/>
              </a:ext>
            </a:extLst>
          </p:cNvPr>
          <p:cNvSpPr/>
          <p:nvPr/>
        </p:nvSpPr>
        <p:spPr>
          <a:xfrm>
            <a:off x="9035603" y="493009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P</a:t>
            </a:r>
            <a:endParaRPr lang="sq-XK" sz="3600" dirty="0"/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E96E9FBB-77D9-5636-AE04-210650D09ED5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9439C8EC-C687-3426-518A-80C2659784AF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E9FFB9DF-1CA3-14B1-DC18-91751AB7DFD4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205396ED-454A-FF2A-1820-E6121E1EF797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E26636FF-61F5-67F1-2861-77BFA93831C1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44AE5402-5DB0-7651-FB7C-60A704D7F26B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21903DC6-7D80-5F8C-97C2-DF6D9A011B87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6D76E631-F744-3848-10C7-1EBDDF7B24B6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D1987988-76E5-D452-5107-0239F4C589EA}"/>
              </a:ext>
            </a:extLst>
          </p:cNvPr>
          <p:cNvSpPr/>
          <p:nvPr/>
        </p:nvSpPr>
        <p:spPr>
          <a:xfrm>
            <a:off x="1002569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Q</a:t>
            </a:r>
            <a:endParaRPr lang="sq-XK" sz="3600" dirty="0"/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EA9A0DCC-7C83-BFDD-582B-04BBB938F96E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CCF32014-22B5-4742-BA5E-8188E8E0B1BB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861A5E83-7228-94AB-F46C-E222F8CE8E40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4390201D-B2AB-6F4C-22E3-8B8866CAC2A5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1F56708F-8EEE-1F0D-8CC5-4CD6E63C13BC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59CB0111-C285-B5E7-4A53-8C33A0BCD66D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F59B73B5-5749-559F-1666-F1C8529F0F71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770CF9EE-4610-2659-7BA1-3616F2071A6F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311" name="Rectangle 310">
            <a:extLst>
              <a:ext uri="{FF2B5EF4-FFF2-40B4-BE49-F238E27FC236}">
                <a16:creationId xmlns:a16="http://schemas.microsoft.com/office/drawing/2014/main" id="{33DCE2DB-73F1-B401-84C0-EFC0A52604C2}"/>
              </a:ext>
            </a:extLst>
          </p:cNvPr>
          <p:cNvSpPr/>
          <p:nvPr/>
        </p:nvSpPr>
        <p:spPr>
          <a:xfrm>
            <a:off x="11099601" y="495465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</a:t>
            </a:r>
            <a:endParaRPr lang="sq-XK" sz="36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DB4B820-AE0B-4270-0EEA-17A566846549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D10138B-5CE3-9878-136C-9024C502A892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41E0CC7-704E-8B2A-11D7-3DD0FA23188C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C70D74D-ADCE-A2E4-1654-7C47C566AB0C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471FF9E-D38E-1EA9-2189-20EBDF89C83B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CA63CDCE-2DF3-617B-273A-7810855DA737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FD38CE51-C398-A630-FFD2-99448316B888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98B8491C-DF91-9F87-D0AE-EEEEB2632A0D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4858E361-557D-ECC9-7F83-D905F7912054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47045BDD-5A07-AB0F-224A-AC0E47CCA825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7BD5029A-2684-92F7-2103-A572AD2FF6F1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F5AB91DF-0FBA-247D-44CF-4A50CED7E868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8BC0AF72-D469-071A-FBE4-D7221009DBD6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CEE205FA-8B39-B79C-8700-070586AEEBC9}"/>
              </a:ext>
            </a:extLst>
          </p:cNvPr>
          <p:cNvSpPr/>
          <p:nvPr/>
        </p:nvSpPr>
        <p:spPr>
          <a:xfrm>
            <a:off x="3701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RR</a:t>
            </a:r>
            <a:endParaRPr lang="sq-XK" sz="3600" dirty="0"/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AA7F33CA-2A0A-98CC-BEEC-A0BC51FA371E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9ABD22EA-8D9D-F4FD-D2BA-3D6D71FA6AF8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16288E24-E238-4B05-1FF3-AD7FFEA9C9A7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C2E5F61E-1C79-8F6E-FB56-570DD4151706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3D8E6DCD-ED1B-B713-231B-DD9341ED6423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99C5ADD7-A25E-F88B-424B-5A3841EF07B6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3E7653B4-90B1-0803-1D75-2607B328A6F2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C4392D45-B901-E540-98CF-D6AA3186FB2B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850AFD21-5CED-B655-C574-CE3FE43CFF14}"/>
              </a:ext>
            </a:extLst>
          </p:cNvPr>
          <p:cNvSpPr/>
          <p:nvPr/>
        </p:nvSpPr>
        <p:spPr>
          <a:xfrm>
            <a:off x="131730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</a:t>
            </a:r>
            <a:endParaRPr lang="sq-XK" sz="3600" dirty="0"/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88755405-04D8-79AF-52BA-37D8F8F42DC4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176F1CF8-4329-2BDA-09A7-514E8FF92D1B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CB572970-0494-198A-B9E9-F7B8B610356F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AFA55968-5C84-9390-7C82-47595F9C6919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DBA638A6-D2A2-3380-90B2-A6268B6E8D50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6968F61E-BA4D-086B-BDFA-99EC595FF206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30A5B89A-CF9F-5EB1-7774-A41D046DF3D2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6FC184C7-A1A5-0323-82BB-C250148E701E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16A707A8-F4F1-DC0A-D9D0-DC5D19738975}"/>
              </a:ext>
            </a:extLst>
          </p:cNvPr>
          <p:cNvSpPr/>
          <p:nvPr/>
        </p:nvSpPr>
        <p:spPr>
          <a:xfrm>
            <a:off x="2209244" y="5981938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SH</a:t>
            </a:r>
            <a:endParaRPr lang="sq-XK" sz="3600" dirty="0"/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AB4485A4-5EF2-7B80-2EB7-F6AFE5089533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62B02AE3-BD72-95EB-744F-CCA3C951854C}"/>
              </a:ext>
            </a:extLst>
          </p:cNvPr>
          <p:cNvSpPr/>
          <p:nvPr/>
        </p:nvSpPr>
        <p:spPr>
          <a:xfrm>
            <a:off x="4135192" y="6045646"/>
            <a:ext cx="694855" cy="66988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37FE430A-598D-6EEE-327F-353523C5DC71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B2305EDC-F4C2-7C32-FFBB-50C848BBC257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F99B6318-D433-8691-F043-2C840EB7707B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4591C6D0-0F1A-FF4E-2B83-6F02570B3714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3E7FAA5E-0E01-8A86-0646-1CFC893C55EE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D3760341-AF8C-29C7-71ED-A89E8D7804AF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0607A6CF-F459-381F-5F69-86FE26215F1D}"/>
              </a:ext>
            </a:extLst>
          </p:cNvPr>
          <p:cNvSpPr/>
          <p:nvPr/>
        </p:nvSpPr>
        <p:spPr>
          <a:xfrm>
            <a:off x="4135192" y="5951494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TH</a:t>
            </a:r>
            <a:endParaRPr lang="sq-XK" sz="3200" dirty="0"/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B9253B0C-256C-FFFC-D1B8-8299C86FA1D5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1680BBA1-9ED7-DEAF-0F16-B6A9D7A8AC11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743DF3F8-4944-7149-FC62-38D494029D6B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305596E6-0267-7E43-B3CE-8CB75874AEFB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B4F6770D-1E39-1F1A-3100-74351133C10E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62" name="Rectangle 361">
            <a:extLst>
              <a:ext uri="{FF2B5EF4-FFF2-40B4-BE49-F238E27FC236}">
                <a16:creationId xmlns:a16="http://schemas.microsoft.com/office/drawing/2014/main" id="{A0C20DFC-3A1A-12B7-6AB8-E05195FE6CA0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F8E8624F-B4AE-9E90-0D92-D8D701090671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80027C6E-9906-32AB-8531-8DF70647E740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F6F473B6-9179-2947-5827-00DFA54E562F}"/>
              </a:ext>
            </a:extLst>
          </p:cNvPr>
          <p:cNvSpPr/>
          <p:nvPr/>
        </p:nvSpPr>
        <p:spPr>
          <a:xfrm>
            <a:off x="5050071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U</a:t>
            </a:r>
            <a:endParaRPr lang="sq-XK" sz="360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782D7F5-6BC7-5F03-C077-69A4BA59B20A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A031BEA-DF26-8E6F-057B-445234C0FF5A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EC247FD-40AA-46B8-CEB5-90F4AEC28676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B238767-EABC-8673-CFA8-1B15821775B0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CE95FD33-74A7-15F4-5EE8-C10AEC312DA4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2C6D914-8DC1-0163-8BD8-4B492FFAA832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B72C050F-8002-6337-D99B-E4DC8D9507E8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0A7758B8-70E5-07C4-86CE-64A62BFF7ABC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68" name="Rectangle 367">
            <a:extLst>
              <a:ext uri="{FF2B5EF4-FFF2-40B4-BE49-F238E27FC236}">
                <a16:creationId xmlns:a16="http://schemas.microsoft.com/office/drawing/2014/main" id="{E019C543-9575-8A0D-1E58-FDC3AAC0444A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69" name="Rectangle 368">
            <a:extLst>
              <a:ext uri="{FF2B5EF4-FFF2-40B4-BE49-F238E27FC236}">
                <a16:creationId xmlns:a16="http://schemas.microsoft.com/office/drawing/2014/main" id="{0DC00FF4-A690-BEA6-A042-6B0F944E23C1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70" name="Rectangle 369">
            <a:extLst>
              <a:ext uri="{FF2B5EF4-FFF2-40B4-BE49-F238E27FC236}">
                <a16:creationId xmlns:a16="http://schemas.microsoft.com/office/drawing/2014/main" id="{642D4961-41E8-3781-4BDA-4C2286A52E82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71" name="Rectangle 370">
            <a:extLst>
              <a:ext uri="{FF2B5EF4-FFF2-40B4-BE49-F238E27FC236}">
                <a16:creationId xmlns:a16="http://schemas.microsoft.com/office/drawing/2014/main" id="{B351E915-63A2-E8E2-D9CF-FD01C737093A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72" name="Rectangle 371">
            <a:extLst>
              <a:ext uri="{FF2B5EF4-FFF2-40B4-BE49-F238E27FC236}">
                <a16:creationId xmlns:a16="http://schemas.microsoft.com/office/drawing/2014/main" id="{30182F72-9E52-EA57-8B73-0BE57C5039D0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73" name="Rectangle 372">
            <a:extLst>
              <a:ext uri="{FF2B5EF4-FFF2-40B4-BE49-F238E27FC236}">
                <a16:creationId xmlns:a16="http://schemas.microsoft.com/office/drawing/2014/main" id="{95D62269-14D1-B9E2-8A06-47E92B42E3CD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94101C06-7EC2-B903-6E66-633A5BF0A5AA}"/>
              </a:ext>
            </a:extLst>
          </p:cNvPr>
          <p:cNvSpPr/>
          <p:nvPr/>
        </p:nvSpPr>
        <p:spPr>
          <a:xfrm>
            <a:off x="6082312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V</a:t>
            </a:r>
            <a:endParaRPr lang="sq-XK" sz="3600" dirty="0"/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EAF92AF2-4F90-38DC-BF08-073239D02718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76" name="Rectangle 375">
            <a:extLst>
              <a:ext uri="{FF2B5EF4-FFF2-40B4-BE49-F238E27FC236}">
                <a16:creationId xmlns:a16="http://schemas.microsoft.com/office/drawing/2014/main" id="{42283194-025F-9521-2069-749779D67520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77" name="Rectangle 376">
            <a:extLst>
              <a:ext uri="{FF2B5EF4-FFF2-40B4-BE49-F238E27FC236}">
                <a16:creationId xmlns:a16="http://schemas.microsoft.com/office/drawing/2014/main" id="{9F531FDB-FE5F-C540-EDF6-62D35A137867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EC2338CD-98BE-6E24-DFCF-1F7A5140471D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79" name="Rectangle 378">
            <a:extLst>
              <a:ext uri="{FF2B5EF4-FFF2-40B4-BE49-F238E27FC236}">
                <a16:creationId xmlns:a16="http://schemas.microsoft.com/office/drawing/2014/main" id="{A80CD3FF-609E-8786-F6FE-AB4BFF41C692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06F94901-B8E2-4425-47F6-E547D4DDBECA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FED0D9ED-756D-D82D-7E67-22F6BAAF14E2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E6E518D0-4C35-ADD8-A86C-5A3C923B5339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FE3D2A41-8263-5BBB-02B4-4E066394A971}"/>
              </a:ext>
            </a:extLst>
          </p:cNvPr>
          <p:cNvSpPr/>
          <p:nvPr/>
        </p:nvSpPr>
        <p:spPr>
          <a:xfrm>
            <a:off x="7134134" y="5934310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X</a:t>
            </a:r>
            <a:endParaRPr lang="sq-XK" sz="3600" dirty="0"/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6E3467FE-61B1-D814-9C6D-49731E00DF6B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85" name="Rectangle 384">
            <a:extLst>
              <a:ext uri="{FF2B5EF4-FFF2-40B4-BE49-F238E27FC236}">
                <a16:creationId xmlns:a16="http://schemas.microsoft.com/office/drawing/2014/main" id="{BDF8D115-8F6B-C935-EAE4-95739794A113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86" name="Rectangle 385">
            <a:extLst>
              <a:ext uri="{FF2B5EF4-FFF2-40B4-BE49-F238E27FC236}">
                <a16:creationId xmlns:a16="http://schemas.microsoft.com/office/drawing/2014/main" id="{3748EA27-83AF-C928-017F-E387536357C8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7CAD73BF-E74C-8A2E-05D7-98B843F0BC79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88" name="Rectangle 387">
            <a:extLst>
              <a:ext uri="{FF2B5EF4-FFF2-40B4-BE49-F238E27FC236}">
                <a16:creationId xmlns:a16="http://schemas.microsoft.com/office/drawing/2014/main" id="{D76BE292-E4F5-003C-AA82-BFA1171AA997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89" name="Rectangle 388">
            <a:extLst>
              <a:ext uri="{FF2B5EF4-FFF2-40B4-BE49-F238E27FC236}">
                <a16:creationId xmlns:a16="http://schemas.microsoft.com/office/drawing/2014/main" id="{7E097438-E360-9E32-95E7-A3875CE5F0B3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90" name="Rectangle 389">
            <a:extLst>
              <a:ext uri="{FF2B5EF4-FFF2-40B4-BE49-F238E27FC236}">
                <a16:creationId xmlns:a16="http://schemas.microsoft.com/office/drawing/2014/main" id="{1CF5E849-C644-88C5-F0EA-9E8269421875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91" name="Rectangle 390">
            <a:extLst>
              <a:ext uri="{FF2B5EF4-FFF2-40B4-BE49-F238E27FC236}">
                <a16:creationId xmlns:a16="http://schemas.microsoft.com/office/drawing/2014/main" id="{280397C9-5EE4-0F09-3E3E-811574B87F97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008FE9E7-AA6D-D415-160F-324406E97985}"/>
              </a:ext>
            </a:extLst>
          </p:cNvPr>
          <p:cNvSpPr/>
          <p:nvPr/>
        </p:nvSpPr>
        <p:spPr>
          <a:xfrm>
            <a:off x="8107896" y="590259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XH</a:t>
            </a:r>
            <a:endParaRPr lang="sq-XK" sz="3200" dirty="0"/>
          </a:p>
        </p:txBody>
      </p:sp>
      <p:sp>
        <p:nvSpPr>
          <p:cNvPr id="393" name="Rectangle 392">
            <a:extLst>
              <a:ext uri="{FF2B5EF4-FFF2-40B4-BE49-F238E27FC236}">
                <a16:creationId xmlns:a16="http://schemas.microsoft.com/office/drawing/2014/main" id="{5FB07EBA-F5BB-1853-3598-70E840FF71F2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394" name="Rectangle 393">
            <a:extLst>
              <a:ext uri="{FF2B5EF4-FFF2-40B4-BE49-F238E27FC236}">
                <a16:creationId xmlns:a16="http://schemas.microsoft.com/office/drawing/2014/main" id="{764D7D0F-3EFA-0896-80BE-5FC5C5585939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2935E189-DE44-77B5-DAA4-84F77046192A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D09D92AF-ACDD-5CA3-FC47-89CFABCE82BE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28A052FB-A80F-182F-00F8-F642D63FCCAA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DBDF7F23-1B36-B787-2731-6A101BA25868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62EE3040-22C8-E3D4-F28B-394FEADEA327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F4FF867E-32EB-3451-D388-FD63B34A04F6}"/>
              </a:ext>
            </a:extLst>
          </p:cNvPr>
          <p:cNvSpPr/>
          <p:nvPr/>
        </p:nvSpPr>
        <p:spPr>
          <a:xfrm>
            <a:off x="9053842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07502F14-9A2C-9448-3733-9BE10C172CCC}"/>
              </a:ext>
            </a:extLst>
          </p:cNvPr>
          <p:cNvSpPr/>
          <p:nvPr/>
        </p:nvSpPr>
        <p:spPr>
          <a:xfrm>
            <a:off x="9022775" y="5902593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Y</a:t>
            </a:r>
            <a:endParaRPr lang="sq-XK" sz="3600" dirty="0"/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76E93C3C-9947-6116-F84E-B42438F891D3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0905C8E6-AB63-8F5E-1444-A023E6624997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39325CB2-434E-EEC4-BA51-964B65F51656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CD7B2AF5-BC25-1F08-78AC-7E233B9154AA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C72B32EA-A6C8-A26B-64B2-01C0624235E4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D5194C04-1B33-4C14-F4D3-2B8B4B4B155A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266D5FAB-561A-69DD-4455-B11B8AE611FD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9BA41ED0-29DA-58CF-B1EB-62C721D539C9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DFF22482-3E9F-7754-E697-5F19BC2C8744}"/>
              </a:ext>
            </a:extLst>
          </p:cNvPr>
          <p:cNvSpPr/>
          <p:nvPr/>
        </p:nvSpPr>
        <p:spPr>
          <a:xfrm>
            <a:off x="10005953" y="5954632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Z</a:t>
            </a:r>
            <a:endParaRPr lang="sq-XK" sz="3600" dirty="0"/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6CD25397-F90A-12D6-5E8E-13823B9174B2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FED2FB67-DC6A-DB21-98B7-F9D05BCBB6F9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2A7875FE-D1F0-5B84-C707-8DFD4592936B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4B6D37B6-A338-4BF5-19D5-7BE64C42711B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76C3AB44-57A0-897E-C1E6-5173B777037D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F2CFF89C-B64F-2C54-F51D-5336304BF583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3B68CD72-419F-3455-55F5-C3B14CA1B5EE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A15669B6-089A-C9DC-C737-9E737B9F57F8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06BF4576-33F5-E6D5-D1D9-FE2F730A3AC6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20" name="Rectangle 419">
            <a:extLst>
              <a:ext uri="{FF2B5EF4-FFF2-40B4-BE49-F238E27FC236}">
                <a16:creationId xmlns:a16="http://schemas.microsoft.com/office/drawing/2014/main" id="{02EDAA39-D66B-5C16-DD27-01DAFB51CE91}"/>
              </a:ext>
            </a:extLst>
          </p:cNvPr>
          <p:cNvSpPr/>
          <p:nvPr/>
        </p:nvSpPr>
        <p:spPr>
          <a:xfrm>
            <a:off x="11141081" y="5933037"/>
            <a:ext cx="678450" cy="75210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dirty="0"/>
              <a:t>ZH</a:t>
            </a:r>
            <a:endParaRPr lang="sq-XK" sz="32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B18AEF6-AFB4-5D71-B4C8-80198CD89AC1}"/>
              </a:ext>
            </a:extLst>
          </p:cNvPr>
          <p:cNvSpPr/>
          <p:nvPr/>
        </p:nvSpPr>
        <p:spPr>
          <a:xfrm>
            <a:off x="3162465" y="5915349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135E7EAA-C061-95AA-BF25-970F2F6C7CE4}"/>
              </a:ext>
            </a:extLst>
          </p:cNvPr>
          <p:cNvSpPr/>
          <p:nvPr/>
        </p:nvSpPr>
        <p:spPr>
          <a:xfrm>
            <a:off x="6793642" y="2858333"/>
            <a:ext cx="703789" cy="801604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4F796948-68D7-797D-B0F7-5A8A6F27F4E3}"/>
              </a:ext>
            </a:extLst>
          </p:cNvPr>
          <p:cNvSpPr/>
          <p:nvPr/>
        </p:nvSpPr>
        <p:spPr>
          <a:xfrm>
            <a:off x="4665413" y="2858333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  <p:sp>
        <p:nvSpPr>
          <p:cNvPr id="423" name="Rectangle 422">
            <a:extLst>
              <a:ext uri="{FF2B5EF4-FFF2-40B4-BE49-F238E27FC236}">
                <a16:creationId xmlns:a16="http://schemas.microsoft.com/office/drawing/2014/main" id="{1C50C61C-4997-CC24-70AB-5308C45184B8}"/>
              </a:ext>
            </a:extLst>
          </p:cNvPr>
          <p:cNvSpPr/>
          <p:nvPr/>
        </p:nvSpPr>
        <p:spPr>
          <a:xfrm>
            <a:off x="6777167" y="1594377"/>
            <a:ext cx="694855" cy="76403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/>
              <a:t>T</a:t>
            </a:r>
            <a:endParaRPr lang="sq-XK" sz="3600" dirty="0"/>
          </a:p>
        </p:txBody>
      </p:sp>
    </p:spTree>
    <p:extLst>
      <p:ext uri="{BB962C8B-B14F-4D97-AF65-F5344CB8AC3E}">
        <p14:creationId xmlns:p14="http://schemas.microsoft.com/office/powerpoint/2010/main" val="2970202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7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" fill="hold">
                      <p:stCondLst>
                        <p:cond delay="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203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4" fill="hold">
                      <p:stCondLst>
                        <p:cond delay="0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69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0" fill="hold">
                      <p:stCondLst>
                        <p:cond delay="0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8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1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35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6" fill="hold">
                      <p:stCondLst>
                        <p:cond delay="0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3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6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9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2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8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1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7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36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9" fill="hold">
                      <p:stCondLst>
                        <p:cond delay="0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6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9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2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5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8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1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4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7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0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401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2" fill="hold">
                      <p:stCondLst>
                        <p:cond delay="0"/>
                      </p:stCondLst>
                      <p:childTnLst>
                        <p:par>
                          <p:cTn id="403" fill="hold">
                            <p:stCondLst>
                              <p:cond delay="0"/>
                            </p:stCondLst>
                            <p:childTnLst>
                              <p:par>
                                <p:cTn id="4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9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2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5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4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7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0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3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5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8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1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4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0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3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6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67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8" fill="hold">
                      <p:stCondLst>
                        <p:cond delay="0"/>
                      </p:stCondLst>
                      <p:childTnLst>
                        <p:par>
                          <p:cTn id="469" fill="hold">
                            <p:stCondLst>
                              <p:cond delay="0"/>
                            </p:stCondLst>
                            <p:childTnLst>
                              <p:par>
                                <p:cTn id="4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5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8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1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4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7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0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3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6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9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500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1" fill="hold">
                      <p:stCondLst>
                        <p:cond delay="0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8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1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4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7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0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3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6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9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2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533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4" fill="hold">
                      <p:stCondLst>
                        <p:cond delay="0"/>
                      </p:stCondLst>
                      <p:childTnLst>
                        <p:par>
                          <p:cTn id="535" fill="hold">
                            <p:stCondLst>
                              <p:cond delay="0"/>
                            </p:stCondLst>
                            <p:childTnLst>
                              <p:par>
                                <p:cTn id="5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1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4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7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0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3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6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9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2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5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4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7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0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3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6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9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2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5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8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599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0" fill="hold">
                      <p:stCondLst>
                        <p:cond delay="0"/>
                      </p:stCondLst>
                      <p:childTnLst>
                        <p:par>
                          <p:cTn id="601" fill="hold">
                            <p:stCondLst>
                              <p:cond delay="0"/>
                            </p:stCondLst>
                            <p:childTnLst>
                              <p:par>
                                <p:cTn id="6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63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3" fill="hold">
                      <p:stCondLst>
                        <p:cond delay="0"/>
                      </p:stCondLst>
                      <p:childTnLst>
                        <p:par>
                          <p:cTn id="634" fill="hold">
                            <p:stCondLst>
                              <p:cond delay="0"/>
                            </p:stCondLst>
                            <p:childTnLst>
                              <p:par>
                                <p:cTn id="6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8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1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4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665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6" fill="hold">
                      <p:stCondLst>
                        <p:cond delay="0"/>
                      </p:stCondLst>
                      <p:childTnLst>
                        <p:par>
                          <p:cTn id="667" fill="hold">
                            <p:stCondLst>
                              <p:cond delay="0"/>
                            </p:stCondLst>
                            <p:childTnLst>
                              <p:par>
                                <p:cTn id="6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3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6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9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5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8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1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4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7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698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9" fill="hold">
                      <p:stCondLst>
                        <p:cond delay="0"/>
                      </p:stCondLst>
                      <p:childTnLst>
                        <p:par>
                          <p:cTn id="700" fill="hold">
                            <p:stCondLst>
                              <p:cond delay="0"/>
                            </p:stCondLst>
                            <p:childTnLst>
                              <p:par>
                                <p:cTn id="7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6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9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2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5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8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1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4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7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0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731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2" fill="hold">
                      <p:stCondLst>
                        <p:cond delay="0"/>
                      </p:stCondLst>
                      <p:childTnLst>
                        <p:par>
                          <p:cTn id="733" fill="hold">
                            <p:stCondLst>
                              <p:cond delay="0"/>
                            </p:stCondLst>
                            <p:childTnLst>
                              <p:par>
                                <p:cTn id="7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9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2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5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8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1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4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7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0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3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764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5" fill="hold">
                      <p:stCondLst>
                        <p:cond delay="0"/>
                      </p:stCondLst>
                      <p:childTnLst>
                        <p:par>
                          <p:cTn id="766" fill="hold">
                            <p:stCondLst>
                              <p:cond delay="0"/>
                            </p:stCondLst>
                            <p:childTnLst>
                              <p:par>
                                <p:cTn id="7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2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5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8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1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4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7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0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3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6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797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8" fill="hold">
                      <p:stCondLst>
                        <p:cond delay="0"/>
                      </p:stCondLst>
                      <p:childTnLst>
                        <p:par>
                          <p:cTn id="799" fill="hold">
                            <p:stCondLst>
                              <p:cond delay="0"/>
                            </p:stCondLst>
                            <p:childTnLst>
                              <p:par>
                                <p:cTn id="8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5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8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1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4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7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0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3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6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9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830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1" fill="hold">
                      <p:stCondLst>
                        <p:cond delay="0"/>
                      </p:stCondLst>
                      <p:childTnLst>
                        <p:par>
                          <p:cTn id="832" fill="hold">
                            <p:stCondLst>
                              <p:cond delay="0"/>
                            </p:stCondLst>
                            <p:childTnLst>
                              <p:par>
                                <p:cTn id="8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8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1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4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7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0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3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6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9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2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863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4" fill="hold">
                      <p:stCondLst>
                        <p:cond delay="0"/>
                      </p:stCondLst>
                      <p:childTnLst>
                        <p:par>
                          <p:cTn id="865" fill="hold">
                            <p:stCondLst>
                              <p:cond delay="0"/>
                            </p:stCondLst>
                            <p:childTnLst>
                              <p:par>
                                <p:cTn id="8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1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4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7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0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3"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6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9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2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5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96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7" fill="hold">
                      <p:stCondLst>
                        <p:cond delay="0"/>
                      </p:stCondLst>
                      <p:childTnLst>
                        <p:par>
                          <p:cTn id="898" fill="hold">
                            <p:stCondLst>
                              <p:cond delay="0"/>
                            </p:stCondLst>
                            <p:childTnLst>
                              <p:par>
                                <p:cTn id="8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4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7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0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3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6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9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2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5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8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929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0" fill="hold">
                      <p:stCondLst>
                        <p:cond delay="0"/>
                      </p:stCondLst>
                      <p:childTnLst>
                        <p:par>
                          <p:cTn id="931" fill="hold">
                            <p:stCondLst>
                              <p:cond delay="0"/>
                            </p:stCondLst>
                            <p:childTnLst>
                              <p:par>
                                <p:cTn id="9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7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0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3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6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9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2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5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8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1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962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3" fill="hold">
                      <p:stCondLst>
                        <p:cond delay="0"/>
                      </p:stCondLst>
                      <p:childTnLst>
                        <p:par>
                          <p:cTn id="964" fill="hold">
                            <p:stCondLst>
                              <p:cond delay="0"/>
                            </p:stCondLst>
                            <p:childTnLst>
                              <p:par>
                                <p:cTn id="9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0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3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6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9"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2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5"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8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1"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4"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995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6" fill="hold">
                      <p:stCondLst>
                        <p:cond delay="0"/>
                      </p:stCondLst>
                      <p:childTnLst>
                        <p:par>
                          <p:cTn id="997" fill="hold">
                            <p:stCondLst>
                              <p:cond delay="0"/>
                            </p:stCondLst>
                            <p:childTnLst>
                              <p:par>
                                <p:cTn id="9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3"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6"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9"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2"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5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8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1"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4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7"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1028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9" fill="hold">
                      <p:stCondLst>
                        <p:cond delay="0"/>
                      </p:stCondLst>
                      <p:childTnLst>
                        <p:par>
                          <p:cTn id="1030" fill="hold">
                            <p:stCondLst>
                              <p:cond delay="0"/>
                            </p:stCondLst>
                            <p:childTnLst>
                              <p:par>
                                <p:cTn id="10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6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9"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2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5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8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1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4"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7"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0"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1061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2" fill="hold">
                      <p:stCondLst>
                        <p:cond delay="0"/>
                      </p:stCondLst>
                      <p:childTnLst>
                        <p:par>
                          <p:cTn id="1063" fill="hold">
                            <p:stCondLst>
                              <p:cond delay="0"/>
                            </p:stCondLst>
                            <p:childTnLst>
                              <p:par>
                                <p:cTn id="10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9"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2"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5"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8"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1"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4"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7"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0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3"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6"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1097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8" fill="hold">
                      <p:stCondLst>
                        <p:cond delay="0"/>
                      </p:stCondLst>
                      <p:childTnLst>
                        <p:par>
                          <p:cTn id="1099" fill="hold">
                            <p:stCondLst>
                              <p:cond delay="0"/>
                            </p:stCondLst>
                            <p:childTnLst>
                              <p:par>
                                <p:cTn id="1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5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8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1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4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7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0"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3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6"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9"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1130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1" fill="hold">
                      <p:stCondLst>
                        <p:cond delay="0"/>
                      </p:stCondLst>
                      <p:childTnLst>
                        <p:par>
                          <p:cTn id="1132" fill="hold">
                            <p:stCondLst>
                              <p:cond delay="0"/>
                            </p:stCondLst>
                            <p:childTnLst>
                              <p:par>
                                <p:cTn id="1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8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1"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4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7"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0"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3"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6"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9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2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1163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4" fill="hold">
                      <p:stCondLst>
                        <p:cond delay="0"/>
                      </p:stCondLst>
                      <p:childTnLst>
                        <p:par>
                          <p:cTn id="1165" fill="hold">
                            <p:stCondLst>
                              <p:cond delay="0"/>
                            </p:stCondLst>
                            <p:childTnLst>
                              <p:par>
                                <p:cTn id="11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1"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4"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7"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</p:childTnLst>
        </p:cTn>
      </p:par>
    </p:tnLst>
    <p:bldLst>
      <p:bldP spid="4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71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4" grpId="0" animBg="1"/>
      <p:bldP spid="169" grpId="0" animBg="1"/>
      <p:bldP spid="170" grpId="0" animBg="1"/>
      <p:bldP spid="171" grpId="0" animBg="1"/>
      <p:bldP spid="172" grpId="0" animBg="1"/>
      <p:bldP spid="173" grpId="0" animBg="1"/>
      <p:bldP spid="174" grpId="0" animBg="1"/>
      <p:bldP spid="175" grpId="0" animBg="1"/>
      <p:bldP spid="176" grpId="0" animBg="1"/>
      <p:bldP spid="177" grpId="0" animBg="1"/>
      <p:bldP spid="178" grpId="0" animBg="1"/>
      <p:bldP spid="179" grpId="0" animBg="1"/>
      <p:bldP spid="180" grpId="0" animBg="1"/>
      <p:bldP spid="181" grpId="0" animBg="1"/>
      <p:bldP spid="182" grpId="0" animBg="1"/>
      <p:bldP spid="183" grpId="0" animBg="1"/>
      <p:bldP spid="184" grpId="0" animBg="1"/>
      <p:bldP spid="185" grpId="0" animBg="1"/>
      <p:bldP spid="186" grpId="0" animBg="1"/>
      <p:bldP spid="187" grpId="0" animBg="1"/>
      <p:bldP spid="188" grpId="0" animBg="1"/>
      <p:bldP spid="189" grpId="0" animBg="1"/>
      <p:bldP spid="190" grpId="0" animBg="1"/>
      <p:bldP spid="191" grpId="0" animBg="1"/>
      <p:bldP spid="192" grpId="0" animBg="1"/>
      <p:bldP spid="193" grpId="0" animBg="1"/>
      <p:bldP spid="194" grpId="0" animBg="1"/>
      <p:bldP spid="195" grpId="0" animBg="1"/>
      <p:bldP spid="196" grpId="0" animBg="1"/>
      <p:bldP spid="197" grpId="0" animBg="1"/>
      <p:bldP spid="198" grpId="0" animBg="1"/>
      <p:bldP spid="199" grpId="0" animBg="1"/>
      <p:bldP spid="200" grpId="0" animBg="1"/>
      <p:bldP spid="201" grpId="0" animBg="1"/>
      <p:bldP spid="202" grpId="0" animBg="1"/>
      <p:bldP spid="203" grpId="0" animBg="1"/>
      <p:bldP spid="204" grpId="0" animBg="1"/>
      <p:bldP spid="210" grpId="0" animBg="1"/>
      <p:bldP spid="211" grpId="0" animBg="1"/>
      <p:bldP spid="212" grpId="0" animBg="1"/>
      <p:bldP spid="213" grpId="0" animBg="1"/>
      <p:bldP spid="214" grpId="0" animBg="1"/>
      <p:bldP spid="215" grpId="0" animBg="1"/>
      <p:bldP spid="216" grpId="0" animBg="1"/>
      <p:bldP spid="217" grpId="0" animBg="1"/>
      <p:bldP spid="218" grpId="0" animBg="1"/>
      <p:bldP spid="219" grpId="0" animBg="1"/>
      <p:bldP spid="220" grpId="0" animBg="1"/>
      <p:bldP spid="221" grpId="0" animBg="1"/>
      <p:bldP spid="222" grpId="0" animBg="1"/>
      <p:bldP spid="223" grpId="0" animBg="1"/>
      <p:bldP spid="224" grpId="0" animBg="1"/>
      <p:bldP spid="225" grpId="0" animBg="1"/>
      <p:bldP spid="226" grpId="0" animBg="1"/>
      <p:bldP spid="227" grpId="0" animBg="1"/>
      <p:bldP spid="73" grpId="0" animBg="1"/>
      <p:bldP spid="75" grpId="0" animBg="1"/>
      <p:bldP spid="78" grpId="0" animBg="1"/>
      <p:bldP spid="80" grpId="0" animBg="1"/>
      <p:bldP spid="82" grpId="0" animBg="1"/>
      <p:bldP spid="85" grpId="0" animBg="1"/>
      <p:bldP spid="228" grpId="0" animBg="1"/>
      <p:bldP spid="229" grpId="0" animBg="1"/>
      <p:bldP spid="230" grpId="0" animBg="1"/>
      <p:bldP spid="231" grpId="0" animBg="1"/>
      <p:bldP spid="232" grpId="0" animBg="1"/>
      <p:bldP spid="233" grpId="0" animBg="1"/>
      <p:bldP spid="234" grpId="0" animBg="1"/>
      <p:bldP spid="235" grpId="0" animBg="1"/>
      <p:bldP spid="236" grpId="0" animBg="1"/>
      <p:bldP spid="237" grpId="0" animBg="1"/>
      <p:bldP spid="238" grpId="0" animBg="1"/>
      <p:bldP spid="239" grpId="0" animBg="1"/>
      <p:bldP spid="240" grpId="0" animBg="1"/>
      <p:bldP spid="241" grpId="0" animBg="1"/>
      <p:bldP spid="242" grpId="0" animBg="1"/>
      <p:bldP spid="243" grpId="0" animBg="1"/>
      <p:bldP spid="244" grpId="0" animBg="1"/>
      <p:bldP spid="245" grpId="0" animBg="1"/>
      <p:bldP spid="246" grpId="0" animBg="1"/>
      <p:bldP spid="247" grpId="0" animBg="1"/>
      <p:bldP spid="248" grpId="0" animBg="1"/>
      <p:bldP spid="249" grpId="0" animBg="1"/>
      <p:bldP spid="250" grpId="0" animBg="1"/>
      <p:bldP spid="251" grpId="0" animBg="1"/>
      <p:bldP spid="252" grpId="0" animBg="1"/>
      <p:bldP spid="253" grpId="0" animBg="1"/>
      <p:bldP spid="254" grpId="0" animBg="1"/>
      <p:bldP spid="255" grpId="0" animBg="1"/>
      <p:bldP spid="256" grpId="0" animBg="1"/>
      <p:bldP spid="257" grpId="0" animBg="1"/>
      <p:bldP spid="258" grpId="0" animBg="1"/>
      <p:bldP spid="259" grpId="0" animBg="1"/>
      <p:bldP spid="260" grpId="0" animBg="1"/>
      <p:bldP spid="261" grpId="0" animBg="1"/>
      <p:bldP spid="262" grpId="0" animBg="1"/>
      <p:bldP spid="263" grpId="0" animBg="1"/>
      <p:bldP spid="264" grpId="0" animBg="1"/>
      <p:bldP spid="265" grpId="0" animBg="1"/>
      <p:bldP spid="266" grpId="0" animBg="1"/>
      <p:bldP spid="267" grpId="0" animBg="1"/>
      <p:bldP spid="268" grpId="0" animBg="1"/>
      <p:bldP spid="269" grpId="0" animBg="1"/>
      <p:bldP spid="270" grpId="0" animBg="1"/>
      <p:bldP spid="271" grpId="0" animBg="1"/>
      <p:bldP spid="272" grpId="0" animBg="1"/>
      <p:bldP spid="273" grpId="0" animBg="1"/>
      <p:bldP spid="274" grpId="0" animBg="1"/>
      <p:bldP spid="275" grpId="0" animBg="1"/>
      <p:bldP spid="276" grpId="0" animBg="1"/>
      <p:bldP spid="277" grpId="0" animBg="1"/>
      <p:bldP spid="278" grpId="0" animBg="1"/>
      <p:bldP spid="279" grpId="0" animBg="1"/>
      <p:bldP spid="280" grpId="0" animBg="1"/>
      <p:bldP spid="281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2" grpId="0" animBg="1"/>
      <p:bldP spid="3" grpId="0" animBg="1"/>
      <p:bldP spid="6" grpId="0" animBg="1"/>
      <p:bldP spid="7" grpId="0" animBg="1"/>
      <p:bldP spid="27" grpId="0" animBg="1"/>
      <p:bldP spid="28" grpId="0" animBg="1"/>
      <p:bldP spid="45" grpId="0" animBg="1"/>
      <p:bldP spid="57" grpId="0" animBg="1"/>
      <p:bldP spid="58" grpId="0" animBg="1"/>
      <p:bldP spid="70" grpId="0" animBg="1"/>
      <p:bldP spid="77" grpId="0" animBg="1"/>
      <p:bldP spid="84" grpId="0" animBg="1"/>
      <p:bldP spid="107" grpId="0" animBg="1"/>
      <p:bldP spid="108" grpId="0" animBg="1"/>
      <p:bldP spid="109" grpId="0" animBg="1"/>
      <p:bldP spid="165" grpId="0" animBg="1"/>
      <p:bldP spid="166" grpId="0" animBg="1"/>
      <p:bldP spid="167" grpId="0" animBg="1"/>
      <p:bldP spid="168" grpId="0" animBg="1"/>
      <p:bldP spid="205" grpId="0" animBg="1"/>
      <p:bldP spid="206" grpId="0" animBg="1"/>
      <p:bldP spid="207" grpId="0" animBg="1"/>
      <p:bldP spid="208" grpId="0" animBg="1"/>
      <p:bldP spid="209" grpId="0" animBg="1"/>
      <p:bldP spid="282" grpId="0" animBg="1"/>
      <p:bldP spid="283" grpId="0" animBg="1"/>
      <p:bldP spid="284" grpId="0" animBg="1"/>
      <p:bldP spid="285" grpId="0" animBg="1"/>
      <p:bldP spid="286" grpId="0" animBg="1"/>
      <p:bldP spid="287" grpId="0" animBg="1"/>
      <p:bldP spid="288" grpId="0" animBg="1"/>
      <p:bldP spid="289" grpId="0" animBg="1"/>
      <p:bldP spid="290" grpId="0" animBg="1"/>
      <p:bldP spid="291" grpId="0" animBg="1"/>
      <p:bldP spid="292" grpId="0" animBg="1"/>
      <p:bldP spid="293" grpId="0" animBg="1"/>
      <p:bldP spid="294" grpId="0" animBg="1"/>
      <p:bldP spid="295" grpId="0" animBg="1"/>
      <p:bldP spid="296" grpId="0" animBg="1"/>
      <p:bldP spid="297" grpId="0" animBg="1"/>
      <p:bldP spid="298" grpId="0" animBg="1"/>
      <p:bldP spid="299" grpId="0" animBg="1"/>
      <p:bldP spid="300" grpId="0" animBg="1"/>
      <p:bldP spid="301" grpId="0" animBg="1"/>
      <p:bldP spid="302" grpId="0" animBg="1"/>
      <p:bldP spid="303" grpId="0" animBg="1"/>
      <p:bldP spid="304" grpId="0" animBg="1"/>
      <p:bldP spid="305" grpId="0" animBg="1"/>
      <p:bldP spid="306" grpId="0" animBg="1"/>
      <p:bldP spid="307" grpId="0" animBg="1"/>
      <p:bldP spid="308" grpId="0" animBg="1"/>
      <p:bldP spid="309" grpId="0" animBg="1"/>
      <p:bldP spid="310" grpId="0" animBg="1"/>
      <p:bldP spid="311" grpId="0" animBg="1"/>
      <p:bldP spid="65" grpId="0" animBg="1"/>
      <p:bldP spid="66" grpId="0" animBg="1"/>
      <p:bldP spid="67" grpId="0" animBg="1"/>
      <p:bldP spid="69" grpId="0" animBg="1"/>
      <p:bldP spid="72" grpId="0" animBg="1"/>
      <p:bldP spid="312" grpId="0" animBg="1"/>
      <p:bldP spid="313" grpId="0" animBg="1"/>
      <p:bldP spid="314" grpId="0" animBg="1"/>
      <p:bldP spid="315" grpId="0" animBg="1"/>
      <p:bldP spid="316" grpId="0" animBg="1"/>
      <p:bldP spid="317" grpId="0" animBg="1"/>
      <p:bldP spid="318" grpId="0" animBg="1"/>
      <p:bldP spid="319" grpId="0" animBg="1"/>
      <p:bldP spid="320" grpId="0" animBg="1"/>
      <p:bldP spid="321" grpId="0" animBg="1"/>
      <p:bldP spid="322" grpId="0" animBg="1"/>
      <p:bldP spid="323" grpId="0" animBg="1"/>
      <p:bldP spid="324" grpId="0" animBg="1"/>
      <p:bldP spid="325" grpId="0" animBg="1"/>
      <p:bldP spid="326" grpId="0" animBg="1"/>
      <p:bldP spid="327" grpId="0" animBg="1"/>
      <p:bldP spid="328" grpId="0" animBg="1"/>
      <p:bldP spid="329" grpId="0" animBg="1"/>
      <p:bldP spid="330" grpId="0" animBg="1"/>
      <p:bldP spid="331" grpId="0" animBg="1"/>
      <p:bldP spid="332" grpId="0" animBg="1"/>
      <p:bldP spid="333" grpId="0" animBg="1"/>
      <p:bldP spid="334" grpId="0" animBg="1"/>
      <p:bldP spid="335" grpId="0" animBg="1"/>
      <p:bldP spid="336" grpId="0" animBg="1"/>
      <p:bldP spid="337" grpId="0" animBg="1"/>
      <p:bldP spid="338" grpId="0" animBg="1"/>
      <p:bldP spid="348" grpId="0" animBg="1"/>
      <p:bldP spid="349" grpId="0" animBg="1"/>
      <p:bldP spid="350" grpId="0" animBg="1"/>
      <p:bldP spid="351" grpId="0" animBg="1"/>
      <p:bldP spid="352" grpId="0" animBg="1"/>
      <p:bldP spid="353" grpId="0" animBg="1"/>
      <p:bldP spid="354" grpId="0" animBg="1"/>
      <p:bldP spid="355" grpId="0" animBg="1"/>
      <p:bldP spid="356" grpId="0" animBg="1"/>
      <p:bldP spid="357" grpId="0" animBg="1"/>
      <p:bldP spid="358" grpId="0" animBg="1"/>
      <p:bldP spid="359" grpId="0" animBg="1"/>
      <p:bldP spid="360" grpId="0" animBg="1"/>
      <p:bldP spid="361" grpId="0" animBg="1"/>
      <p:bldP spid="362" grpId="0" animBg="1"/>
      <p:bldP spid="363" grpId="0" animBg="1"/>
      <p:bldP spid="364" grpId="0" animBg="1"/>
      <p:bldP spid="365" grpId="0" animBg="1"/>
      <p:bldP spid="74" grpId="0" animBg="1"/>
      <p:bldP spid="76" grpId="0" animBg="1"/>
      <p:bldP spid="79" grpId="0" animBg="1"/>
      <p:bldP spid="81" grpId="0" animBg="1"/>
      <p:bldP spid="83" grpId="0" animBg="1"/>
      <p:bldP spid="86" grpId="0" animBg="1"/>
      <p:bldP spid="366" grpId="0" animBg="1"/>
      <p:bldP spid="367" grpId="0" animBg="1"/>
      <p:bldP spid="368" grpId="0" animBg="1"/>
      <p:bldP spid="369" grpId="0" animBg="1"/>
      <p:bldP spid="370" grpId="0" animBg="1"/>
      <p:bldP spid="371" grpId="0" animBg="1"/>
      <p:bldP spid="372" grpId="0" animBg="1"/>
      <p:bldP spid="373" grpId="0" animBg="1"/>
      <p:bldP spid="374" grpId="0" animBg="1"/>
      <p:bldP spid="375" grpId="0" animBg="1"/>
      <p:bldP spid="376" grpId="0" animBg="1"/>
      <p:bldP spid="377" grpId="0" animBg="1"/>
      <p:bldP spid="378" grpId="0" animBg="1"/>
      <p:bldP spid="379" grpId="0" animBg="1"/>
      <p:bldP spid="380" grpId="0" animBg="1"/>
      <p:bldP spid="381" grpId="0" animBg="1"/>
      <p:bldP spid="382" grpId="0" animBg="1"/>
      <p:bldP spid="383" grpId="0" animBg="1"/>
      <p:bldP spid="384" grpId="0" animBg="1"/>
      <p:bldP spid="385" grpId="0" animBg="1"/>
      <p:bldP spid="386" grpId="0" animBg="1"/>
      <p:bldP spid="387" grpId="0" animBg="1"/>
      <p:bldP spid="388" grpId="0" animBg="1"/>
      <p:bldP spid="389" grpId="0" animBg="1"/>
      <p:bldP spid="390" grpId="0" animBg="1"/>
      <p:bldP spid="391" grpId="0" animBg="1"/>
      <p:bldP spid="392" grpId="0" animBg="1"/>
      <p:bldP spid="393" grpId="0" animBg="1"/>
      <p:bldP spid="394" grpId="0" animBg="1"/>
      <p:bldP spid="395" grpId="0" animBg="1"/>
      <p:bldP spid="396" grpId="0" animBg="1"/>
      <p:bldP spid="397" grpId="0" animBg="1"/>
      <p:bldP spid="398" grpId="0" animBg="1"/>
      <p:bldP spid="399" grpId="0" animBg="1"/>
      <p:bldP spid="400" grpId="0" animBg="1"/>
      <p:bldP spid="401" grpId="0" animBg="1"/>
      <p:bldP spid="402" grpId="0" animBg="1"/>
      <p:bldP spid="403" grpId="0" animBg="1"/>
      <p:bldP spid="404" grpId="0" animBg="1"/>
      <p:bldP spid="405" grpId="0" animBg="1"/>
      <p:bldP spid="406" grpId="0" animBg="1"/>
      <p:bldP spid="407" grpId="0" animBg="1"/>
      <p:bldP spid="408" grpId="0" animBg="1"/>
      <p:bldP spid="409" grpId="0" animBg="1"/>
      <p:bldP spid="410" grpId="0" animBg="1"/>
      <p:bldP spid="411" grpId="0" animBg="1"/>
      <p:bldP spid="412" grpId="0" animBg="1"/>
      <p:bldP spid="413" grpId="0" animBg="1"/>
      <p:bldP spid="414" grpId="0" animBg="1"/>
      <p:bldP spid="415" grpId="0" animBg="1"/>
      <p:bldP spid="416" grpId="0" animBg="1"/>
      <p:bldP spid="417" grpId="0" animBg="1"/>
      <p:bldP spid="418" grpId="0" animBg="1"/>
      <p:bldP spid="419" grpId="0" animBg="1"/>
      <p:bldP spid="420" grpId="0" animBg="1"/>
      <p:bldP spid="41" grpId="0" animBg="1"/>
      <p:bldP spid="421" grpId="0" animBg="1"/>
      <p:bldP spid="422" grpId="0" animBg="1"/>
      <p:bldP spid="42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</TotalTime>
  <Words>2768</Words>
  <Application>Microsoft Office PowerPoint</Application>
  <PresentationFormat>Widescreen</PresentationFormat>
  <Paragraphs>2768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naser guri</dc:creator>
  <cp:lastModifiedBy>naser guri</cp:lastModifiedBy>
  <cp:revision>26</cp:revision>
  <dcterms:created xsi:type="dcterms:W3CDTF">2023-03-14T21:43:46Z</dcterms:created>
  <dcterms:modified xsi:type="dcterms:W3CDTF">2023-03-15T18:29:37Z</dcterms:modified>
</cp:coreProperties>
</file>