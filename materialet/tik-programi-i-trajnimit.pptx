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64" r:id="rId3"/>
    <p:sldId id="257" r:id="rId4"/>
    <p:sldId id="309" r:id="rId5"/>
    <p:sldId id="258" r:id="rId6"/>
    <p:sldId id="259" r:id="rId7"/>
    <p:sldId id="274" r:id="rId8"/>
    <p:sldId id="275" r:id="rId9"/>
    <p:sldId id="276" r:id="rId10"/>
    <p:sldId id="277" r:id="rId11"/>
    <p:sldId id="297" r:id="rId12"/>
    <p:sldId id="278" r:id="rId13"/>
    <p:sldId id="279" r:id="rId14"/>
    <p:sldId id="280" r:id="rId15"/>
    <p:sldId id="310" r:id="rId16"/>
    <p:sldId id="311"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61" r:id="rId34"/>
    <p:sldId id="262" r:id="rId35"/>
    <p:sldId id="265" r:id="rId36"/>
    <p:sldId id="266" r:id="rId37"/>
    <p:sldId id="298" r:id="rId38"/>
    <p:sldId id="299" r:id="rId39"/>
    <p:sldId id="271" r:id="rId40"/>
    <p:sldId id="272" r:id="rId41"/>
    <p:sldId id="273" r:id="rId42"/>
    <p:sldId id="260" r:id="rId43"/>
    <p:sldId id="303" r:id="rId44"/>
    <p:sldId id="306" r:id="rId45"/>
    <p:sldId id="301" r:id="rId46"/>
    <p:sldId id="302" r:id="rId47"/>
    <p:sldId id="307" r:id="rId48"/>
    <p:sldId id="308" r:id="rId49"/>
  </p:sldIdLst>
  <p:sldSz cx="12192000" cy="6858000"/>
  <p:notesSz cx="6858000" cy="9144000"/>
  <p:defaultTextStyle>
    <a:defPPr>
      <a:defRPr lang="sq-X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p:cViewPr varScale="1">
        <p:scale>
          <a:sx n="64" d="100"/>
          <a:sy n="64" d="100"/>
        </p:scale>
        <p:origin x="34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q-X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C14AF3-0356-4A34-B6AF-4665F505B91B}" type="datetimeFigureOut">
              <a:rPr lang="sq-XK" smtClean="0"/>
              <a:t>15.10.2025</a:t>
            </a:fld>
            <a:endParaRPr lang="sq-X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q-X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q-X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2A588-9500-4C0D-A7D8-729148F06850}" type="slidenum">
              <a:rPr lang="sq-XK" smtClean="0"/>
              <a:t>‹#›</a:t>
            </a:fld>
            <a:endParaRPr lang="sq-XK"/>
          </a:p>
        </p:txBody>
      </p:sp>
    </p:spTree>
    <p:extLst>
      <p:ext uri="{BB962C8B-B14F-4D97-AF65-F5344CB8AC3E}">
        <p14:creationId xmlns:p14="http://schemas.microsoft.com/office/powerpoint/2010/main" val="400401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q-XK" dirty="0"/>
          </a:p>
        </p:txBody>
      </p:sp>
      <p:sp>
        <p:nvSpPr>
          <p:cNvPr id="4" name="Slide Number Placeholder 3"/>
          <p:cNvSpPr>
            <a:spLocks noGrp="1"/>
          </p:cNvSpPr>
          <p:nvPr>
            <p:ph type="sldNum" sz="quarter" idx="5"/>
          </p:nvPr>
        </p:nvSpPr>
        <p:spPr/>
        <p:txBody>
          <a:bodyPr/>
          <a:lstStyle/>
          <a:p>
            <a:fld id="{8F72A588-9500-4C0D-A7D8-729148F06850}" type="slidenum">
              <a:rPr lang="sq-XK" smtClean="0"/>
              <a:t>9</a:t>
            </a:fld>
            <a:endParaRPr lang="sq-XK"/>
          </a:p>
        </p:txBody>
      </p:sp>
    </p:spTree>
    <p:extLst>
      <p:ext uri="{BB962C8B-B14F-4D97-AF65-F5344CB8AC3E}">
        <p14:creationId xmlns:p14="http://schemas.microsoft.com/office/powerpoint/2010/main" val="1227952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q-XK" dirty="0"/>
          </a:p>
        </p:txBody>
      </p:sp>
      <p:sp>
        <p:nvSpPr>
          <p:cNvPr id="4" name="Slide Number Placeholder 3"/>
          <p:cNvSpPr>
            <a:spLocks noGrp="1"/>
          </p:cNvSpPr>
          <p:nvPr>
            <p:ph type="sldNum" sz="quarter" idx="10"/>
          </p:nvPr>
        </p:nvSpPr>
        <p:spPr/>
        <p:txBody>
          <a:bodyPr/>
          <a:lstStyle/>
          <a:p>
            <a:fld id="{8F72A588-9500-4C0D-A7D8-729148F06850}" type="slidenum">
              <a:rPr lang="sq-XK" smtClean="0"/>
              <a:t>38</a:t>
            </a:fld>
            <a:endParaRPr lang="sq-XK"/>
          </a:p>
        </p:txBody>
      </p:sp>
    </p:spTree>
    <p:extLst>
      <p:ext uri="{BB962C8B-B14F-4D97-AF65-F5344CB8AC3E}">
        <p14:creationId xmlns:p14="http://schemas.microsoft.com/office/powerpoint/2010/main" val="104065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sq-XK"/>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q-XK"/>
          </a:p>
        </p:txBody>
      </p:sp>
      <p:sp>
        <p:nvSpPr>
          <p:cNvPr id="4" name="Date Placeholder 3"/>
          <p:cNvSpPr>
            <a:spLocks noGrp="1"/>
          </p:cNvSpPr>
          <p:nvPr>
            <p:ph type="dt" sz="half" idx="10"/>
          </p:nvPr>
        </p:nvSpPr>
        <p:spPr/>
        <p:txBody>
          <a:bodyPr/>
          <a:lstStyle/>
          <a:p>
            <a:fld id="{27D7E439-D388-43DB-9151-C1C2FF7689F8}" type="datetimeFigureOut">
              <a:rPr lang="sq-XK" smtClean="0"/>
              <a:t>15.10.2025</a:t>
            </a:fld>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1833289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q-XK"/>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4" name="Date Placeholder 3"/>
          <p:cNvSpPr>
            <a:spLocks noGrp="1"/>
          </p:cNvSpPr>
          <p:nvPr>
            <p:ph type="dt" sz="half" idx="10"/>
          </p:nvPr>
        </p:nvSpPr>
        <p:spPr/>
        <p:txBody>
          <a:bodyPr/>
          <a:lstStyle/>
          <a:p>
            <a:fld id="{27D7E439-D388-43DB-9151-C1C2FF7689F8}" type="datetimeFigureOut">
              <a:rPr lang="sq-XK" smtClean="0"/>
              <a:t>15.10.2025</a:t>
            </a:fld>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437226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q-XK"/>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D7E439-D388-43DB-9151-C1C2FF7689F8}" type="datetimeFigureOut">
              <a:rPr lang="sq-XK" smtClean="0"/>
              <a:t>15.10.2025</a:t>
            </a:fld>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3307203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q-XK"/>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5" name="Date Placeholder 4"/>
          <p:cNvSpPr>
            <a:spLocks noGrp="1"/>
          </p:cNvSpPr>
          <p:nvPr>
            <p:ph type="dt" sz="half" idx="10"/>
          </p:nvPr>
        </p:nvSpPr>
        <p:spPr/>
        <p:txBody>
          <a:bodyPr/>
          <a:lstStyle/>
          <a:p>
            <a:fld id="{27D7E439-D388-43DB-9151-C1C2FF7689F8}" type="datetimeFigureOut">
              <a:rPr lang="sq-XK" smtClean="0"/>
              <a:t>15.10.2025</a:t>
            </a:fld>
            <a:endParaRPr lang="sq-XK"/>
          </a:p>
        </p:txBody>
      </p:sp>
      <p:sp>
        <p:nvSpPr>
          <p:cNvPr id="6" name="Footer Placeholder 5"/>
          <p:cNvSpPr>
            <a:spLocks noGrp="1"/>
          </p:cNvSpPr>
          <p:nvPr>
            <p:ph type="ftr" sz="quarter" idx="11"/>
          </p:nvPr>
        </p:nvSpPr>
        <p:spPr/>
        <p:txBody>
          <a:bodyPr/>
          <a:lstStyle/>
          <a:p>
            <a:endParaRPr lang="sq-XK"/>
          </a:p>
        </p:txBody>
      </p:sp>
      <p:sp>
        <p:nvSpPr>
          <p:cNvPr id="7" name="Slide Number Placeholder 6"/>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348074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sq-XK"/>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7" name="Date Placeholder 6"/>
          <p:cNvSpPr>
            <a:spLocks noGrp="1"/>
          </p:cNvSpPr>
          <p:nvPr>
            <p:ph type="dt" sz="half" idx="10"/>
          </p:nvPr>
        </p:nvSpPr>
        <p:spPr/>
        <p:txBody>
          <a:bodyPr/>
          <a:lstStyle/>
          <a:p>
            <a:fld id="{27D7E439-D388-43DB-9151-C1C2FF7689F8}" type="datetimeFigureOut">
              <a:rPr lang="sq-XK" smtClean="0"/>
              <a:t>15.10.2025</a:t>
            </a:fld>
            <a:endParaRPr lang="sq-XK"/>
          </a:p>
        </p:txBody>
      </p:sp>
      <p:sp>
        <p:nvSpPr>
          <p:cNvPr id="8" name="Footer Placeholder 7"/>
          <p:cNvSpPr>
            <a:spLocks noGrp="1"/>
          </p:cNvSpPr>
          <p:nvPr>
            <p:ph type="ftr" sz="quarter" idx="11"/>
          </p:nvPr>
        </p:nvSpPr>
        <p:spPr/>
        <p:txBody>
          <a:bodyPr/>
          <a:lstStyle/>
          <a:p>
            <a:endParaRPr lang="sq-XK"/>
          </a:p>
        </p:txBody>
      </p:sp>
      <p:sp>
        <p:nvSpPr>
          <p:cNvPr id="9" name="Slide Number Placeholder 8"/>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2099854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q-XK"/>
          </a:p>
        </p:txBody>
      </p:sp>
      <p:sp>
        <p:nvSpPr>
          <p:cNvPr id="3" name="Date Placeholder 2"/>
          <p:cNvSpPr>
            <a:spLocks noGrp="1"/>
          </p:cNvSpPr>
          <p:nvPr>
            <p:ph type="dt" sz="half" idx="10"/>
          </p:nvPr>
        </p:nvSpPr>
        <p:spPr/>
        <p:txBody>
          <a:bodyPr/>
          <a:lstStyle/>
          <a:p>
            <a:fld id="{27D7E439-D388-43DB-9151-C1C2FF7689F8}" type="datetimeFigureOut">
              <a:rPr lang="sq-XK" smtClean="0"/>
              <a:t>15.10.2025</a:t>
            </a:fld>
            <a:endParaRPr lang="sq-XK"/>
          </a:p>
        </p:txBody>
      </p:sp>
      <p:sp>
        <p:nvSpPr>
          <p:cNvPr id="4" name="Footer Placeholder 3"/>
          <p:cNvSpPr>
            <a:spLocks noGrp="1"/>
          </p:cNvSpPr>
          <p:nvPr>
            <p:ph type="ftr" sz="quarter" idx="11"/>
          </p:nvPr>
        </p:nvSpPr>
        <p:spPr/>
        <p:txBody>
          <a:bodyPr/>
          <a:lstStyle/>
          <a:p>
            <a:endParaRPr lang="sq-XK"/>
          </a:p>
        </p:txBody>
      </p:sp>
      <p:sp>
        <p:nvSpPr>
          <p:cNvPr id="5" name="Slide Number Placeholder 4"/>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250462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D7E439-D388-43DB-9151-C1C2FF7689F8}" type="datetimeFigureOut">
              <a:rPr lang="sq-XK" smtClean="0"/>
              <a:t>15.10.2025</a:t>
            </a:fld>
            <a:endParaRPr lang="sq-XK"/>
          </a:p>
        </p:txBody>
      </p:sp>
      <p:sp>
        <p:nvSpPr>
          <p:cNvPr id="3" name="Footer Placeholder 2"/>
          <p:cNvSpPr>
            <a:spLocks noGrp="1"/>
          </p:cNvSpPr>
          <p:nvPr>
            <p:ph type="ftr" sz="quarter" idx="11"/>
          </p:nvPr>
        </p:nvSpPr>
        <p:spPr/>
        <p:txBody>
          <a:bodyPr/>
          <a:lstStyle/>
          <a:p>
            <a:endParaRPr lang="sq-XK"/>
          </a:p>
        </p:txBody>
      </p:sp>
      <p:sp>
        <p:nvSpPr>
          <p:cNvPr id="4" name="Slide Number Placeholder 3"/>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204017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q-XK"/>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D7E439-D388-43DB-9151-C1C2FF7689F8}" type="datetimeFigureOut">
              <a:rPr lang="sq-XK" smtClean="0"/>
              <a:t>15.10.2025</a:t>
            </a:fld>
            <a:endParaRPr lang="sq-XK"/>
          </a:p>
        </p:txBody>
      </p:sp>
      <p:sp>
        <p:nvSpPr>
          <p:cNvPr id="6" name="Footer Placeholder 5"/>
          <p:cNvSpPr>
            <a:spLocks noGrp="1"/>
          </p:cNvSpPr>
          <p:nvPr>
            <p:ph type="ftr" sz="quarter" idx="11"/>
          </p:nvPr>
        </p:nvSpPr>
        <p:spPr/>
        <p:txBody>
          <a:bodyPr/>
          <a:lstStyle/>
          <a:p>
            <a:endParaRPr lang="sq-XK"/>
          </a:p>
        </p:txBody>
      </p:sp>
      <p:sp>
        <p:nvSpPr>
          <p:cNvPr id="7" name="Slide Number Placeholder 6"/>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1123194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q-XK"/>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q-XK"/>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D7E439-D388-43DB-9151-C1C2FF7689F8}" type="datetimeFigureOut">
              <a:rPr lang="sq-XK" smtClean="0"/>
              <a:t>15.10.2025</a:t>
            </a:fld>
            <a:endParaRPr lang="sq-XK"/>
          </a:p>
        </p:txBody>
      </p:sp>
      <p:sp>
        <p:nvSpPr>
          <p:cNvPr id="6" name="Footer Placeholder 5"/>
          <p:cNvSpPr>
            <a:spLocks noGrp="1"/>
          </p:cNvSpPr>
          <p:nvPr>
            <p:ph type="ftr" sz="quarter" idx="11"/>
          </p:nvPr>
        </p:nvSpPr>
        <p:spPr/>
        <p:txBody>
          <a:bodyPr/>
          <a:lstStyle/>
          <a:p>
            <a:endParaRPr lang="sq-XK"/>
          </a:p>
        </p:txBody>
      </p:sp>
      <p:sp>
        <p:nvSpPr>
          <p:cNvPr id="7" name="Slide Number Placeholder 6"/>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375152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q-XK"/>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4" name="Date Placeholder 3"/>
          <p:cNvSpPr>
            <a:spLocks noGrp="1"/>
          </p:cNvSpPr>
          <p:nvPr>
            <p:ph type="dt" sz="half" idx="10"/>
          </p:nvPr>
        </p:nvSpPr>
        <p:spPr/>
        <p:txBody>
          <a:bodyPr/>
          <a:lstStyle/>
          <a:p>
            <a:fld id="{27D7E439-D388-43DB-9151-C1C2FF7689F8}" type="datetimeFigureOut">
              <a:rPr lang="sq-XK" smtClean="0"/>
              <a:t>15.10.2025</a:t>
            </a:fld>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933768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sq-XK"/>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4" name="Date Placeholder 3"/>
          <p:cNvSpPr>
            <a:spLocks noGrp="1"/>
          </p:cNvSpPr>
          <p:nvPr>
            <p:ph type="dt" sz="half" idx="10"/>
          </p:nvPr>
        </p:nvSpPr>
        <p:spPr/>
        <p:txBody>
          <a:bodyPr/>
          <a:lstStyle/>
          <a:p>
            <a:fld id="{27D7E439-D388-43DB-9151-C1C2FF7689F8}" type="datetimeFigureOut">
              <a:rPr lang="sq-XK" smtClean="0"/>
              <a:t>15.10.2025</a:t>
            </a:fld>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C70B51E4-6632-462C-AE8D-37468186C6F2}" type="slidenum">
              <a:rPr lang="sq-XK" smtClean="0"/>
              <a:t>‹#›</a:t>
            </a:fld>
            <a:endParaRPr lang="sq-XK"/>
          </a:p>
        </p:txBody>
      </p:sp>
    </p:spTree>
    <p:extLst>
      <p:ext uri="{BB962C8B-B14F-4D97-AF65-F5344CB8AC3E}">
        <p14:creationId xmlns:p14="http://schemas.microsoft.com/office/powerpoint/2010/main" val="2068057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q-XK"/>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XK"/>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D7E439-D388-43DB-9151-C1C2FF7689F8}" type="datetimeFigureOut">
              <a:rPr lang="sq-XK" smtClean="0"/>
              <a:t>15.10.2025</a:t>
            </a:fld>
            <a:endParaRPr lang="sq-XK"/>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q-XK"/>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0B51E4-6632-462C-AE8D-37468186C6F2}" type="slidenum">
              <a:rPr lang="sq-XK" smtClean="0"/>
              <a:t>‹#›</a:t>
            </a:fld>
            <a:endParaRPr lang="sq-XK"/>
          </a:p>
        </p:txBody>
      </p:sp>
    </p:spTree>
    <p:extLst>
      <p:ext uri="{BB962C8B-B14F-4D97-AF65-F5344CB8AC3E}">
        <p14:creationId xmlns:p14="http://schemas.microsoft.com/office/powerpoint/2010/main" val="828178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q-X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5636" y="1704109"/>
            <a:ext cx="11284528" cy="1805853"/>
          </a:xfrm>
        </p:spPr>
        <p:txBody>
          <a:bodyPr>
            <a:normAutofit/>
          </a:bodyPr>
          <a:lstStyle/>
          <a:p>
            <a:pPr marL="12700" lvl="0">
              <a:lnSpc>
                <a:spcPct val="100000"/>
              </a:lnSpc>
              <a:spcBef>
                <a:spcPts val="105"/>
              </a:spcBef>
            </a:pPr>
            <a:r>
              <a:rPr lang="en-US" sz="4000" b="1" spc="-5" dirty="0">
                <a:solidFill>
                  <a:prstClr val="black"/>
                </a:solidFill>
                <a:latin typeface="Times New Roman" panose="02020603050405020304" pitchFamily="18" charset="0"/>
                <a:ea typeface="+mn-ea"/>
                <a:cs typeface="Times New Roman" panose="02020603050405020304" pitchFamily="18" charset="0"/>
              </a:rPr>
              <a:t>APLIKIMI </a:t>
            </a:r>
            <a:r>
              <a:rPr lang="en-US" sz="4000" b="1" dirty="0">
                <a:solidFill>
                  <a:prstClr val="black"/>
                </a:solidFill>
                <a:latin typeface="Times New Roman" panose="02020603050405020304" pitchFamily="18" charset="0"/>
                <a:ea typeface="+mn-ea"/>
                <a:cs typeface="Times New Roman" panose="02020603050405020304" pitchFamily="18" charset="0"/>
              </a:rPr>
              <a:t>I </a:t>
            </a:r>
            <a:r>
              <a:rPr lang="en-US" sz="4000" b="1" spc="-5" dirty="0">
                <a:solidFill>
                  <a:prstClr val="black"/>
                </a:solidFill>
                <a:latin typeface="Times New Roman" panose="02020603050405020304" pitchFamily="18" charset="0"/>
                <a:ea typeface="+mn-ea"/>
                <a:cs typeface="Times New Roman" panose="02020603050405020304" pitchFamily="18" charset="0"/>
              </a:rPr>
              <a:t>PROGRAMEVE KOMPJUTERIKE </a:t>
            </a:r>
            <a:r>
              <a:rPr lang="en-US" sz="4000" b="1" spc="10" dirty="0">
                <a:solidFill>
                  <a:prstClr val="black"/>
                </a:solidFill>
                <a:latin typeface="Times New Roman" panose="02020603050405020304" pitchFamily="18" charset="0"/>
                <a:ea typeface="+mn-ea"/>
                <a:cs typeface="Times New Roman" panose="02020603050405020304" pitchFamily="18" charset="0"/>
              </a:rPr>
              <a:t>NË</a:t>
            </a:r>
            <a:r>
              <a:rPr lang="en-US" sz="4000" b="1" spc="-15" dirty="0">
                <a:solidFill>
                  <a:prstClr val="black"/>
                </a:solidFill>
                <a:latin typeface="Times New Roman" panose="02020603050405020304" pitchFamily="18" charset="0"/>
                <a:ea typeface="+mn-ea"/>
                <a:cs typeface="Times New Roman" panose="02020603050405020304" pitchFamily="18" charset="0"/>
              </a:rPr>
              <a:t> </a:t>
            </a:r>
            <a:r>
              <a:rPr lang="en-US" sz="4000" b="1" spc="-5" dirty="0">
                <a:solidFill>
                  <a:prstClr val="black"/>
                </a:solidFill>
                <a:latin typeface="Times New Roman" panose="02020603050405020304" pitchFamily="18" charset="0"/>
                <a:ea typeface="+mn-ea"/>
                <a:cs typeface="Times New Roman" panose="02020603050405020304" pitchFamily="18" charset="0"/>
              </a:rPr>
              <a:t>MËSIMDHËNIE</a:t>
            </a:r>
            <a:br>
              <a:rPr lang="en-US" sz="1400" dirty="0">
                <a:solidFill>
                  <a:prstClr val="black"/>
                </a:solidFill>
                <a:latin typeface="Calibri"/>
                <a:ea typeface="+mn-ea"/>
                <a:cs typeface="Calibri"/>
              </a:rPr>
            </a:br>
            <a:r>
              <a:rPr lang="en-US" sz="3100" spc="-5" dirty="0">
                <a:solidFill>
                  <a:prstClr val="black"/>
                </a:solidFill>
                <a:latin typeface="Times New Roman" panose="02020603050405020304" pitchFamily="18" charset="0"/>
                <a:ea typeface="+mn-ea"/>
                <a:cs typeface="Times New Roman" panose="02020603050405020304" pitchFamily="18" charset="0"/>
              </a:rPr>
              <a:t>(Program</a:t>
            </a:r>
            <a:r>
              <a:rPr lang="en-US" sz="3100" spc="-15" dirty="0">
                <a:solidFill>
                  <a:prstClr val="black"/>
                </a:solidFill>
                <a:latin typeface="Times New Roman" panose="02020603050405020304" pitchFamily="18" charset="0"/>
                <a:ea typeface="+mn-ea"/>
                <a:cs typeface="Times New Roman" panose="02020603050405020304" pitchFamily="18" charset="0"/>
              </a:rPr>
              <a:t> </a:t>
            </a:r>
            <a:r>
              <a:rPr lang="en-US" sz="3100" spc="-5" dirty="0" err="1">
                <a:solidFill>
                  <a:prstClr val="black"/>
                </a:solidFill>
                <a:latin typeface="Times New Roman" panose="02020603050405020304" pitchFamily="18" charset="0"/>
                <a:ea typeface="+mn-ea"/>
                <a:cs typeface="Times New Roman" panose="02020603050405020304" pitchFamily="18" charset="0"/>
              </a:rPr>
              <a:t>Trajnimi</a:t>
            </a:r>
            <a:r>
              <a:rPr lang="en-US" sz="3100" spc="-5" dirty="0">
                <a:solidFill>
                  <a:prstClr val="black"/>
                </a:solidFill>
                <a:latin typeface="Times New Roman" panose="02020603050405020304" pitchFamily="18" charset="0"/>
                <a:ea typeface="+mn-ea"/>
                <a:cs typeface="Times New Roman" panose="02020603050405020304" pitchFamily="18" charset="0"/>
              </a:rPr>
              <a:t>)</a:t>
            </a:r>
            <a:endParaRPr lang="en-US" sz="3100" dirty="0">
              <a:solidFill>
                <a:prstClr val="black"/>
              </a:solidFill>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4708301" y="3953814"/>
            <a:ext cx="2516747" cy="579549"/>
          </a:xfrm>
        </p:spPr>
        <p:txBody>
          <a:bodyPr>
            <a:normAutofit/>
          </a:bodyPr>
          <a:lstStyle/>
          <a:p>
            <a:r>
              <a:rPr lang="en-US" dirty="0">
                <a:latin typeface="Times New Roman" panose="02020603050405020304" pitchFamily="18" charset="0"/>
                <a:cs typeface="Times New Roman" panose="02020603050405020304" pitchFamily="18" charset="0"/>
              </a:rPr>
              <a:t>TETOR</a:t>
            </a:r>
            <a:r>
              <a:rPr lang="sq-AL" dirty="0">
                <a:latin typeface="Times New Roman" panose="02020603050405020304" pitchFamily="18" charset="0"/>
                <a:cs typeface="Times New Roman" panose="02020603050405020304" pitchFamily="18" charset="0"/>
              </a:rPr>
              <a:t>-2025</a:t>
            </a:r>
            <a:endParaRPr lang="sq-XK"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727" y="-105446"/>
            <a:ext cx="3776242" cy="1779314"/>
          </a:xfrm>
          <a:prstGeom prst="rect">
            <a:avLst/>
          </a:prstGeom>
        </p:spPr>
      </p:pic>
    </p:spTree>
    <p:extLst>
      <p:ext uri="{BB962C8B-B14F-4D97-AF65-F5344CB8AC3E}">
        <p14:creationId xmlns:p14="http://schemas.microsoft.com/office/powerpoint/2010/main" val="3914139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6603"/>
            <a:ext cx="12191999" cy="5901397"/>
          </a:xfrm>
          <a:prstGeom prst="rect">
            <a:avLst/>
          </a:prstGeom>
        </p:spPr>
      </p:pic>
      <p:sp>
        <p:nvSpPr>
          <p:cNvPr id="4" name="TextBox 3">
            <a:extLst>
              <a:ext uri="{FF2B5EF4-FFF2-40B4-BE49-F238E27FC236}">
                <a16:creationId xmlns:a16="http://schemas.microsoft.com/office/drawing/2014/main" id="{A8331631-5442-4A81-87A0-1CAC63E0CF02}"/>
              </a:ext>
            </a:extLst>
          </p:cNvPr>
          <p:cNvSpPr txBox="1"/>
          <p:nvPr/>
        </p:nvSpPr>
        <p:spPr>
          <a:xfrm>
            <a:off x="211014" y="3695275"/>
            <a:ext cx="11577711" cy="3162725"/>
          </a:xfrm>
          <a:prstGeom prst="rect">
            <a:avLst/>
          </a:prstGeom>
          <a:noFill/>
        </p:spPr>
        <p:txBody>
          <a:bodyPr wrap="square">
            <a:spAutoFit/>
          </a:bodyPr>
          <a:lstStyle/>
          <a:p>
            <a:pPr algn="ctr">
              <a:lnSpc>
                <a:spcPct val="115000"/>
              </a:lnSpc>
              <a:spcAft>
                <a:spcPts val="600"/>
              </a:spcAft>
            </a:pPr>
            <a:r>
              <a:rPr lang="sq-AL" sz="32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sq-XK" sz="32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0"/>
              </a:lnSpc>
              <a:spcAft>
                <a:spcPts val="600"/>
              </a:spcAft>
            </a:pPr>
            <a:r>
              <a:rPr lang="sq-AL" sz="3200" b="1" u="sng"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Pjesëmarrësit: </a:t>
            </a:r>
            <a:endParaRPr lang="sq-XK" sz="32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600"/>
              </a:spcAft>
            </a:pPr>
            <a:r>
              <a:rPr lang="sq-AL" sz="32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Pjesëmarrës janë mësimdhënës, anëtarë të SBAShK-ut nga komuna e Kaçanikut</a:t>
            </a:r>
            <a:endParaRPr lang="sq-XK" sz="32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600"/>
              </a:spcAft>
            </a:pPr>
            <a:r>
              <a:rPr lang="sq-AL" sz="32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Vendi: “</a:t>
            </a:r>
            <a:r>
              <a:rPr lang="sq-AL" sz="3200" b="1" dirty="0">
                <a:solidFill>
                  <a:srgbClr val="002060"/>
                </a:solidFill>
                <a:latin typeface="Calibri" panose="020F0502020204030204" pitchFamily="34" charset="0"/>
                <a:ea typeface="Calibri" panose="020F0502020204030204" pitchFamily="34" charset="0"/>
                <a:cs typeface="Times New Roman" panose="02020603050405020304" pitchFamily="18" charset="0"/>
              </a:rPr>
              <a:t>Emin Duraku</a:t>
            </a:r>
            <a:r>
              <a:rPr lang="sq-AL" sz="32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”-Kaçanik</a:t>
            </a:r>
            <a:endParaRPr lang="sq-XK" sz="32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r>
              <a:rPr lang="sq-AL" sz="3200" b="1" u="sng"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Trajner: </a:t>
            </a:r>
            <a:r>
              <a:rPr lang="sq-AL" sz="32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Naser Guri </a:t>
            </a:r>
            <a:endParaRPr lang="sq-XK" sz="3200" b="1" dirty="0">
              <a:solidFill>
                <a:srgbClr val="002060"/>
              </a:solidFill>
            </a:endParaRPr>
          </a:p>
        </p:txBody>
      </p:sp>
      <p:sp>
        <p:nvSpPr>
          <p:cNvPr id="6" name="TextBox 5">
            <a:extLst>
              <a:ext uri="{FF2B5EF4-FFF2-40B4-BE49-F238E27FC236}">
                <a16:creationId xmlns:a16="http://schemas.microsoft.com/office/drawing/2014/main" id="{DE2285DB-998E-425E-9D49-3ACBC4279447}"/>
              </a:ext>
            </a:extLst>
          </p:cNvPr>
          <p:cNvSpPr txBox="1"/>
          <p:nvPr/>
        </p:nvSpPr>
        <p:spPr>
          <a:xfrm>
            <a:off x="126609" y="188587"/>
            <a:ext cx="11957539" cy="984693"/>
          </a:xfrm>
          <a:prstGeom prst="rect">
            <a:avLst/>
          </a:prstGeom>
          <a:noFill/>
        </p:spPr>
        <p:txBody>
          <a:bodyPr wrap="square">
            <a:spAutoFit/>
          </a:bodyPr>
          <a:lstStyle/>
          <a:p>
            <a:pPr>
              <a:lnSpc>
                <a:spcPct val="115000"/>
              </a:lnSpc>
              <a:spcAft>
                <a:spcPts val="600"/>
              </a:spcAft>
              <a:defRPr/>
            </a:pPr>
            <a:r>
              <a:rPr kumimoji="0" lang="sq-AL" sz="2400" b="1" i="0" u="sng"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2400" b="1" i="0" u="sng"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APLIKIMI I PROGRAMEVE KOMPJUTERIKE NË MËSIMDHËNIE</a:t>
            </a:r>
            <a:r>
              <a:rPr kumimoji="0" lang="sq-AL" sz="2400" b="1" i="0" u="sng"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-Nëntor  2024</a:t>
            </a:r>
            <a:endParaRPr kumimoji="0" lang="sq-XK"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0" marR="0" lvl="0" indent="0" defTabSz="914400" rtl="0" eaLnBrk="1" fontAlgn="auto" latinLnBrk="0" hangingPunct="1">
              <a:lnSpc>
                <a:spcPct val="115000"/>
              </a:lnSpc>
              <a:spcBef>
                <a:spcPts val="0"/>
              </a:spcBef>
              <a:spcAft>
                <a:spcPts val="600"/>
              </a:spcAft>
              <a:buClrTx/>
              <a:buSzTx/>
              <a:buFontTx/>
              <a:buNone/>
              <a:tabLst/>
              <a:defRPr/>
            </a:pPr>
            <a:endParaRPr kumimoji="0" lang="sq-XK"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C76E39A9-FF7F-4D05-B10C-F193BEC6B576}"/>
              </a:ext>
            </a:extLst>
          </p:cNvPr>
          <p:cNvSpPr/>
          <p:nvPr/>
        </p:nvSpPr>
        <p:spPr>
          <a:xfrm>
            <a:off x="0" y="1139483"/>
            <a:ext cx="3446585" cy="18569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q-XK"/>
          </a:p>
        </p:txBody>
      </p:sp>
      <p:pic>
        <p:nvPicPr>
          <p:cNvPr id="3074" name="Picture 4">
            <a:extLst>
              <a:ext uri="{FF2B5EF4-FFF2-40B4-BE49-F238E27FC236}">
                <a16:creationId xmlns:a16="http://schemas.microsoft.com/office/drawing/2014/main" id="{8661014E-9115-4610-9CAB-6D4871677C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56" y="1058281"/>
            <a:ext cx="2321169" cy="179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3808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914399"/>
            <a:ext cx="9144000" cy="908431"/>
          </a:xfrm>
        </p:spPr>
        <p:txBody>
          <a:bodyPr>
            <a:normAutofit/>
          </a:bodyPr>
          <a:lstStyle/>
          <a:p>
            <a:r>
              <a:rPr lang="sq-AL" sz="5400" dirty="0">
                <a:latin typeface="Times New Roman" panose="02020603050405020304" pitchFamily="18" charset="0"/>
                <a:cs typeface="Times New Roman" panose="02020603050405020304" pitchFamily="18" charset="0"/>
              </a:rPr>
              <a:t>Qëllimi i programit të trajnimit</a:t>
            </a:r>
            <a:endParaRPr lang="sq-XK" sz="5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614152" y="2082329"/>
            <a:ext cx="9332890" cy="4653321"/>
          </a:xfrm>
        </p:spPr>
        <p:txBody>
          <a:bodyPr>
            <a:noAutofit/>
          </a:bodyPr>
          <a:lstStyle/>
          <a:p>
            <a:pPr marL="12700" lvl="0" algn="l">
              <a:lnSpc>
                <a:spcPct val="100000"/>
              </a:lnSpc>
              <a:spcBef>
                <a:spcPts val="95"/>
              </a:spcBef>
            </a:pPr>
            <a:r>
              <a:rPr lang="en-US" sz="1600" b="1" spc="5" dirty="0">
                <a:solidFill>
                  <a:prstClr val="black"/>
                </a:solidFill>
                <a:latin typeface="Times New Roman"/>
                <a:cs typeface="Times New Roman"/>
              </a:rPr>
              <a:t>Me </a:t>
            </a:r>
            <a:r>
              <a:rPr lang="en-US" sz="1600" b="1" spc="-5" dirty="0" err="1">
                <a:solidFill>
                  <a:prstClr val="black"/>
                </a:solidFill>
                <a:latin typeface="Times New Roman"/>
                <a:cs typeface="Times New Roman"/>
              </a:rPr>
              <a:t>përvetësimin</a:t>
            </a:r>
            <a:r>
              <a:rPr lang="en-US" sz="1600" b="1" spc="-5" dirty="0">
                <a:solidFill>
                  <a:prstClr val="black"/>
                </a:solidFill>
                <a:latin typeface="Times New Roman"/>
                <a:cs typeface="Times New Roman"/>
              </a:rPr>
              <a:t> e </a:t>
            </a:r>
            <a:r>
              <a:rPr lang="en-US" sz="1600" b="1" spc="-10" dirty="0" err="1">
                <a:solidFill>
                  <a:prstClr val="black"/>
                </a:solidFill>
                <a:latin typeface="Times New Roman"/>
                <a:cs typeface="Times New Roman"/>
              </a:rPr>
              <a:t>këtij</a:t>
            </a:r>
            <a:r>
              <a:rPr lang="en-US" sz="1600" b="1" spc="-10" dirty="0">
                <a:solidFill>
                  <a:prstClr val="black"/>
                </a:solidFill>
                <a:latin typeface="Times New Roman"/>
                <a:cs typeface="Times New Roman"/>
              </a:rPr>
              <a:t> </a:t>
            </a:r>
            <a:r>
              <a:rPr lang="en-US" sz="1600" b="1" spc="-5" dirty="0" err="1">
                <a:solidFill>
                  <a:prstClr val="black"/>
                </a:solidFill>
                <a:latin typeface="Times New Roman"/>
                <a:cs typeface="Times New Roman"/>
              </a:rPr>
              <a:t>Programi</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pjesëmarrësit</a:t>
            </a:r>
            <a:r>
              <a:rPr lang="en-US" sz="1600" b="1" spc="-5" dirty="0">
                <a:solidFill>
                  <a:prstClr val="black"/>
                </a:solidFill>
                <a:latin typeface="Times New Roman"/>
                <a:cs typeface="Times New Roman"/>
              </a:rPr>
              <a:t> do </a:t>
            </a:r>
            <a:r>
              <a:rPr lang="en-US" sz="1600" b="1" spc="-5" dirty="0" err="1">
                <a:solidFill>
                  <a:prstClr val="black"/>
                </a:solidFill>
                <a:latin typeface="Times New Roman"/>
                <a:cs typeface="Times New Roman"/>
              </a:rPr>
              <a:t>të</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jenë</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në</a:t>
            </a:r>
            <a:r>
              <a:rPr lang="en-US" sz="1600" b="1" spc="65" dirty="0">
                <a:solidFill>
                  <a:prstClr val="black"/>
                </a:solidFill>
                <a:latin typeface="Times New Roman"/>
                <a:cs typeface="Times New Roman"/>
              </a:rPr>
              <a:t> </a:t>
            </a:r>
            <a:r>
              <a:rPr lang="en-US" sz="1600" b="1" spc="-5" dirty="0" err="1">
                <a:solidFill>
                  <a:prstClr val="black"/>
                </a:solidFill>
                <a:latin typeface="Times New Roman"/>
                <a:cs typeface="Times New Roman"/>
              </a:rPr>
              <a:t>gjendje</a:t>
            </a:r>
            <a:r>
              <a:rPr lang="en-US" sz="1600" b="1" spc="-5" dirty="0">
                <a:solidFill>
                  <a:prstClr val="black"/>
                </a:solidFill>
                <a:latin typeface="Times New Roman"/>
                <a:cs typeface="Times New Roman"/>
              </a:rPr>
              <a:t>:</a:t>
            </a:r>
            <a:endParaRPr lang="en-US" sz="1600" dirty="0">
              <a:solidFill>
                <a:prstClr val="black"/>
              </a:solidFill>
              <a:latin typeface="Times New Roman"/>
              <a:cs typeface="Times New Roman"/>
            </a:endParaRPr>
          </a:p>
          <a:p>
            <a:pPr lvl="0" algn="l">
              <a:lnSpc>
                <a:spcPct val="100000"/>
              </a:lnSpc>
              <a:spcBef>
                <a:spcPts val="35"/>
              </a:spcBef>
            </a:pPr>
            <a:endParaRPr lang="en-US" sz="1600" dirty="0">
              <a:solidFill>
                <a:prstClr val="black"/>
              </a:solidFill>
              <a:latin typeface="Times New Roman"/>
              <a:cs typeface="Times New Roman"/>
            </a:endParaRPr>
          </a:p>
          <a:p>
            <a:pPr marL="469900" lvl="0" indent="-229235" algn="l">
              <a:lnSpc>
                <a:spcPct val="100000"/>
              </a:lnSpc>
              <a:spcBef>
                <a:spcPts val="5"/>
              </a:spcBef>
              <a:buFont typeface="Symbol"/>
              <a:buChar char=""/>
              <a:tabLst>
                <a:tab pos="469265" algn="l"/>
                <a:tab pos="469900" algn="l"/>
              </a:tabLst>
            </a:pPr>
            <a:r>
              <a:rPr lang="en-US" sz="1600" b="1" spc="-10" dirty="0">
                <a:solidFill>
                  <a:prstClr val="black"/>
                </a:solidFill>
                <a:latin typeface="Times New Roman"/>
                <a:cs typeface="Times New Roman"/>
              </a:rPr>
              <a:t>T</a:t>
            </a:r>
            <a:r>
              <a:rPr lang="az-Cyrl-AZ" sz="1600" b="1" spc="-10" dirty="0">
                <a:solidFill>
                  <a:prstClr val="black"/>
                </a:solidFill>
                <a:latin typeface="Times New Roman"/>
                <a:cs typeface="Times New Roman"/>
              </a:rPr>
              <a:t>ё </a:t>
            </a:r>
            <a:r>
              <a:rPr lang="en-US" sz="1600" b="1" spc="-5" dirty="0" err="1">
                <a:solidFill>
                  <a:prstClr val="black"/>
                </a:solidFill>
                <a:latin typeface="Times New Roman"/>
                <a:cs typeface="Times New Roman"/>
              </a:rPr>
              <a:t>njohin</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sistemet</a:t>
            </a:r>
            <a:r>
              <a:rPr lang="en-US" sz="1600" b="1" spc="25" dirty="0">
                <a:solidFill>
                  <a:prstClr val="black"/>
                </a:solidFill>
                <a:latin typeface="Times New Roman"/>
                <a:cs typeface="Times New Roman"/>
              </a:rPr>
              <a:t> </a:t>
            </a:r>
            <a:r>
              <a:rPr lang="en-US" sz="1600" b="1" spc="-5" dirty="0">
                <a:solidFill>
                  <a:prstClr val="black"/>
                </a:solidFill>
                <a:latin typeface="Times New Roman"/>
                <a:cs typeface="Times New Roman"/>
              </a:rPr>
              <a:t>operative</a:t>
            </a:r>
            <a:endParaRPr lang="en-US" sz="1600" dirty="0">
              <a:solidFill>
                <a:prstClr val="black"/>
              </a:solidFill>
              <a:latin typeface="Times New Roman"/>
              <a:cs typeface="Times New Roman"/>
            </a:endParaRPr>
          </a:p>
          <a:p>
            <a:pPr marL="469900" lvl="0" indent="-229235" algn="l">
              <a:lnSpc>
                <a:spcPct val="100000"/>
              </a:lnSpc>
              <a:spcBef>
                <a:spcPts val="610"/>
              </a:spcBef>
              <a:buFont typeface="Symbol"/>
              <a:buChar char=""/>
              <a:tabLst>
                <a:tab pos="469265" algn="l"/>
                <a:tab pos="469900" algn="l"/>
              </a:tabLst>
            </a:pPr>
            <a:r>
              <a:rPr lang="en-US" sz="1600" b="1" spc="-10" dirty="0" err="1">
                <a:solidFill>
                  <a:prstClr val="black"/>
                </a:solidFill>
                <a:latin typeface="Times New Roman"/>
                <a:cs typeface="Times New Roman"/>
              </a:rPr>
              <a:t>Të</a:t>
            </a:r>
            <a:r>
              <a:rPr lang="en-US" sz="1600" b="1" spc="-10" dirty="0">
                <a:solidFill>
                  <a:prstClr val="black"/>
                </a:solidFill>
                <a:latin typeface="Times New Roman"/>
                <a:cs typeface="Times New Roman"/>
              </a:rPr>
              <a:t> </a:t>
            </a:r>
            <a:r>
              <a:rPr lang="en-US" sz="1600" b="1" spc="-5" dirty="0" err="1">
                <a:solidFill>
                  <a:prstClr val="black"/>
                </a:solidFill>
                <a:latin typeface="Times New Roman"/>
                <a:cs typeface="Times New Roman"/>
              </a:rPr>
              <a:t>fitojnë</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shkathtësi</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për</a:t>
            </a:r>
            <a:r>
              <a:rPr lang="en-US" sz="1600" b="1" spc="-5" dirty="0">
                <a:solidFill>
                  <a:prstClr val="black"/>
                </a:solidFill>
                <a:latin typeface="Times New Roman"/>
                <a:cs typeface="Times New Roman"/>
              </a:rPr>
              <a:t> p</a:t>
            </a:r>
            <a:r>
              <a:rPr lang="az-Cyrl-AZ" sz="1600" b="1" spc="-5" dirty="0">
                <a:solidFill>
                  <a:prstClr val="black"/>
                </a:solidFill>
                <a:latin typeface="Times New Roman"/>
                <a:cs typeface="Times New Roman"/>
              </a:rPr>
              <a:t>ё</a:t>
            </a:r>
            <a:r>
              <a:rPr lang="en-US" sz="1600" b="1" spc="-5" dirty="0" err="1">
                <a:solidFill>
                  <a:prstClr val="black"/>
                </a:solidFill>
                <a:latin typeface="Times New Roman"/>
                <a:cs typeface="Times New Roman"/>
              </a:rPr>
              <a:t>rdorimin</a:t>
            </a:r>
            <a:r>
              <a:rPr lang="en-US" sz="1600" b="1" spc="-5" dirty="0">
                <a:solidFill>
                  <a:prstClr val="black"/>
                </a:solidFill>
                <a:latin typeface="Times New Roman"/>
                <a:cs typeface="Times New Roman"/>
              </a:rPr>
              <a:t> e </a:t>
            </a:r>
            <a:r>
              <a:rPr lang="en-US" sz="1600" b="1" spc="5" dirty="0">
                <a:solidFill>
                  <a:prstClr val="black"/>
                </a:solidFill>
                <a:latin typeface="Times New Roman"/>
                <a:cs typeface="Times New Roman"/>
              </a:rPr>
              <a:t>MS</a:t>
            </a:r>
            <a:r>
              <a:rPr lang="en-US" sz="1600" b="1" spc="30" dirty="0">
                <a:solidFill>
                  <a:prstClr val="black"/>
                </a:solidFill>
                <a:latin typeface="Times New Roman"/>
                <a:cs typeface="Times New Roman"/>
              </a:rPr>
              <a:t> </a:t>
            </a:r>
            <a:r>
              <a:rPr lang="en-US" sz="1600" b="1" spc="-5" dirty="0">
                <a:solidFill>
                  <a:prstClr val="black"/>
                </a:solidFill>
                <a:latin typeface="Times New Roman"/>
                <a:cs typeface="Times New Roman"/>
              </a:rPr>
              <a:t>Word</a:t>
            </a:r>
            <a:endParaRPr lang="en-US" sz="1600" dirty="0">
              <a:solidFill>
                <a:prstClr val="black"/>
              </a:solidFill>
              <a:latin typeface="Times New Roman"/>
              <a:cs typeface="Times New Roman"/>
            </a:endParaRPr>
          </a:p>
          <a:p>
            <a:pPr marL="469900" lvl="0" indent="-229235" algn="l">
              <a:lnSpc>
                <a:spcPct val="100000"/>
              </a:lnSpc>
              <a:spcBef>
                <a:spcPts val="625"/>
              </a:spcBef>
              <a:buFont typeface="Symbol"/>
              <a:buChar char=""/>
              <a:tabLst>
                <a:tab pos="469265" algn="l"/>
                <a:tab pos="469900" algn="l"/>
              </a:tabLst>
            </a:pPr>
            <a:r>
              <a:rPr lang="en-US" sz="1600" b="1" spc="-10" dirty="0" err="1">
                <a:solidFill>
                  <a:prstClr val="black"/>
                </a:solidFill>
                <a:latin typeface="Times New Roman"/>
                <a:cs typeface="Times New Roman"/>
              </a:rPr>
              <a:t>Të</a:t>
            </a:r>
            <a:r>
              <a:rPr lang="en-US" sz="1600" b="1" spc="-10" dirty="0">
                <a:solidFill>
                  <a:prstClr val="black"/>
                </a:solidFill>
                <a:latin typeface="Times New Roman"/>
                <a:cs typeface="Times New Roman"/>
              </a:rPr>
              <a:t> </a:t>
            </a:r>
            <a:r>
              <a:rPr lang="en-US" sz="1600" b="1" spc="-5" dirty="0" err="1">
                <a:solidFill>
                  <a:prstClr val="black"/>
                </a:solidFill>
                <a:latin typeface="Times New Roman"/>
                <a:cs typeface="Times New Roman"/>
              </a:rPr>
              <a:t>fitojnë</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shkathtësi</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për</a:t>
            </a:r>
            <a:r>
              <a:rPr lang="en-US" sz="1600" b="1" spc="-5" dirty="0">
                <a:solidFill>
                  <a:prstClr val="black"/>
                </a:solidFill>
                <a:latin typeface="Times New Roman"/>
                <a:cs typeface="Times New Roman"/>
              </a:rPr>
              <a:t> p</a:t>
            </a:r>
            <a:r>
              <a:rPr lang="az-Cyrl-AZ" sz="1600" b="1" spc="-5" dirty="0">
                <a:solidFill>
                  <a:prstClr val="black"/>
                </a:solidFill>
                <a:latin typeface="Times New Roman"/>
                <a:cs typeface="Times New Roman"/>
              </a:rPr>
              <a:t>ё</a:t>
            </a:r>
            <a:r>
              <a:rPr lang="en-US" sz="1600" b="1" spc="-5" dirty="0" err="1">
                <a:solidFill>
                  <a:prstClr val="black"/>
                </a:solidFill>
                <a:latin typeface="Times New Roman"/>
                <a:cs typeface="Times New Roman"/>
              </a:rPr>
              <a:t>rdorimin</a:t>
            </a:r>
            <a:r>
              <a:rPr lang="en-US" sz="1600" b="1" spc="-5" dirty="0">
                <a:solidFill>
                  <a:prstClr val="black"/>
                </a:solidFill>
                <a:latin typeface="Times New Roman"/>
                <a:cs typeface="Times New Roman"/>
              </a:rPr>
              <a:t> e </a:t>
            </a:r>
            <a:r>
              <a:rPr lang="en-US" sz="1600" b="1" spc="5" dirty="0">
                <a:solidFill>
                  <a:prstClr val="black"/>
                </a:solidFill>
                <a:latin typeface="Times New Roman"/>
                <a:cs typeface="Times New Roman"/>
              </a:rPr>
              <a:t>MS</a:t>
            </a:r>
            <a:r>
              <a:rPr lang="en-US" sz="1600" b="1" spc="40" dirty="0">
                <a:solidFill>
                  <a:prstClr val="black"/>
                </a:solidFill>
                <a:latin typeface="Times New Roman"/>
                <a:cs typeface="Times New Roman"/>
              </a:rPr>
              <a:t> </a:t>
            </a:r>
            <a:r>
              <a:rPr lang="en-US" sz="1600" b="1" spc="-10" dirty="0">
                <a:solidFill>
                  <a:prstClr val="black"/>
                </a:solidFill>
                <a:latin typeface="Times New Roman"/>
                <a:cs typeface="Times New Roman"/>
              </a:rPr>
              <a:t>Excel</a:t>
            </a:r>
            <a:endParaRPr lang="en-US" sz="1600" dirty="0">
              <a:solidFill>
                <a:prstClr val="black"/>
              </a:solidFill>
              <a:latin typeface="Times New Roman"/>
              <a:cs typeface="Times New Roman"/>
            </a:endParaRPr>
          </a:p>
          <a:p>
            <a:pPr marL="469900" lvl="0" indent="-229235" algn="l">
              <a:lnSpc>
                <a:spcPct val="100000"/>
              </a:lnSpc>
              <a:spcBef>
                <a:spcPts val="625"/>
              </a:spcBef>
              <a:buFont typeface="Symbol"/>
              <a:buChar char=""/>
              <a:tabLst>
                <a:tab pos="469265" algn="l"/>
                <a:tab pos="469900" algn="l"/>
              </a:tabLst>
            </a:pPr>
            <a:r>
              <a:rPr lang="en-US" sz="1600" b="1" spc="-10" dirty="0" err="1">
                <a:solidFill>
                  <a:prstClr val="black"/>
                </a:solidFill>
                <a:latin typeface="Times New Roman"/>
                <a:cs typeface="Times New Roman"/>
              </a:rPr>
              <a:t>Të</a:t>
            </a:r>
            <a:r>
              <a:rPr lang="en-US" sz="1600" b="1" spc="-10" dirty="0">
                <a:solidFill>
                  <a:prstClr val="black"/>
                </a:solidFill>
                <a:latin typeface="Times New Roman"/>
                <a:cs typeface="Times New Roman"/>
              </a:rPr>
              <a:t> </a:t>
            </a:r>
            <a:r>
              <a:rPr lang="en-US" sz="1600" b="1" spc="-5" dirty="0" err="1">
                <a:solidFill>
                  <a:prstClr val="black"/>
                </a:solidFill>
                <a:latin typeface="Times New Roman"/>
                <a:cs typeface="Times New Roman"/>
              </a:rPr>
              <a:t>fitojnë</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shkathtësi</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për</a:t>
            </a:r>
            <a:r>
              <a:rPr lang="en-US" sz="1600" b="1" spc="-5" dirty="0">
                <a:solidFill>
                  <a:prstClr val="black"/>
                </a:solidFill>
                <a:latin typeface="Times New Roman"/>
                <a:cs typeface="Times New Roman"/>
              </a:rPr>
              <a:t> p</a:t>
            </a:r>
            <a:r>
              <a:rPr lang="az-Cyrl-AZ" sz="1600" b="1" spc="-5" dirty="0">
                <a:solidFill>
                  <a:prstClr val="black"/>
                </a:solidFill>
                <a:latin typeface="Times New Roman"/>
                <a:cs typeface="Times New Roman"/>
              </a:rPr>
              <a:t>ё</a:t>
            </a:r>
            <a:r>
              <a:rPr lang="en-US" sz="1600" b="1" spc="-5" dirty="0" err="1">
                <a:solidFill>
                  <a:prstClr val="black"/>
                </a:solidFill>
                <a:latin typeface="Times New Roman"/>
                <a:cs typeface="Times New Roman"/>
              </a:rPr>
              <a:t>rdorimin</a:t>
            </a:r>
            <a:r>
              <a:rPr lang="en-US" sz="1600" b="1" spc="-5" dirty="0">
                <a:solidFill>
                  <a:prstClr val="black"/>
                </a:solidFill>
                <a:latin typeface="Times New Roman"/>
                <a:cs typeface="Times New Roman"/>
              </a:rPr>
              <a:t> e </a:t>
            </a:r>
            <a:r>
              <a:rPr lang="en-US" sz="1600" b="1" spc="5" dirty="0">
                <a:solidFill>
                  <a:prstClr val="black"/>
                </a:solidFill>
                <a:latin typeface="Times New Roman"/>
                <a:cs typeface="Times New Roman"/>
              </a:rPr>
              <a:t>MS </a:t>
            </a:r>
            <a:r>
              <a:rPr lang="en-US" sz="1600" b="1" spc="-5" dirty="0">
                <a:solidFill>
                  <a:prstClr val="black"/>
                </a:solidFill>
                <a:latin typeface="Times New Roman"/>
                <a:cs typeface="Times New Roman"/>
              </a:rPr>
              <a:t>Power</a:t>
            </a:r>
            <a:r>
              <a:rPr lang="en-US" sz="1600" b="1" spc="30" dirty="0">
                <a:solidFill>
                  <a:prstClr val="black"/>
                </a:solidFill>
                <a:latin typeface="Times New Roman"/>
                <a:cs typeface="Times New Roman"/>
              </a:rPr>
              <a:t> </a:t>
            </a:r>
            <a:r>
              <a:rPr lang="en-US" sz="1600" b="1" spc="-5" dirty="0">
                <a:solidFill>
                  <a:prstClr val="black"/>
                </a:solidFill>
                <a:latin typeface="Times New Roman"/>
                <a:cs typeface="Times New Roman"/>
              </a:rPr>
              <a:t>Point</a:t>
            </a:r>
            <a:endParaRPr lang="en-US" sz="1600" dirty="0">
              <a:solidFill>
                <a:prstClr val="black"/>
              </a:solidFill>
              <a:latin typeface="Times New Roman"/>
              <a:cs typeface="Times New Roman"/>
            </a:endParaRPr>
          </a:p>
          <a:p>
            <a:pPr marL="469900" lvl="0" indent="-229235" algn="l">
              <a:lnSpc>
                <a:spcPct val="100000"/>
              </a:lnSpc>
              <a:spcBef>
                <a:spcPts val="625"/>
              </a:spcBef>
              <a:buFont typeface="Symbol"/>
              <a:buChar char=""/>
              <a:tabLst>
                <a:tab pos="469265" algn="l"/>
                <a:tab pos="469900" algn="l"/>
              </a:tabLst>
            </a:pPr>
            <a:r>
              <a:rPr lang="en-US" sz="1600" b="1" spc="-10" dirty="0">
                <a:solidFill>
                  <a:prstClr val="black"/>
                </a:solidFill>
                <a:latin typeface="Times New Roman"/>
                <a:cs typeface="Times New Roman"/>
              </a:rPr>
              <a:t>Të </a:t>
            </a:r>
            <a:r>
              <a:rPr lang="en-US" sz="1600" b="1" spc="-5" dirty="0" err="1">
                <a:solidFill>
                  <a:prstClr val="black"/>
                </a:solidFill>
                <a:latin typeface="Times New Roman"/>
                <a:cs typeface="Times New Roman"/>
              </a:rPr>
              <a:t>fitojnë</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shkathtësi</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për</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zbatimin</a:t>
            </a:r>
            <a:r>
              <a:rPr lang="en-US" sz="1600" b="1" spc="-5" dirty="0">
                <a:solidFill>
                  <a:prstClr val="black"/>
                </a:solidFill>
                <a:latin typeface="Times New Roman"/>
                <a:cs typeface="Times New Roman"/>
              </a:rPr>
              <a:t> e </a:t>
            </a:r>
            <a:r>
              <a:rPr lang="en-US" sz="1600" b="1" spc="5" dirty="0">
                <a:solidFill>
                  <a:prstClr val="black"/>
                </a:solidFill>
                <a:latin typeface="Times New Roman"/>
                <a:cs typeface="Times New Roman"/>
              </a:rPr>
              <a:t>MS </a:t>
            </a:r>
            <a:r>
              <a:rPr lang="en-US" sz="1600" b="1" dirty="0">
                <a:solidFill>
                  <a:prstClr val="black"/>
                </a:solidFill>
                <a:latin typeface="Times New Roman"/>
                <a:cs typeface="Times New Roman"/>
              </a:rPr>
              <a:t>Outlook</a:t>
            </a:r>
            <a:r>
              <a:rPr lang="en-US" sz="1600" b="1" spc="10" dirty="0">
                <a:solidFill>
                  <a:prstClr val="black"/>
                </a:solidFill>
                <a:latin typeface="Times New Roman"/>
                <a:cs typeface="Times New Roman"/>
              </a:rPr>
              <a:t> </a:t>
            </a:r>
            <a:endParaRPr lang="en-US" sz="1600" dirty="0">
              <a:solidFill>
                <a:prstClr val="black"/>
              </a:solidFill>
              <a:latin typeface="Times New Roman"/>
              <a:cs typeface="Times New Roman"/>
            </a:endParaRPr>
          </a:p>
          <a:p>
            <a:pPr marL="469900" lvl="0" indent="-229235" algn="l">
              <a:lnSpc>
                <a:spcPct val="100000"/>
              </a:lnSpc>
              <a:spcBef>
                <a:spcPts val="615"/>
              </a:spcBef>
              <a:buFont typeface="Symbol"/>
              <a:buChar char=""/>
              <a:tabLst>
                <a:tab pos="469265" algn="l"/>
                <a:tab pos="469900" algn="l"/>
              </a:tabLst>
            </a:pPr>
            <a:r>
              <a:rPr lang="en-US" sz="1600" b="1" spc="-10" dirty="0" err="1">
                <a:solidFill>
                  <a:prstClr val="black"/>
                </a:solidFill>
                <a:latin typeface="Times New Roman"/>
                <a:cs typeface="Times New Roman"/>
              </a:rPr>
              <a:t>Të</a:t>
            </a:r>
            <a:r>
              <a:rPr lang="en-US" sz="1600" b="1" spc="-10" dirty="0">
                <a:solidFill>
                  <a:prstClr val="black"/>
                </a:solidFill>
                <a:latin typeface="Times New Roman"/>
                <a:cs typeface="Times New Roman"/>
              </a:rPr>
              <a:t> </a:t>
            </a:r>
            <a:r>
              <a:rPr lang="en-US" sz="1600" b="1" spc="-5" dirty="0" err="1">
                <a:solidFill>
                  <a:prstClr val="black"/>
                </a:solidFill>
                <a:latin typeface="Times New Roman"/>
                <a:cs typeface="Times New Roman"/>
              </a:rPr>
              <a:t>fitojnë</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shkathtësi</a:t>
            </a:r>
            <a:r>
              <a:rPr lang="en-US" sz="1600" b="1" spc="-5" dirty="0">
                <a:solidFill>
                  <a:prstClr val="black"/>
                </a:solidFill>
                <a:latin typeface="Times New Roman"/>
                <a:cs typeface="Times New Roman"/>
              </a:rPr>
              <a:t> </a:t>
            </a:r>
            <a:r>
              <a:rPr lang="en-US" sz="1600" b="1" spc="-5" dirty="0" err="1">
                <a:solidFill>
                  <a:prstClr val="black"/>
                </a:solidFill>
                <a:latin typeface="Times New Roman"/>
                <a:cs typeface="Times New Roman"/>
              </a:rPr>
              <a:t>për</a:t>
            </a:r>
            <a:r>
              <a:rPr lang="en-US" sz="1600" b="1" spc="-5" dirty="0">
                <a:solidFill>
                  <a:prstClr val="black"/>
                </a:solidFill>
                <a:latin typeface="Times New Roman"/>
                <a:cs typeface="Times New Roman"/>
              </a:rPr>
              <a:t> p</a:t>
            </a:r>
            <a:r>
              <a:rPr lang="az-Cyrl-AZ" sz="1600" b="1" spc="-5" dirty="0">
                <a:solidFill>
                  <a:prstClr val="black"/>
                </a:solidFill>
                <a:latin typeface="Times New Roman"/>
                <a:cs typeface="Times New Roman"/>
              </a:rPr>
              <a:t>ё</a:t>
            </a:r>
            <a:r>
              <a:rPr lang="en-US" sz="1600" b="1" spc="-5" dirty="0" err="1">
                <a:solidFill>
                  <a:prstClr val="black"/>
                </a:solidFill>
                <a:latin typeface="Times New Roman"/>
                <a:cs typeface="Times New Roman"/>
              </a:rPr>
              <a:t>rdorimin</a:t>
            </a:r>
            <a:r>
              <a:rPr lang="en-US" sz="1600" b="1" spc="-5" dirty="0">
                <a:solidFill>
                  <a:prstClr val="black"/>
                </a:solidFill>
                <a:latin typeface="Times New Roman"/>
                <a:cs typeface="Times New Roman"/>
              </a:rPr>
              <a:t> e</a:t>
            </a:r>
            <a:r>
              <a:rPr lang="en-US" sz="1600" b="1" spc="30" dirty="0">
                <a:solidFill>
                  <a:prstClr val="black"/>
                </a:solidFill>
                <a:latin typeface="Times New Roman"/>
                <a:cs typeface="Times New Roman"/>
              </a:rPr>
              <a:t> </a:t>
            </a:r>
            <a:r>
              <a:rPr lang="en-US" sz="1600" b="1" spc="-5" dirty="0" err="1">
                <a:solidFill>
                  <a:prstClr val="black"/>
                </a:solidFill>
                <a:latin typeface="Times New Roman"/>
                <a:cs typeface="Times New Roman"/>
              </a:rPr>
              <a:t>Internetit</a:t>
            </a:r>
            <a:endParaRPr lang="en-US" sz="1600" dirty="0">
              <a:solidFill>
                <a:prstClr val="black"/>
              </a:solidFill>
              <a:latin typeface="Times New Roman"/>
              <a:cs typeface="Times New Roman"/>
            </a:endParaRPr>
          </a:p>
          <a:p>
            <a:pPr lvl="0" algn="l">
              <a:lnSpc>
                <a:spcPct val="100000"/>
              </a:lnSpc>
              <a:spcBef>
                <a:spcPts val="0"/>
              </a:spcBef>
              <a:buFontTx/>
              <a:buChar char=""/>
            </a:pPr>
            <a:endParaRPr lang="en-US" dirty="0">
              <a:solidFill>
                <a:prstClr val="black"/>
              </a:solidFill>
              <a:latin typeface="Times New Roman"/>
              <a:cs typeface="Times New Roman"/>
            </a:endParaRPr>
          </a:p>
          <a:p>
            <a:pPr lvl="0" algn="l">
              <a:lnSpc>
                <a:spcPct val="100000"/>
              </a:lnSpc>
              <a:spcBef>
                <a:spcPts val="40"/>
              </a:spcBef>
              <a:buFontTx/>
              <a:buChar char=""/>
            </a:pPr>
            <a:endParaRPr lang="en-US" sz="1600" dirty="0">
              <a:solidFill>
                <a:prstClr val="black"/>
              </a:solidFill>
              <a:latin typeface="Times New Roman"/>
              <a:cs typeface="Times New Roman"/>
            </a:endParaRPr>
          </a:p>
          <a:p>
            <a:pPr marL="12700" lvl="0" algn="l">
              <a:lnSpc>
                <a:spcPct val="100000"/>
              </a:lnSpc>
              <a:spcBef>
                <a:spcPts val="0"/>
              </a:spcBef>
            </a:pPr>
            <a:r>
              <a:rPr lang="en-US" sz="2000" b="1" spc="-5" dirty="0" err="1">
                <a:solidFill>
                  <a:prstClr val="black"/>
                </a:solidFill>
                <a:cs typeface="Calibri"/>
              </a:rPr>
              <a:t>Rezultatet</a:t>
            </a:r>
            <a:r>
              <a:rPr lang="en-US" sz="2000" b="1" spc="-5" dirty="0">
                <a:solidFill>
                  <a:prstClr val="black"/>
                </a:solidFill>
                <a:cs typeface="Calibri"/>
              </a:rPr>
              <a:t> </a:t>
            </a:r>
            <a:r>
              <a:rPr lang="en-US" sz="2000" b="1" dirty="0">
                <a:solidFill>
                  <a:prstClr val="black"/>
                </a:solidFill>
                <a:cs typeface="Calibri"/>
              </a:rPr>
              <a:t>e </a:t>
            </a:r>
            <a:r>
              <a:rPr lang="en-US" sz="2000" b="1" spc="-5" dirty="0" err="1">
                <a:solidFill>
                  <a:prstClr val="black"/>
                </a:solidFill>
                <a:cs typeface="Calibri"/>
              </a:rPr>
              <a:t>pritshme</a:t>
            </a:r>
            <a:r>
              <a:rPr lang="en-US" sz="2000" b="1" spc="-5" dirty="0">
                <a:solidFill>
                  <a:prstClr val="black"/>
                </a:solidFill>
                <a:cs typeface="Calibri"/>
              </a:rPr>
              <a:t> </a:t>
            </a:r>
            <a:r>
              <a:rPr lang="en-US" sz="2000" b="1" spc="-5" dirty="0" err="1">
                <a:solidFill>
                  <a:prstClr val="black"/>
                </a:solidFill>
                <a:cs typeface="Calibri"/>
              </a:rPr>
              <a:t>dhe</a:t>
            </a:r>
            <a:r>
              <a:rPr lang="en-US" sz="2000" b="1" spc="-25" dirty="0">
                <a:solidFill>
                  <a:prstClr val="black"/>
                </a:solidFill>
                <a:cs typeface="Calibri"/>
              </a:rPr>
              <a:t> </a:t>
            </a:r>
            <a:r>
              <a:rPr lang="en-US" sz="2000" b="1" spc="-5" dirty="0" err="1">
                <a:solidFill>
                  <a:prstClr val="black"/>
                </a:solidFill>
                <a:cs typeface="Calibri"/>
              </a:rPr>
              <a:t>kompetencat</a:t>
            </a:r>
            <a:r>
              <a:rPr lang="en-US" sz="2000" b="1" spc="-5" dirty="0">
                <a:solidFill>
                  <a:prstClr val="black"/>
                </a:solidFill>
                <a:cs typeface="Calibri"/>
              </a:rPr>
              <a:t>:</a:t>
            </a:r>
            <a:endParaRPr lang="en-US" sz="2000" dirty="0">
              <a:solidFill>
                <a:prstClr val="black"/>
              </a:solidFill>
              <a:cs typeface="Calibri"/>
            </a:endParaRPr>
          </a:p>
          <a:p>
            <a:pPr lvl="0" algn="l">
              <a:lnSpc>
                <a:spcPct val="100000"/>
              </a:lnSpc>
              <a:spcBef>
                <a:spcPts val="55"/>
              </a:spcBef>
            </a:pPr>
            <a:endParaRPr lang="en-US" sz="1400" dirty="0">
              <a:solidFill>
                <a:prstClr val="black"/>
              </a:solidFill>
              <a:cs typeface="Calibri"/>
            </a:endParaRPr>
          </a:p>
          <a:p>
            <a:pPr marL="469900" marR="5080" lvl="0" indent="-228600" algn="l">
              <a:lnSpc>
                <a:spcPct val="118200"/>
              </a:lnSpc>
              <a:spcBef>
                <a:spcPts val="0"/>
              </a:spcBef>
              <a:buFont typeface="Symbol"/>
              <a:buChar char=""/>
              <a:tabLst>
                <a:tab pos="469265" algn="l"/>
                <a:tab pos="469900" algn="l"/>
              </a:tabLst>
            </a:pPr>
            <a:r>
              <a:rPr lang="en-US" sz="2000" spc="-5" dirty="0" err="1">
                <a:solidFill>
                  <a:prstClr val="black"/>
                </a:solidFill>
                <a:cs typeface="Calibri"/>
              </a:rPr>
              <a:t>Pjesëmarrësit</a:t>
            </a:r>
            <a:r>
              <a:rPr lang="en-US" sz="2000" spc="-5" dirty="0">
                <a:solidFill>
                  <a:prstClr val="black"/>
                </a:solidFill>
                <a:cs typeface="Calibri"/>
              </a:rPr>
              <a:t> </a:t>
            </a:r>
            <a:r>
              <a:rPr lang="en-US" sz="2000" spc="-5" dirty="0" err="1">
                <a:solidFill>
                  <a:prstClr val="black"/>
                </a:solidFill>
                <a:cs typeface="Calibri"/>
              </a:rPr>
              <a:t>fitojnë</a:t>
            </a:r>
            <a:r>
              <a:rPr lang="en-US" sz="2000" spc="-5" dirty="0">
                <a:solidFill>
                  <a:prstClr val="black"/>
                </a:solidFill>
                <a:cs typeface="Calibri"/>
              </a:rPr>
              <a:t> </a:t>
            </a:r>
            <a:r>
              <a:rPr lang="en-US" sz="2000" spc="-5" dirty="0" err="1">
                <a:solidFill>
                  <a:prstClr val="black"/>
                </a:solidFill>
                <a:cs typeface="Calibri"/>
              </a:rPr>
              <a:t>shkathtësi</a:t>
            </a:r>
            <a:r>
              <a:rPr lang="en-US" sz="2000" spc="-5" dirty="0">
                <a:solidFill>
                  <a:prstClr val="black"/>
                </a:solidFill>
                <a:cs typeface="Calibri"/>
              </a:rPr>
              <a:t> </a:t>
            </a:r>
            <a:r>
              <a:rPr lang="en-US" sz="2000" spc="-5" dirty="0" err="1">
                <a:solidFill>
                  <a:prstClr val="black"/>
                </a:solidFill>
                <a:cs typeface="Calibri"/>
              </a:rPr>
              <a:t>relevante</a:t>
            </a:r>
            <a:r>
              <a:rPr lang="en-US" sz="2000" spc="-5" dirty="0">
                <a:solidFill>
                  <a:prstClr val="black"/>
                </a:solidFill>
                <a:cs typeface="Calibri"/>
              </a:rPr>
              <a:t> </a:t>
            </a:r>
            <a:r>
              <a:rPr lang="en-US" sz="2000" spc="-5" dirty="0" err="1">
                <a:solidFill>
                  <a:prstClr val="black"/>
                </a:solidFill>
                <a:cs typeface="Calibri"/>
              </a:rPr>
              <a:t>në</a:t>
            </a:r>
            <a:r>
              <a:rPr lang="en-US" sz="2000" spc="-5" dirty="0">
                <a:solidFill>
                  <a:prstClr val="black"/>
                </a:solidFill>
                <a:cs typeface="Calibri"/>
              </a:rPr>
              <a:t> </a:t>
            </a:r>
            <a:r>
              <a:rPr lang="en-US" sz="2000" spc="-5" dirty="0" err="1">
                <a:solidFill>
                  <a:prstClr val="black"/>
                </a:solidFill>
                <a:cs typeface="Calibri"/>
              </a:rPr>
              <a:t>përdorimin</a:t>
            </a:r>
            <a:r>
              <a:rPr lang="en-US" sz="2000" spc="-5" dirty="0">
                <a:solidFill>
                  <a:prstClr val="black"/>
                </a:solidFill>
                <a:cs typeface="Calibri"/>
              </a:rPr>
              <a:t> </a:t>
            </a:r>
            <a:r>
              <a:rPr lang="en-US" sz="2000" dirty="0">
                <a:solidFill>
                  <a:prstClr val="black"/>
                </a:solidFill>
                <a:cs typeface="Calibri"/>
              </a:rPr>
              <a:t>e </a:t>
            </a:r>
            <a:r>
              <a:rPr lang="en-US" sz="2000" spc="-5" dirty="0" err="1">
                <a:solidFill>
                  <a:prstClr val="black"/>
                </a:solidFill>
                <a:cs typeface="Calibri"/>
              </a:rPr>
              <a:t>kompjuterit</a:t>
            </a:r>
            <a:r>
              <a:rPr lang="en-US" sz="2000" spc="-5" dirty="0">
                <a:solidFill>
                  <a:prstClr val="black"/>
                </a:solidFill>
                <a:cs typeface="Calibri"/>
              </a:rPr>
              <a:t> </a:t>
            </a:r>
            <a:r>
              <a:rPr lang="en-US" sz="2000" spc="-10" dirty="0" err="1">
                <a:solidFill>
                  <a:prstClr val="black"/>
                </a:solidFill>
                <a:cs typeface="Calibri"/>
              </a:rPr>
              <a:t>në</a:t>
            </a:r>
            <a:r>
              <a:rPr lang="en-US" sz="2000" spc="-10" dirty="0">
                <a:solidFill>
                  <a:prstClr val="black"/>
                </a:solidFill>
                <a:cs typeface="Calibri"/>
              </a:rPr>
              <a:t> </a:t>
            </a:r>
            <a:r>
              <a:rPr lang="en-US" sz="2000" spc="-5" dirty="0" err="1">
                <a:solidFill>
                  <a:prstClr val="black"/>
                </a:solidFill>
                <a:cs typeface="Calibri"/>
              </a:rPr>
              <a:t>punët</a:t>
            </a:r>
            <a:r>
              <a:rPr lang="en-US" sz="2000" spc="-5" dirty="0">
                <a:solidFill>
                  <a:prstClr val="black"/>
                </a:solidFill>
                <a:cs typeface="Calibri"/>
              </a:rPr>
              <a:t> </a:t>
            </a:r>
            <a:r>
              <a:rPr lang="en-US" sz="2000" dirty="0">
                <a:solidFill>
                  <a:prstClr val="black"/>
                </a:solidFill>
                <a:cs typeface="Calibri"/>
              </a:rPr>
              <a:t>e </a:t>
            </a:r>
            <a:r>
              <a:rPr lang="en-US" sz="2000" spc="-5" dirty="0" err="1">
                <a:solidFill>
                  <a:prstClr val="black"/>
                </a:solidFill>
                <a:cs typeface="Calibri"/>
              </a:rPr>
              <a:t>tyre</a:t>
            </a:r>
            <a:r>
              <a:rPr lang="en-US" sz="2000" spc="-5" dirty="0">
                <a:solidFill>
                  <a:prstClr val="black"/>
                </a:solidFill>
                <a:cs typeface="Calibri"/>
              </a:rPr>
              <a:t> </a:t>
            </a:r>
            <a:r>
              <a:rPr lang="en-US" sz="2000" dirty="0">
                <a:solidFill>
                  <a:prstClr val="black"/>
                </a:solidFill>
                <a:cs typeface="Calibri"/>
              </a:rPr>
              <a:t>të  </a:t>
            </a:r>
            <a:r>
              <a:rPr lang="en-US" sz="2000" spc="-5" dirty="0" err="1">
                <a:solidFill>
                  <a:prstClr val="black"/>
                </a:solidFill>
                <a:cs typeface="Calibri"/>
              </a:rPr>
              <a:t>përditshme</a:t>
            </a:r>
            <a:r>
              <a:rPr lang="en-US" sz="2000" spc="-5" dirty="0">
                <a:solidFill>
                  <a:prstClr val="black"/>
                </a:solidFill>
                <a:cs typeface="Calibri"/>
              </a:rPr>
              <a:t>.</a:t>
            </a:r>
            <a:endParaRPr lang="sq-AL" sz="2000" spc="-5" dirty="0">
              <a:solidFill>
                <a:prstClr val="black"/>
              </a:solidFill>
              <a:cs typeface="Calibri"/>
            </a:endParaRPr>
          </a:p>
          <a:p>
            <a:pPr marL="469900" marR="5080" lvl="0" indent="-228600" algn="l">
              <a:lnSpc>
                <a:spcPct val="118200"/>
              </a:lnSpc>
              <a:spcBef>
                <a:spcPts val="0"/>
              </a:spcBef>
              <a:buFont typeface="Symbol"/>
              <a:buChar char=""/>
              <a:tabLst>
                <a:tab pos="469265" algn="l"/>
                <a:tab pos="469900" algn="l"/>
              </a:tabLst>
            </a:pPr>
            <a:r>
              <a:rPr lang="sq-AL" sz="2000" spc="-5" dirty="0">
                <a:solidFill>
                  <a:prstClr val="black"/>
                </a:solidFill>
                <a:cs typeface="Calibri"/>
              </a:rPr>
              <a:t>Programi ka 51 orë të akredituara nga MASHTI</a:t>
            </a:r>
            <a:endParaRPr lang="en-US" sz="2000" dirty="0">
              <a:solidFill>
                <a:prstClr val="black"/>
              </a:solidFill>
              <a:cs typeface="Calibri"/>
            </a:endParaRPr>
          </a:p>
        </p:txBody>
      </p:sp>
      <p:pic>
        <p:nvPicPr>
          <p:cNvPr id="2050" name="Picture 4">
            <a:extLst>
              <a:ext uri="{FF2B5EF4-FFF2-40B4-BE49-F238E27FC236}">
                <a16:creationId xmlns:a16="http://schemas.microsoft.com/office/drawing/2014/main" id="{660FEC02-1920-4E64-996B-49674B601B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34" y="354867"/>
            <a:ext cx="1178065" cy="115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0264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5F117C2-3F18-4680-825C-040C09E638F7}"/>
              </a:ext>
            </a:extLst>
          </p:cNvPr>
          <p:cNvGraphicFramePr>
            <a:graphicFrameLocks noGrp="1"/>
          </p:cNvGraphicFramePr>
          <p:nvPr>
            <p:extLst>
              <p:ext uri="{D42A27DB-BD31-4B8C-83A1-F6EECF244321}">
                <p14:modId xmlns:p14="http://schemas.microsoft.com/office/powerpoint/2010/main" val="3032000558"/>
              </p:ext>
            </p:extLst>
          </p:nvPr>
        </p:nvGraphicFramePr>
        <p:xfrm>
          <a:off x="2180493" y="731520"/>
          <a:ext cx="7962313" cy="5970348"/>
        </p:xfrm>
        <a:graphic>
          <a:graphicData uri="http://schemas.openxmlformats.org/drawingml/2006/table">
            <a:tbl>
              <a:tblPr firstRow="1" firstCol="1" bandRow="1">
                <a:tableStyleId>{5C22544A-7EE6-4342-B048-85BDC9FD1C3A}</a:tableStyleId>
              </a:tblPr>
              <a:tblGrid>
                <a:gridCol w="1240092">
                  <a:extLst>
                    <a:ext uri="{9D8B030D-6E8A-4147-A177-3AD203B41FA5}">
                      <a16:colId xmlns:a16="http://schemas.microsoft.com/office/drawing/2014/main" val="1921430964"/>
                    </a:ext>
                  </a:extLst>
                </a:gridCol>
                <a:gridCol w="6123681">
                  <a:extLst>
                    <a:ext uri="{9D8B030D-6E8A-4147-A177-3AD203B41FA5}">
                      <a16:colId xmlns:a16="http://schemas.microsoft.com/office/drawing/2014/main" val="2621847844"/>
                    </a:ext>
                  </a:extLst>
                </a:gridCol>
                <a:gridCol w="598540">
                  <a:extLst>
                    <a:ext uri="{9D8B030D-6E8A-4147-A177-3AD203B41FA5}">
                      <a16:colId xmlns:a16="http://schemas.microsoft.com/office/drawing/2014/main" val="4196552310"/>
                    </a:ext>
                  </a:extLst>
                </a:gridCol>
              </a:tblGrid>
              <a:tr h="414717">
                <a:tc gridSpan="3">
                  <a:txBody>
                    <a:bodyPr/>
                    <a:lstStyle/>
                    <a:p>
                      <a:pPr algn="just">
                        <a:lnSpc>
                          <a:spcPct val="150000"/>
                        </a:lnSpc>
                        <a:spcAft>
                          <a:spcPts val="1000"/>
                        </a:spcAft>
                      </a:pPr>
                      <a:r>
                        <a:rPr lang="sq-AL" sz="1600" u="sng" dirty="0">
                          <a:effectLst/>
                        </a:rPr>
                        <a:t>E shtune 16.11.2024 Word 2013</a:t>
                      </a:r>
                      <a:endParaRPr lang="sq-XK"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sq-XK"/>
                    </a:p>
                  </a:txBody>
                  <a:tcPr/>
                </a:tc>
                <a:tc hMerge="1">
                  <a:txBody>
                    <a:bodyPr/>
                    <a:lstStyle/>
                    <a:p>
                      <a:endParaRPr lang="sq-XK"/>
                    </a:p>
                  </a:txBody>
                  <a:tcPr/>
                </a:tc>
                <a:extLst>
                  <a:ext uri="{0D108BD9-81ED-4DB2-BD59-A6C34878D82A}">
                    <a16:rowId xmlns:a16="http://schemas.microsoft.com/office/drawing/2014/main" val="2222703621"/>
                  </a:ext>
                </a:extLst>
              </a:tr>
              <a:tr h="527819">
                <a:tc>
                  <a:txBody>
                    <a:bodyPr/>
                    <a:lstStyle/>
                    <a:p>
                      <a:pPr algn="just">
                        <a:lnSpc>
                          <a:spcPct val="115000"/>
                        </a:lnSpc>
                        <a:spcAft>
                          <a:spcPts val="300"/>
                        </a:spcAft>
                      </a:pPr>
                      <a:r>
                        <a:rPr lang="sq-AL" sz="1600">
                          <a:effectLst/>
                        </a:rPr>
                        <a:t>09.00-09.30</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sq-AL" sz="1600" dirty="0" err="1">
                          <a:effectLst/>
                        </a:rPr>
                        <a:t>Startimi</a:t>
                      </a:r>
                      <a:r>
                        <a:rPr lang="sq-AL" sz="1600" dirty="0">
                          <a:effectLst/>
                        </a:rPr>
                        <a:t> i programit dhe </a:t>
                      </a:r>
                      <a:r>
                        <a:rPr lang="sq-AL" sz="1600" dirty="0" err="1">
                          <a:effectLst/>
                        </a:rPr>
                        <a:t>interfejsi</a:t>
                      </a:r>
                      <a:r>
                        <a:rPr lang="sq-AL" sz="1600" dirty="0">
                          <a:effectLst/>
                        </a:rPr>
                        <a:t> i përdoruesit , Hapja dhe mbyllja e dokumenteve</a:t>
                      </a:r>
                      <a:endParaRPr lang="sq-XK"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pPr>
                      <a:r>
                        <a:rPr lang="sq-AL"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7798757"/>
                  </a:ext>
                </a:extLst>
              </a:tr>
              <a:tr h="478301">
                <a:tc>
                  <a:txBody>
                    <a:bodyPr/>
                    <a:lstStyle/>
                    <a:p>
                      <a:pPr algn="just">
                        <a:lnSpc>
                          <a:spcPct val="115000"/>
                        </a:lnSpc>
                        <a:spcAft>
                          <a:spcPts val="300"/>
                        </a:spcAft>
                      </a:pPr>
                      <a:r>
                        <a:rPr lang="sq-AL" sz="1600">
                          <a:effectLst/>
                        </a:rPr>
                        <a:t>09:30-10:15</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sq-AL" sz="1600" dirty="0" err="1">
                          <a:effectLst/>
                        </a:rPr>
                        <a:t>Shkruarja</a:t>
                      </a:r>
                      <a:r>
                        <a:rPr lang="sq-AL" sz="1600" dirty="0">
                          <a:effectLst/>
                        </a:rPr>
                        <a:t> e tekstit, Formatimi i thjeshtë i karaktereve, Zgjedhja e tekstit</a:t>
                      </a:r>
                      <a:endParaRPr lang="sq-XK"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pPr>
                      <a:r>
                        <a:rPr lang="sq-AL"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346843"/>
                  </a:ext>
                </a:extLst>
              </a:tr>
              <a:tr h="413037">
                <a:tc>
                  <a:txBody>
                    <a:bodyPr/>
                    <a:lstStyle/>
                    <a:p>
                      <a:pPr algn="just">
                        <a:lnSpc>
                          <a:spcPct val="115000"/>
                        </a:lnSpc>
                        <a:spcAft>
                          <a:spcPts val="300"/>
                        </a:spcAft>
                      </a:pPr>
                      <a:r>
                        <a:rPr lang="sq-AL" sz="1600">
                          <a:effectLst/>
                        </a:rPr>
                        <a:t>10:15-10:30</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1600">
                          <a:effectLst/>
                        </a:rPr>
                        <a:t>Pushim</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sq-XK"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84819714"/>
                  </a:ext>
                </a:extLst>
              </a:tr>
              <a:tr h="599837">
                <a:tc>
                  <a:txBody>
                    <a:bodyPr/>
                    <a:lstStyle/>
                    <a:p>
                      <a:pPr algn="just">
                        <a:lnSpc>
                          <a:spcPct val="115000"/>
                        </a:lnSpc>
                        <a:spcAft>
                          <a:spcPts val="300"/>
                        </a:spcAft>
                      </a:pPr>
                      <a:r>
                        <a:rPr lang="sq-AL" sz="1600">
                          <a:effectLst/>
                        </a:rPr>
                        <a:t>10:30 – 11:15</a:t>
                      </a:r>
                      <a:endParaRPr lang="sq-XK" sz="1600">
                        <a:effectLst/>
                      </a:endParaRPr>
                    </a:p>
                    <a:p>
                      <a:pPr algn="just">
                        <a:lnSpc>
                          <a:spcPct val="115000"/>
                        </a:lnSpc>
                        <a:spcAft>
                          <a:spcPts val="300"/>
                        </a:spcAft>
                      </a:pPr>
                      <a:r>
                        <a:rPr lang="sq-AL" sz="1600">
                          <a:effectLst/>
                        </a:rPr>
                        <a:t>11:15 – 12:00</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1600">
                          <a:effectLst/>
                        </a:rPr>
                        <a:t>Hapësira mes paragrafëve,Header-i dheFooter-i;</a:t>
                      </a:r>
                      <a:endParaRPr lang="sq-XK" sz="1600">
                        <a:effectLst/>
                      </a:endParaRPr>
                    </a:p>
                    <a:p>
                      <a:pPr algn="just">
                        <a:lnSpc>
                          <a:spcPct val="115000"/>
                        </a:lnSpc>
                        <a:spcAft>
                          <a:spcPts val="300"/>
                        </a:spcAft>
                      </a:pPr>
                      <a:r>
                        <a:rPr lang="sq-AL" sz="1600">
                          <a:effectLst/>
                        </a:rPr>
                        <a:t>Dhëmbëzimi i paragrafëve, Kontrollimi i drejtshkrimit dhe gramatikës</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pPr>
                      <a:r>
                        <a:rPr lang="sq-AL"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62976234"/>
                  </a:ext>
                </a:extLst>
              </a:tr>
              <a:tr h="413037">
                <a:tc>
                  <a:txBody>
                    <a:bodyPr/>
                    <a:lstStyle/>
                    <a:p>
                      <a:r>
                        <a:rPr lang="sq-AL" sz="1600">
                          <a:effectLst/>
                        </a:rPr>
                        <a:t>12:00-13:00</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sq-AL" sz="1600">
                          <a:effectLst/>
                        </a:rPr>
                        <a:t>Dreka</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sq-XK"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656856914"/>
                  </a:ext>
                </a:extLst>
              </a:tr>
              <a:tr h="332551">
                <a:tc>
                  <a:txBody>
                    <a:bodyPr/>
                    <a:lstStyle/>
                    <a:p>
                      <a:pPr algn="just">
                        <a:lnSpc>
                          <a:spcPct val="115000"/>
                        </a:lnSpc>
                        <a:spcAft>
                          <a:spcPts val="300"/>
                        </a:spcAft>
                      </a:pPr>
                      <a:r>
                        <a:rPr lang="sq-AL" sz="1600">
                          <a:effectLst/>
                        </a:rPr>
                        <a:t>13:00 – 13:45</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1600" dirty="0">
                          <a:effectLst/>
                        </a:rPr>
                        <a:t>Listat me shenja rendore, Zhbërja dhe përsëritja e veprimeve</a:t>
                      </a:r>
                      <a:endParaRPr lang="sq-XK"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pPr>
                      <a:r>
                        <a:rPr lang="sq-AL"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1941718"/>
                  </a:ext>
                </a:extLst>
              </a:tr>
              <a:tr h="417661">
                <a:tc>
                  <a:txBody>
                    <a:bodyPr/>
                    <a:lstStyle/>
                    <a:p>
                      <a:pPr algn="just">
                        <a:lnSpc>
                          <a:spcPct val="115000"/>
                        </a:lnSpc>
                        <a:spcAft>
                          <a:spcPts val="300"/>
                        </a:spcAft>
                      </a:pPr>
                      <a:r>
                        <a:rPr lang="sq-AL" sz="1600">
                          <a:effectLst/>
                        </a:rPr>
                        <a:t>13:45- 14:30</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1600">
                          <a:effectLst/>
                        </a:rPr>
                        <a:t>Ndryshimi i tipareve të dokumenteve</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sq-XK"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399114579"/>
                  </a:ext>
                </a:extLst>
              </a:tr>
              <a:tr h="243520">
                <a:tc>
                  <a:txBody>
                    <a:bodyPr/>
                    <a:lstStyle/>
                    <a:p>
                      <a:pPr algn="just">
                        <a:lnSpc>
                          <a:spcPct val="115000"/>
                        </a:lnSpc>
                        <a:spcAft>
                          <a:spcPts val="300"/>
                        </a:spcAft>
                      </a:pPr>
                      <a:r>
                        <a:rPr lang="sq-AL" sz="1600">
                          <a:effectLst/>
                        </a:rPr>
                        <a:t>14:30-14:45</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1600">
                          <a:effectLst/>
                        </a:rPr>
                        <a:t>Pushim</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sq-XK"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552705630"/>
                  </a:ext>
                </a:extLst>
              </a:tr>
              <a:tr h="513190">
                <a:tc>
                  <a:txBody>
                    <a:bodyPr/>
                    <a:lstStyle/>
                    <a:p>
                      <a:r>
                        <a:rPr lang="sq-AL" sz="1600">
                          <a:effectLst/>
                        </a:rPr>
                        <a:t>14:45 – 15:15</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sq-AL" sz="1600">
                          <a:effectLst/>
                        </a:rPr>
                        <a:t>Konfigurimi i faqes (Page Setup)</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pPr>
                      <a:r>
                        <a:rPr lang="sq-AL"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9755206"/>
                  </a:ext>
                </a:extLst>
              </a:tr>
              <a:tr h="302737">
                <a:tc>
                  <a:txBody>
                    <a:bodyPr/>
                    <a:lstStyle/>
                    <a:p>
                      <a:r>
                        <a:rPr lang="sq-AL" sz="1600">
                          <a:effectLst/>
                        </a:rPr>
                        <a:t>15:15-16:00</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sq-AL" sz="1600">
                          <a:effectLst/>
                        </a:rPr>
                        <a:t>Numërimet</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pPr>
                      <a:r>
                        <a:rPr lang="sq-AL" sz="1600">
                          <a:effectLst/>
                        </a:rPr>
                        <a:t> </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37097659"/>
                  </a:ext>
                </a:extLst>
              </a:tr>
              <a:tr h="513190">
                <a:tc>
                  <a:txBody>
                    <a:bodyPr/>
                    <a:lstStyle/>
                    <a:p>
                      <a:r>
                        <a:rPr lang="sq-AL" sz="1600">
                          <a:effectLst/>
                        </a:rPr>
                        <a:t>16:00-16:30</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sq-AL" sz="1600">
                          <a:effectLst/>
                        </a:rPr>
                        <a:t>Përmbledhje ditore</a:t>
                      </a:r>
                      <a:endParaRPr lang="sq-X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pPr>
                      <a:r>
                        <a:rPr lang="sq-AL" sz="1600" dirty="0">
                          <a:effectLst/>
                        </a:rPr>
                        <a:t> </a:t>
                      </a:r>
                      <a:endParaRPr lang="sq-XK"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8192476"/>
                  </a:ext>
                </a:extLst>
              </a:tr>
            </a:tbl>
          </a:graphicData>
        </a:graphic>
      </p:graphicFrame>
      <p:sp>
        <p:nvSpPr>
          <p:cNvPr id="7" name="Rectangle 3">
            <a:extLst>
              <a:ext uri="{FF2B5EF4-FFF2-40B4-BE49-F238E27FC236}">
                <a16:creationId xmlns:a16="http://schemas.microsoft.com/office/drawing/2014/main" id="{1D28954D-3763-40E8-A6A5-BA9937B982B3}"/>
              </a:ext>
            </a:extLst>
          </p:cNvPr>
          <p:cNvSpPr>
            <a:spLocks noChangeArrowheads="1"/>
          </p:cNvSpPr>
          <p:nvPr/>
        </p:nvSpPr>
        <p:spPr bwMode="auto">
          <a:xfrm>
            <a:off x="3286126" y="146865"/>
            <a:ext cx="6673802"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71500" algn="l"/>
              </a:tabLst>
              <a:defRPr>
                <a:solidFill>
                  <a:schemeClr val="tx1"/>
                </a:solidFill>
                <a:latin typeface="Arial" panose="020B0604020202020204" pitchFamily="34" charset="0"/>
              </a:defRPr>
            </a:lvl1pPr>
            <a:lvl2pPr eaLnBrk="0" fontAlgn="base" hangingPunct="0">
              <a:spcBef>
                <a:spcPct val="0"/>
              </a:spcBef>
              <a:spcAft>
                <a:spcPct val="0"/>
              </a:spcAft>
              <a:tabLst>
                <a:tab pos="571500" algn="l"/>
              </a:tabLst>
              <a:defRPr>
                <a:solidFill>
                  <a:schemeClr val="tx1"/>
                </a:solidFill>
                <a:latin typeface="Arial" panose="020B0604020202020204" pitchFamily="34" charset="0"/>
              </a:defRPr>
            </a:lvl2pPr>
            <a:lvl3pPr eaLnBrk="0" fontAlgn="base" hangingPunct="0">
              <a:spcBef>
                <a:spcPct val="0"/>
              </a:spcBef>
              <a:spcAft>
                <a:spcPct val="0"/>
              </a:spcAft>
              <a:tabLst>
                <a:tab pos="571500" algn="l"/>
              </a:tabLst>
              <a:defRPr>
                <a:solidFill>
                  <a:schemeClr val="tx1"/>
                </a:solidFill>
                <a:latin typeface="Arial" panose="020B0604020202020204" pitchFamily="34" charset="0"/>
              </a:defRPr>
            </a:lvl3pPr>
            <a:lvl4pPr eaLnBrk="0" fontAlgn="base" hangingPunct="0">
              <a:spcBef>
                <a:spcPct val="0"/>
              </a:spcBef>
              <a:spcAft>
                <a:spcPct val="0"/>
              </a:spcAft>
              <a:tabLst>
                <a:tab pos="571500" algn="l"/>
              </a:tabLst>
              <a:defRPr>
                <a:solidFill>
                  <a:schemeClr val="tx1"/>
                </a:solidFill>
                <a:latin typeface="Arial" panose="020B0604020202020204" pitchFamily="34" charset="0"/>
              </a:defRPr>
            </a:lvl4pPr>
            <a:lvl5pPr eaLnBrk="0" fontAlgn="base" hangingPunct="0">
              <a:spcBef>
                <a:spcPct val="0"/>
              </a:spcBef>
              <a:spcAft>
                <a:spcPct val="0"/>
              </a:spcAft>
              <a:tabLst>
                <a:tab pos="571500" algn="l"/>
              </a:tabLst>
              <a:defRPr>
                <a:solidFill>
                  <a:schemeClr val="tx1"/>
                </a:solidFill>
                <a:latin typeface="Arial" panose="020B0604020202020204" pitchFamily="34" charset="0"/>
              </a:defRPr>
            </a:lvl5pPr>
            <a:lvl6pPr eaLnBrk="0" fontAlgn="base" hangingPunct="0">
              <a:spcBef>
                <a:spcPct val="0"/>
              </a:spcBef>
              <a:spcAft>
                <a:spcPct val="0"/>
              </a:spcAft>
              <a:tabLst>
                <a:tab pos="571500" algn="l"/>
              </a:tabLst>
              <a:defRPr>
                <a:solidFill>
                  <a:schemeClr val="tx1"/>
                </a:solidFill>
                <a:latin typeface="Arial" panose="020B0604020202020204" pitchFamily="34" charset="0"/>
              </a:defRPr>
            </a:lvl6pPr>
            <a:lvl7pPr eaLnBrk="0" fontAlgn="base" hangingPunct="0">
              <a:spcBef>
                <a:spcPct val="0"/>
              </a:spcBef>
              <a:spcAft>
                <a:spcPct val="0"/>
              </a:spcAft>
              <a:tabLst>
                <a:tab pos="571500" algn="l"/>
              </a:tabLst>
              <a:defRPr>
                <a:solidFill>
                  <a:schemeClr val="tx1"/>
                </a:solidFill>
                <a:latin typeface="Arial" panose="020B0604020202020204" pitchFamily="34" charset="0"/>
              </a:defRPr>
            </a:lvl7pPr>
            <a:lvl8pPr eaLnBrk="0" fontAlgn="base" hangingPunct="0">
              <a:spcBef>
                <a:spcPct val="0"/>
              </a:spcBef>
              <a:spcAft>
                <a:spcPct val="0"/>
              </a:spcAft>
              <a:tabLst>
                <a:tab pos="571500" algn="l"/>
              </a:tabLst>
              <a:defRPr>
                <a:solidFill>
                  <a:schemeClr val="tx1"/>
                </a:solidFill>
                <a:latin typeface="Arial" panose="020B0604020202020204" pitchFamily="34" charset="0"/>
              </a:defRPr>
            </a:lvl8pPr>
            <a:lvl9pPr eaLnBrk="0" fontAlgn="base" hangingPunct="0">
              <a:spcBef>
                <a:spcPct val="0"/>
              </a:spcBef>
              <a:spcAft>
                <a:spcPct val="0"/>
              </a:spcAft>
              <a:tabLst>
                <a:tab pos="5715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71500" algn="l"/>
              </a:tabLst>
            </a:pPr>
            <a:r>
              <a:rPr kumimoji="0" lang="sq-AL" altLang="sq-XK" sz="2000" b="1" i="1" u="sng"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Programi dhe Agjenda:</a:t>
            </a:r>
            <a:endParaRPr kumimoji="0" lang="sq-AL" altLang="sq-XK"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71500" algn="l"/>
              </a:tabLst>
            </a:pPr>
            <a:endParaRPr kumimoji="0" lang="sq-AL" altLang="sq-XK"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808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000" dirty="0">
                <a:latin typeface="Times New Roman" panose="02020603050405020304" pitchFamily="18" charset="0"/>
                <a:cs typeface="Times New Roman" panose="02020603050405020304" pitchFamily="18" charset="0"/>
              </a:rPr>
              <a:t>Word 2013</a:t>
            </a:r>
            <a:endParaRPr lang="sq-XK" sz="8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8772" y="1690688"/>
            <a:ext cx="4574455" cy="4574455"/>
          </a:xfrm>
          <a:prstGeom prst="rect">
            <a:avLst/>
          </a:prstGeom>
        </p:spPr>
      </p:pic>
    </p:spTree>
    <p:extLst>
      <p:ext uri="{BB962C8B-B14F-4D97-AF65-F5344CB8AC3E}">
        <p14:creationId xmlns:p14="http://schemas.microsoft.com/office/powerpoint/2010/main" val="4268092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1999" cy="1325563"/>
          </a:xfrm>
        </p:spPr>
        <p:txBody>
          <a:bodyPr>
            <a:noAutofit/>
          </a:bodyPr>
          <a:lstStyle/>
          <a:p>
            <a:r>
              <a:rPr lang="en-US" sz="2000" b="1" dirty="0" err="1">
                <a:latin typeface="Times New Roman" panose="02020603050405020304" pitchFamily="18" charset="0"/>
                <a:cs typeface="Times New Roman" panose="02020603050405020304" pitchFamily="18" charset="0"/>
              </a:rPr>
              <a:t>Startimi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programit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dhe</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interfejsi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përdoruesit</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Në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këtë</a:t>
            </a:r>
            <a:r>
              <a:rPr lang="en-US" sz="2000" dirty="0">
                <a:latin typeface="Times New Roman" panose="02020603050405020304" pitchFamily="18" charset="0"/>
                <a:cs typeface="Times New Roman" panose="02020603050405020304" pitchFamily="18" charset="0"/>
              </a:rPr>
              <a:t> </a:t>
            </a:r>
            <a:r>
              <a:rPr lang="sq-AL" sz="2000" dirty="0">
                <a:latin typeface="Times New Roman" panose="02020603050405020304" pitchFamily="18" charset="0"/>
                <a:cs typeface="Times New Roman" panose="02020603050405020304" pitchFamily="18" charset="0"/>
              </a:rPr>
              <a:t>punim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a:t>
            </a:r>
            <a:r>
              <a:rPr lang="en-US" sz="2000" dirty="0">
                <a:latin typeface="Times New Roman" panose="02020603050405020304" pitchFamily="18" charset="0"/>
                <a:cs typeface="Times New Roman" panose="02020603050405020304" pitchFamily="18" charset="0"/>
              </a:rPr>
              <a:t> do të </a:t>
            </a:r>
            <a:r>
              <a:rPr lang="en-US" sz="2000" dirty="0" err="1">
                <a:latin typeface="Times New Roman" panose="02020603050405020304" pitchFamily="18" charset="0"/>
                <a:cs typeface="Times New Roman" panose="02020603050405020304" pitchFamily="18" charset="0"/>
              </a:rPr>
              <a:t>mësoni</a:t>
            </a:r>
            <a:r>
              <a:rPr lang="en-US" sz="2000" dirty="0">
                <a:latin typeface="Times New Roman" panose="02020603050405020304" pitchFamily="18" charset="0"/>
                <a:cs typeface="Times New Roman" panose="02020603050405020304" pitchFamily="18" charset="0"/>
              </a:rPr>
              <a:t> se </a:t>
            </a:r>
            <a:r>
              <a:rPr lang="en-US" sz="2000" dirty="0" err="1">
                <a:latin typeface="Times New Roman" panose="02020603050405020304" pitchFamily="18" charset="0"/>
                <a:cs typeface="Times New Roman" panose="02020603050405020304" pitchFamily="18" charset="0"/>
              </a:rPr>
              <a:t>si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startohet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programi</a:t>
            </a:r>
            <a:r>
              <a:rPr lang="en-US" sz="2000" dirty="0">
                <a:latin typeface="Times New Roman" panose="02020603050405020304" pitchFamily="18" charset="0"/>
                <a:cs typeface="Times New Roman" panose="02020603050405020304" pitchFamily="18" charset="0"/>
              </a:rPr>
              <a:t> Word 2013 </a:t>
            </a:r>
            <a:r>
              <a:rPr lang="en-US" sz="2000" dirty="0" err="1">
                <a:latin typeface="Times New Roman" panose="02020603050405020304" pitchFamily="18" charset="0"/>
                <a:cs typeface="Times New Roman" panose="02020603050405020304" pitchFamily="18" charset="0"/>
              </a:rPr>
              <a:t>dhe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mby</a:t>
            </a:r>
            <a:r>
              <a:rPr lang="sq-AL" sz="2000" dirty="0">
                <a:latin typeface="Times New Roman" panose="02020603050405020304" pitchFamily="18" charset="0"/>
                <a:cs typeface="Times New Roman" panose="02020603050405020304" pitchFamily="18" charset="0"/>
              </a:rPr>
              <a:t>l</a:t>
            </a:r>
            <a:r>
              <a:rPr lang="en-US" sz="2000" dirty="0">
                <a:latin typeface="Times New Roman" panose="02020603050405020304" pitchFamily="18" charset="0"/>
                <a:cs typeface="Times New Roman" panose="02020603050405020304" pitchFamily="18" charset="0"/>
              </a:rPr>
              <a:t>let ai. </a:t>
            </a:r>
            <a:r>
              <a:rPr lang="en-US" sz="2000" dirty="0" err="1">
                <a:latin typeface="Times New Roman" panose="02020603050405020304" pitchFamily="18" charset="0"/>
                <a:cs typeface="Times New Roman" panose="02020603050405020304" pitchFamily="18" charset="0"/>
              </a:rPr>
              <a:t>Gjithashtu</a:t>
            </a:r>
            <a:r>
              <a:rPr lang="en-US" sz="2000" dirty="0">
                <a:latin typeface="Times New Roman" panose="02020603050405020304" pitchFamily="18" charset="0"/>
                <a:cs typeface="Times New Roman" panose="02020603050405020304" pitchFamily="18" charset="0"/>
              </a:rPr>
              <a:t> do </a:t>
            </a:r>
            <a:r>
              <a:rPr lang="en-US" sz="2000" dirty="0" err="1">
                <a:latin typeface="Times New Roman" panose="02020603050405020304" pitchFamily="18" charset="0"/>
                <a:cs typeface="Times New Roman" panose="02020603050405020304" pitchFamily="18" charset="0"/>
              </a:rPr>
              <a:t>të</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njoftoheni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edhe</a:t>
            </a:r>
            <a:r>
              <a:rPr lang="en-US" sz="2000" dirty="0">
                <a:latin typeface="Times New Roman" panose="02020603050405020304" pitchFamily="18" charset="0"/>
                <a:cs typeface="Times New Roman" panose="02020603050405020304" pitchFamily="18" charset="0"/>
              </a:rPr>
              <a:t> me </a:t>
            </a:r>
            <a:r>
              <a:rPr lang="en-US" sz="2000" dirty="0" err="1">
                <a:latin typeface="Times New Roman" panose="02020603050405020304" pitchFamily="18" charset="0"/>
                <a:cs typeface="Times New Roman" panose="02020603050405020304" pitchFamily="18" charset="0"/>
              </a:rPr>
              <a:t>interfejsin</a:t>
            </a:r>
            <a:r>
              <a:rPr lang="en-US" sz="2000" dirty="0">
                <a:latin typeface="Times New Roman" panose="02020603050405020304" pitchFamily="18" charset="0"/>
                <a:cs typeface="Times New Roman" panose="02020603050405020304" pitchFamily="18" charset="0"/>
              </a:rPr>
              <a:t> e Word-it.</a:t>
            </a:r>
            <a:br>
              <a:rPr lang="en-US" sz="2000" dirty="0">
                <a:latin typeface="Times New Roman" panose="02020603050405020304" pitchFamily="18" charset="0"/>
                <a:cs typeface="Times New Roman" panose="02020603050405020304" pitchFamily="18" charset="0"/>
              </a:rPr>
            </a:br>
            <a:r>
              <a:rPr lang="en-US" sz="2000" b="1" dirty="0" err="1">
                <a:latin typeface="Times New Roman" panose="02020603050405020304" pitchFamily="18" charset="0"/>
                <a:cs typeface="Times New Roman" panose="02020603050405020304" pitchFamily="18" charset="0"/>
              </a:rPr>
              <a:t>Startimi</a:t>
            </a:r>
            <a:r>
              <a:rPr lang="en-US" sz="2000" b="1" dirty="0">
                <a:latin typeface="Times New Roman" panose="02020603050405020304" pitchFamily="18" charset="0"/>
                <a:cs typeface="Times New Roman" panose="02020603050405020304" pitchFamily="18" charset="0"/>
              </a:rPr>
              <a:t> Word-it</a:t>
            </a:r>
            <a:r>
              <a:rPr lang="sq-AL" sz="2000" b="1" dirty="0">
                <a:latin typeface="Times New Roman" panose="02020603050405020304" pitchFamily="18" charset="0"/>
                <a:cs typeface="Times New Roman" panose="02020603050405020304" pitchFamily="18" charset="0"/>
              </a:rPr>
              <a:t>: </a:t>
            </a:r>
            <a:br>
              <a:rPr lang="sq-AL"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Pas </a:t>
            </a:r>
            <a:r>
              <a:rPr lang="en-US" sz="2000" dirty="0" err="1">
                <a:latin typeface="Times New Roman" panose="02020603050405020304" pitchFamily="18" charset="0"/>
                <a:cs typeface="Times New Roman" panose="02020603050405020304" pitchFamily="18" charset="0"/>
              </a:rPr>
              <a:t>kyçjes</a:t>
            </a:r>
            <a:r>
              <a:rPr lang="en-US" sz="2000" dirty="0">
                <a:latin typeface="Times New Roman" panose="02020603050405020304" pitchFamily="18" charset="0"/>
                <a:cs typeface="Times New Roman" panose="02020603050405020304" pitchFamily="18" charset="0"/>
              </a:rPr>
              <a:t> (log in), </a:t>
            </a:r>
            <a:r>
              <a:rPr lang="en-US" sz="2000" dirty="0" err="1">
                <a:latin typeface="Times New Roman" panose="02020603050405020304" pitchFamily="18" charset="0"/>
                <a:cs typeface="Times New Roman" panose="02020603050405020304" pitchFamily="18" charset="0"/>
              </a:rPr>
              <a:t>ju</a:t>
            </a:r>
            <a:r>
              <a:rPr lang="en-US" sz="2000" dirty="0">
                <a:latin typeface="Times New Roman" panose="02020603050405020304" pitchFamily="18" charset="0"/>
                <a:cs typeface="Times New Roman" panose="02020603050405020304" pitchFamily="18" charset="0"/>
              </a:rPr>
              <a:t> do ta </a:t>
            </a:r>
            <a:r>
              <a:rPr lang="en-US" sz="2000" dirty="0" err="1">
                <a:latin typeface="Times New Roman" panose="02020603050405020304" pitchFamily="18" charset="0"/>
                <a:cs typeface="Times New Roman" panose="02020603050405020304" pitchFamily="18" charset="0"/>
              </a:rPr>
              <a:t>gjeni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veten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ashtuquajturin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Interfejsi</a:t>
            </a:r>
            <a:r>
              <a:rPr lang="en-US" sz="2000" dirty="0">
                <a:latin typeface="Times New Roman" panose="02020603050405020304" pitchFamily="18" charset="0"/>
                <a:cs typeface="Times New Roman" panose="02020603050405020304" pitchFamily="18" charset="0"/>
              </a:rPr>
              <a:t> modern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përdoruesit</a:t>
            </a:r>
            <a:r>
              <a:rPr lang="en-US" sz="2000" dirty="0">
                <a:latin typeface="Times New Roman" panose="02020603050405020304" pitchFamily="18" charset="0"/>
                <a:cs typeface="Times New Roman" panose="02020603050405020304" pitchFamily="18" charset="0"/>
              </a:rPr>
              <a:t>" ('Modern User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Interface'), </a:t>
            </a:r>
            <a:r>
              <a:rPr lang="en-US" sz="2000" dirty="0" err="1">
                <a:latin typeface="Times New Roman" panose="02020603050405020304" pitchFamily="18" charset="0"/>
                <a:cs typeface="Times New Roman" panose="02020603050405020304" pitchFamily="18" charset="0"/>
              </a:rPr>
              <a:t>sipërfaqen</a:t>
            </a:r>
            <a:r>
              <a:rPr lang="en-US" sz="2000" dirty="0">
                <a:latin typeface="Times New Roman" panose="02020603050405020304" pitchFamily="18" charset="0"/>
                <a:cs typeface="Times New Roman" panose="02020603050405020304" pitchFamily="18" charset="0"/>
              </a:rPr>
              <a:t> e re </a:t>
            </a:r>
            <a:r>
              <a:rPr lang="en-US" sz="2000" dirty="0" err="1">
                <a:latin typeface="Times New Roman" panose="02020603050405020304" pitchFamily="18" charset="0"/>
                <a:cs typeface="Times New Roman" panose="02020603050405020304" pitchFamily="18" charset="0"/>
              </a:rPr>
              <a:t>startuese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të</a:t>
            </a:r>
            <a:r>
              <a:rPr lang="en-US" sz="2000" dirty="0">
                <a:latin typeface="Times New Roman" panose="02020603050405020304" pitchFamily="18" charset="0"/>
                <a:cs typeface="Times New Roman" panose="02020603050405020304" pitchFamily="18" charset="0"/>
              </a:rPr>
              <a:t> Windows </a:t>
            </a:r>
            <a:r>
              <a:rPr lang="sq-AL" sz="2000" dirty="0">
                <a:latin typeface="Times New Roman" panose="02020603050405020304" pitchFamily="18" charset="0"/>
                <a:cs typeface="Times New Roman" panose="02020603050405020304" pitchFamily="18" charset="0"/>
              </a:rPr>
              <a:t>10</a:t>
            </a:r>
            <a:r>
              <a:rPr lang="en-US" sz="2000" dirty="0">
                <a:latin typeface="Times New Roman" panose="02020603050405020304" pitchFamily="18" charset="0"/>
                <a:cs typeface="Times New Roman" panose="02020603050405020304" pitchFamily="18" charset="0"/>
              </a:rPr>
              <a:t> Duke </a:t>
            </a:r>
            <a:r>
              <a:rPr lang="en-US" sz="2000" dirty="0" err="1">
                <a:latin typeface="Times New Roman" panose="02020603050405020304" pitchFamily="18" charset="0"/>
                <a:cs typeface="Times New Roman" panose="02020603050405020304" pitchFamily="18" charset="0"/>
              </a:rPr>
              <a:t>klikuar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shirtin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rëshqitës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mund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shihni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programet</a:t>
            </a:r>
            <a:r>
              <a:rPr lang="sq-AL"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Për</a:t>
            </a:r>
            <a:r>
              <a:rPr lang="en-US" sz="2000" dirty="0">
                <a:latin typeface="Times New Roman" panose="02020603050405020304" pitchFamily="18" charset="0"/>
                <a:cs typeface="Times New Roman" panose="02020603050405020304" pitchFamily="18" charset="0"/>
              </a:rPr>
              <a:t> ta </a:t>
            </a:r>
            <a:r>
              <a:rPr lang="en-US" sz="2000" dirty="0" err="1">
                <a:latin typeface="Times New Roman" panose="02020603050405020304" pitchFamily="18" charset="0"/>
                <a:cs typeface="Times New Roman" panose="02020603050405020304" pitchFamily="18" charset="0"/>
              </a:rPr>
              <a:t>startuar</a:t>
            </a:r>
            <a:r>
              <a:rPr lang="en-US" sz="2000" dirty="0">
                <a:latin typeface="Times New Roman" panose="02020603050405020304" pitchFamily="18" charset="0"/>
                <a:cs typeface="Times New Roman" panose="02020603050405020304" pitchFamily="18" charset="0"/>
              </a:rPr>
              <a:t> Word-in 2013, </a:t>
            </a:r>
            <a:r>
              <a:rPr lang="en-US" sz="2000" dirty="0" err="1">
                <a:latin typeface="Times New Roman" panose="02020603050405020304" pitchFamily="18" charset="0"/>
                <a:cs typeface="Times New Roman" panose="02020603050405020304" pitchFamily="18" charset="0"/>
              </a:rPr>
              <a:t>klikoni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mbi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ikonën</a:t>
            </a:r>
            <a:r>
              <a:rPr lang="en-US" sz="2000" dirty="0">
                <a:latin typeface="Times New Roman" panose="02020603050405020304" pitchFamily="18" charset="0"/>
                <a:cs typeface="Times New Roman" panose="02020603050405020304" pitchFamily="18" charset="0"/>
              </a:rPr>
              <a:t> e </a:t>
            </a:r>
            <a:r>
              <a:rPr lang="en-US" sz="2000" dirty="0" err="1">
                <a:latin typeface="Times New Roman" panose="02020603050405020304" pitchFamily="18" charset="0"/>
                <a:cs typeface="Times New Roman" panose="02020603050405020304" pitchFamily="18" charset="0"/>
              </a:rPr>
              <a:t>tij</a:t>
            </a:r>
            <a:r>
              <a:rPr lang="en-US" sz="2000" dirty="0">
                <a:latin typeface="Times New Roman" panose="02020603050405020304" pitchFamily="18" charset="0"/>
                <a:cs typeface="Times New Roman" panose="02020603050405020304" pitchFamily="18" charset="0"/>
              </a:rPr>
              <a:t>.</a:t>
            </a:r>
          </a:p>
        </p:txBody>
      </p:sp>
      <p:pic>
        <p:nvPicPr>
          <p:cNvPr id="21" name="Content Placeholder 2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1459" y="2688504"/>
            <a:ext cx="8809443" cy="4896483"/>
          </a:xfrm>
        </p:spPr>
      </p:pic>
    </p:spTree>
    <p:extLst>
      <p:ext uri="{BB962C8B-B14F-4D97-AF65-F5344CB8AC3E}">
        <p14:creationId xmlns:p14="http://schemas.microsoft.com/office/powerpoint/2010/main" val="1394130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sq-AL" dirty="0">
                <a:latin typeface="Times New Roman" panose="02020603050405020304" pitchFamily="18" charset="0"/>
                <a:cs typeface="Times New Roman" panose="02020603050405020304" pitchFamily="18" charset="0"/>
              </a:rPr>
              <a:t>Njohja me interfejsin e word 2013</a:t>
            </a:r>
            <a:endParaRPr lang="sq-XK"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72122" y="1690688"/>
            <a:ext cx="5125735" cy="3539430"/>
          </a:xfrm>
          <a:prstGeom prst="rect">
            <a:avLst/>
          </a:prstGeom>
          <a:noFill/>
        </p:spPr>
        <p:txBody>
          <a:bodyPr wrap="square" rtlCol="0">
            <a:spAutoFit/>
          </a:bodyPr>
          <a:lstStyle/>
          <a:p>
            <a:r>
              <a:rPr lang="en-US" sz="2800" b="1" dirty="0" err="1">
                <a:latin typeface="Times New Roman" panose="02020603050405020304" pitchFamily="18" charset="0"/>
                <a:cs typeface="Times New Roman" panose="02020603050405020304" pitchFamily="18" charset="0"/>
              </a:rPr>
              <a:t>Shirit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veglave</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për</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hyrje</a:t>
            </a:r>
            <a:r>
              <a:rPr lang="en-US" sz="2800" b="1" dirty="0">
                <a:latin typeface="Times New Roman" panose="02020603050405020304" pitchFamily="18" charset="0"/>
                <a:cs typeface="Times New Roman" panose="02020603050405020304" pitchFamily="18" charset="0"/>
              </a:rPr>
              <a:t> të </a:t>
            </a:r>
            <a:r>
              <a:rPr lang="en-US" sz="2800" b="1" dirty="0" err="1">
                <a:latin typeface="Times New Roman" panose="02020603050405020304" pitchFamily="18" charset="0"/>
                <a:cs typeface="Times New Roman" panose="02020603050405020304" pitchFamily="18" charset="0"/>
              </a:rPr>
              <a:t>shpejtë</a:t>
            </a:r>
            <a:r>
              <a:rPr lang="en-US" sz="2800" b="1" dirty="0">
                <a:latin typeface="Times New Roman" panose="02020603050405020304" pitchFamily="18" charset="0"/>
                <a:cs typeface="Times New Roman" panose="02020603050405020304" pitchFamily="18" charset="0"/>
              </a:rPr>
              <a:t> </a:t>
            </a:r>
          </a:p>
          <a:p>
            <a:r>
              <a:rPr lang="en-US" sz="2400" dirty="0" err="1">
                <a:latin typeface="Times New Roman" panose="02020603050405020304" pitchFamily="18" charset="0"/>
                <a:cs typeface="Times New Roman" panose="02020603050405020304" pitchFamily="18" charset="0"/>
              </a:rPr>
              <a:t>Shiriti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shpejtë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Hyrjes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ju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lejon</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përdorni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komandat</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zakonshme</a:t>
            </a:r>
            <a:r>
              <a:rPr lang="en-US" sz="2400" dirty="0">
                <a:latin typeface="Times New Roman" panose="02020603050405020304" pitchFamily="18" charset="0"/>
                <a:cs typeface="Times New Roman" panose="02020603050405020304" pitchFamily="18" charset="0"/>
              </a:rPr>
              <a:t> pa </a:t>
            </a:r>
            <a:r>
              <a:rPr lang="en-US" sz="2400" dirty="0" err="1">
                <a:latin typeface="Times New Roman" panose="02020603050405020304" pitchFamily="18" charset="0"/>
                <a:cs typeface="Times New Roman" panose="02020603050405020304" pitchFamily="18" charset="0"/>
              </a:rPr>
              <a:t>marrë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parasysh</a:t>
            </a:r>
            <a:r>
              <a:rPr lang="en-US" sz="2400" dirty="0">
                <a:latin typeface="Times New Roman" panose="02020603050405020304" pitchFamily="18" charset="0"/>
                <a:cs typeface="Times New Roman" panose="02020603050405020304" pitchFamily="18" charset="0"/>
              </a:rPr>
              <a:t> se </a:t>
            </a:r>
            <a:r>
              <a:rPr lang="en-US" sz="2400" dirty="0" err="1">
                <a:latin typeface="Times New Roman" panose="02020603050405020304" pitchFamily="18" charset="0"/>
                <a:cs typeface="Times New Roman" panose="02020603050405020304" pitchFamily="18" charset="0"/>
              </a:rPr>
              <a:t>cila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skedë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është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zgjedhur</a:t>
            </a:r>
            <a:r>
              <a:rPr lang="en-US" sz="2400" dirty="0">
                <a:latin typeface="Times New Roman" panose="02020603050405020304" pitchFamily="18" charset="0"/>
                <a:cs typeface="Times New Roman" panose="02020603050405020304" pitchFamily="18" charset="0"/>
              </a:rPr>
              <a:t>. Si </a:t>
            </a:r>
            <a:r>
              <a:rPr lang="en-US" sz="2400" dirty="0" err="1">
                <a:latin typeface="Times New Roman" panose="02020603050405020304" pitchFamily="18" charset="0"/>
                <a:cs typeface="Times New Roman" panose="02020603050405020304" pitchFamily="18" charset="0"/>
              </a:rPr>
              <a:t>parazgjedhje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përfshin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komandat</a:t>
            </a:r>
            <a:r>
              <a:rPr lang="en-US" sz="2400" dirty="0">
                <a:latin typeface="Times New Roman" panose="02020603050405020304" pitchFamily="18" charset="0"/>
                <a:cs typeface="Times New Roman" panose="02020603050405020304" pitchFamily="18" charset="0"/>
              </a:rPr>
              <a:t> Save, Undo </a:t>
            </a:r>
            <a:r>
              <a:rPr lang="en-US" sz="2400" dirty="0" err="1">
                <a:latin typeface="Times New Roman" panose="02020603050405020304" pitchFamily="18" charset="0"/>
                <a:cs typeface="Times New Roman" panose="02020603050405020304" pitchFamily="18" charset="0"/>
              </a:rPr>
              <a:t>dhe</a:t>
            </a:r>
            <a:r>
              <a:rPr lang="en-US" sz="2400" dirty="0">
                <a:latin typeface="Times New Roman" panose="02020603050405020304" pitchFamily="18" charset="0"/>
                <a:cs typeface="Times New Roman" panose="02020603050405020304" pitchFamily="18" charset="0"/>
              </a:rPr>
              <a:t> Redo. </a:t>
            </a:r>
            <a:r>
              <a:rPr lang="en-US" sz="2400" dirty="0" err="1">
                <a:latin typeface="Times New Roman" panose="02020603050405020304" pitchFamily="18" charset="0"/>
                <a:cs typeface="Times New Roman" panose="02020603050405020304" pitchFamily="18" charset="0"/>
              </a:rPr>
              <a:t>Mund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shtoni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tjera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varësi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preferencës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suaj</a:t>
            </a:r>
            <a:endParaRPr lang="sq-XK"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7857" y="1690688"/>
            <a:ext cx="4719600" cy="4986747"/>
          </a:xfrm>
          <a:prstGeom prst="rect">
            <a:avLst/>
          </a:prstGeom>
        </p:spPr>
      </p:pic>
    </p:spTree>
    <p:extLst>
      <p:ext uri="{BB962C8B-B14F-4D97-AF65-F5344CB8AC3E}">
        <p14:creationId xmlns:p14="http://schemas.microsoft.com/office/powerpoint/2010/main" val="2893358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err="1">
                <a:latin typeface="Times New Roman" panose="02020603050405020304" pitchFamily="18" charset="0"/>
                <a:cs typeface="Times New Roman" panose="02020603050405020304" pitchFamily="18" charset="0"/>
              </a:rPr>
              <a:t>Shirit</a:t>
            </a:r>
            <a:r>
              <a:rPr lang="sq-AL" sz="3200" b="1" dirty="0">
                <a:latin typeface="Times New Roman" panose="02020603050405020304" pitchFamily="18" charset="0"/>
                <a:cs typeface="Times New Roman" panose="02020603050405020304" pitchFamily="18" charset="0"/>
              </a:rPr>
              <a:t>i i veglave</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Shirit</a:t>
            </a:r>
            <a:r>
              <a:rPr lang="sq-AL" sz="24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përmban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gjitha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që</a:t>
            </a:r>
            <a:r>
              <a:rPr lang="en-US" sz="2400" dirty="0">
                <a:latin typeface="Times New Roman" panose="02020603050405020304" pitchFamily="18" charset="0"/>
                <a:cs typeface="Times New Roman" panose="02020603050405020304" pitchFamily="18" charset="0"/>
              </a:rPr>
              <a:t> do </a:t>
            </a:r>
            <a:r>
              <a:rPr lang="en-US" sz="2400" dirty="0" err="1">
                <a:latin typeface="Times New Roman" panose="02020603050405020304" pitchFamily="18" charset="0"/>
                <a:cs typeface="Times New Roman" panose="02020603050405020304" pitchFamily="18" charset="0"/>
              </a:rPr>
              <a:t>t'ju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duhen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kryer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detyra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zakonshme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Word. </a:t>
            </a:r>
            <a:r>
              <a:rPr lang="en-US" sz="2400" dirty="0" err="1">
                <a:latin typeface="Times New Roman" panose="02020603050405020304" pitchFamily="18" charset="0"/>
                <a:cs typeface="Times New Roman" panose="02020603050405020304" pitchFamily="18" charset="0"/>
              </a:rPr>
              <a:t>Ka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shumë</a:t>
            </a:r>
            <a:r>
              <a:rPr lang="en-US" sz="2400" dirty="0">
                <a:latin typeface="Times New Roman" panose="02020603050405020304" pitchFamily="18" charset="0"/>
                <a:cs typeface="Times New Roman" panose="02020603050405020304" pitchFamily="18" charset="0"/>
              </a:rPr>
              <a:t> </a:t>
            </a:r>
            <a:r>
              <a:rPr lang="sq-AL" sz="2400" dirty="0">
                <a:latin typeface="Times New Roman" panose="02020603050405020304" pitchFamily="18" charset="0"/>
                <a:cs typeface="Times New Roman" panose="02020603050405020304" pitchFamily="18" charset="0"/>
              </a:rPr>
              <a:t>vegla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secila</a:t>
            </a:r>
            <a:r>
              <a:rPr lang="sq-AL"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a:t>
            </a:r>
            <a:r>
              <a:rPr lang="sq-AL" sz="2400" dirty="0">
                <a:latin typeface="Times New Roman" panose="02020603050405020304" pitchFamily="18" charset="0"/>
                <a:cs typeface="Times New Roman" panose="02020603050405020304" pitchFamily="18" charset="0"/>
              </a:rPr>
              <a:t> vendosur 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disa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grupe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komandash</a:t>
            </a:r>
            <a:r>
              <a:rPr lang="en-US" sz="2400" dirty="0">
                <a:latin typeface="Times New Roman" panose="02020603050405020304" pitchFamily="18" charset="0"/>
                <a:cs typeface="Times New Roman" panose="02020603050405020304" pitchFamily="18" charset="0"/>
              </a:rPr>
              <a:t>.</a:t>
            </a:r>
            <a:endParaRPr lang="sq-XK"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010600" y="1800129"/>
            <a:ext cx="8170799" cy="4300420"/>
          </a:xfrm>
          <a:prstGeom prst="rect">
            <a:avLst/>
          </a:prstGeom>
        </p:spPr>
      </p:pic>
    </p:spTree>
    <p:extLst>
      <p:ext uri="{BB962C8B-B14F-4D97-AF65-F5344CB8AC3E}">
        <p14:creationId xmlns:p14="http://schemas.microsoft.com/office/powerpoint/2010/main" val="3977877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113"/>
            <a:ext cx="10515600" cy="1325563"/>
          </a:xfrm>
        </p:spPr>
        <p:txBody>
          <a:bodyPr>
            <a:noAutofit/>
          </a:bodyPr>
          <a:lstStyle/>
          <a:p>
            <a:r>
              <a:rPr lang="en-US" sz="3600" b="1" dirty="0" err="1">
                <a:latin typeface="Times New Roman" panose="02020603050405020304" pitchFamily="18" charset="0"/>
                <a:cs typeface="Times New Roman" panose="02020603050405020304" pitchFamily="18" charset="0"/>
              </a:rPr>
              <a:t>Hyrja</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në</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llogari</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Nga </a:t>
            </a:r>
            <a:r>
              <a:rPr lang="en-US" sz="3200" dirty="0" err="1">
                <a:latin typeface="Times New Roman" panose="02020603050405020304" pitchFamily="18" charset="0"/>
                <a:cs typeface="Times New Roman" panose="02020603050405020304" pitchFamily="18" charset="0"/>
              </a:rPr>
              <a:t>këtu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ju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mund</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përdorni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informacionin</a:t>
            </a:r>
            <a:r>
              <a:rPr lang="en-US" sz="3200" dirty="0">
                <a:latin typeface="Times New Roman" panose="02020603050405020304" pitchFamily="18" charset="0"/>
                <a:cs typeface="Times New Roman" panose="02020603050405020304" pitchFamily="18" charset="0"/>
              </a:rPr>
              <a:t> e </a:t>
            </a:r>
            <a:r>
              <a:rPr lang="en-US" sz="3200" dirty="0" err="1">
                <a:latin typeface="Times New Roman" panose="02020603050405020304" pitchFamily="18" charset="0"/>
                <a:cs typeface="Times New Roman" panose="02020603050405020304" pitchFamily="18" charset="0"/>
              </a:rPr>
              <a:t>llogarisë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suaj</a:t>
            </a:r>
            <a:r>
              <a:rPr lang="en-US" sz="3200" dirty="0">
                <a:latin typeface="Times New Roman" panose="02020603050405020304" pitchFamily="18" charset="0"/>
                <a:cs typeface="Times New Roman" panose="02020603050405020304" pitchFamily="18" charset="0"/>
              </a:rPr>
              <a:t> Microsoft, të </a:t>
            </a:r>
            <a:r>
              <a:rPr lang="en-US" sz="3200" dirty="0" err="1">
                <a:latin typeface="Times New Roman" panose="02020603050405020304" pitchFamily="18" charset="0"/>
                <a:cs typeface="Times New Roman" panose="02020603050405020304" pitchFamily="18" charset="0"/>
              </a:rPr>
              <a:t>shihni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profilin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tuaj</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dhe</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ndërroni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llogari</a:t>
            </a:r>
            <a:r>
              <a:rPr lang="sq-AL" sz="3200" dirty="0">
                <a:latin typeface="Times New Roman" panose="02020603050405020304" pitchFamily="18" charset="0"/>
                <a:cs typeface="Times New Roman" panose="02020603050405020304" pitchFamily="18" charset="0"/>
              </a:rPr>
              <a:t>në</a:t>
            </a:r>
            <a:r>
              <a:rPr lang="en-US" sz="3200" dirty="0">
                <a:latin typeface="Times New Roman" panose="02020603050405020304" pitchFamily="18" charset="0"/>
                <a:cs typeface="Times New Roman" panose="02020603050405020304" pitchFamily="18" charset="0"/>
              </a:rPr>
              <a:t>.</a:t>
            </a:r>
            <a:endParaRPr lang="sq-XK" sz="3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1476232" y="1458676"/>
            <a:ext cx="9239536" cy="5194703"/>
          </a:xfrm>
          <a:prstGeom prst="rect">
            <a:avLst/>
          </a:prstGeom>
        </p:spPr>
      </p:pic>
      <p:cxnSp>
        <p:nvCxnSpPr>
          <p:cNvPr id="6" name="Straight Arrow Connector 5"/>
          <p:cNvCxnSpPr/>
          <p:nvPr/>
        </p:nvCxnSpPr>
        <p:spPr>
          <a:xfrm flipV="1">
            <a:off x="9376582" y="2210937"/>
            <a:ext cx="1105468" cy="450376"/>
          </a:xfrm>
          <a:prstGeom prst="straightConnector1">
            <a:avLst/>
          </a:prstGeom>
          <a:ln w="57150">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256109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sq-AL" sz="3200" b="1" dirty="0">
                <a:latin typeface="Times New Roman" panose="02020603050405020304" pitchFamily="18" charset="0"/>
                <a:cs typeface="Times New Roman" panose="02020603050405020304" pitchFamily="18" charset="0"/>
              </a:rPr>
              <a:t>Kufizimi</a:t>
            </a:r>
            <a:br>
              <a:rPr lang="en-US" sz="2400" dirty="0">
                <a:latin typeface="Times New Roman" panose="02020603050405020304" pitchFamily="18" charset="0"/>
                <a:cs typeface="Times New Roman" panose="02020603050405020304" pitchFamily="18" charset="0"/>
              </a:rPr>
            </a:br>
            <a:r>
              <a:rPr lang="sq-AL" sz="2400" dirty="0">
                <a:latin typeface="Times New Roman" panose="02020603050405020304" pitchFamily="18" charset="0"/>
                <a:cs typeface="Times New Roman" panose="02020603050405020304" pitchFamily="18" charset="0"/>
              </a:rPr>
              <a:t>Kufizues</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është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vendosur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krye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majtë</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dokumentit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tuaj</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Kjo</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bën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më</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lehtë</a:t>
            </a:r>
            <a:r>
              <a:rPr lang="en-US" sz="2400" dirty="0">
                <a:latin typeface="Times New Roman" panose="02020603050405020304" pitchFamily="18" charset="0"/>
                <a:cs typeface="Times New Roman" panose="02020603050405020304" pitchFamily="18" charset="0"/>
              </a:rPr>
              <a:t> p</a:t>
            </a:r>
            <a:r>
              <a:rPr lang="sq-AL" sz="2400" dirty="0">
                <a:latin typeface="Times New Roman" panose="02020603050405020304" pitchFamily="18" charset="0"/>
                <a:cs typeface="Times New Roman" panose="02020603050405020304" pitchFamily="18" charset="0"/>
              </a:rPr>
              <a:t>unën për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rregullim</a:t>
            </a:r>
            <a:r>
              <a:rPr lang="sq-AL" sz="2400" dirty="0">
                <a:latin typeface="Times New Roman" panose="02020603050405020304" pitchFamily="18" charset="0"/>
                <a:cs typeface="Times New Roman" panose="02020603050405020304" pitchFamily="18" charset="0"/>
              </a:rPr>
              <a:t>in</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shtrirjes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distancës</a:t>
            </a:r>
            <a:r>
              <a:rPr lang="en-US" sz="2400" dirty="0">
                <a:latin typeface="Times New Roman" panose="02020603050405020304" pitchFamily="18" charset="0"/>
                <a:cs typeface="Times New Roman" panose="02020603050405020304" pitchFamily="18" charset="0"/>
              </a:rPr>
              <a:t>.</a:t>
            </a:r>
            <a:endParaRPr lang="sq-XK"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415654" y="1746818"/>
            <a:ext cx="6864824" cy="4718237"/>
          </a:xfrm>
          <a:prstGeom prst="rect">
            <a:avLst/>
          </a:prstGeom>
          <a:ln>
            <a:solidFill>
              <a:schemeClr val="accent1">
                <a:lumMod val="75000"/>
              </a:schemeClr>
            </a:solidFill>
          </a:ln>
        </p:spPr>
      </p:pic>
    </p:spTree>
    <p:extLst>
      <p:ext uri="{BB962C8B-B14F-4D97-AF65-F5344CB8AC3E}">
        <p14:creationId xmlns:p14="http://schemas.microsoft.com/office/powerpoint/2010/main" val="1329350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treguar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ose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fshehur</a:t>
            </a:r>
            <a:r>
              <a:rPr lang="en-US" sz="2800" dirty="0">
                <a:latin typeface="Times New Roman" panose="02020603050405020304" pitchFamily="18" charset="0"/>
                <a:cs typeface="Times New Roman" panose="02020603050405020304" pitchFamily="18" charset="0"/>
              </a:rPr>
              <a:t> </a:t>
            </a:r>
            <a:r>
              <a:rPr lang="sq-AL" sz="2800" dirty="0">
                <a:latin typeface="Times New Roman" panose="02020603050405020304" pitchFamily="18" charset="0"/>
                <a:cs typeface="Times New Roman" panose="02020603050405020304" pitchFamily="18" charset="0"/>
              </a:rPr>
              <a:t>kufizu</a:t>
            </a:r>
            <a:r>
              <a:rPr lang="en-US" sz="2800" dirty="0" err="1">
                <a:latin typeface="Times New Roman" panose="02020603050405020304" pitchFamily="18" charset="0"/>
                <a:cs typeface="Times New Roman" panose="02020603050405020304" pitchFamily="18" charset="0"/>
              </a:rPr>
              <a:t>esin</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Klikoni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skedën</a:t>
            </a:r>
            <a:r>
              <a:rPr lang="en-US" sz="2800" dirty="0">
                <a:latin typeface="Times New Roman" panose="02020603050405020304" pitchFamily="18" charset="0"/>
                <a:cs typeface="Times New Roman" panose="02020603050405020304" pitchFamily="18" charset="0"/>
              </a:rPr>
              <a:t> View.</a:t>
            </a:r>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Klikoni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kutinë</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zgjedhjes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pranë</a:t>
            </a:r>
            <a:r>
              <a:rPr lang="en-US" sz="2800" dirty="0">
                <a:latin typeface="Times New Roman" panose="02020603050405020304" pitchFamily="18" charset="0"/>
                <a:cs typeface="Times New Roman" panose="02020603050405020304" pitchFamily="18" charset="0"/>
              </a:rPr>
              <a:t> </a:t>
            </a:r>
            <a:r>
              <a:rPr lang="sq-AL" sz="2800" dirty="0">
                <a:latin typeface="Times New Roman" panose="02020603050405020304" pitchFamily="18" charset="0"/>
                <a:cs typeface="Times New Roman" panose="02020603050405020304" pitchFamily="18" charset="0"/>
              </a:rPr>
              <a:t>Kufizuesit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treguar</a:t>
            </a:r>
            <a:r>
              <a:rPr lang="sq-AL" sz="2800" dirty="0">
                <a:latin typeface="Times New Roman" panose="02020603050405020304" pitchFamily="18" charset="0"/>
                <a:cs typeface="Times New Roman" panose="02020603050405020304" pitchFamily="18" charset="0"/>
              </a:rPr>
              <a:t> ose fshehur</a:t>
            </a:r>
            <a:r>
              <a:rPr lang="en-US" sz="2800" dirty="0">
                <a:latin typeface="Times New Roman" panose="02020603050405020304" pitchFamily="18" charset="0"/>
                <a:cs typeface="Times New Roman" panose="02020603050405020304" pitchFamily="18" charset="0"/>
              </a:rPr>
              <a:t> </a:t>
            </a:r>
            <a:r>
              <a:rPr lang="sq-AL" sz="2800" dirty="0">
                <a:latin typeface="Times New Roman" panose="02020603050405020304" pitchFamily="18" charset="0"/>
                <a:cs typeface="Times New Roman" panose="02020603050405020304" pitchFamily="18" charset="0"/>
              </a:rPr>
              <a:t>kufizues</a:t>
            </a:r>
            <a:r>
              <a:rPr lang="en-US" sz="2800" dirty="0">
                <a:latin typeface="Times New Roman" panose="02020603050405020304" pitchFamily="18" charset="0"/>
                <a:cs typeface="Times New Roman" panose="02020603050405020304" pitchFamily="18" charset="0"/>
              </a:rPr>
              <a:t>in.</a:t>
            </a:r>
            <a:endParaRPr lang="sq-XK"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262873" y="2714624"/>
            <a:ext cx="9150369" cy="2680772"/>
          </a:xfrm>
          <a:prstGeom prst="rect">
            <a:avLst/>
          </a:prstGeom>
        </p:spPr>
      </p:pic>
    </p:spTree>
    <p:extLst>
      <p:ext uri="{BB962C8B-B14F-4D97-AF65-F5344CB8AC3E}">
        <p14:creationId xmlns:p14="http://schemas.microsoft.com/office/powerpoint/2010/main" val="3263832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err="1">
                <a:latin typeface="Times New Roman" panose="02020603050405020304" pitchFamily="18" charset="0"/>
                <a:cs typeface="Times New Roman" panose="02020603050405020304" pitchFamily="18" charset="0"/>
              </a:rPr>
              <a:t>Grup</a:t>
            </a:r>
            <a:r>
              <a:rPr lang="sq-AL" sz="3100" b="1" dirty="0">
                <a:latin typeface="Times New Roman" panose="02020603050405020304" pitchFamily="18" charset="0"/>
                <a:cs typeface="Times New Roman" panose="02020603050405020304" pitchFamily="18" charset="0"/>
              </a:rPr>
              <a:t>et e</a:t>
            </a:r>
            <a:r>
              <a:rPr lang="en-US" sz="3100" b="1" dirty="0">
                <a:latin typeface="Times New Roman" panose="02020603050405020304" pitchFamily="18" charset="0"/>
                <a:cs typeface="Times New Roman" panose="02020603050405020304" pitchFamily="18" charset="0"/>
              </a:rPr>
              <a:t> </a:t>
            </a:r>
            <a:r>
              <a:rPr lang="en-US" sz="3100" b="1" dirty="0" err="1">
                <a:latin typeface="Times New Roman" panose="02020603050405020304" pitchFamily="18" charset="0"/>
                <a:cs typeface="Times New Roman" panose="02020603050405020304" pitchFamily="18" charset="0"/>
              </a:rPr>
              <a:t>komand</a:t>
            </a:r>
            <a:r>
              <a:rPr lang="sq-AL" sz="3100" b="1" dirty="0">
                <a:latin typeface="Times New Roman" panose="02020603050405020304" pitchFamily="18" charset="0"/>
                <a:cs typeface="Times New Roman" panose="02020603050405020304" pitchFamily="18" charset="0"/>
              </a:rPr>
              <a:t>ave</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Secili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grup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përmban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një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komandash</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ndryshme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Thjesht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klikoni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çdo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a:t>
            </a:r>
            <a:r>
              <a:rPr lang="en-US" sz="2400" dirty="0">
                <a:latin typeface="Times New Roman" panose="02020603050405020304" pitchFamily="18" charset="0"/>
                <a:cs typeface="Times New Roman" panose="02020603050405020304" pitchFamily="18" charset="0"/>
              </a:rPr>
              <a:t> ta </a:t>
            </a:r>
            <a:r>
              <a:rPr lang="en-US" sz="2400" dirty="0" err="1">
                <a:latin typeface="Times New Roman" panose="02020603050405020304" pitchFamily="18" charset="0"/>
                <a:cs typeface="Times New Roman" panose="02020603050405020304" pitchFamily="18" charset="0"/>
              </a:rPr>
              <a:t>zbatuar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Disa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grupe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gjithashtu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kanë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një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shigjetë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këndin</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poshtëm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djathtas</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cilin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mund</a:t>
            </a:r>
            <a:r>
              <a:rPr lang="en-US" sz="2400" dirty="0">
                <a:latin typeface="Times New Roman" panose="02020603050405020304" pitchFamily="18" charset="0"/>
                <a:cs typeface="Times New Roman" panose="02020603050405020304" pitchFamily="18" charset="0"/>
              </a:rPr>
              <a:t> ta </a:t>
            </a:r>
            <a:r>
              <a:rPr lang="en-US" sz="2400" dirty="0" err="1">
                <a:latin typeface="Times New Roman" panose="02020603050405020304" pitchFamily="18" charset="0"/>
                <a:cs typeface="Times New Roman" panose="02020603050405020304" pitchFamily="18" charset="0"/>
              </a:rPr>
              <a:t>klikoni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parë</a:t>
            </a:r>
            <a:r>
              <a:rPr lang="en-US" sz="2400" dirty="0">
                <a:latin typeface="Times New Roman" panose="02020603050405020304" pitchFamily="18" charset="0"/>
                <a:cs typeface="Times New Roman" panose="02020603050405020304" pitchFamily="18" charset="0"/>
              </a:rPr>
              <a:t> edhe </a:t>
            </a:r>
            <a:r>
              <a:rPr lang="en-US" sz="2400" dirty="0" err="1">
                <a:latin typeface="Times New Roman" panose="02020603050405020304" pitchFamily="18" charset="0"/>
                <a:cs typeface="Times New Roman" panose="02020603050405020304" pitchFamily="18" charset="0"/>
              </a:rPr>
              <a:t>më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shumë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a:t>
            </a:r>
            <a:r>
              <a:rPr lang="en-US" sz="2400" dirty="0">
                <a:latin typeface="Times New Roman" panose="02020603050405020304" pitchFamily="18" charset="0"/>
                <a:cs typeface="Times New Roman" panose="02020603050405020304" pitchFamily="18" charset="0"/>
              </a:rPr>
              <a:t>.</a:t>
            </a:r>
            <a:endParaRPr lang="sq-XK"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740781" y="1881826"/>
            <a:ext cx="8710437" cy="4737771"/>
          </a:xfrm>
          <a:prstGeom prst="rect">
            <a:avLst/>
          </a:prstGeom>
        </p:spPr>
      </p:pic>
    </p:spTree>
    <p:extLst>
      <p:ext uri="{BB962C8B-B14F-4D97-AF65-F5344CB8AC3E}">
        <p14:creationId xmlns:p14="http://schemas.microsoft.com/office/powerpoint/2010/main" val="300571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818" y="108466"/>
            <a:ext cx="10515600" cy="1325563"/>
          </a:xfrm>
        </p:spPr>
        <p:txBody>
          <a:bodyPr>
            <a:normAutofit/>
          </a:bodyPr>
          <a:lstStyle/>
          <a:p>
            <a:r>
              <a:rPr lang="en-US" sz="3200" b="1" dirty="0" err="1">
                <a:latin typeface="Times New Roman" panose="02020603050405020304" pitchFamily="18" charset="0"/>
                <a:cs typeface="Times New Roman" panose="02020603050405020304" pitchFamily="18" charset="0"/>
              </a:rPr>
              <a:t>Shiriti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lëvizjes</a:t>
            </a:r>
            <a:r>
              <a:rPr lang="sq-AL" sz="3200" b="1" dirty="0">
                <a:latin typeface="Times New Roman" panose="02020603050405020304" pitchFamily="18" charset="0"/>
                <a:cs typeface="Times New Roman" panose="02020603050405020304" pitchFamily="18" charset="0"/>
              </a:rPr>
              <a:t> (Rrëshqitës)</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Klikoni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mbani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tërhiqni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shiritin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lëvizës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lëvizur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lart</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poshtë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nëpër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faqet</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dokumentit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tuaj</a:t>
            </a:r>
            <a:r>
              <a:rPr lang="en-US" sz="2400" dirty="0">
                <a:latin typeface="Times New Roman" panose="02020603050405020304" pitchFamily="18" charset="0"/>
                <a:cs typeface="Times New Roman" panose="02020603050405020304" pitchFamily="18" charset="0"/>
              </a:rPr>
              <a:t>.</a:t>
            </a:r>
            <a:endParaRPr lang="sq-XK"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255593" y="1353816"/>
            <a:ext cx="9645555" cy="542297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3201" y="3117174"/>
            <a:ext cx="800212" cy="2896004"/>
          </a:xfrm>
          <a:prstGeom prst="rect">
            <a:avLst/>
          </a:prstGeom>
        </p:spPr>
      </p:pic>
      <p:cxnSp>
        <p:nvCxnSpPr>
          <p:cNvPr id="10" name="Straight Arrow Connector 9"/>
          <p:cNvCxnSpPr/>
          <p:nvPr/>
        </p:nvCxnSpPr>
        <p:spPr>
          <a:xfrm flipH="1">
            <a:off x="9908275" y="3794078"/>
            <a:ext cx="678636" cy="109182"/>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540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431" y="185546"/>
            <a:ext cx="10836322" cy="1325563"/>
          </a:xfrm>
        </p:spPr>
        <p:txBody>
          <a:bodyPr>
            <a:noAutofit/>
          </a:bodyPr>
          <a:lstStyle/>
          <a:p>
            <a:r>
              <a:rPr lang="en-US" sz="3200" b="1" dirty="0" err="1">
                <a:latin typeface="Times New Roman" panose="02020603050405020304" pitchFamily="18" charset="0"/>
                <a:cs typeface="Times New Roman" panose="02020603050405020304" pitchFamily="18" charset="0"/>
              </a:rPr>
              <a:t>Treguesi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Numrit</a:t>
            </a:r>
            <a:r>
              <a:rPr lang="en-US" sz="3200" b="1" dirty="0">
                <a:latin typeface="Times New Roman" panose="02020603050405020304" pitchFamily="18" charset="0"/>
                <a:cs typeface="Times New Roman" panose="02020603050405020304" pitchFamily="18" charset="0"/>
              </a:rPr>
              <a:t> të </a:t>
            </a:r>
            <a:r>
              <a:rPr lang="en-US" sz="3200" b="1" dirty="0" err="1">
                <a:latin typeface="Times New Roman" panose="02020603050405020304" pitchFamily="18" charset="0"/>
                <a:cs typeface="Times New Roman" panose="02020603050405020304" pitchFamily="18" charset="0"/>
              </a:rPr>
              <a:t>Faqes</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Treguesi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numrit</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faqes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ndihmon</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mbani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gjurmët</a:t>
            </a:r>
            <a:r>
              <a:rPr lang="en-US" sz="2000" dirty="0">
                <a:latin typeface="Times New Roman" panose="02020603050405020304" pitchFamily="18" charset="0"/>
                <a:cs typeface="Times New Roman" panose="02020603050405020304" pitchFamily="18" charset="0"/>
              </a:rPr>
              <a:t> e </a:t>
            </a:r>
            <a:r>
              <a:rPr lang="en-US" sz="2000" dirty="0" err="1">
                <a:latin typeface="Times New Roman" panose="02020603050405020304" pitchFamily="18" charset="0"/>
                <a:cs typeface="Times New Roman" panose="02020603050405020304" pitchFamily="18" charset="0"/>
              </a:rPr>
              <a:t>numrit</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faqeve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përmban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dokumenti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juaj</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Klikoni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treguesin</a:t>
            </a:r>
            <a:r>
              <a:rPr lang="en-US" sz="2000" dirty="0">
                <a:latin typeface="Times New Roman" panose="02020603050405020304" pitchFamily="18" charset="0"/>
                <a:cs typeface="Times New Roman" panose="02020603050405020304" pitchFamily="18" charset="0"/>
              </a:rPr>
              <a:t> e </a:t>
            </a:r>
            <a:r>
              <a:rPr lang="en-US" sz="2000" dirty="0" err="1">
                <a:latin typeface="Times New Roman" panose="02020603050405020304" pitchFamily="18" charset="0"/>
                <a:cs typeface="Times New Roman" panose="02020603050405020304" pitchFamily="18" charset="0"/>
              </a:rPr>
              <a:t>numrit</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faqes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për</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hapur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panelin</a:t>
            </a:r>
            <a:r>
              <a:rPr lang="en-US" sz="2000" dirty="0">
                <a:latin typeface="Times New Roman" panose="02020603050405020304" pitchFamily="18" charset="0"/>
                <a:cs typeface="Times New Roman" panose="02020603050405020304" pitchFamily="18" charset="0"/>
              </a:rPr>
              <a:t> e </a:t>
            </a:r>
            <a:r>
              <a:rPr lang="en-US" sz="2000" dirty="0" err="1">
                <a:latin typeface="Times New Roman" panose="02020603050405020304" pitchFamily="18" charset="0"/>
                <a:cs typeface="Times New Roman" panose="02020603050405020304" pitchFamily="18" charset="0"/>
              </a:rPr>
              <a:t>kërkimit</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dokumentit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Këtu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mund</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kërkoni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dokumentin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tuaj</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sipas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titujve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ose</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lëvizni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shpejt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nëpër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faqet</a:t>
            </a:r>
            <a:r>
              <a:rPr lang="en-US" sz="2000" dirty="0">
                <a:latin typeface="Times New Roman" panose="02020603050405020304" pitchFamily="18" charset="0"/>
                <a:cs typeface="Times New Roman" panose="02020603050405020304" pitchFamily="18" charset="0"/>
              </a:rPr>
              <a:t> e </a:t>
            </a:r>
            <a:r>
              <a:rPr lang="en-US" sz="2000" dirty="0" err="1">
                <a:latin typeface="Times New Roman" panose="02020603050405020304" pitchFamily="18" charset="0"/>
                <a:cs typeface="Times New Roman" panose="02020603050405020304" pitchFamily="18" charset="0"/>
              </a:rPr>
              <a:t>tij</a:t>
            </a:r>
            <a:r>
              <a:rPr lang="en-US" sz="2000" dirty="0">
                <a:latin typeface="Times New Roman" panose="02020603050405020304" pitchFamily="18" charset="0"/>
                <a:cs typeface="Times New Roman" panose="02020603050405020304" pitchFamily="18" charset="0"/>
              </a:rPr>
              <a:t>.</a:t>
            </a:r>
            <a:endParaRPr lang="sq-XK"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222612" y="1815152"/>
            <a:ext cx="9913961" cy="5436958"/>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3437" y="2423238"/>
            <a:ext cx="2514951" cy="4096322"/>
          </a:xfrm>
          <a:prstGeom prst="rect">
            <a:avLst/>
          </a:prstGeom>
        </p:spPr>
      </p:pic>
      <p:cxnSp>
        <p:nvCxnSpPr>
          <p:cNvPr id="6" name="Straight Arrow Connector 5"/>
          <p:cNvCxnSpPr/>
          <p:nvPr/>
        </p:nvCxnSpPr>
        <p:spPr>
          <a:xfrm flipV="1">
            <a:off x="1501254" y="5991367"/>
            <a:ext cx="477671" cy="866633"/>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408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37EB84-D845-4775-BF8E-FBB787862DE6}"/>
              </a:ext>
            </a:extLst>
          </p:cNvPr>
          <p:cNvSpPr txBox="1"/>
          <p:nvPr/>
        </p:nvSpPr>
        <p:spPr>
          <a:xfrm>
            <a:off x="182880" y="0"/>
            <a:ext cx="12009120" cy="5447645"/>
          </a:xfrm>
          <a:prstGeom prst="rect">
            <a:avLst/>
          </a:prstGeom>
          <a:noFill/>
        </p:spPr>
        <p:txBody>
          <a:bodyPr wrap="square">
            <a:spAutoFit/>
          </a:bodyPr>
          <a:lstStyle/>
          <a:p>
            <a:endParaRPr lang="sq-AL" sz="2400"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KONTROLLIMI I DREJTSHKRIMIT DHE GRAMATIKËS</a:t>
            </a:r>
            <a:endParaRPr lang="sq-AL" sz="2400" b="1"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Në</a:t>
            </a:r>
            <a:r>
              <a:rPr lang="en-US" sz="2000" dirty="0">
                <a:latin typeface="Times New Roman" panose="02020603050405020304" pitchFamily="18" charset="0"/>
                <a:cs typeface="Times New Roman" panose="02020603050405020304" pitchFamily="18" charset="0"/>
              </a:rPr>
              <a:t> Microsoft Word, </a:t>
            </a:r>
            <a:r>
              <a:rPr lang="en-US" sz="2000" dirty="0" err="1">
                <a:latin typeface="Times New Roman" panose="02020603050405020304" pitchFamily="18" charset="0"/>
                <a:cs typeface="Times New Roman" panose="02020603050405020304" pitchFamily="18" charset="0"/>
              </a:rPr>
              <a:t>kontrollimi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drejtshkrimit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dhe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gramatikës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bëhet</a:t>
            </a:r>
            <a:r>
              <a:rPr lang="en-US" sz="2000" dirty="0">
                <a:latin typeface="Times New Roman" panose="02020603050405020304" pitchFamily="18" charset="0"/>
                <a:cs typeface="Times New Roman" panose="02020603050405020304" pitchFamily="18" charset="0"/>
              </a:rPr>
              <a:t> me </a:t>
            </a:r>
            <a:r>
              <a:rPr lang="en-US" sz="2000" dirty="0" err="1">
                <a:latin typeface="Times New Roman" panose="02020603050405020304" pitchFamily="18" charset="0"/>
                <a:cs typeface="Times New Roman" panose="02020603050405020304" pitchFamily="18" charset="0"/>
              </a:rPr>
              <a:t>disa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hapa</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thjeshtë</a:t>
            </a:r>
            <a:r>
              <a:rPr lang="en-US" sz="2000" dirty="0">
                <a:latin typeface="Times New Roman" panose="02020603050405020304" pitchFamily="18" charset="0"/>
                <a:cs typeface="Times New Roman" panose="02020603050405020304" pitchFamily="18" charset="0"/>
              </a:rPr>
              <a:t>:</a:t>
            </a:r>
            <a:endParaRPr lang="sq-AL"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  </a:t>
            </a:r>
            <a:r>
              <a:rPr lang="en-US" sz="2000" dirty="0" err="1">
                <a:latin typeface="Times New Roman" panose="02020603050405020304" pitchFamily="18" charset="0"/>
                <a:cs typeface="Times New Roman" panose="02020603050405020304" pitchFamily="18" charset="0"/>
              </a:rPr>
              <a:t>Aktivizimi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kontrollit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automatik</a:t>
            </a:r>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Hyni</a:t>
            </a:r>
            <a:r>
              <a:rPr lang="en-US" sz="2000" dirty="0">
                <a:latin typeface="Times New Roman" panose="02020603050405020304" pitchFamily="18" charset="0"/>
                <a:cs typeface="Times New Roman" panose="02020603050405020304" pitchFamily="18" charset="0"/>
              </a:rPr>
              <a:t> te  File  &gt;  Options  &gt;  Proofing .</a:t>
            </a:r>
          </a:p>
          <a:p>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Sigurohuni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kutizat</a:t>
            </a:r>
            <a:r>
              <a:rPr lang="en-US" sz="2000" dirty="0">
                <a:latin typeface="Times New Roman" panose="02020603050405020304" pitchFamily="18" charset="0"/>
                <a:cs typeface="Times New Roman" panose="02020603050405020304" pitchFamily="18" charset="0"/>
              </a:rPr>
              <a:t> “Check spelling as you type” (</a:t>
            </a:r>
            <a:r>
              <a:rPr lang="en-US" sz="2000" dirty="0" err="1">
                <a:latin typeface="Times New Roman" panose="02020603050405020304" pitchFamily="18" charset="0"/>
                <a:cs typeface="Times New Roman" panose="02020603050405020304" pitchFamily="18" charset="0"/>
              </a:rPr>
              <a:t>Kontrollo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drejtshkrimin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gjatë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shkrimit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dhe</a:t>
            </a:r>
            <a:r>
              <a:rPr lang="en-US" sz="2000" dirty="0">
                <a:latin typeface="Times New Roman" panose="02020603050405020304" pitchFamily="18" charset="0"/>
                <a:cs typeface="Times New Roman" panose="02020603050405020304" pitchFamily="18" charset="0"/>
              </a:rPr>
              <a:t> “Mark grammar errors as you type” (</a:t>
            </a:r>
            <a:r>
              <a:rPr lang="en-US" sz="2000" dirty="0" err="1">
                <a:latin typeface="Times New Roman" panose="02020603050405020304" pitchFamily="18" charset="0"/>
                <a:cs typeface="Times New Roman" panose="02020603050405020304" pitchFamily="18" charset="0"/>
              </a:rPr>
              <a:t>Shëno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gabimet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gramatikore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gjatë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shkrimit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janë</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shënuara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Kjo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lejon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gabimet</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theksohen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automatikisht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ndërsa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shkruani</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2.  </a:t>
            </a:r>
            <a:r>
              <a:rPr lang="en-US" sz="2000" dirty="0" err="1">
                <a:latin typeface="Times New Roman" panose="02020603050405020304" pitchFamily="18" charset="0"/>
                <a:cs typeface="Times New Roman" panose="02020603050405020304" pitchFamily="18" charset="0"/>
              </a:rPr>
              <a:t>Kontrolli</a:t>
            </a:r>
            <a:r>
              <a:rPr lang="en-US" sz="2000" dirty="0">
                <a:latin typeface="Times New Roman" panose="02020603050405020304" pitchFamily="18" charset="0"/>
                <a:cs typeface="Times New Roman" panose="02020603050405020304" pitchFamily="18" charset="0"/>
              </a:rPr>
              <a:t> manual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dokumentit</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Shkoni</a:t>
            </a:r>
            <a:r>
              <a:rPr lang="en-US" sz="2000" dirty="0">
                <a:latin typeface="Times New Roman" panose="02020603050405020304" pitchFamily="18" charset="0"/>
                <a:cs typeface="Times New Roman" panose="02020603050405020304" pitchFamily="18" charset="0"/>
              </a:rPr>
              <a:t> te  Review  &gt;  Spelling &amp; Grammar  (</a:t>
            </a:r>
            <a:r>
              <a:rPr lang="en-US" sz="2000" dirty="0" err="1">
                <a:latin typeface="Times New Roman" panose="02020603050405020304" pitchFamily="18" charset="0"/>
                <a:cs typeface="Times New Roman" panose="02020603050405020304" pitchFamily="18" charset="0"/>
              </a:rPr>
              <a:t>Drejtshkrimi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dhe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Gramatika</a:t>
            </a:r>
            <a:r>
              <a:rPr lang="en-US" sz="2000" dirty="0">
                <a:latin typeface="Times New Roman" panose="02020603050405020304" pitchFamily="18" charset="0"/>
                <a:cs typeface="Times New Roman" panose="02020603050405020304" pitchFamily="18" charset="0"/>
              </a:rPr>
              <a:t>). Word do të </a:t>
            </a:r>
            <a:r>
              <a:rPr lang="en-US" sz="2000" dirty="0" err="1">
                <a:latin typeface="Times New Roman" panose="02020603050405020304" pitchFamily="18" charset="0"/>
                <a:cs typeface="Times New Roman" panose="02020603050405020304" pitchFamily="18" charset="0"/>
              </a:rPr>
              <a:t>nisë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një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kontroll</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plotë</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dokumentit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dhe</a:t>
            </a:r>
            <a:r>
              <a:rPr lang="en-US" sz="2000" dirty="0">
                <a:latin typeface="Times New Roman" panose="02020603050405020304" pitchFamily="18" charset="0"/>
                <a:cs typeface="Times New Roman" panose="02020603050405020304" pitchFamily="18" charset="0"/>
              </a:rPr>
              <a:t> do </a:t>
            </a:r>
            <a:r>
              <a:rPr lang="en-US" sz="2000" dirty="0" err="1">
                <a:latin typeface="Times New Roman" panose="02020603050405020304" pitchFamily="18" charset="0"/>
                <a:cs typeface="Times New Roman" panose="02020603050405020304" pitchFamily="18" charset="0"/>
              </a:rPr>
              <a:t>t'ju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sugjerojë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korrigjime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për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gabimet</a:t>
            </a:r>
            <a:r>
              <a:rPr lang="en-US" sz="2000" dirty="0">
                <a:latin typeface="Times New Roman" panose="02020603050405020304" pitchFamily="18" charset="0"/>
                <a:cs typeface="Times New Roman" panose="02020603050405020304" pitchFamily="18" charset="0"/>
              </a:rPr>
              <a:t> e </a:t>
            </a:r>
            <a:r>
              <a:rPr lang="en-US" sz="2000" dirty="0" err="1">
                <a:latin typeface="Times New Roman" panose="02020603050405020304" pitchFamily="18" charset="0"/>
                <a:cs typeface="Times New Roman" panose="02020603050405020304" pitchFamily="18" charset="0"/>
              </a:rPr>
              <a:t>mundshme</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3.  </a:t>
            </a:r>
            <a:r>
              <a:rPr lang="en-US" sz="2000" dirty="0" err="1">
                <a:latin typeface="Times New Roman" panose="02020603050405020304" pitchFamily="18" charset="0"/>
                <a:cs typeface="Times New Roman" panose="02020603050405020304" pitchFamily="18" charset="0"/>
              </a:rPr>
              <a:t>Përdorimi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Editor  (</a:t>
            </a:r>
            <a:r>
              <a:rPr lang="en-US" sz="2000" dirty="0" err="1">
                <a:latin typeface="Times New Roman" panose="02020603050405020304" pitchFamily="18" charset="0"/>
                <a:cs typeface="Times New Roman" panose="02020603050405020304" pitchFamily="18" charset="0"/>
              </a:rPr>
              <a:t>Redaktuesit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në</a:t>
            </a:r>
            <a:r>
              <a:rPr lang="en-US" sz="2000" dirty="0">
                <a:latin typeface="Times New Roman" panose="02020603050405020304" pitchFamily="18" charset="0"/>
                <a:cs typeface="Times New Roman" panose="02020603050405020304" pitchFamily="18" charset="0"/>
              </a:rPr>
              <a:t> Word të </a:t>
            </a:r>
            <a:r>
              <a:rPr lang="en-US" sz="2000" dirty="0" err="1">
                <a:latin typeface="Times New Roman" panose="02020603050405020304" pitchFamily="18" charset="0"/>
                <a:cs typeface="Times New Roman" panose="02020603050405020304" pitchFamily="18" charset="0"/>
              </a:rPr>
              <a:t>versioneve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më</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reja</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Nëse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keni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një</a:t>
            </a:r>
            <a:r>
              <a:rPr lang="en-US" sz="2000" dirty="0">
                <a:latin typeface="Times New Roman" panose="02020603050405020304" pitchFamily="18" charset="0"/>
                <a:cs typeface="Times New Roman" panose="02020603050405020304" pitchFamily="18" charset="0"/>
              </a:rPr>
              <a:t> version të </a:t>
            </a:r>
            <a:r>
              <a:rPr lang="en-US" sz="2000" dirty="0" err="1">
                <a:latin typeface="Times New Roman" panose="02020603050405020304" pitchFamily="18" charset="0"/>
                <a:cs typeface="Times New Roman" panose="02020603050405020304" pitchFamily="18" charset="0"/>
              </a:rPr>
              <a:t>fundit</a:t>
            </a:r>
            <a:r>
              <a:rPr lang="en-US" sz="2000" dirty="0">
                <a:latin typeface="Times New Roman" panose="02020603050405020304" pitchFamily="18" charset="0"/>
                <a:cs typeface="Times New Roman" panose="02020603050405020304" pitchFamily="18" charset="0"/>
              </a:rPr>
              <a:t> të Word, </a:t>
            </a:r>
            <a:r>
              <a:rPr lang="en-US" sz="2000" dirty="0" err="1">
                <a:latin typeface="Times New Roman" panose="02020603050405020304" pitchFamily="18" charset="0"/>
                <a:cs typeface="Times New Roman" panose="02020603050405020304" pitchFamily="18" charset="0"/>
              </a:rPr>
              <a:t>shkoni</a:t>
            </a:r>
            <a:r>
              <a:rPr lang="en-US" sz="2000" dirty="0">
                <a:latin typeface="Times New Roman" panose="02020603050405020304" pitchFamily="18" charset="0"/>
                <a:cs typeface="Times New Roman" panose="02020603050405020304" pitchFamily="18" charset="0"/>
              </a:rPr>
              <a:t> te  Review  &gt;  Editor . Ky </a:t>
            </a:r>
            <a:r>
              <a:rPr lang="en-US" sz="2000" dirty="0" err="1">
                <a:latin typeface="Times New Roman" panose="02020603050405020304" pitchFamily="18" charset="0"/>
                <a:cs typeface="Times New Roman" panose="02020603050405020304" pitchFamily="18" charset="0"/>
              </a:rPr>
              <a:t>mjet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ndihmon</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përmirësoni</a:t>
            </a:r>
            <a:r>
              <a:rPr lang="en-US" sz="2000" dirty="0">
                <a:latin typeface="Times New Roman" panose="02020603050405020304" pitchFamily="18" charset="0"/>
                <a:cs typeface="Times New Roman" panose="02020603050405020304" pitchFamily="18" charset="0"/>
              </a:rPr>
              <a:t> jo </a:t>
            </a:r>
            <a:r>
              <a:rPr lang="en-US" sz="2000" dirty="0" err="1">
                <a:latin typeface="Times New Roman" panose="02020603050405020304" pitchFamily="18" charset="0"/>
                <a:cs typeface="Times New Roman" panose="02020603050405020304" pitchFamily="18" charset="0"/>
              </a:rPr>
              <a:t>vetëm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drejtshkrimin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dhe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gramatikën</a:t>
            </a:r>
            <a:r>
              <a:rPr lang="en-US" sz="2000" dirty="0">
                <a:latin typeface="Times New Roman" panose="02020603050405020304" pitchFamily="18" charset="0"/>
                <a:cs typeface="Times New Roman" panose="02020603050405020304" pitchFamily="18" charset="0"/>
              </a:rPr>
              <a:t>, por edhe </a:t>
            </a:r>
            <a:r>
              <a:rPr lang="en-US" sz="2000" dirty="0" err="1">
                <a:latin typeface="Times New Roman" panose="02020603050405020304" pitchFamily="18" charset="0"/>
                <a:cs typeface="Times New Roman" panose="02020603050405020304" pitchFamily="18" charset="0"/>
              </a:rPr>
              <a:t>stilin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dhe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qartësinë</a:t>
            </a:r>
            <a:r>
              <a:rPr lang="en-US" sz="2000" dirty="0">
                <a:latin typeface="Times New Roman" panose="02020603050405020304" pitchFamily="18" charset="0"/>
                <a:cs typeface="Times New Roman" panose="02020603050405020304" pitchFamily="18" charset="0"/>
              </a:rPr>
              <a:t> e </a:t>
            </a:r>
            <a:r>
              <a:rPr lang="en-US" sz="2000" dirty="0" err="1">
                <a:latin typeface="Times New Roman" panose="02020603050405020304" pitchFamily="18" charset="0"/>
                <a:cs typeface="Times New Roman" panose="02020603050405020304" pitchFamily="18" charset="0"/>
              </a:rPr>
              <a:t>shkrimit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tuaj</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4.  </a:t>
            </a:r>
            <a:r>
              <a:rPr lang="en-US" sz="2000" dirty="0" err="1">
                <a:latin typeface="Times New Roman" panose="02020603050405020304" pitchFamily="18" charset="0"/>
                <a:cs typeface="Times New Roman" panose="02020603050405020304" pitchFamily="18" charset="0"/>
              </a:rPr>
              <a:t>Ndryshimi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gjuhës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kontrollit</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drejtshkrimit</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Për</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kontrolluar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drejtshkrimin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gjuhë</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tjera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përzgjidhni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tekstin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shkoni</a:t>
            </a:r>
            <a:r>
              <a:rPr lang="en-US" sz="2000" dirty="0">
                <a:latin typeface="Times New Roman" panose="02020603050405020304" pitchFamily="18" charset="0"/>
                <a:cs typeface="Times New Roman" panose="02020603050405020304" pitchFamily="18" charset="0"/>
              </a:rPr>
              <a:t> te  Review  &gt;  Language  &gt;  Set Proofing Language  </a:t>
            </a:r>
            <a:r>
              <a:rPr lang="en-US" sz="2000" dirty="0" err="1">
                <a:latin typeface="Times New Roman" panose="02020603050405020304" pitchFamily="18" charset="0"/>
                <a:cs typeface="Times New Roman" panose="02020603050405020304" pitchFamily="18" charset="0"/>
              </a:rPr>
              <a:t>dhe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zgjidhni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gjuhën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dëshironi</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54187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BAE637-6C46-4EBC-A2A4-278773B04178}"/>
              </a:ext>
            </a:extLst>
          </p:cNvPr>
          <p:cNvSpPr txBox="1"/>
          <p:nvPr/>
        </p:nvSpPr>
        <p:spPr>
          <a:xfrm>
            <a:off x="375138" y="676658"/>
            <a:ext cx="11816862" cy="5324535"/>
          </a:xfrm>
          <a:prstGeom prst="rect">
            <a:avLst/>
          </a:prstGeom>
          <a:noFill/>
        </p:spPr>
        <p:txBody>
          <a:bodyPr wrap="square">
            <a:spAutoFit/>
          </a:bodyPr>
          <a:lstStyle/>
          <a:p>
            <a:pPr algn="ctr"/>
            <a:r>
              <a:rPr lang="sq-AL" sz="2800" b="1" dirty="0">
                <a:latin typeface="Times New Roman" panose="02020603050405020304" pitchFamily="18" charset="0"/>
                <a:cs typeface="Times New Roman" panose="02020603050405020304" pitchFamily="18" charset="0"/>
              </a:rPr>
              <a:t>Konfigurimi i faqes (Page </a:t>
            </a:r>
            <a:r>
              <a:rPr lang="sq-AL" sz="2800" b="1" dirty="0" err="1">
                <a:latin typeface="Times New Roman" panose="02020603050405020304" pitchFamily="18" charset="0"/>
                <a:cs typeface="Times New Roman" panose="02020603050405020304" pitchFamily="18" charset="0"/>
              </a:rPr>
              <a:t>Setup</a:t>
            </a:r>
            <a:r>
              <a:rPr lang="sq-AL" sz="2800" b="1" dirty="0">
                <a:latin typeface="Times New Roman" panose="02020603050405020304" pitchFamily="18" charset="0"/>
                <a:cs typeface="Times New Roman" panose="02020603050405020304" pitchFamily="18" charset="0"/>
              </a:rPr>
              <a:t>)</a:t>
            </a:r>
            <a:endParaRPr lang="sq-AL" sz="2400" b="1" dirty="0">
              <a:latin typeface="Times New Roman" panose="02020603050405020304" pitchFamily="18" charset="0"/>
              <a:cs typeface="Times New Roman" panose="02020603050405020304" pitchFamily="18" charset="0"/>
            </a:endParaRPr>
          </a:p>
          <a:p>
            <a:r>
              <a:rPr lang="sq-AL" sz="2400" dirty="0">
                <a:latin typeface="Times New Roman" panose="02020603050405020304" pitchFamily="18" charset="0"/>
                <a:cs typeface="Times New Roman" panose="02020603050405020304" pitchFamily="18" charset="0"/>
              </a:rPr>
              <a:t>- Page </a:t>
            </a:r>
            <a:r>
              <a:rPr lang="sq-AL" sz="2400" dirty="0" err="1">
                <a:latin typeface="Times New Roman" panose="02020603050405020304" pitchFamily="18" charset="0"/>
                <a:cs typeface="Times New Roman" panose="02020603050405020304" pitchFamily="18" charset="0"/>
              </a:rPr>
              <a:t>Setup</a:t>
            </a:r>
            <a:r>
              <a:rPr lang="sq-AL" sz="2400" dirty="0">
                <a:latin typeface="Times New Roman" panose="02020603050405020304" pitchFamily="18" charset="0"/>
                <a:cs typeface="Times New Roman" panose="02020603050405020304" pitchFamily="18" charset="0"/>
              </a:rPr>
              <a:t> është funksioni që përdoret për të përshtatur faqet në dokumente të Microsoft Word, duke përfshirë orientimin, margjinat, madhësinë e letrës, dhe ndarjen e seksioneve.</a:t>
            </a:r>
          </a:p>
          <a:p>
            <a:endParaRPr lang="sq-AL" sz="2400" dirty="0">
              <a:latin typeface="Times New Roman" panose="02020603050405020304" pitchFamily="18" charset="0"/>
              <a:cs typeface="Times New Roman" panose="02020603050405020304" pitchFamily="18" charset="0"/>
            </a:endParaRPr>
          </a:p>
          <a:p>
            <a:r>
              <a:rPr lang="sq-AL" sz="2400" dirty="0">
                <a:latin typeface="Times New Roman" panose="02020603050405020304" pitchFamily="18" charset="0"/>
                <a:cs typeface="Times New Roman" panose="02020603050405020304" pitchFamily="18" charset="0"/>
              </a:rPr>
              <a:t> Hapat kryesorë</a:t>
            </a:r>
          </a:p>
          <a:p>
            <a:r>
              <a:rPr lang="sq-AL" sz="2400" dirty="0">
                <a:latin typeface="Times New Roman" panose="02020603050405020304" pitchFamily="18" charset="0"/>
                <a:cs typeface="Times New Roman" panose="02020603050405020304" pitchFamily="18" charset="0"/>
              </a:rPr>
              <a:t>1. Hapni dokumentin në Word dhe shkoni te File &gt; Page </a:t>
            </a:r>
            <a:r>
              <a:rPr lang="sq-AL" sz="2400" dirty="0" err="1">
                <a:latin typeface="Times New Roman" panose="02020603050405020304" pitchFamily="18" charset="0"/>
                <a:cs typeface="Times New Roman" panose="02020603050405020304" pitchFamily="18" charset="0"/>
              </a:rPr>
              <a:t>Setup</a:t>
            </a:r>
            <a:r>
              <a:rPr lang="sq-AL" sz="2400" dirty="0">
                <a:latin typeface="Times New Roman" panose="02020603050405020304" pitchFamily="18" charset="0"/>
                <a:cs typeface="Times New Roman" panose="02020603050405020304" pitchFamily="18" charset="0"/>
              </a:rPr>
              <a:t> ose </a:t>
            </a:r>
            <a:r>
              <a:rPr lang="sq-AL" sz="2400" dirty="0" err="1">
                <a:latin typeface="Times New Roman" panose="02020603050405020304" pitchFamily="18" charset="0"/>
                <a:cs typeface="Times New Roman" panose="02020603050405020304" pitchFamily="18" charset="0"/>
              </a:rPr>
              <a:t>Layout</a:t>
            </a:r>
            <a:r>
              <a:rPr lang="sq-AL" sz="2400" dirty="0">
                <a:latin typeface="Times New Roman" panose="02020603050405020304" pitchFamily="18" charset="0"/>
                <a:cs typeface="Times New Roman" panose="02020603050405020304" pitchFamily="18" charset="0"/>
              </a:rPr>
              <a:t> &gt; </a:t>
            </a:r>
            <a:r>
              <a:rPr lang="sq-AL" sz="2400" dirty="0" err="1">
                <a:latin typeface="Times New Roman" panose="02020603050405020304" pitchFamily="18" charset="0"/>
                <a:cs typeface="Times New Roman" panose="02020603050405020304" pitchFamily="18" charset="0"/>
              </a:rPr>
              <a:t>Margins</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Orientation</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Size</a:t>
            </a:r>
            <a:r>
              <a:rPr lang="sq-AL" sz="2400" dirty="0">
                <a:latin typeface="Times New Roman" panose="02020603050405020304" pitchFamily="18" charset="0"/>
                <a:cs typeface="Times New Roman" panose="02020603050405020304" pitchFamily="18" charset="0"/>
              </a:rPr>
              <a:t>.</a:t>
            </a:r>
          </a:p>
          <a:p>
            <a:r>
              <a:rPr lang="sq-AL" sz="2400" dirty="0">
                <a:latin typeface="Times New Roman" panose="02020603050405020304" pitchFamily="18" charset="0"/>
                <a:cs typeface="Times New Roman" panose="02020603050405020304" pitchFamily="18" charset="0"/>
              </a:rPr>
              <a:t>2. Zgjidhni Margjinat:</a:t>
            </a:r>
          </a:p>
          <a:p>
            <a:r>
              <a:rPr lang="sq-AL" sz="2400" dirty="0">
                <a:latin typeface="Times New Roman" panose="02020603050405020304" pitchFamily="18" charset="0"/>
                <a:cs typeface="Times New Roman" panose="02020603050405020304" pitchFamily="18" charset="0"/>
              </a:rPr>
              <a:t>   - Normal, i ngushtë, i gjerë, ose </a:t>
            </a:r>
            <a:r>
              <a:rPr lang="sq-AL" sz="2400" dirty="0" err="1">
                <a:latin typeface="Times New Roman" panose="02020603050405020304" pitchFamily="18" charset="0"/>
                <a:cs typeface="Times New Roman" panose="02020603050405020304" pitchFamily="18" charset="0"/>
              </a:rPr>
              <a:t>kustomizoni</a:t>
            </a:r>
            <a:r>
              <a:rPr lang="sq-AL" sz="2400" dirty="0">
                <a:latin typeface="Times New Roman" panose="02020603050405020304" pitchFamily="18" charset="0"/>
                <a:cs typeface="Times New Roman" panose="02020603050405020304" pitchFamily="18" charset="0"/>
              </a:rPr>
              <a:t> margjinat sipas dëshirës.</a:t>
            </a:r>
          </a:p>
          <a:p>
            <a:r>
              <a:rPr lang="sq-AL" sz="2400" dirty="0">
                <a:latin typeface="Times New Roman" panose="02020603050405020304" pitchFamily="18" charset="0"/>
                <a:cs typeface="Times New Roman" panose="02020603050405020304" pitchFamily="18" charset="0"/>
              </a:rPr>
              <a:t>3. Zgjidhni Orientimin:</a:t>
            </a:r>
          </a:p>
          <a:p>
            <a:r>
              <a:rPr lang="sq-AL" sz="2400" dirty="0">
                <a:latin typeface="Times New Roman" panose="02020603050405020304" pitchFamily="18" charset="0"/>
                <a:cs typeface="Times New Roman" panose="02020603050405020304" pitchFamily="18" charset="0"/>
              </a:rPr>
              <a:t>   - </a:t>
            </a:r>
            <a:r>
              <a:rPr lang="sq-AL" sz="2400" dirty="0" err="1">
                <a:latin typeface="Times New Roman" panose="02020603050405020304" pitchFamily="18" charset="0"/>
                <a:cs typeface="Times New Roman" panose="02020603050405020304" pitchFamily="18" charset="0"/>
              </a:rPr>
              <a:t>Portrait</a:t>
            </a:r>
            <a:r>
              <a:rPr lang="sq-AL" sz="2400" dirty="0">
                <a:latin typeface="Times New Roman" panose="02020603050405020304" pitchFamily="18" charset="0"/>
                <a:cs typeface="Times New Roman" panose="02020603050405020304" pitchFamily="18" charset="0"/>
              </a:rPr>
              <a:t> (vertikal) ose </a:t>
            </a:r>
            <a:r>
              <a:rPr lang="sq-AL" sz="2400" dirty="0" err="1">
                <a:latin typeface="Times New Roman" panose="02020603050405020304" pitchFamily="18" charset="0"/>
                <a:cs typeface="Times New Roman" panose="02020603050405020304" pitchFamily="18" charset="0"/>
              </a:rPr>
              <a:t>Landscape</a:t>
            </a:r>
            <a:r>
              <a:rPr lang="sq-AL" sz="2400" dirty="0">
                <a:latin typeface="Times New Roman" panose="02020603050405020304" pitchFamily="18" charset="0"/>
                <a:cs typeface="Times New Roman" panose="02020603050405020304" pitchFamily="18" charset="0"/>
              </a:rPr>
              <a:t> (horizontal).</a:t>
            </a:r>
          </a:p>
          <a:p>
            <a:r>
              <a:rPr lang="sq-AL" sz="2400" dirty="0">
                <a:latin typeface="Times New Roman" panose="02020603050405020304" pitchFamily="18" charset="0"/>
                <a:cs typeface="Times New Roman" panose="02020603050405020304" pitchFamily="18" charset="0"/>
              </a:rPr>
              <a:t>4. Zgjidhni Madhësinë e Letrës:</a:t>
            </a:r>
          </a:p>
          <a:p>
            <a:r>
              <a:rPr lang="sq-AL" sz="2400" dirty="0">
                <a:latin typeface="Times New Roman" panose="02020603050405020304" pitchFamily="18" charset="0"/>
                <a:cs typeface="Times New Roman" panose="02020603050405020304" pitchFamily="18" charset="0"/>
              </a:rPr>
              <a:t>   - Për shembull: A4, </a:t>
            </a:r>
            <a:r>
              <a:rPr lang="sq-AL" sz="2400" dirty="0" err="1">
                <a:latin typeface="Times New Roman" panose="02020603050405020304" pitchFamily="18" charset="0"/>
                <a:cs typeface="Times New Roman" panose="02020603050405020304" pitchFamily="18" charset="0"/>
              </a:rPr>
              <a:t>Letter</a:t>
            </a:r>
            <a:r>
              <a:rPr lang="sq-AL" sz="2400" dirty="0">
                <a:latin typeface="Times New Roman" panose="02020603050405020304" pitchFamily="18" charset="0"/>
                <a:cs typeface="Times New Roman" panose="02020603050405020304" pitchFamily="18" charset="0"/>
              </a:rPr>
              <a:t>, Legal, etj.</a:t>
            </a:r>
          </a:p>
          <a:p>
            <a:r>
              <a:rPr lang="sq-AL" sz="2400" dirty="0">
                <a:latin typeface="Times New Roman" panose="02020603050405020304" pitchFamily="18" charset="0"/>
                <a:cs typeface="Times New Roman" panose="02020603050405020304" pitchFamily="18" charset="0"/>
              </a:rPr>
              <a:t>5. Ndarja e Seksioneve (për ndryshime në një pjesë specifike të dokumentit).</a:t>
            </a:r>
          </a:p>
        </p:txBody>
      </p:sp>
    </p:spTree>
    <p:extLst>
      <p:ext uri="{BB962C8B-B14F-4D97-AF65-F5344CB8AC3E}">
        <p14:creationId xmlns:p14="http://schemas.microsoft.com/office/powerpoint/2010/main" val="2816433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0"/>
            <a:ext cx="10515600" cy="1325563"/>
          </a:xfrm>
        </p:spPr>
        <p:txBody>
          <a:bodyPr>
            <a:normAutofit/>
          </a:bodyPr>
          <a:lstStyle/>
          <a:p>
            <a:r>
              <a:rPr lang="en-US" sz="2800" b="1" dirty="0" err="1">
                <a:latin typeface="Times New Roman" panose="02020603050405020304" pitchFamily="18" charset="0"/>
                <a:cs typeface="Times New Roman" panose="02020603050405020304" pitchFamily="18" charset="0"/>
              </a:rPr>
              <a:t>Numërimi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fjalëve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Word Count </a:t>
            </a:r>
            <a:r>
              <a:rPr lang="en-US" sz="1800" dirty="0" err="1">
                <a:latin typeface="Times New Roman" panose="02020603050405020304" pitchFamily="18" charset="0"/>
                <a:cs typeface="Times New Roman" panose="02020603050405020304" pitchFamily="18" charset="0"/>
              </a:rPr>
              <a:t>tregon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numrin</a:t>
            </a:r>
            <a:r>
              <a:rPr lang="en-US" sz="1800" dirty="0">
                <a:latin typeface="Times New Roman" panose="02020603050405020304" pitchFamily="18" charset="0"/>
                <a:cs typeface="Times New Roman" panose="02020603050405020304" pitchFamily="18" charset="0"/>
              </a:rPr>
              <a:t> e </a:t>
            </a:r>
            <a:r>
              <a:rPr lang="en-US" sz="1800" dirty="0" err="1">
                <a:latin typeface="Times New Roman" panose="02020603050405020304" pitchFamily="18" charset="0"/>
                <a:cs typeface="Times New Roman" panose="02020603050405020304" pitchFamily="18" charset="0"/>
              </a:rPr>
              <a:t>fjalëve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dokumentin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tuaj</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err="1">
                <a:latin typeface="Times New Roman" panose="02020603050405020304" pitchFamily="18" charset="0"/>
                <a:cs typeface="Times New Roman" panose="02020603050405020304" pitchFamily="18" charset="0"/>
              </a:rPr>
              <a:t>Klikoni</a:t>
            </a:r>
            <a:r>
              <a:rPr lang="en-US" sz="1800" dirty="0">
                <a:latin typeface="Times New Roman" panose="02020603050405020304" pitchFamily="18" charset="0"/>
                <a:cs typeface="Times New Roman" panose="02020603050405020304" pitchFamily="18" charset="0"/>
              </a:rPr>
              <a:t> Word Count </a:t>
            </a:r>
            <a:r>
              <a:rPr lang="en-US" sz="1800" dirty="0" err="1">
                <a:latin typeface="Times New Roman" panose="02020603050405020304" pitchFamily="18" charset="0"/>
                <a:cs typeface="Times New Roman" panose="02020603050405020304" pitchFamily="18" charset="0"/>
              </a:rPr>
              <a:t>për</a:t>
            </a:r>
            <a:r>
              <a:rPr lang="en-US" sz="1800" dirty="0">
                <a:latin typeface="Times New Roman" panose="02020603050405020304" pitchFamily="18" charset="0"/>
                <a:cs typeface="Times New Roman" panose="02020603050405020304" pitchFamily="18" charset="0"/>
              </a:rPr>
              <a:t> të </a:t>
            </a:r>
            <a:r>
              <a:rPr lang="en-US" sz="1800" dirty="0" err="1">
                <a:latin typeface="Times New Roman" panose="02020603050405020304" pitchFamily="18" charset="0"/>
                <a:cs typeface="Times New Roman" panose="02020603050405020304" pitchFamily="18" charset="0"/>
              </a:rPr>
              <a:t>hapur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kutinë</a:t>
            </a:r>
            <a:r>
              <a:rPr lang="en-US" sz="1800" dirty="0">
                <a:latin typeface="Times New Roman" panose="02020603050405020304" pitchFamily="18" charset="0"/>
                <a:cs typeface="Times New Roman" panose="02020603050405020304" pitchFamily="18" charset="0"/>
              </a:rPr>
              <a:t> e </a:t>
            </a:r>
            <a:r>
              <a:rPr lang="en-US" sz="1800" dirty="0" err="1">
                <a:latin typeface="Times New Roman" panose="02020603050405020304" pitchFamily="18" charset="0"/>
                <a:cs typeface="Times New Roman" panose="02020603050405020304" pitchFamily="18" charset="0"/>
              </a:rPr>
              <a:t>dialogut</a:t>
            </a:r>
            <a:r>
              <a:rPr lang="en-US" sz="1800" dirty="0">
                <a:latin typeface="Times New Roman" panose="02020603050405020304" pitchFamily="18" charset="0"/>
                <a:cs typeface="Times New Roman" panose="02020603050405020304" pitchFamily="18" charset="0"/>
              </a:rPr>
              <a:t> Word Count. </a:t>
            </a:r>
            <a:r>
              <a:rPr lang="en-US" sz="1800" dirty="0" err="1">
                <a:latin typeface="Times New Roman" panose="02020603050405020304" pitchFamily="18" charset="0"/>
                <a:cs typeface="Times New Roman" panose="02020603050405020304" pitchFamily="18" charset="0"/>
              </a:rPr>
              <a:t>Këtu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ju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mund</a:t>
            </a:r>
            <a:r>
              <a:rPr lang="en-US" sz="1800" dirty="0">
                <a:latin typeface="Times New Roman" panose="02020603050405020304" pitchFamily="18" charset="0"/>
                <a:cs typeface="Times New Roman" panose="02020603050405020304" pitchFamily="18" charset="0"/>
              </a:rPr>
              <a:t> të </a:t>
            </a:r>
            <a:r>
              <a:rPr lang="en-US" sz="1800" dirty="0" err="1">
                <a:latin typeface="Times New Roman" panose="02020603050405020304" pitchFamily="18" charset="0"/>
                <a:cs typeface="Times New Roman" panose="02020603050405020304" pitchFamily="18" charset="0"/>
              </a:rPr>
              <a:t>shihni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shpejt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statistikat</a:t>
            </a:r>
            <a:r>
              <a:rPr lang="en-US" sz="1800" dirty="0">
                <a:latin typeface="Times New Roman" panose="02020603050405020304" pitchFamily="18" charset="0"/>
                <a:cs typeface="Times New Roman" panose="02020603050405020304" pitchFamily="18" charset="0"/>
              </a:rPr>
              <a:t> e </a:t>
            </a:r>
            <a:r>
              <a:rPr lang="en-US" sz="1800" dirty="0" err="1">
                <a:latin typeface="Times New Roman" panose="02020603050405020304" pitchFamily="18" charset="0"/>
                <a:cs typeface="Times New Roman" panose="02020603050405020304" pitchFamily="18" charset="0"/>
              </a:rPr>
              <a:t>dokumentit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tuaj</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numri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faqeve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paragrafëve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dhe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rreshtave</a:t>
            </a:r>
            <a:r>
              <a:rPr lang="en-US" sz="1800" dirty="0">
                <a:latin typeface="Times New Roman" panose="02020603050405020304" pitchFamily="18" charset="0"/>
                <a:cs typeface="Times New Roman" panose="02020603050405020304" pitchFamily="18" charset="0"/>
              </a:rPr>
              <a:t>.</a:t>
            </a:r>
            <a:endParaRPr lang="sq-XK" sz="1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276633" y="1325563"/>
            <a:ext cx="9638731" cy="5419140"/>
          </a:xfrm>
          <a:prstGeom prst="rect">
            <a:avLst/>
          </a:prstGeom>
        </p:spPr>
      </p:pic>
      <p:cxnSp>
        <p:nvCxnSpPr>
          <p:cNvPr id="5" name="Straight Arrow Connector 4"/>
          <p:cNvCxnSpPr/>
          <p:nvPr/>
        </p:nvCxnSpPr>
        <p:spPr>
          <a:xfrm flipV="1">
            <a:off x="2224585" y="6086901"/>
            <a:ext cx="177421" cy="232013"/>
          </a:xfrm>
          <a:prstGeom prst="straightConnector1">
            <a:avLst/>
          </a:prstGeom>
          <a:ln w="5715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4103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967" y="66509"/>
            <a:ext cx="10854265" cy="1325563"/>
          </a:xfrm>
        </p:spPr>
        <p:txBody>
          <a:bodyPr>
            <a:normAutofit fontScale="90000"/>
          </a:bodyPr>
          <a:lstStyle/>
          <a:p>
            <a:r>
              <a:rPr lang="en-US" sz="2000" b="1" dirty="0" err="1">
                <a:solidFill>
                  <a:srgbClr val="202124"/>
                </a:solidFill>
                <a:latin typeface="Times New Roman" panose="02020603050405020304" pitchFamily="18" charset="0"/>
                <a:cs typeface="Times New Roman" panose="02020603050405020304" pitchFamily="18" charset="0"/>
              </a:rPr>
              <a:t>Pamjet</a:t>
            </a:r>
            <a:r>
              <a:rPr lang="en-US" sz="2000" b="1" dirty="0">
                <a:solidFill>
                  <a:srgbClr val="202124"/>
                </a:solidFill>
                <a:latin typeface="Times New Roman" panose="02020603050405020304" pitchFamily="18" charset="0"/>
                <a:cs typeface="Times New Roman" panose="02020603050405020304" pitchFamily="18" charset="0"/>
              </a:rPr>
              <a:t> e </a:t>
            </a:r>
            <a:r>
              <a:rPr lang="en-US" sz="2000" b="1" dirty="0" err="1">
                <a:solidFill>
                  <a:srgbClr val="202124"/>
                </a:solidFill>
                <a:latin typeface="Times New Roman" panose="02020603050405020304" pitchFamily="18" charset="0"/>
                <a:cs typeface="Times New Roman" panose="02020603050405020304" pitchFamily="18" charset="0"/>
              </a:rPr>
              <a:t>dokumenteve</a:t>
            </a:r>
            <a:r>
              <a:rPr lang="en-US" sz="2000" b="1"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Ekzistojnë</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tre</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mënyra</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për</a:t>
            </a:r>
            <a:r>
              <a:rPr lang="en-US" sz="1800" dirty="0">
                <a:solidFill>
                  <a:srgbClr val="202124"/>
                </a:solidFill>
                <a:latin typeface="Times New Roman" panose="02020603050405020304" pitchFamily="18" charset="0"/>
                <a:cs typeface="Times New Roman" panose="02020603050405020304" pitchFamily="18" charset="0"/>
              </a:rPr>
              <a:t> të </a:t>
            </a:r>
            <a:r>
              <a:rPr lang="en-US" sz="1800" dirty="0" err="1">
                <a:solidFill>
                  <a:srgbClr val="202124"/>
                </a:solidFill>
                <a:latin typeface="Times New Roman" panose="02020603050405020304" pitchFamily="18" charset="0"/>
                <a:cs typeface="Times New Roman" panose="02020603050405020304" pitchFamily="18" charset="0"/>
              </a:rPr>
              <a:t>parë</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një</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dokument</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Thjesht</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klikoni</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për</a:t>
            </a:r>
            <a:r>
              <a:rPr lang="en-US" sz="1800" dirty="0">
                <a:solidFill>
                  <a:srgbClr val="202124"/>
                </a:solidFill>
                <a:latin typeface="Times New Roman" panose="02020603050405020304" pitchFamily="18" charset="0"/>
                <a:cs typeface="Times New Roman" panose="02020603050405020304" pitchFamily="18" charset="0"/>
              </a:rPr>
              <a:t> të </a:t>
            </a:r>
            <a:r>
              <a:rPr lang="en-US" sz="1800" dirty="0" err="1">
                <a:solidFill>
                  <a:srgbClr val="202124"/>
                </a:solidFill>
                <a:latin typeface="Times New Roman" panose="02020603050405020304" pitchFamily="18" charset="0"/>
                <a:cs typeface="Times New Roman" panose="02020603050405020304" pitchFamily="18" charset="0"/>
              </a:rPr>
              <a:t>zgjedhur</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pamjen</a:t>
            </a:r>
            <a:r>
              <a:rPr lang="en-US" sz="1800" dirty="0">
                <a:solidFill>
                  <a:srgbClr val="202124"/>
                </a:solidFill>
                <a:latin typeface="Times New Roman" panose="02020603050405020304" pitchFamily="18" charset="0"/>
                <a:cs typeface="Times New Roman" panose="02020603050405020304" pitchFamily="18" charset="0"/>
              </a:rPr>
              <a:t> e </a:t>
            </a:r>
            <a:r>
              <a:rPr lang="en-US" sz="1800" dirty="0" err="1">
                <a:solidFill>
                  <a:srgbClr val="202124"/>
                </a:solidFill>
                <a:latin typeface="Times New Roman" panose="02020603050405020304" pitchFamily="18" charset="0"/>
                <a:cs typeface="Times New Roman" panose="02020603050405020304" pitchFamily="18" charset="0"/>
              </a:rPr>
              <a:t>dëshiruar</a:t>
            </a:r>
            <a:r>
              <a:rPr lang="en-US" sz="1800" dirty="0">
                <a:solidFill>
                  <a:srgbClr val="202124"/>
                </a:solidFill>
                <a:latin typeface="Times New Roman" panose="02020603050405020304" pitchFamily="18" charset="0"/>
                <a:cs typeface="Times New Roman" panose="02020603050405020304" pitchFamily="18" charset="0"/>
              </a:rPr>
              <a:t>:</a:t>
            </a:r>
            <a:br>
              <a:rPr lang="sq-AL" sz="1800" dirty="0">
                <a:solidFill>
                  <a:srgbClr val="202124"/>
                </a:solidFill>
                <a:latin typeface="Times New Roman" panose="02020603050405020304" pitchFamily="18" charset="0"/>
                <a:cs typeface="Times New Roman" panose="02020603050405020304" pitchFamily="18" charset="0"/>
              </a:rPr>
            </a:br>
            <a:r>
              <a:rPr lang="sq-AL" sz="2000" b="1" dirty="0">
                <a:solidFill>
                  <a:srgbClr val="202124"/>
                </a:solidFill>
                <a:latin typeface="Times New Roman" panose="02020603050405020304" pitchFamily="18" charset="0"/>
                <a:cs typeface="Times New Roman" panose="02020603050405020304" pitchFamily="18" charset="0"/>
              </a:rPr>
              <a:t>Pamja për</a:t>
            </a:r>
            <a:r>
              <a:rPr lang="en-US" sz="2000" b="1" dirty="0">
                <a:solidFill>
                  <a:srgbClr val="202124"/>
                </a:solidFill>
                <a:latin typeface="Times New Roman" panose="02020603050405020304" pitchFamily="18" charset="0"/>
                <a:cs typeface="Times New Roman" panose="02020603050405020304" pitchFamily="18" charset="0"/>
              </a:rPr>
              <a:t> </a:t>
            </a:r>
            <a:r>
              <a:rPr lang="en-US" sz="2000" b="1" dirty="0" err="1">
                <a:solidFill>
                  <a:srgbClr val="202124"/>
                </a:solidFill>
                <a:latin typeface="Times New Roman" panose="02020603050405020304" pitchFamily="18" charset="0"/>
                <a:cs typeface="Times New Roman" panose="02020603050405020304" pitchFamily="18" charset="0"/>
              </a:rPr>
              <a:t>lexim</a:t>
            </a:r>
            <a:r>
              <a:rPr lang="en-US" sz="2000" b="1" dirty="0">
                <a:solidFill>
                  <a:srgbClr val="202124"/>
                </a:solidFill>
                <a:latin typeface="Times New Roman" panose="02020603050405020304" pitchFamily="18" charset="0"/>
                <a:cs typeface="Times New Roman" panose="02020603050405020304" pitchFamily="18" charset="0"/>
              </a:rPr>
              <a:t> </a:t>
            </a:r>
            <a:r>
              <a:rPr lang="en-US" sz="20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tregon</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dokumentin</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tuaj</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në</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modalitetin</a:t>
            </a:r>
            <a:r>
              <a:rPr lang="en-US" sz="1800" dirty="0">
                <a:solidFill>
                  <a:srgbClr val="202124"/>
                </a:solidFill>
                <a:latin typeface="Times New Roman" panose="02020603050405020304" pitchFamily="18" charset="0"/>
                <a:cs typeface="Times New Roman" panose="02020603050405020304" pitchFamily="18" charset="0"/>
              </a:rPr>
              <a:t> e </a:t>
            </a:r>
            <a:r>
              <a:rPr lang="en-US" sz="1800" dirty="0" err="1">
                <a:solidFill>
                  <a:srgbClr val="202124"/>
                </a:solidFill>
                <a:latin typeface="Times New Roman" panose="02020603050405020304" pitchFamily="18" charset="0"/>
                <a:cs typeface="Times New Roman" panose="02020603050405020304" pitchFamily="18" charset="0"/>
              </a:rPr>
              <a:t>ekranit</a:t>
            </a:r>
            <a:r>
              <a:rPr lang="en-US" sz="1800" dirty="0">
                <a:solidFill>
                  <a:srgbClr val="202124"/>
                </a:solidFill>
                <a:latin typeface="Times New Roman" panose="02020603050405020304" pitchFamily="18" charset="0"/>
                <a:cs typeface="Times New Roman" panose="02020603050405020304" pitchFamily="18" charset="0"/>
              </a:rPr>
              <a:t> të </a:t>
            </a:r>
            <a:r>
              <a:rPr lang="en-US" sz="1800" dirty="0" err="1">
                <a:solidFill>
                  <a:srgbClr val="202124"/>
                </a:solidFill>
                <a:latin typeface="Times New Roman" panose="02020603050405020304" pitchFamily="18" charset="0"/>
                <a:cs typeface="Times New Roman" panose="02020603050405020304" pitchFamily="18" charset="0"/>
              </a:rPr>
              <a:t>plotë</a:t>
            </a:r>
            <a:r>
              <a:rPr lang="en-US" sz="1800" dirty="0">
                <a:solidFill>
                  <a:srgbClr val="202124"/>
                </a:solidFill>
                <a:latin typeface="Times New Roman" panose="02020603050405020304" pitchFamily="18" charset="0"/>
                <a:cs typeface="Times New Roman" panose="02020603050405020304" pitchFamily="18" charset="0"/>
              </a:rPr>
              <a:t>.</a:t>
            </a:r>
            <a:br>
              <a:rPr lang="sq-AL" sz="1800" dirty="0">
                <a:solidFill>
                  <a:srgbClr val="202124"/>
                </a:solidFill>
                <a:latin typeface="Times New Roman" panose="02020603050405020304" pitchFamily="18" charset="0"/>
                <a:cs typeface="Times New Roman" panose="02020603050405020304" pitchFamily="18" charset="0"/>
              </a:rPr>
            </a:br>
            <a:r>
              <a:rPr lang="sq-AL" sz="2000" b="1" dirty="0">
                <a:solidFill>
                  <a:srgbClr val="202124"/>
                </a:solidFill>
                <a:latin typeface="Times New Roman" panose="02020603050405020304" pitchFamily="18" charset="0"/>
                <a:cs typeface="Times New Roman" panose="02020603050405020304" pitchFamily="18" charset="0"/>
              </a:rPr>
              <a:t>Pamja për</a:t>
            </a:r>
            <a:r>
              <a:rPr lang="en-US" sz="2000" b="1" dirty="0">
                <a:solidFill>
                  <a:srgbClr val="202124"/>
                </a:solidFill>
                <a:latin typeface="Times New Roman" panose="02020603050405020304" pitchFamily="18" charset="0"/>
                <a:cs typeface="Times New Roman" panose="02020603050405020304" pitchFamily="18" charset="0"/>
              </a:rPr>
              <a:t> </a:t>
            </a:r>
            <a:r>
              <a:rPr lang="en-US" sz="2000" b="1" dirty="0" err="1">
                <a:solidFill>
                  <a:srgbClr val="202124"/>
                </a:solidFill>
                <a:latin typeface="Times New Roman" panose="02020603050405020304" pitchFamily="18" charset="0"/>
                <a:cs typeface="Times New Roman" panose="02020603050405020304" pitchFamily="18" charset="0"/>
              </a:rPr>
              <a:t>printim</a:t>
            </a:r>
            <a:r>
              <a:rPr lang="en-US" sz="2000" b="1" dirty="0">
                <a:solidFill>
                  <a:srgbClr val="202124"/>
                </a:solidFill>
                <a:latin typeface="Times New Roman" panose="02020603050405020304" pitchFamily="18" charset="0"/>
                <a:cs typeface="Times New Roman" panose="02020603050405020304" pitchFamily="18" charset="0"/>
              </a:rPr>
              <a:t> </a:t>
            </a:r>
            <a:r>
              <a:rPr lang="en-US" sz="1800" dirty="0">
                <a:solidFill>
                  <a:srgbClr val="202124"/>
                </a:solidFill>
                <a:latin typeface="Times New Roman" panose="02020603050405020304" pitchFamily="18" charset="0"/>
                <a:cs typeface="Times New Roman" panose="02020603050405020304" pitchFamily="18" charset="0"/>
              </a:rPr>
              <a:t> A</a:t>
            </a:r>
            <a:r>
              <a:rPr lang="sq-AL" sz="1800" dirty="0">
                <a:solidFill>
                  <a:srgbClr val="202124"/>
                </a:solidFill>
                <a:latin typeface="Times New Roman" panose="02020603050405020304" pitchFamily="18" charset="0"/>
                <a:cs typeface="Times New Roman" panose="02020603050405020304" pitchFamily="18" charset="0"/>
              </a:rPr>
              <a:t>jo</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tregon</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dokumentin</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siç</a:t>
            </a:r>
            <a:r>
              <a:rPr lang="en-US" sz="1800" dirty="0">
                <a:solidFill>
                  <a:srgbClr val="202124"/>
                </a:solidFill>
                <a:latin typeface="Times New Roman" panose="02020603050405020304" pitchFamily="18" charset="0"/>
                <a:cs typeface="Times New Roman" panose="02020603050405020304" pitchFamily="18" charset="0"/>
              </a:rPr>
              <a:t> do të </a:t>
            </a:r>
            <a:r>
              <a:rPr lang="en-US" sz="1800" dirty="0" err="1">
                <a:solidFill>
                  <a:srgbClr val="202124"/>
                </a:solidFill>
                <a:latin typeface="Times New Roman" panose="02020603050405020304" pitchFamily="18" charset="0"/>
                <a:cs typeface="Times New Roman" panose="02020603050405020304" pitchFamily="18" charset="0"/>
              </a:rPr>
              <a:t>dukej</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nëse</a:t>
            </a:r>
            <a:r>
              <a:rPr lang="en-US" sz="1800" dirty="0">
                <a:solidFill>
                  <a:srgbClr val="202124"/>
                </a:solidFill>
                <a:latin typeface="Times New Roman" panose="02020603050405020304" pitchFamily="18" charset="0"/>
                <a:cs typeface="Times New Roman" panose="02020603050405020304" pitchFamily="18" charset="0"/>
              </a:rPr>
              <a:t> do të </a:t>
            </a:r>
            <a:r>
              <a:rPr lang="en-US" sz="1800" dirty="0" err="1">
                <a:solidFill>
                  <a:srgbClr val="202124"/>
                </a:solidFill>
                <a:latin typeface="Times New Roman" panose="02020603050405020304" pitchFamily="18" charset="0"/>
                <a:cs typeface="Times New Roman" panose="02020603050405020304" pitchFamily="18" charset="0"/>
              </a:rPr>
              <a:t>shtypej</a:t>
            </a:r>
            <a:r>
              <a:rPr lang="en-US" sz="1800" dirty="0">
                <a:solidFill>
                  <a:srgbClr val="202124"/>
                </a:solidFill>
                <a:latin typeface="Times New Roman" panose="02020603050405020304" pitchFamily="18" charset="0"/>
                <a:cs typeface="Times New Roman" panose="02020603050405020304" pitchFamily="18" charset="0"/>
              </a:rPr>
              <a:t>. </a:t>
            </a:r>
            <a:r>
              <a:rPr lang="sq-AL" sz="1800" dirty="0">
                <a:solidFill>
                  <a:srgbClr val="202124"/>
                </a:solidFill>
                <a:latin typeface="Times New Roman" panose="02020603050405020304" pitchFamily="18" charset="0"/>
                <a:cs typeface="Times New Roman" panose="02020603050405020304" pitchFamily="18" charset="0"/>
              </a:rPr>
              <a:t>                                                                                           </a:t>
            </a:r>
            <a:r>
              <a:rPr lang="en-US" sz="1800" dirty="0">
                <a:solidFill>
                  <a:srgbClr val="202124"/>
                </a:solidFill>
                <a:latin typeface="Times New Roman" panose="02020603050405020304" pitchFamily="18" charset="0"/>
                <a:cs typeface="Times New Roman" panose="02020603050405020304" pitchFamily="18" charset="0"/>
              </a:rPr>
              <a:t> </a:t>
            </a:r>
            <a:r>
              <a:rPr lang="sq-AL" sz="2000" b="1" dirty="0">
                <a:solidFill>
                  <a:srgbClr val="202124"/>
                </a:solidFill>
                <a:latin typeface="Times New Roman" panose="02020603050405020304" pitchFamily="18" charset="0"/>
                <a:cs typeface="Times New Roman" panose="02020603050405020304" pitchFamily="18" charset="0"/>
              </a:rPr>
              <a:t>Pamja për</a:t>
            </a:r>
            <a:r>
              <a:rPr lang="en-US" sz="2000" b="1" dirty="0">
                <a:solidFill>
                  <a:srgbClr val="202124"/>
                </a:solidFill>
                <a:latin typeface="Times New Roman" panose="02020603050405020304" pitchFamily="18" charset="0"/>
                <a:cs typeface="Times New Roman" panose="02020603050405020304" pitchFamily="18" charset="0"/>
              </a:rPr>
              <a:t> internet </a:t>
            </a:r>
            <a:r>
              <a:rPr lang="en-US" sz="1800" dirty="0" err="1">
                <a:solidFill>
                  <a:srgbClr val="202124"/>
                </a:solidFill>
                <a:latin typeface="Times New Roman" panose="02020603050405020304" pitchFamily="18" charset="0"/>
                <a:cs typeface="Times New Roman" panose="02020603050405020304" pitchFamily="18" charset="0"/>
              </a:rPr>
              <a:t>tregon</a:t>
            </a:r>
            <a:r>
              <a:rPr lang="en-US" sz="1800" dirty="0">
                <a:solidFill>
                  <a:srgbClr val="202124"/>
                </a:solidFill>
                <a:latin typeface="Times New Roman" panose="02020603050405020304" pitchFamily="18" charset="0"/>
                <a:cs typeface="Times New Roman" panose="02020603050405020304" pitchFamily="18" charset="0"/>
              </a:rPr>
              <a:t> se </a:t>
            </a:r>
            <a:r>
              <a:rPr lang="en-US" sz="1800" dirty="0" err="1">
                <a:solidFill>
                  <a:srgbClr val="202124"/>
                </a:solidFill>
                <a:latin typeface="Times New Roman" panose="02020603050405020304" pitchFamily="18" charset="0"/>
                <a:cs typeface="Times New Roman" panose="02020603050405020304" pitchFamily="18" charset="0"/>
              </a:rPr>
              <a:t>si</a:t>
            </a:r>
            <a:r>
              <a:rPr lang="en-US" sz="1800" dirty="0">
                <a:solidFill>
                  <a:srgbClr val="202124"/>
                </a:solidFill>
                <a:latin typeface="Times New Roman" panose="02020603050405020304" pitchFamily="18" charset="0"/>
                <a:cs typeface="Times New Roman" panose="02020603050405020304" pitchFamily="18" charset="0"/>
              </a:rPr>
              <a:t> do të </a:t>
            </a:r>
            <a:r>
              <a:rPr lang="en-US" sz="1800" dirty="0" err="1">
                <a:solidFill>
                  <a:srgbClr val="202124"/>
                </a:solidFill>
                <a:latin typeface="Times New Roman" panose="02020603050405020304" pitchFamily="18" charset="0"/>
                <a:cs typeface="Times New Roman" panose="02020603050405020304" pitchFamily="18" charset="0"/>
              </a:rPr>
              <a:t>dukej</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dokumenti</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juaj</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si</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një</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faqe</a:t>
            </a:r>
            <a:r>
              <a:rPr lang="en-US" sz="1800" dirty="0">
                <a:solidFill>
                  <a:srgbClr val="202124"/>
                </a:solidFill>
                <a:latin typeface="Times New Roman" panose="02020603050405020304" pitchFamily="18" charset="0"/>
                <a:cs typeface="Times New Roman" panose="02020603050405020304" pitchFamily="18" charset="0"/>
              </a:rPr>
              <a:t> </a:t>
            </a:r>
            <a:r>
              <a:rPr lang="en-US" sz="1800" dirty="0" err="1">
                <a:solidFill>
                  <a:srgbClr val="202124"/>
                </a:solidFill>
                <a:latin typeface="Times New Roman" panose="02020603050405020304" pitchFamily="18" charset="0"/>
                <a:cs typeface="Times New Roman" panose="02020603050405020304" pitchFamily="18" charset="0"/>
              </a:rPr>
              <a:t>në</a:t>
            </a:r>
            <a:r>
              <a:rPr lang="en-US" sz="1800" dirty="0">
                <a:solidFill>
                  <a:srgbClr val="202124"/>
                </a:solidFill>
                <a:latin typeface="Times New Roman" panose="02020603050405020304" pitchFamily="18" charset="0"/>
                <a:cs typeface="Times New Roman" panose="02020603050405020304" pitchFamily="18" charset="0"/>
              </a:rPr>
              <a:t> internet.</a:t>
            </a:r>
            <a:endParaRPr lang="sq-XK" sz="1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72612" y="1392072"/>
            <a:ext cx="9718973" cy="5464254"/>
          </a:xfrm>
          <a:prstGeom prst="rect">
            <a:avLst/>
          </a:prstGeom>
        </p:spPr>
      </p:pic>
      <p:pic>
        <p:nvPicPr>
          <p:cNvPr id="5" name="Picture 4"/>
          <p:cNvPicPr>
            <a:picLocks noChangeAspect="1"/>
          </p:cNvPicPr>
          <p:nvPr/>
        </p:nvPicPr>
        <p:blipFill>
          <a:blip r:embed="rId3"/>
          <a:stretch>
            <a:fillRect/>
          </a:stretch>
        </p:blipFill>
        <p:spPr>
          <a:xfrm>
            <a:off x="5348279" y="3507475"/>
            <a:ext cx="6185846" cy="2452047"/>
          </a:xfrm>
          <a:prstGeom prst="rect">
            <a:avLst/>
          </a:prstGeom>
        </p:spPr>
      </p:pic>
      <p:cxnSp>
        <p:nvCxnSpPr>
          <p:cNvPr id="7" name="Straight Arrow Connector 6"/>
          <p:cNvCxnSpPr/>
          <p:nvPr/>
        </p:nvCxnSpPr>
        <p:spPr>
          <a:xfrm flipH="1" flipV="1">
            <a:off x="8570794" y="5959522"/>
            <a:ext cx="655093" cy="400335"/>
          </a:xfrm>
          <a:prstGeom prst="straightConnector1">
            <a:avLst/>
          </a:prstGeom>
          <a:ln w="762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323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791" y="0"/>
            <a:ext cx="10515600" cy="1325563"/>
          </a:xfrm>
        </p:spPr>
        <p:txBody>
          <a:bodyPr>
            <a:normAutofit/>
          </a:bodyPr>
          <a:lstStyle/>
          <a:p>
            <a:r>
              <a:rPr lang="en-US" sz="3200" b="1" dirty="0" err="1">
                <a:latin typeface="Times New Roman" panose="02020603050405020304" pitchFamily="18" charset="0"/>
                <a:cs typeface="Times New Roman" panose="02020603050405020304" pitchFamily="18" charset="0"/>
              </a:rPr>
              <a:t>Kontrolli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zmadhimit</a:t>
            </a:r>
            <a:br>
              <a:rPr lang="en-US" sz="20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Klikoni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mbajeni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tërhiqni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rrëshqitësin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përdorur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kontrollin</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zmadhimit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Numri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djathtë</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shiritit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rrëshqitës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pasqyron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përqindjen</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zmadhimit</a:t>
            </a:r>
            <a:r>
              <a:rPr lang="en-US" sz="2000" dirty="0">
                <a:latin typeface="Times New Roman" panose="02020603050405020304" pitchFamily="18" charset="0"/>
                <a:cs typeface="Times New Roman" panose="02020603050405020304" pitchFamily="18" charset="0"/>
              </a:rPr>
              <a:t>.</a:t>
            </a:r>
            <a:endParaRPr lang="sq-XK"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73810" y="1325563"/>
            <a:ext cx="9789807" cy="550407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2117" y="4003019"/>
            <a:ext cx="5386147" cy="1674450"/>
          </a:xfrm>
          <a:prstGeom prst="rect">
            <a:avLst/>
          </a:prstGeom>
        </p:spPr>
      </p:pic>
      <p:cxnSp>
        <p:nvCxnSpPr>
          <p:cNvPr id="6" name="Straight Arrow Connector 5"/>
          <p:cNvCxnSpPr/>
          <p:nvPr/>
        </p:nvCxnSpPr>
        <p:spPr>
          <a:xfrm flipH="1" flipV="1">
            <a:off x="8857397" y="5677469"/>
            <a:ext cx="1187358" cy="655094"/>
          </a:xfrm>
          <a:prstGeom prst="straightConnector1">
            <a:avLst/>
          </a:prstGeom>
          <a:ln w="762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573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5910" y="559263"/>
            <a:ext cx="10454186" cy="5078313"/>
          </a:xfrm>
          <a:prstGeom prst="rect">
            <a:avLst/>
          </a:prstGeom>
        </p:spPr>
        <p:txBody>
          <a:bodyPr wrap="square">
            <a:spAutoFit/>
          </a:bodyPr>
          <a:lstStyle/>
          <a:p>
            <a:r>
              <a:rPr lang="en-US" sz="6000" dirty="0" err="1">
                <a:latin typeface="Times New Roman" panose="02020603050405020304" pitchFamily="18" charset="0"/>
                <a:cs typeface="Times New Roman" panose="02020603050405020304" pitchFamily="18" charset="0"/>
              </a:rPr>
              <a:t>Shirita</a:t>
            </a:r>
            <a:r>
              <a:rPr lang="sq-AL" sz="6000" dirty="0">
                <a:latin typeface="Times New Roman" panose="02020603050405020304" pitchFamily="18" charset="0"/>
                <a:cs typeface="Times New Roman" panose="02020603050405020304" pitchFamily="18" charset="0"/>
              </a:rPr>
              <a:t>t</a:t>
            </a:r>
            <a:endParaRPr lang="en-US" sz="60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Word 2013 </a:t>
            </a:r>
            <a:r>
              <a:rPr lang="en-US" sz="4400" dirty="0" err="1">
                <a:latin typeface="Times New Roman" panose="02020603050405020304" pitchFamily="18" charset="0"/>
                <a:cs typeface="Times New Roman" panose="02020603050405020304" pitchFamily="18" charset="0"/>
              </a:rPr>
              <a:t>përdor</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një</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sistem</a:t>
            </a:r>
            <a:r>
              <a:rPr lang="sq-AL" sz="4400" dirty="0">
                <a:latin typeface="Times New Roman" panose="02020603050405020304" pitchFamily="18" charset="0"/>
                <a:cs typeface="Times New Roman" panose="02020603050405020304" pitchFamily="18" charset="0"/>
              </a:rPr>
              <a:t> shiritash</a:t>
            </a:r>
            <a:r>
              <a:rPr lang="en-US" sz="4400" dirty="0">
                <a:latin typeface="Times New Roman" panose="02020603050405020304" pitchFamily="18" charset="0"/>
                <a:cs typeface="Times New Roman" panose="02020603050405020304" pitchFamily="18" charset="0"/>
              </a:rPr>
              <a:t> </a:t>
            </a:r>
            <a:r>
              <a:rPr lang="sq-AL" sz="4400" dirty="0">
                <a:latin typeface="Times New Roman" panose="02020603050405020304" pitchFamily="18" charset="0"/>
                <a:cs typeface="Times New Roman" panose="02020603050405020304" pitchFamily="18" charset="0"/>
              </a:rPr>
              <a:t>«</a:t>
            </a:r>
            <a:r>
              <a:rPr lang="en-US" sz="4400" dirty="0">
                <a:latin typeface="Times New Roman" panose="02020603050405020304" pitchFamily="18" charset="0"/>
                <a:cs typeface="Times New Roman" panose="02020603050405020304" pitchFamily="18" charset="0"/>
              </a:rPr>
              <a:t>Ribbon</a:t>
            </a:r>
            <a:r>
              <a:rPr lang="sq-AL" sz="4400" dirty="0">
                <a:latin typeface="Times New Roman" panose="02020603050405020304" pitchFamily="18" charset="0"/>
                <a:cs typeface="Times New Roman" panose="02020603050405020304" pitchFamily="18" charset="0"/>
              </a:rPr>
              <a:t>»</a:t>
            </a:r>
            <a:r>
              <a:rPr lang="en-US" sz="4400" dirty="0">
                <a:latin typeface="Times New Roman" panose="02020603050405020304" pitchFamily="18" charset="0"/>
                <a:cs typeface="Times New Roman" panose="02020603050405020304" pitchFamily="18" charset="0"/>
              </a:rPr>
              <a:t> me </a:t>
            </a:r>
            <a:r>
              <a:rPr lang="en-US" sz="4400" dirty="0" err="1">
                <a:latin typeface="Times New Roman" panose="02020603050405020304" pitchFamily="18" charset="0"/>
                <a:cs typeface="Times New Roman" panose="02020603050405020304" pitchFamily="18" charset="0"/>
              </a:rPr>
              <a:t>skedarë</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në</a:t>
            </a:r>
            <a:r>
              <a:rPr lang="en-US" sz="4400" dirty="0">
                <a:latin typeface="Times New Roman" panose="02020603050405020304" pitchFamily="18" charset="0"/>
                <a:cs typeface="Times New Roman" panose="02020603050405020304" pitchFamily="18" charset="0"/>
              </a:rPr>
              <a:t> vend të </a:t>
            </a:r>
            <a:r>
              <a:rPr lang="en-US" sz="4400" dirty="0" err="1">
                <a:latin typeface="Times New Roman" panose="02020603050405020304" pitchFamily="18" charset="0"/>
                <a:cs typeface="Times New Roman" panose="02020603050405020304" pitchFamily="18" charset="0"/>
              </a:rPr>
              <a:t>menuve</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tradicionale</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Shirit</a:t>
            </a:r>
            <a:r>
              <a:rPr lang="sq-AL" sz="4400" dirty="0">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përmban</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skeda</a:t>
            </a:r>
            <a:r>
              <a:rPr lang="en-US" sz="4400" dirty="0">
                <a:latin typeface="Times New Roman" panose="02020603050405020304" pitchFamily="18" charset="0"/>
                <a:cs typeface="Times New Roman" panose="02020603050405020304" pitchFamily="18" charset="0"/>
              </a:rPr>
              <a:t> të </a:t>
            </a:r>
            <a:r>
              <a:rPr lang="en-US" sz="4400" dirty="0" err="1">
                <a:latin typeface="Times New Roman" panose="02020603050405020304" pitchFamily="18" charset="0"/>
                <a:cs typeface="Times New Roman" panose="02020603050405020304" pitchFamily="18" charset="0"/>
              </a:rPr>
              <a:t>shumëfishta</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secila</a:t>
            </a:r>
            <a:r>
              <a:rPr lang="en-US" sz="4400" dirty="0">
                <a:latin typeface="Times New Roman" panose="02020603050405020304" pitchFamily="18" charset="0"/>
                <a:cs typeface="Times New Roman" panose="02020603050405020304" pitchFamily="18" charset="0"/>
              </a:rPr>
              <a:t> me </a:t>
            </a:r>
            <a:r>
              <a:rPr lang="en-US" sz="4400" dirty="0" err="1">
                <a:latin typeface="Times New Roman" panose="02020603050405020304" pitchFamily="18" charset="0"/>
                <a:cs typeface="Times New Roman" panose="02020603050405020304" pitchFamily="18" charset="0"/>
              </a:rPr>
              <a:t>disa</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grupe</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komandash</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Ju</a:t>
            </a:r>
            <a:r>
              <a:rPr lang="en-US" sz="4400" dirty="0">
                <a:latin typeface="Times New Roman" panose="02020603050405020304" pitchFamily="18" charset="0"/>
                <a:cs typeface="Times New Roman" panose="02020603050405020304" pitchFamily="18" charset="0"/>
              </a:rPr>
              <a:t> do </a:t>
            </a:r>
            <a:r>
              <a:rPr lang="en-US" sz="4400" dirty="0" err="1">
                <a:latin typeface="Times New Roman" panose="02020603050405020304" pitchFamily="18" charset="0"/>
                <a:cs typeface="Times New Roman" panose="02020603050405020304" pitchFamily="18" charset="0"/>
              </a:rPr>
              <a:t>t'i</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përdorni</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këto</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skeda</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për</a:t>
            </a:r>
            <a:r>
              <a:rPr lang="en-US" sz="4400" dirty="0">
                <a:latin typeface="Times New Roman" panose="02020603050405020304" pitchFamily="18" charset="0"/>
                <a:cs typeface="Times New Roman" panose="02020603050405020304" pitchFamily="18" charset="0"/>
              </a:rPr>
              <a:t> të </a:t>
            </a:r>
            <a:r>
              <a:rPr lang="en-US" sz="4400" dirty="0" err="1">
                <a:latin typeface="Times New Roman" panose="02020603050405020304" pitchFamily="18" charset="0"/>
                <a:cs typeface="Times New Roman" panose="02020603050405020304" pitchFamily="18" charset="0"/>
              </a:rPr>
              <a:t>kryer</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detyrat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më</a:t>
            </a:r>
            <a:r>
              <a:rPr lang="en-US" sz="4400" dirty="0">
                <a:latin typeface="Times New Roman" panose="02020603050405020304" pitchFamily="18" charset="0"/>
                <a:cs typeface="Times New Roman" panose="02020603050405020304" pitchFamily="18" charset="0"/>
              </a:rPr>
              <a:t> të </a:t>
            </a:r>
            <a:r>
              <a:rPr lang="en-US" sz="4400" dirty="0" err="1">
                <a:latin typeface="Times New Roman" panose="02020603050405020304" pitchFamily="18" charset="0"/>
                <a:cs typeface="Times New Roman" panose="02020603050405020304" pitchFamily="18" charset="0"/>
              </a:rPr>
              <a:t>zakonshme</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në</a:t>
            </a:r>
            <a:r>
              <a:rPr lang="en-US" sz="4400" dirty="0">
                <a:latin typeface="Times New Roman" panose="02020603050405020304" pitchFamily="18" charset="0"/>
                <a:cs typeface="Times New Roman" panose="02020603050405020304" pitchFamily="18" charset="0"/>
              </a:rPr>
              <a:t> Word.</a:t>
            </a:r>
            <a:endParaRPr lang="sq-XK"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9775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357" y="365125"/>
            <a:ext cx="10986703" cy="1325563"/>
          </a:xfrm>
        </p:spPr>
        <p:txBody>
          <a:bodyPr>
            <a:normAutofit/>
          </a:bodyPr>
          <a:lstStyle/>
          <a:p>
            <a:r>
              <a:rPr lang="en-US" sz="2800" dirty="0" err="1">
                <a:latin typeface="Times New Roman" panose="02020603050405020304" pitchFamily="18" charset="0"/>
                <a:cs typeface="Times New Roman" panose="02020603050405020304" pitchFamily="18" charset="0"/>
              </a:rPr>
              <a:t>Klikoni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shigjetat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Slideshow </a:t>
            </a:r>
            <a:r>
              <a:rPr lang="en-US" sz="2800" dirty="0" err="1">
                <a:latin typeface="Times New Roman" panose="02020603050405020304" pitchFamily="18" charset="0"/>
                <a:cs typeface="Times New Roman" panose="02020603050405020304" pitchFamily="18" charset="0"/>
              </a:rPr>
              <a:t>më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poshtë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mësuar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shumë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rreth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komandave</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ndryshme</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disponueshme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brenda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secilës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skedë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Shirit</a:t>
            </a:r>
            <a:r>
              <a:rPr lang="en-US" sz="2800" dirty="0">
                <a:latin typeface="Times New Roman" panose="02020603050405020304" pitchFamily="18" charset="0"/>
                <a:cs typeface="Times New Roman" panose="02020603050405020304" pitchFamily="18" charset="0"/>
              </a:rPr>
              <a:t>.</a:t>
            </a:r>
            <a:endParaRPr lang="sq-XK"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357" y="1690688"/>
            <a:ext cx="11089498" cy="1953264"/>
          </a:xfrm>
          <a:prstGeom prst="rect">
            <a:avLst/>
          </a:prstGeom>
        </p:spPr>
      </p:pic>
      <p:sp>
        <p:nvSpPr>
          <p:cNvPr id="4" name="Rectangle 3"/>
          <p:cNvSpPr/>
          <p:nvPr/>
        </p:nvSpPr>
        <p:spPr>
          <a:xfrm>
            <a:off x="477151" y="3766782"/>
            <a:ext cx="10883909" cy="1569660"/>
          </a:xfrm>
          <a:prstGeom prst="rect">
            <a:avLst/>
          </a:prstGeom>
        </p:spPr>
        <p:txBody>
          <a:bodyPr wrap="square">
            <a:spAutoFit/>
          </a:bodyPr>
          <a:lstStyle/>
          <a:p>
            <a:r>
              <a:rPr lang="en-US" sz="2400" dirty="0" err="1">
                <a:latin typeface="Times New Roman" panose="02020603050405020304" pitchFamily="18" charset="0"/>
                <a:cs typeface="Times New Roman" panose="02020603050405020304" pitchFamily="18" charset="0"/>
              </a:rPr>
              <a:t>Skeda</a:t>
            </a:r>
            <a:r>
              <a:rPr lang="en-US" sz="2400" dirty="0">
                <a:latin typeface="Times New Roman" panose="02020603050405020304" pitchFamily="18" charset="0"/>
                <a:cs typeface="Times New Roman" panose="02020603050405020304" pitchFamily="18" charset="0"/>
              </a:rPr>
              <a:t> Home </a:t>
            </a:r>
            <a:r>
              <a:rPr lang="en-US" sz="2400" dirty="0" err="1">
                <a:latin typeface="Times New Roman" panose="02020603050405020304" pitchFamily="18" charset="0"/>
                <a:cs typeface="Times New Roman" panose="02020603050405020304" pitchFamily="18" charset="0"/>
              </a:rPr>
              <a:t>ju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lejon</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përdorni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disa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më</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përdorura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punuar</a:t>
            </a:r>
            <a:r>
              <a:rPr lang="en-US" sz="2400" dirty="0">
                <a:latin typeface="Times New Roman" panose="02020603050405020304" pitchFamily="18" charset="0"/>
                <a:cs typeface="Times New Roman" panose="02020603050405020304" pitchFamily="18" charset="0"/>
              </a:rPr>
              <a:t> me Word 2013, duke </a:t>
            </a:r>
            <a:r>
              <a:rPr lang="en-US" sz="2400" dirty="0" err="1">
                <a:latin typeface="Times New Roman" panose="02020603050405020304" pitchFamily="18" charset="0"/>
                <a:cs typeface="Times New Roman" panose="02020603050405020304" pitchFamily="18" charset="0"/>
              </a:rPr>
              <a:t>përfshirë</a:t>
            </a:r>
            <a:r>
              <a:rPr lang="en-US" sz="2400" dirty="0">
                <a:latin typeface="Times New Roman" panose="02020603050405020304" pitchFamily="18" charset="0"/>
                <a:cs typeface="Times New Roman" panose="02020603050405020304" pitchFamily="18" charset="0"/>
              </a:rPr>
              <a:t> </a:t>
            </a:r>
            <a:r>
              <a:rPr lang="sq-AL" sz="2400"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op</a:t>
            </a:r>
            <a:r>
              <a:rPr lang="sq-AL" sz="2400" dirty="0">
                <a:latin typeface="Times New Roman" panose="02020603050405020304" pitchFamily="18" charset="0"/>
                <a:cs typeface="Times New Roman" panose="02020603050405020304" pitchFamily="18" charset="0"/>
              </a:rPr>
              <a:t>y dhe paste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formatimin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përafrimin</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paragrafëve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zgjedhjen</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stileve</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dokumenteve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Skeda</a:t>
            </a:r>
            <a:r>
              <a:rPr lang="en-US" sz="2400" dirty="0">
                <a:latin typeface="Times New Roman" panose="02020603050405020304" pitchFamily="18" charset="0"/>
                <a:cs typeface="Times New Roman" panose="02020603050405020304" pitchFamily="18" charset="0"/>
              </a:rPr>
              <a:t> Home </a:t>
            </a:r>
            <a:r>
              <a:rPr lang="sq-AL" sz="2400" dirty="0">
                <a:latin typeface="Times New Roman" panose="02020603050405020304" pitchFamily="18" charset="0"/>
                <a:cs typeface="Times New Roman" panose="02020603050405020304" pitchFamily="18" charset="0"/>
              </a:rPr>
              <a:t>qfaqet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parazgjedhje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herë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hapni</a:t>
            </a:r>
            <a:r>
              <a:rPr lang="en-US" sz="2400" dirty="0">
                <a:latin typeface="Times New Roman" panose="02020603050405020304" pitchFamily="18" charset="0"/>
                <a:cs typeface="Times New Roman" panose="02020603050405020304" pitchFamily="18" charset="0"/>
              </a:rPr>
              <a:t> Word.</a:t>
            </a:r>
            <a:endParaRPr lang="sq-XK"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9198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080" y="3681532"/>
            <a:ext cx="10515600" cy="2023233"/>
          </a:xfrm>
        </p:spPr>
        <p:txBody>
          <a:bodyPr>
            <a:normAutofit/>
          </a:bodyPr>
          <a:lstStyle/>
          <a:p>
            <a:r>
              <a:rPr lang="en-US" sz="3600" b="1" dirty="0" err="1">
                <a:latin typeface="Times New Roman" panose="02020603050405020304" pitchFamily="18" charset="0"/>
                <a:cs typeface="Times New Roman" panose="02020603050405020304" pitchFamily="18" charset="0"/>
              </a:rPr>
              <a:t>Skeda</a:t>
            </a:r>
            <a:r>
              <a:rPr lang="en-US" sz="3600" b="1" dirty="0">
                <a:latin typeface="Times New Roman" panose="02020603050405020304" pitchFamily="18" charset="0"/>
                <a:cs typeface="Times New Roman" panose="02020603050405020304" pitchFamily="18" charset="0"/>
              </a:rPr>
              <a:t> Insert </a:t>
            </a:r>
            <a:r>
              <a:rPr lang="en-US" sz="3100" dirty="0" err="1">
                <a:latin typeface="Times New Roman" panose="02020603050405020304" pitchFamily="18" charset="0"/>
                <a:cs typeface="Times New Roman" panose="02020603050405020304" pitchFamily="18" charset="0"/>
              </a:rPr>
              <a:t>ju</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lejon</a:t>
            </a:r>
            <a:r>
              <a:rPr lang="en-US" sz="3100" dirty="0">
                <a:latin typeface="Times New Roman" panose="02020603050405020304" pitchFamily="18" charset="0"/>
                <a:cs typeface="Times New Roman" panose="02020603050405020304" pitchFamily="18" charset="0"/>
              </a:rPr>
              <a:t> të </a:t>
            </a:r>
            <a:r>
              <a:rPr lang="en-US" sz="3100" dirty="0" err="1">
                <a:latin typeface="Times New Roman" panose="02020603050405020304" pitchFamily="18" charset="0"/>
                <a:cs typeface="Times New Roman" panose="02020603050405020304" pitchFamily="18" charset="0"/>
              </a:rPr>
              <a:t>futni</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fotografi</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grafikë</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tabela</a:t>
            </a:r>
            <a:r>
              <a:rPr lang="en-US" sz="3100" dirty="0">
                <a:latin typeface="Times New Roman" panose="02020603050405020304" pitchFamily="18" charset="0"/>
                <a:cs typeface="Times New Roman" panose="02020603050405020304" pitchFamily="18" charset="0"/>
              </a:rPr>
              <a:t>, forma, </a:t>
            </a:r>
            <a:r>
              <a:rPr lang="en-US" sz="3100" dirty="0" err="1">
                <a:latin typeface="Times New Roman" panose="02020603050405020304" pitchFamily="18" charset="0"/>
                <a:cs typeface="Times New Roman" panose="02020603050405020304" pitchFamily="18" charset="0"/>
              </a:rPr>
              <a:t>faqe</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kopertine</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dhe</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më</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shumë</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në</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dokumentin</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tuaj</a:t>
            </a:r>
            <a:r>
              <a:rPr lang="en-US" sz="3100" dirty="0">
                <a:latin typeface="Times New Roman" panose="02020603050405020304" pitchFamily="18" charset="0"/>
                <a:cs typeface="Times New Roman" panose="02020603050405020304" pitchFamily="18" charset="0"/>
              </a:rPr>
              <a:t>, të </a:t>
            </a:r>
            <a:r>
              <a:rPr lang="en-US" sz="3100" dirty="0" err="1">
                <a:latin typeface="Times New Roman" panose="02020603050405020304" pitchFamily="18" charset="0"/>
                <a:cs typeface="Times New Roman" panose="02020603050405020304" pitchFamily="18" charset="0"/>
              </a:rPr>
              <a:t>cilat</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mund</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t'ju</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ndihmojnë</a:t>
            </a:r>
            <a:r>
              <a:rPr lang="en-US" sz="3100" dirty="0">
                <a:latin typeface="Times New Roman" panose="02020603050405020304" pitchFamily="18" charset="0"/>
                <a:cs typeface="Times New Roman" panose="02020603050405020304" pitchFamily="18" charset="0"/>
              </a:rPr>
              <a:t> të </a:t>
            </a:r>
            <a:r>
              <a:rPr lang="en-US" sz="3100" dirty="0" err="1">
                <a:latin typeface="Times New Roman" panose="02020603050405020304" pitchFamily="18" charset="0"/>
                <a:cs typeface="Times New Roman" panose="02020603050405020304" pitchFamily="18" charset="0"/>
              </a:rPr>
              <a:t>komunikoni</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informacionin</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vizualisht</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dhe</a:t>
            </a:r>
            <a:r>
              <a:rPr lang="en-US" sz="3100" dirty="0">
                <a:latin typeface="Times New Roman" panose="02020603050405020304" pitchFamily="18" charset="0"/>
                <a:cs typeface="Times New Roman" panose="02020603050405020304" pitchFamily="18" charset="0"/>
              </a:rPr>
              <a:t> të </a:t>
            </a:r>
            <a:r>
              <a:rPr lang="en-US" sz="3100" dirty="0" err="1">
                <a:latin typeface="Times New Roman" panose="02020603050405020304" pitchFamily="18" charset="0"/>
                <a:cs typeface="Times New Roman" panose="02020603050405020304" pitchFamily="18" charset="0"/>
              </a:rPr>
              <a:t>shtoni</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stilin</a:t>
            </a:r>
            <a:r>
              <a:rPr lang="en-US" sz="3100" dirty="0">
                <a:latin typeface="Times New Roman" panose="02020603050405020304" pitchFamily="18" charset="0"/>
                <a:cs typeface="Times New Roman" panose="02020603050405020304" pitchFamily="18" charset="0"/>
              </a:rPr>
              <a:t> e </a:t>
            </a:r>
            <a:r>
              <a:rPr lang="en-US" sz="3100" dirty="0" err="1">
                <a:latin typeface="Times New Roman" panose="02020603050405020304" pitchFamily="18" charset="0"/>
                <a:cs typeface="Times New Roman" panose="02020603050405020304" pitchFamily="18" charset="0"/>
              </a:rPr>
              <a:t>dokumentit</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tuaj</a:t>
            </a:r>
            <a:r>
              <a:rPr lang="en-US" sz="3100" dirty="0">
                <a:latin typeface="Times New Roman" panose="02020603050405020304" pitchFamily="18" charset="0"/>
                <a:cs typeface="Times New Roman" panose="02020603050405020304" pitchFamily="18" charset="0"/>
              </a:rPr>
              <a:t>.</a:t>
            </a:r>
            <a:endParaRPr lang="sq-XK" sz="31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880" y="1338477"/>
            <a:ext cx="11024000" cy="1923337"/>
          </a:xfrm>
          <a:prstGeom prst="rect">
            <a:avLst/>
          </a:prstGeom>
        </p:spPr>
      </p:pic>
    </p:spTree>
    <p:extLst>
      <p:ext uri="{BB962C8B-B14F-4D97-AF65-F5344CB8AC3E}">
        <p14:creationId xmlns:p14="http://schemas.microsoft.com/office/powerpoint/2010/main" val="1763215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785" y="3886247"/>
            <a:ext cx="11313994" cy="2487257"/>
          </a:xfrm>
        </p:spPr>
        <p:txBody>
          <a:bodyPr>
            <a:noAutofit/>
          </a:bodyPr>
          <a:lstStyle/>
          <a:p>
            <a:r>
              <a:rPr lang="en-US" sz="4000" b="1" dirty="0" err="1">
                <a:latin typeface="Times New Roman" panose="02020603050405020304" pitchFamily="18" charset="0"/>
                <a:cs typeface="Times New Roman" panose="02020603050405020304" pitchFamily="18" charset="0"/>
              </a:rPr>
              <a:t>Skeda</a:t>
            </a:r>
            <a:r>
              <a:rPr lang="en-US" sz="4000" b="1" dirty="0">
                <a:latin typeface="Times New Roman" panose="02020603050405020304" pitchFamily="18" charset="0"/>
                <a:cs typeface="Times New Roman" panose="02020603050405020304" pitchFamily="18" charset="0"/>
              </a:rPr>
              <a:t> Design </a:t>
            </a:r>
            <a:r>
              <a:rPr lang="en-US" sz="3200" dirty="0" err="1">
                <a:latin typeface="Times New Roman" panose="02020603050405020304" pitchFamily="18" charset="0"/>
                <a:cs typeface="Times New Roman" panose="02020603050405020304" pitchFamily="18" charset="0"/>
              </a:rPr>
              <a:t>ju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jep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mundësinë</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përdorni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një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shumëllojshmëri</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mjeteve</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dizajnit</a:t>
            </a:r>
            <a:r>
              <a:rPr lang="en-US" sz="3200" dirty="0">
                <a:latin typeface="Times New Roman" panose="02020603050405020304" pitchFamily="18" charset="0"/>
                <a:cs typeface="Times New Roman" panose="02020603050405020304" pitchFamily="18" charset="0"/>
              </a:rPr>
              <a:t>, duke </a:t>
            </a:r>
            <a:r>
              <a:rPr lang="en-US" sz="3200" dirty="0" err="1">
                <a:latin typeface="Times New Roman" panose="02020603050405020304" pitchFamily="18" charset="0"/>
                <a:cs typeface="Times New Roman" panose="02020603050405020304" pitchFamily="18" charset="0"/>
              </a:rPr>
              <a:t>përfshirë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formatimin</a:t>
            </a:r>
            <a:r>
              <a:rPr lang="en-US" sz="3200" dirty="0">
                <a:latin typeface="Times New Roman" panose="02020603050405020304" pitchFamily="18" charset="0"/>
                <a:cs typeface="Times New Roman" panose="02020603050405020304" pitchFamily="18" charset="0"/>
              </a:rPr>
              <a:t> e </a:t>
            </a:r>
            <a:r>
              <a:rPr lang="en-US" sz="3200" dirty="0" err="1">
                <a:latin typeface="Times New Roman" panose="02020603050405020304" pitchFamily="18" charset="0"/>
                <a:cs typeface="Times New Roman" panose="02020603050405020304" pitchFamily="18" charset="0"/>
              </a:rPr>
              <a:t>dokumenteve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efektet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dhe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kufijtë</a:t>
            </a:r>
            <a:r>
              <a:rPr lang="en-US" sz="3200" dirty="0">
                <a:latin typeface="Times New Roman" panose="02020603050405020304" pitchFamily="18" charset="0"/>
                <a:cs typeface="Times New Roman" panose="02020603050405020304" pitchFamily="18" charset="0"/>
              </a:rPr>
              <a:t> e </a:t>
            </a:r>
            <a:r>
              <a:rPr lang="en-US" sz="3200" dirty="0" err="1">
                <a:latin typeface="Times New Roman" panose="02020603050405020304" pitchFamily="18" charset="0"/>
                <a:cs typeface="Times New Roman" panose="02020603050405020304" pitchFamily="18" charset="0"/>
              </a:rPr>
              <a:t>faqeve</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cilat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mund</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japin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dokumentit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tuaj</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një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pamje</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lëmuar</a:t>
            </a:r>
            <a:r>
              <a:rPr lang="en-US" sz="3200" dirty="0">
                <a:latin typeface="Times New Roman" panose="02020603050405020304" pitchFamily="18" charset="0"/>
                <a:cs typeface="Times New Roman" panose="02020603050405020304" pitchFamily="18" charset="0"/>
              </a:rPr>
              <a:t>.</a:t>
            </a:r>
            <a:endParaRPr lang="sq-XK" sz="3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180" y="1296537"/>
            <a:ext cx="11155203" cy="2306472"/>
          </a:xfrm>
          <a:prstGeom prst="rect">
            <a:avLst/>
          </a:prstGeom>
        </p:spPr>
      </p:pic>
    </p:spTree>
    <p:extLst>
      <p:ext uri="{BB962C8B-B14F-4D97-AF65-F5344CB8AC3E}">
        <p14:creationId xmlns:p14="http://schemas.microsoft.com/office/powerpoint/2010/main" val="3722085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709" y="2999142"/>
            <a:ext cx="10515600" cy="2842100"/>
          </a:xfrm>
        </p:spPr>
        <p:txBody>
          <a:bodyPr>
            <a:noAutofit/>
          </a:bodyPr>
          <a:lstStyle/>
          <a:p>
            <a:r>
              <a:rPr lang="en-US" sz="3600" b="1" dirty="0" err="1">
                <a:latin typeface="Times New Roman" panose="02020603050405020304" pitchFamily="18" charset="0"/>
                <a:cs typeface="Times New Roman" panose="02020603050405020304" pitchFamily="18" charset="0"/>
              </a:rPr>
              <a:t>Skeda</a:t>
            </a:r>
            <a:r>
              <a:rPr lang="en-US" sz="3600" b="1" dirty="0">
                <a:latin typeface="Times New Roman" panose="02020603050405020304" pitchFamily="18" charset="0"/>
                <a:cs typeface="Times New Roman" panose="02020603050405020304" pitchFamily="18" charset="0"/>
              </a:rPr>
              <a:t> </a:t>
            </a:r>
            <a:r>
              <a:rPr lang="sq-AL" sz="3600" b="1" dirty="0">
                <a:latin typeface="Times New Roman" panose="02020603050405020304" pitchFamily="18" charset="0"/>
                <a:cs typeface="Times New Roman" panose="02020603050405020304" pitchFamily="18" charset="0"/>
              </a:rPr>
              <a:t>«</a:t>
            </a:r>
            <a:r>
              <a:rPr lang="en-US" sz="3600" b="1" dirty="0" err="1">
                <a:latin typeface="Times New Roman" panose="02020603050405020304" pitchFamily="18" charset="0"/>
                <a:cs typeface="Times New Roman" panose="02020603050405020304" pitchFamily="18" charset="0"/>
              </a:rPr>
              <a:t>Paraqitja</a:t>
            </a:r>
            <a:r>
              <a:rPr lang="en-US" sz="3600" b="1" dirty="0">
                <a:latin typeface="Times New Roman" panose="02020603050405020304" pitchFamily="18" charset="0"/>
                <a:cs typeface="Times New Roman" panose="02020603050405020304" pitchFamily="18" charset="0"/>
              </a:rPr>
              <a:t> e </a:t>
            </a:r>
            <a:r>
              <a:rPr lang="en-US" sz="3600" b="1" dirty="0" err="1">
                <a:latin typeface="Times New Roman" panose="02020603050405020304" pitchFamily="18" charset="0"/>
                <a:cs typeface="Times New Roman" panose="02020603050405020304" pitchFamily="18" charset="0"/>
              </a:rPr>
              <a:t>faqes</a:t>
            </a:r>
            <a:r>
              <a:rPr lang="sq-AL" sz="3600" b="1" dirty="0">
                <a:latin typeface="Times New Roman" panose="02020603050405020304" pitchFamily="18" charset="0"/>
                <a:cs typeface="Times New Roman" panose="02020603050405020304" pitchFamily="18" charset="0"/>
              </a:rPr>
              <a:t>»(</a:t>
            </a:r>
            <a:r>
              <a:rPr lang="sq-AL" sz="2800" b="1" dirty="0">
                <a:latin typeface="Times New Roman" panose="02020603050405020304" pitchFamily="18" charset="0"/>
                <a:cs typeface="Times New Roman" panose="02020603050405020304" pitchFamily="18" charset="0"/>
              </a:rPr>
              <a:t>PAGE LAYOUT</a:t>
            </a:r>
            <a:r>
              <a:rPr lang="sq-AL" sz="3600" b="1" dirty="0">
                <a:latin typeface="Times New Roman" panose="02020603050405020304" pitchFamily="18" charset="0"/>
                <a:cs typeface="Times New Roman" panose="02020603050405020304" pitchFamily="18" charset="0"/>
              </a:rPr>
              <a:t>)</a:t>
            </a:r>
            <a:r>
              <a:rPr lang="en-US" sz="3600" b="1"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ju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lejon</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ndryshoni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formatimin</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printimit</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dokumentit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tuaj</a:t>
            </a:r>
            <a:r>
              <a:rPr lang="en-US" sz="2800" dirty="0">
                <a:latin typeface="Times New Roman" panose="02020603050405020304" pitchFamily="18" charset="0"/>
                <a:cs typeface="Times New Roman" panose="02020603050405020304" pitchFamily="18" charset="0"/>
              </a:rPr>
              <a:t>, duke </a:t>
            </a:r>
            <a:r>
              <a:rPr lang="en-US" sz="2800" dirty="0" err="1">
                <a:latin typeface="Times New Roman" panose="02020603050405020304" pitchFamily="18" charset="0"/>
                <a:cs typeface="Times New Roman" panose="02020603050405020304" pitchFamily="18" charset="0"/>
              </a:rPr>
              <a:t>përfshirë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gjerësinë</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margjinës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orientimin</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faqes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dhe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ndërprerjet</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faqes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Këto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komanda</a:t>
            </a:r>
            <a:r>
              <a:rPr lang="en-US" sz="2800" dirty="0">
                <a:latin typeface="Times New Roman" panose="02020603050405020304" pitchFamily="18" charset="0"/>
                <a:cs typeface="Times New Roman" panose="02020603050405020304" pitchFamily="18" charset="0"/>
              </a:rPr>
              <a:t> do të </a:t>
            </a:r>
            <a:r>
              <a:rPr lang="en-US" sz="2800" dirty="0" err="1">
                <a:latin typeface="Times New Roman" panose="02020603050405020304" pitchFamily="18" charset="0"/>
                <a:cs typeface="Times New Roman" panose="02020603050405020304" pitchFamily="18" charset="0"/>
              </a:rPr>
              <a:t>jenë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veçanërisht</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dobishme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kur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përgatiteni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shtypur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një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dokument</a:t>
            </a:r>
            <a:r>
              <a:rPr lang="en-US" sz="2800" dirty="0">
                <a:latin typeface="Times New Roman" panose="02020603050405020304" pitchFamily="18" charset="0"/>
                <a:cs typeface="Times New Roman" panose="02020603050405020304" pitchFamily="18" charset="0"/>
              </a:rPr>
              <a:t>.</a:t>
            </a:r>
            <a:endParaRPr lang="sq-XK"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66709" y="864204"/>
            <a:ext cx="10349283" cy="1810757"/>
          </a:xfrm>
          <a:prstGeom prst="rect">
            <a:avLst/>
          </a:prstGeom>
        </p:spPr>
      </p:pic>
    </p:spTree>
    <p:extLst>
      <p:ext uri="{BB962C8B-B14F-4D97-AF65-F5344CB8AC3E}">
        <p14:creationId xmlns:p14="http://schemas.microsoft.com/office/powerpoint/2010/main" val="4090420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040" y="2926080"/>
            <a:ext cx="10910322" cy="3050005"/>
          </a:xfrm>
        </p:spPr>
        <p:txBody>
          <a:bodyPr>
            <a:noAutofit/>
          </a:bodyPr>
          <a:lstStyle/>
          <a:p>
            <a:r>
              <a:rPr lang="en-US" sz="4000" b="1" dirty="0" err="1">
                <a:latin typeface="Times New Roman" panose="02020603050405020304" pitchFamily="18" charset="0"/>
                <a:cs typeface="Times New Roman" panose="02020603050405020304" pitchFamily="18" charset="0"/>
              </a:rPr>
              <a:t>Skeda</a:t>
            </a:r>
            <a:r>
              <a:rPr lang="en-US" sz="4000" b="1" dirty="0">
                <a:latin typeface="Times New Roman" panose="02020603050405020304" pitchFamily="18" charset="0"/>
                <a:cs typeface="Times New Roman" panose="02020603050405020304" pitchFamily="18" charset="0"/>
              </a:rPr>
              <a:t> </a:t>
            </a:r>
            <a:r>
              <a:rPr lang="sq-AL" sz="4000" b="1" dirty="0">
                <a:latin typeface="Times New Roman" panose="02020603050405020304" pitchFamily="18" charset="0"/>
                <a:cs typeface="Times New Roman" panose="02020603050405020304" pitchFamily="18" charset="0"/>
              </a:rPr>
              <a:t>«</a:t>
            </a:r>
            <a:r>
              <a:rPr lang="en-US" sz="4000" b="1" dirty="0">
                <a:latin typeface="Times New Roman" panose="02020603050405020304" pitchFamily="18" charset="0"/>
                <a:cs typeface="Times New Roman" panose="02020603050405020304" pitchFamily="18" charset="0"/>
              </a:rPr>
              <a:t>References</a:t>
            </a:r>
            <a:r>
              <a:rPr lang="sq-AL" sz="4000" b="1" dirty="0">
                <a:latin typeface="Times New Roman" panose="02020603050405020304" pitchFamily="18" charset="0"/>
                <a:cs typeface="Times New Roman" panose="02020603050405020304" pitchFamily="18" charset="0"/>
              </a:rPr>
              <a:t>»</a:t>
            </a:r>
            <a:r>
              <a:rPr lang="en-US" sz="4000" b="1"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ju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lejon</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shtoni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shënime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dokumentin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tuaj</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siç</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janë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shënimet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në</a:t>
            </a:r>
            <a:r>
              <a:rPr lang="en-US" sz="3200" dirty="0">
                <a:latin typeface="Times New Roman" panose="02020603050405020304" pitchFamily="18" charset="0"/>
                <a:cs typeface="Times New Roman" panose="02020603050405020304" pitchFamily="18" charset="0"/>
              </a:rPr>
              <a:t> fund të </a:t>
            </a:r>
            <a:r>
              <a:rPr lang="en-US" sz="3200" dirty="0" err="1">
                <a:latin typeface="Times New Roman" panose="02020603050405020304" pitchFamily="18" charset="0"/>
                <a:cs typeface="Times New Roman" panose="02020603050405020304" pitchFamily="18" charset="0"/>
              </a:rPr>
              <a:t>faqes</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dhe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citimet</a:t>
            </a:r>
            <a:r>
              <a:rPr lang="en-US" sz="3200" dirty="0">
                <a:latin typeface="Times New Roman" panose="02020603050405020304" pitchFamily="18" charset="0"/>
                <a:cs typeface="Times New Roman" panose="02020603050405020304" pitchFamily="18" charset="0"/>
              </a:rPr>
              <a:t>. Nga </a:t>
            </a:r>
            <a:r>
              <a:rPr lang="en-US" sz="3200" dirty="0" err="1">
                <a:latin typeface="Times New Roman" panose="02020603050405020304" pitchFamily="18" charset="0"/>
                <a:cs typeface="Times New Roman" panose="02020603050405020304" pitchFamily="18" charset="0"/>
              </a:rPr>
              <a:t>këtu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ju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gjithashtu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mund</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shtoni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një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tabelë</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përmbajtjes</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titra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dhe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një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bibliografi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Këto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komanda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janë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veçanërisht</a:t>
            </a:r>
            <a:r>
              <a:rPr lang="en-US" sz="3200" dirty="0">
                <a:latin typeface="Times New Roman" panose="02020603050405020304" pitchFamily="18" charset="0"/>
                <a:cs typeface="Times New Roman" panose="02020603050405020304" pitchFamily="18" charset="0"/>
              </a:rPr>
              <a:t> të </a:t>
            </a:r>
            <a:r>
              <a:rPr lang="en-US" sz="3200" dirty="0" err="1">
                <a:latin typeface="Times New Roman" panose="02020603050405020304" pitchFamily="18" charset="0"/>
                <a:cs typeface="Times New Roman" panose="02020603050405020304" pitchFamily="18" charset="0"/>
              </a:rPr>
              <a:t>dobishme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kur</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hartoni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punime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akademike</a:t>
            </a:r>
            <a:r>
              <a:rPr lang="en-US" sz="3200" dirty="0">
                <a:latin typeface="Times New Roman" panose="02020603050405020304" pitchFamily="18" charset="0"/>
                <a:cs typeface="Times New Roman" panose="02020603050405020304" pitchFamily="18" charset="0"/>
              </a:rPr>
              <a:t>.</a:t>
            </a:r>
            <a:endParaRPr lang="sq-XK" sz="3200" dirty="0">
              <a:latin typeface="Times New Roman" panose="02020603050405020304" pitchFamily="18" charset="0"/>
              <a:cs typeface="Times New Roman" panose="02020603050405020304" pitchFamily="18" charset="0"/>
            </a:endParaRPr>
          </a:p>
        </p:txBody>
      </p:sp>
      <p:sp>
        <p:nvSpPr>
          <p:cNvPr id="4" name="Rectangle 3"/>
          <p:cNvSpPr>
            <a:spLocks noChangeArrowheads="1"/>
          </p:cNvSpPr>
          <p:nvPr/>
        </p:nvSpPr>
        <p:spPr bwMode="auto">
          <a:xfrm>
            <a:off x="-31788" y="1405283"/>
            <a:ext cx="227948"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q-XK" altLang="sq-XK" sz="1200" b="0" i="0" u="none" strike="noStrike" cap="none" normalizeH="0" baseline="0" dirty="0">
                <a:ln>
                  <a:noFill/>
                </a:ln>
                <a:solidFill>
                  <a:srgbClr val="324698"/>
                </a:solidFill>
                <a:effectLst/>
                <a:latin typeface="source sans pro"/>
              </a:rPr>
              <a:t> </a:t>
            </a:r>
            <a:endParaRPr kumimoji="0" lang="sq-XK" altLang="sq-XK" sz="1800" b="0" i="0" u="none" strike="noStrike" cap="none" normalizeH="0" baseline="0" dirty="0">
              <a:ln>
                <a:noFill/>
              </a:ln>
              <a:solidFill>
                <a:schemeClr val="tx1"/>
              </a:solidFill>
              <a:effectLst/>
              <a:latin typeface="Arial" panose="020B0604020202020204" pitchFamily="34" charset="0"/>
            </a:endParaRPr>
          </a:p>
        </p:txBody>
      </p:sp>
      <p:pic>
        <p:nvPicPr>
          <p:cNvPr id="1028" name="Picture 4" descr="Screenshot of Word 2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39" y="601393"/>
            <a:ext cx="10910323" cy="2015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310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504" y="3193367"/>
            <a:ext cx="10997809" cy="1803230"/>
          </a:xfrm>
        </p:spPr>
        <p:txBody>
          <a:bodyPr>
            <a:normAutofit/>
          </a:bodyPr>
          <a:lstStyle/>
          <a:p>
            <a:r>
              <a:rPr lang="en-US" sz="2800" dirty="0" err="1">
                <a:latin typeface="Times New Roman" panose="02020603050405020304" pitchFamily="18" charset="0"/>
                <a:cs typeface="Times New Roman" panose="02020603050405020304" pitchFamily="18" charset="0"/>
              </a:rPr>
              <a:t>Ju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mund</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përdorni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funksion</a:t>
            </a:r>
            <a:r>
              <a:rPr lang="sq-AL" sz="2800" dirty="0">
                <a:latin typeface="Times New Roman" panose="02020603050405020304" pitchFamily="18" charset="0"/>
                <a:cs typeface="Times New Roman" panose="02020603050405020304" pitchFamily="18" charset="0"/>
              </a:rPr>
              <a:t>et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skedën</a:t>
            </a:r>
            <a:r>
              <a:rPr lang="en-US" sz="28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MAILINGS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kompozuar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shpejt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letrat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zarfat</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adresave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dhe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krijuar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etiketa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Kjo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është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veçanërisht</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dobishme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kur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duhet</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dërgoni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një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letër</a:t>
            </a:r>
            <a:r>
              <a:rPr lang="en-US" sz="2800" dirty="0">
                <a:latin typeface="Times New Roman" panose="02020603050405020304" pitchFamily="18" charset="0"/>
                <a:cs typeface="Times New Roman" panose="02020603050405020304" pitchFamily="18" charset="0"/>
              </a:rPr>
              <a:t> te </a:t>
            </a:r>
            <a:r>
              <a:rPr lang="en-US" sz="2800" dirty="0" err="1">
                <a:latin typeface="Times New Roman" panose="02020603050405020304" pitchFamily="18" charset="0"/>
                <a:cs typeface="Times New Roman" panose="02020603050405020304" pitchFamily="18" charset="0"/>
              </a:rPr>
              <a:t>disa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marrës</a:t>
            </a:r>
            <a:r>
              <a:rPr lang="en-US" sz="2800" dirty="0">
                <a:latin typeface="Times New Roman" panose="02020603050405020304" pitchFamily="18" charset="0"/>
                <a:cs typeface="Times New Roman" panose="02020603050405020304" pitchFamily="18" charset="0"/>
              </a:rPr>
              <a:t>.</a:t>
            </a:r>
            <a:endParaRPr lang="sq-XK" sz="2800" dirty="0">
              <a:latin typeface="Times New Roman" panose="02020603050405020304" pitchFamily="18" charset="0"/>
              <a:cs typeface="Times New Roman" panose="02020603050405020304" pitchFamily="18" charset="0"/>
            </a:endParaRPr>
          </a:p>
        </p:txBody>
      </p:sp>
      <p:pic>
        <p:nvPicPr>
          <p:cNvPr id="2050" name="Picture 2" descr="Screenshot of Word 2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505" y="630383"/>
            <a:ext cx="10997808" cy="1818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289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969" y="2461847"/>
            <a:ext cx="10905169" cy="2436276"/>
          </a:xfrm>
        </p:spPr>
        <p:txBody>
          <a:bodyPr>
            <a:normAutofit/>
          </a:bodyPr>
          <a:lstStyle/>
          <a:p>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Ju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mund</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përdorni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skedën</a:t>
            </a:r>
            <a:r>
              <a:rPr lang="en-US" sz="2800"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Rishikimi</a:t>
            </a:r>
            <a:r>
              <a:rPr lang="sq-AL" sz="2800" b="1" dirty="0">
                <a:latin typeface="Times New Roman" panose="02020603050405020304" pitchFamily="18" charset="0"/>
                <a:cs typeface="Times New Roman" panose="02020603050405020304" pitchFamily="18" charset="0"/>
              </a:rPr>
              <a:t> «REVIEW»</a:t>
            </a:r>
            <a:r>
              <a:rPr lang="en-US" sz="2800" b="1"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hyrë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tiparet</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fuqishme</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redaktimit</a:t>
            </a:r>
            <a:r>
              <a:rPr lang="en-US" sz="2800" dirty="0">
                <a:latin typeface="Times New Roman" panose="02020603050405020304" pitchFamily="18" charset="0"/>
                <a:cs typeface="Times New Roman" panose="02020603050405020304" pitchFamily="18" charset="0"/>
              </a:rPr>
              <a:t> të Word, duke </a:t>
            </a:r>
            <a:r>
              <a:rPr lang="en-US" sz="2800" dirty="0" err="1">
                <a:latin typeface="Times New Roman" panose="02020603050405020304" pitchFamily="18" charset="0"/>
                <a:cs typeface="Times New Roman" panose="02020603050405020304" pitchFamily="18" charset="0"/>
              </a:rPr>
              <a:t>përfshirë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shtimin</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komenteve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dhe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ndryshimet</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gjurmimit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Këto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karakteristika</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bëjnë</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lehtë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ndarjen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dhe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bashkëpunimin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dokumente</a:t>
            </a:r>
            <a:r>
              <a:rPr lang="en-US" sz="2800" dirty="0">
                <a:latin typeface="Times New Roman" panose="02020603050405020304" pitchFamily="18" charset="0"/>
                <a:cs typeface="Times New Roman" panose="02020603050405020304" pitchFamily="18" charset="0"/>
              </a:rPr>
              <a:t>.</a:t>
            </a:r>
            <a:endParaRPr lang="sq-XK" sz="2800" dirty="0">
              <a:latin typeface="Times New Roman" panose="02020603050405020304" pitchFamily="18" charset="0"/>
              <a:cs typeface="Times New Roman" panose="02020603050405020304" pitchFamily="18" charset="0"/>
            </a:endParaRPr>
          </a:p>
        </p:txBody>
      </p:sp>
      <p:pic>
        <p:nvPicPr>
          <p:cNvPr id="3074" name="Picture 2" descr="Screenshot of Word 2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969" y="320892"/>
            <a:ext cx="10905169" cy="1803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4115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664" y="2825088"/>
            <a:ext cx="11395881" cy="2304838"/>
          </a:xfrm>
        </p:spPr>
        <p:txBody>
          <a:bodyPr>
            <a:normAutofit/>
          </a:bodyPr>
          <a:lstStyle/>
          <a:p>
            <a:br>
              <a:rPr lang="en-US" sz="2800" dirty="0">
                <a:latin typeface="Times New Roman" panose="02020603050405020304" pitchFamily="18" charset="0"/>
                <a:cs typeface="Times New Roman" panose="02020603050405020304" pitchFamily="18" charset="0"/>
              </a:rPr>
            </a:br>
            <a:r>
              <a:rPr lang="en-US" sz="3200" b="1" dirty="0" err="1">
                <a:latin typeface="Times New Roman" panose="02020603050405020304" pitchFamily="18" charset="0"/>
                <a:cs typeface="Times New Roman" panose="02020603050405020304" pitchFamily="18" charset="0"/>
              </a:rPr>
              <a:t>Skeda</a:t>
            </a:r>
            <a:r>
              <a:rPr lang="en-US" sz="3200" b="1" dirty="0">
                <a:latin typeface="Times New Roman" panose="02020603050405020304" pitchFamily="18" charset="0"/>
                <a:cs typeface="Times New Roman" panose="02020603050405020304" pitchFamily="18" charset="0"/>
              </a:rPr>
              <a:t> View </a:t>
            </a:r>
            <a:r>
              <a:rPr lang="en-US" sz="2800" dirty="0" err="1">
                <a:latin typeface="Times New Roman" panose="02020603050405020304" pitchFamily="18" charset="0"/>
                <a:cs typeface="Times New Roman" panose="02020603050405020304" pitchFamily="18" charset="0"/>
              </a:rPr>
              <a:t>ju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lejon</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kaloni</a:t>
            </a:r>
            <a:r>
              <a:rPr lang="en-US" sz="2800" dirty="0">
                <a:latin typeface="Times New Roman" panose="02020603050405020304" pitchFamily="18" charset="0"/>
                <a:cs typeface="Times New Roman" panose="02020603050405020304" pitchFamily="18" charset="0"/>
              </a:rPr>
              <a:t> midis </a:t>
            </a:r>
            <a:r>
              <a:rPr lang="en-US" sz="2800" dirty="0" err="1">
                <a:latin typeface="Times New Roman" panose="02020603050405020304" pitchFamily="18" charset="0"/>
                <a:cs typeface="Times New Roman" panose="02020603050405020304" pitchFamily="18" charset="0"/>
              </a:rPr>
              <a:t>pamjeve</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ndryshme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dokumentin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tuaj</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dhe</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ndani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ekranin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parë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pjesë</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dokumentit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tuaj</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njëjtën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kohë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Këto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komanda</a:t>
            </a:r>
            <a:r>
              <a:rPr lang="en-US" sz="2800" dirty="0">
                <a:latin typeface="Times New Roman" panose="02020603050405020304" pitchFamily="18" charset="0"/>
                <a:cs typeface="Times New Roman" panose="02020603050405020304" pitchFamily="18" charset="0"/>
              </a:rPr>
              <a:t> do të </a:t>
            </a:r>
            <a:r>
              <a:rPr lang="en-US" sz="2800" dirty="0" err="1">
                <a:latin typeface="Times New Roman" panose="02020603050405020304" pitchFamily="18" charset="0"/>
                <a:cs typeface="Times New Roman" panose="02020603050405020304" pitchFamily="18" charset="0"/>
              </a:rPr>
              <a:t>jenë</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dobishme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kur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përgatiteni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shtypur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një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dokument</a:t>
            </a:r>
            <a:r>
              <a:rPr lang="en-US" sz="2800" dirty="0">
                <a:latin typeface="Times New Roman" panose="02020603050405020304" pitchFamily="18" charset="0"/>
                <a:cs typeface="Times New Roman" panose="02020603050405020304" pitchFamily="18" charset="0"/>
              </a:rPr>
              <a:t>.</a:t>
            </a:r>
            <a:endParaRPr lang="sq-XK" sz="2800" dirty="0">
              <a:latin typeface="Times New Roman" panose="02020603050405020304" pitchFamily="18" charset="0"/>
              <a:cs typeface="Times New Roman" panose="02020603050405020304" pitchFamily="18" charset="0"/>
            </a:endParaRPr>
          </a:p>
        </p:txBody>
      </p:sp>
      <p:pic>
        <p:nvPicPr>
          <p:cNvPr id="4098" name="Picture 2" descr="Screenshot of Word 2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78" y="430496"/>
            <a:ext cx="11868254" cy="1962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0624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813" y="3125338"/>
            <a:ext cx="11509535" cy="2632384"/>
          </a:xfrm>
        </p:spPr>
        <p:txBody>
          <a:bodyPr>
            <a:normAutofit/>
          </a:bodyPr>
          <a:lstStyle/>
          <a:p>
            <a:br>
              <a:rPr lang="en-US" sz="2800" dirty="0">
                <a:latin typeface="Times New Roman" panose="02020603050405020304" pitchFamily="18" charset="0"/>
                <a:cs typeface="Times New Roman" panose="02020603050405020304" pitchFamily="18" charset="0"/>
              </a:rPr>
            </a:br>
            <a:r>
              <a:rPr lang="en-US" sz="3200" b="1" dirty="0" err="1">
                <a:latin typeface="Times New Roman" panose="02020603050405020304" pitchFamily="18" charset="0"/>
                <a:cs typeface="Times New Roman" panose="02020603050405020304" pitchFamily="18" charset="0"/>
              </a:rPr>
              <a:t>Skedat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kontekstuale</a:t>
            </a:r>
            <a:r>
              <a:rPr lang="en-US" sz="32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do të </a:t>
            </a:r>
            <a:r>
              <a:rPr lang="en-US" sz="2800" dirty="0" err="1">
                <a:latin typeface="Times New Roman" panose="02020603050405020304" pitchFamily="18" charset="0"/>
                <a:cs typeface="Times New Roman" panose="02020603050405020304" pitchFamily="18" charset="0"/>
              </a:rPr>
              <a:t>shfaqen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Shirit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kur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jeni</a:t>
            </a:r>
            <a:r>
              <a:rPr lang="en-US" sz="2800" dirty="0">
                <a:latin typeface="Times New Roman" panose="02020603050405020304" pitchFamily="18" charset="0"/>
                <a:cs typeface="Times New Roman" panose="02020603050405020304" pitchFamily="18" charset="0"/>
              </a:rPr>
              <a:t> duke </a:t>
            </a:r>
            <a:r>
              <a:rPr lang="en-US" sz="2800" dirty="0" err="1">
                <a:latin typeface="Times New Roman" panose="02020603050405020304" pitchFamily="18" charset="0"/>
                <a:cs typeface="Times New Roman" panose="02020603050405020304" pitchFamily="18" charset="0"/>
              </a:rPr>
              <a:t>punuar</a:t>
            </a:r>
            <a:r>
              <a:rPr lang="en-US" sz="2800" dirty="0">
                <a:latin typeface="Times New Roman" panose="02020603050405020304" pitchFamily="18" charset="0"/>
                <a:cs typeface="Times New Roman" panose="02020603050405020304" pitchFamily="18" charset="0"/>
              </a:rPr>
              <a:t> me </a:t>
            </a:r>
            <a:r>
              <a:rPr lang="en-US" sz="2800" dirty="0" err="1">
                <a:latin typeface="Times New Roman" panose="02020603050405020304" pitchFamily="18" charset="0"/>
                <a:cs typeface="Times New Roman" panose="02020603050405020304" pitchFamily="18" charset="0"/>
              </a:rPr>
              <a:t>sende</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caktuara</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tilla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si</a:t>
            </a:r>
            <a:r>
              <a:rPr lang="en-US" sz="2800" dirty="0">
                <a:latin typeface="Times New Roman" panose="02020603050405020304" pitchFamily="18" charset="0"/>
                <a:cs typeface="Times New Roman" panose="02020603050405020304" pitchFamily="18" charset="0"/>
              </a:rPr>
              <a:t> ta</a:t>
            </a:r>
            <a:r>
              <a:rPr lang="sq-AL" sz="2800" dirty="0">
                <a:latin typeface="Times New Roman" panose="02020603050405020304" pitchFamily="18" charset="0"/>
                <a:cs typeface="Times New Roman" panose="02020603050405020304" pitchFamily="18" charset="0"/>
              </a:rPr>
              <a:t>bela</a:t>
            </a:r>
            <a:r>
              <a:rPr lang="en-US" sz="2800" dirty="0">
                <a:latin typeface="Times New Roman" panose="02020603050405020304" pitchFamily="18" charset="0"/>
                <a:cs typeface="Times New Roman" panose="02020603050405020304" pitchFamily="18" charset="0"/>
              </a:rPr>
              <a:t>a </a:t>
            </a:r>
            <a:r>
              <a:rPr lang="en-US" sz="2800" dirty="0" err="1">
                <a:latin typeface="Times New Roman" panose="02020603050405020304" pitchFamily="18" charset="0"/>
                <a:cs typeface="Times New Roman" panose="02020603050405020304" pitchFamily="18" charset="0"/>
              </a:rPr>
              <a:t>dhe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fotografi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Këto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skeda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përmbajnë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grupe</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posaçme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komandash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mund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t'ju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ndihmojnë</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formatoni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këto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artikuj</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sipas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nevojës</a:t>
            </a:r>
            <a:endParaRPr lang="sq-XK" sz="2800" dirty="0">
              <a:latin typeface="Times New Roman" panose="02020603050405020304" pitchFamily="18" charset="0"/>
              <a:cs typeface="Times New Roman" panose="02020603050405020304" pitchFamily="18" charset="0"/>
            </a:endParaRPr>
          </a:p>
        </p:txBody>
      </p:sp>
      <p:pic>
        <p:nvPicPr>
          <p:cNvPr id="5122" name="Picture 2" descr="Screenshot of Word 2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13" y="334961"/>
            <a:ext cx="11509535" cy="1903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972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137" y="300251"/>
            <a:ext cx="11491415" cy="2456598"/>
          </a:xfrm>
        </p:spPr>
        <p:txBody>
          <a:bodyPr>
            <a:normAutofit/>
          </a:bodyPr>
          <a:lstStyle/>
          <a:p>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minimizuar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dhe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maksimizuar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Shiritin</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Shirit</a:t>
            </a:r>
            <a:r>
              <a:rPr lang="sq-AL" sz="2800" dirty="0">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është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krijuar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përgjigjur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detyrës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suaj</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aktuale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por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ju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mund</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zgjidhni</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minimizoni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Shiritin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nëse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konstatoni</a:t>
            </a:r>
            <a:r>
              <a:rPr lang="en-US" sz="2800" dirty="0">
                <a:latin typeface="Times New Roman" panose="02020603050405020304" pitchFamily="18" charset="0"/>
                <a:cs typeface="Times New Roman" panose="02020603050405020304" pitchFamily="18" charset="0"/>
              </a:rPr>
              <a:t> se </a:t>
            </a:r>
            <a:r>
              <a:rPr lang="en-US" sz="2800" dirty="0" err="1">
                <a:latin typeface="Times New Roman" panose="02020603050405020304" pitchFamily="18" charset="0"/>
                <a:cs typeface="Times New Roman" panose="02020603050405020304" pitchFamily="18" charset="0"/>
              </a:rPr>
              <a:t>zë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shumë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hapësirë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ekran</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Klikoni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shigjetën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Opsionet</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Shfaqjes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Shiritit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këndin</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sipërm</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djathtë</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Shiritit</a:t>
            </a:r>
            <a:r>
              <a:rPr lang="en-US" sz="2800" dirty="0">
                <a:latin typeface="Times New Roman" panose="02020603050405020304" pitchFamily="18" charset="0"/>
                <a:cs typeface="Times New Roman" panose="02020603050405020304" pitchFamily="18" charset="0"/>
              </a:rPr>
              <a:t>.</a:t>
            </a:r>
            <a:endParaRPr lang="sq-XK" sz="2800" dirty="0">
              <a:latin typeface="Times New Roman" panose="02020603050405020304" pitchFamily="18" charset="0"/>
              <a:cs typeface="Times New Roman" panose="02020603050405020304" pitchFamily="18" charset="0"/>
            </a:endParaRPr>
          </a:p>
        </p:txBody>
      </p:sp>
      <p:pic>
        <p:nvPicPr>
          <p:cNvPr id="6146" name="Picture 2" descr="Screenshot of Word 2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5503" y="2287089"/>
            <a:ext cx="7175778" cy="4277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7414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009584"/>
          </a:xfrm>
        </p:spPr>
        <p:txBody>
          <a:bodyPr>
            <a:normAutofit/>
          </a:bodyPr>
          <a:lstStyle/>
          <a:p>
            <a:r>
              <a:rPr lang="en-US" sz="2400" dirty="0" err="1">
                <a:latin typeface="Times New Roman" panose="02020603050405020304" pitchFamily="18" charset="0"/>
                <a:cs typeface="Times New Roman" panose="02020603050405020304" pitchFamily="18" charset="0"/>
              </a:rPr>
              <a:t>Zgjidhni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opsionin</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dëshiruar</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minimizimit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menuja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zbritëse</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Fshehja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automatike</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shiritit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Fshehja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automatike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shfaq</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dokumentin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tuaj</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modalitetin</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ekranit</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plotë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fsheh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plotësisht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Shiritin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pamja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treguar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Shiritin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klikoni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komandën</a:t>
            </a:r>
            <a:r>
              <a:rPr lang="en-US" sz="2400" dirty="0">
                <a:latin typeface="Times New Roman" panose="02020603050405020304" pitchFamily="18" charset="0"/>
                <a:cs typeface="Times New Roman" panose="02020603050405020304" pitchFamily="18" charset="0"/>
              </a:rPr>
              <a:t> Expand Ribbon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krye</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ekranit</a:t>
            </a:r>
            <a:endParaRPr lang="sq-XK"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372142" y="2560945"/>
            <a:ext cx="10715485" cy="2980046"/>
          </a:xfrm>
          <a:prstGeom prst="rect">
            <a:avLst/>
          </a:prstGeom>
        </p:spPr>
      </p:pic>
    </p:spTree>
    <p:extLst>
      <p:ext uri="{BB962C8B-B14F-4D97-AF65-F5344CB8AC3E}">
        <p14:creationId xmlns:p14="http://schemas.microsoft.com/office/powerpoint/2010/main" val="16764674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488" y="146760"/>
            <a:ext cx="11476688" cy="1995938"/>
          </a:xfrm>
        </p:spPr>
        <p:txBody>
          <a:bodyPr>
            <a:normAutofit/>
          </a:bodyPr>
          <a:lstStyle/>
          <a:p>
            <a:r>
              <a:rPr lang="en-US" sz="2800" dirty="0" err="1">
                <a:latin typeface="Times New Roman" panose="02020603050405020304" pitchFamily="18" charset="0"/>
                <a:cs typeface="Times New Roman" panose="02020603050405020304" pitchFamily="18" charset="0"/>
              </a:rPr>
              <a:t>Shfaq</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skedat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opsion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fsheh</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gjitha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grupet</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komandave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kur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nuk</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janë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përdorim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por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skedat</a:t>
            </a:r>
            <a:r>
              <a:rPr lang="en-US" sz="2800" dirty="0">
                <a:latin typeface="Times New Roman" panose="02020603050405020304" pitchFamily="18" charset="0"/>
                <a:cs typeface="Times New Roman" panose="02020603050405020304" pitchFamily="18" charset="0"/>
              </a:rPr>
              <a:t> do të </a:t>
            </a:r>
            <a:r>
              <a:rPr lang="en-US" sz="2800" dirty="0" err="1">
                <a:latin typeface="Times New Roman" panose="02020603050405020304" pitchFamily="18" charset="0"/>
                <a:cs typeface="Times New Roman" panose="02020603050405020304" pitchFamily="18" charset="0"/>
              </a:rPr>
              <a:t>mbesin</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dukshme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Për</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treguar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Shiritin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thjesht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klikoni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një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skedë</a:t>
            </a:r>
            <a:endParaRPr lang="sq-XK"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17488" y="1926536"/>
            <a:ext cx="11476688" cy="2604519"/>
          </a:xfrm>
          <a:prstGeom prst="rect">
            <a:avLst/>
          </a:prstGeom>
        </p:spPr>
      </p:pic>
      <p:sp>
        <p:nvSpPr>
          <p:cNvPr id="4" name="TextBox 3"/>
          <p:cNvSpPr txBox="1"/>
          <p:nvPr/>
        </p:nvSpPr>
        <p:spPr>
          <a:xfrm>
            <a:off x="409433" y="4885899"/>
            <a:ext cx="11284743" cy="1569660"/>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Trego </a:t>
            </a:r>
            <a:r>
              <a:rPr lang="en-US" sz="2400" dirty="0" err="1">
                <a:latin typeface="Times New Roman" panose="02020603050405020304" pitchFamily="18" charset="0"/>
                <a:cs typeface="Times New Roman" panose="02020603050405020304" pitchFamily="18" charset="0"/>
              </a:rPr>
              <a:t>skedat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opsion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maksimalizon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Shiritin</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gjitha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skedat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dhe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komandat</a:t>
            </a:r>
            <a:r>
              <a:rPr lang="en-US" sz="2400" dirty="0">
                <a:latin typeface="Times New Roman" panose="02020603050405020304" pitchFamily="18" charset="0"/>
                <a:cs typeface="Times New Roman" panose="02020603050405020304" pitchFamily="18" charset="0"/>
              </a:rPr>
              <a:t> do të </a:t>
            </a:r>
            <a:r>
              <a:rPr lang="en-US" sz="2400" dirty="0" err="1">
                <a:latin typeface="Times New Roman" panose="02020603050405020304" pitchFamily="18" charset="0"/>
                <a:cs typeface="Times New Roman" panose="02020603050405020304" pitchFamily="18" charset="0"/>
              </a:rPr>
              <a:t>jenë</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dukshme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opsion</a:t>
            </a:r>
            <a:r>
              <a:rPr lang="en-US" sz="2400" dirty="0">
                <a:latin typeface="Times New Roman" panose="02020603050405020304" pitchFamily="18" charset="0"/>
                <a:cs typeface="Times New Roman" panose="02020603050405020304" pitchFamily="18" charset="0"/>
              </a:rPr>
              <a:t> </a:t>
            </a:r>
            <a:r>
              <a:rPr lang="sq-AL" sz="2400" dirty="0">
                <a:latin typeface="Times New Roman" panose="02020603050405020304" pitchFamily="18" charset="0"/>
                <a:cs typeface="Times New Roman" panose="02020603050405020304" pitchFamily="18" charset="0"/>
              </a:rPr>
              <a:t>qfaqet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parazgjedhje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kur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hapni</a:t>
            </a:r>
            <a:r>
              <a:rPr lang="en-US" sz="2400" dirty="0">
                <a:latin typeface="Times New Roman" panose="02020603050405020304" pitchFamily="18" charset="0"/>
                <a:cs typeface="Times New Roman" panose="02020603050405020304" pitchFamily="18" charset="0"/>
              </a:rPr>
              <a:t> Word </a:t>
            </a:r>
            <a:r>
              <a:rPr lang="en-US" sz="2400" dirty="0" err="1">
                <a:latin typeface="Times New Roman" panose="02020603050405020304" pitchFamily="18" charset="0"/>
                <a:cs typeface="Times New Roman" panose="02020603050405020304" pitchFamily="18" charset="0"/>
              </a:rPr>
              <a:t>për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herë</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parë</a:t>
            </a:r>
            <a:r>
              <a:rPr lang="en-US" sz="2400" dirty="0">
                <a:latin typeface="Times New Roman" panose="02020603050405020304" pitchFamily="18" charset="0"/>
                <a:cs typeface="Times New Roman" panose="02020603050405020304" pitchFamily="18" charset="0"/>
              </a:rPr>
              <a:t>.</a:t>
            </a:r>
            <a:endParaRPr lang="sq-XK"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72382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264" y="0"/>
            <a:ext cx="10821537" cy="644809"/>
          </a:xfrm>
        </p:spPr>
        <p:txBody>
          <a:bodyPr>
            <a:normAutofit/>
          </a:bodyPr>
          <a:lstStyle/>
          <a:p>
            <a:r>
              <a:rPr lang="en-US" sz="3200" b="1" dirty="0" err="1">
                <a:latin typeface="Times New Roman" panose="02020603050405020304" pitchFamily="18" charset="0"/>
                <a:cs typeface="Times New Roman" panose="02020603050405020304" pitchFamily="18" charset="0"/>
              </a:rPr>
              <a:t>Pozicionimi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kursorit</a:t>
            </a:r>
            <a:r>
              <a:rPr lang="en-US" sz="3200" b="1" dirty="0">
                <a:latin typeface="Times New Roman" panose="02020603050405020304" pitchFamily="18" charset="0"/>
                <a:cs typeface="Times New Roman" panose="02020603050405020304" pitchFamily="18" charset="0"/>
              </a:rPr>
              <a:t> me </a:t>
            </a:r>
            <a:r>
              <a:rPr lang="en-US" sz="3200" b="1" dirty="0" err="1">
                <a:latin typeface="Times New Roman" panose="02020603050405020304" pitchFamily="18" charset="0"/>
                <a:cs typeface="Times New Roman" panose="02020603050405020304" pitchFamily="18" charset="0"/>
              </a:rPr>
              <a:t>anë</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të</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miut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respektivisht</a:t>
            </a:r>
            <a:r>
              <a:rPr lang="en-US" sz="3200" b="1" dirty="0">
                <a:latin typeface="Times New Roman" panose="02020603050405020304" pitchFamily="18" charset="0"/>
                <a:cs typeface="Times New Roman" panose="02020603050405020304" pitchFamily="18" charset="0"/>
              </a:rPr>
              <a:t> </a:t>
            </a:r>
            <a:r>
              <a:rPr lang="sq-AL" sz="3200" b="1" dirty="0">
                <a:latin typeface="Times New Roman" panose="02020603050405020304" pitchFamily="18" charset="0"/>
                <a:cs typeface="Times New Roman" panose="02020603050405020304" pitchFamily="18" charset="0"/>
              </a:rPr>
              <a:t>t</a:t>
            </a:r>
            <a:r>
              <a:rPr lang="en-US" sz="3200" b="1" dirty="0" err="1">
                <a:latin typeface="Times New Roman" panose="02020603050405020304" pitchFamily="18" charset="0"/>
                <a:cs typeface="Times New Roman" panose="02020603050405020304" pitchFamily="18" charset="0"/>
              </a:rPr>
              <a:t>astierës</a:t>
            </a:r>
            <a:endParaRPr lang="en-US" sz="3200"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5654" y="644810"/>
            <a:ext cx="6182436" cy="4419134"/>
          </a:xfrm>
        </p:spPr>
      </p:pic>
      <p:sp>
        <p:nvSpPr>
          <p:cNvPr id="5" name="Rectangle 4"/>
          <p:cNvSpPr/>
          <p:nvPr/>
        </p:nvSpPr>
        <p:spPr>
          <a:xfrm>
            <a:off x="122831" y="5116181"/>
            <a:ext cx="11737074" cy="923330"/>
          </a:xfrm>
          <a:prstGeom prst="rect">
            <a:avLst/>
          </a:prstGeom>
        </p:spPr>
        <p:txBody>
          <a:bodyPr wrap="square">
            <a:spAutoFit/>
          </a:bodyPr>
          <a:lstStyle/>
          <a:p>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insertuar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tekstin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dokument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duhet</a:t>
            </a:r>
            <a:r>
              <a:rPr lang="en-US" dirty="0">
                <a:latin typeface="Times New Roman" panose="02020603050405020304" pitchFamily="18" charset="0"/>
                <a:cs typeface="Times New Roman" panose="02020603050405020304" pitchFamily="18" charset="0"/>
              </a:rPr>
              <a:t> </a:t>
            </a:r>
            <a:r>
              <a:rPr lang="sq-AL"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ë </a:t>
            </a:r>
            <a:r>
              <a:rPr lang="en-US" dirty="0" err="1">
                <a:latin typeface="Times New Roman" panose="02020603050405020304" pitchFamily="18" charset="0"/>
                <a:cs typeface="Times New Roman" panose="02020603050405020304" pitchFamily="18" charset="0"/>
              </a:rPr>
              <a:t>zgjedhet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vendi</a:t>
            </a:r>
            <a:r>
              <a:rPr lang="sq-AL" dirty="0">
                <a:latin typeface="Times New Roman" panose="02020603050405020304" pitchFamily="18" charset="0"/>
                <a:cs typeface="Times New Roman" panose="02020603050405020304" pitchFamily="18" charset="0"/>
              </a:rPr>
              <a:t> 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duhur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mënyrë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ta </a:t>
            </a:r>
            <a:r>
              <a:rPr lang="en-US" dirty="0" err="1">
                <a:latin typeface="Times New Roman" panose="02020603050405020304" pitchFamily="18" charset="0"/>
                <a:cs typeface="Times New Roman" panose="02020603050405020304" pitchFamily="18" charset="0"/>
              </a:rPr>
              <a:t>bërë</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këtë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është</a:t>
            </a:r>
            <a:r>
              <a:rPr lang="en-US" dirty="0">
                <a:latin typeface="Times New Roman" panose="02020603050405020304" pitchFamily="18" charset="0"/>
                <a:cs typeface="Times New Roman" panose="02020603050405020304" pitchFamily="18" charset="0"/>
              </a:rPr>
              <a:t> duke</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përdorur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miun</a:t>
            </a:r>
            <a:r>
              <a:rPr lang="en-US" dirty="0">
                <a:latin typeface="Times New Roman" panose="02020603050405020304" pitchFamily="18" charset="0"/>
                <a:cs typeface="Times New Roman" panose="02020603050405020304" pitchFamily="18" charset="0"/>
              </a:rPr>
              <a:t>. Me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klikim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thjeshtë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përbrenda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teksteve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shkruara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ose</a:t>
            </a:r>
            <a:r>
              <a:rPr lang="en-US" dirty="0">
                <a:latin typeface="Times New Roman" panose="02020603050405020304" pitchFamily="18" charset="0"/>
                <a:cs typeface="Times New Roman" panose="02020603050405020304" pitchFamily="18" charset="0"/>
              </a:rPr>
              <a:t> me</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klikim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dyfishtë</a:t>
            </a:r>
            <a:r>
              <a:rPr lang="en-US" dirty="0">
                <a:latin typeface="Times New Roman" panose="02020603050405020304" pitchFamily="18" charset="0"/>
                <a:cs typeface="Times New Roman" panose="02020603050405020304" pitchFamily="18" charset="0"/>
              </a:rPr>
              <a:t> kudo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dokument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kursori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vendoset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pozicionin</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dëshiruar</a:t>
            </a:r>
            <a:r>
              <a:rPr lang="en-US" dirty="0">
                <a:latin typeface="Times New Roman" panose="02020603050405020304" pitchFamily="18" charset="0"/>
                <a:cs typeface="Times New Roman" panose="02020603050405020304" pitchFamily="18" charset="0"/>
              </a:rPr>
              <a:t>.</a:t>
            </a:r>
            <a:endParaRPr lang="sq-X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9305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err="1">
                <a:latin typeface="Times New Roman" panose="02020603050405020304" pitchFamily="18" charset="0"/>
                <a:cs typeface="Times New Roman" panose="02020603050405020304" pitchFamily="18" charset="0"/>
              </a:rPr>
              <a:t>Hapja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dhe</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mbylja</a:t>
            </a:r>
            <a:r>
              <a:rPr lang="en-US" sz="2800" b="1" dirty="0">
                <a:latin typeface="Times New Roman" panose="02020603050405020304" pitchFamily="18" charset="0"/>
                <a:cs typeface="Times New Roman" panose="02020603050405020304" pitchFamily="18" charset="0"/>
              </a:rPr>
              <a:t> e </a:t>
            </a:r>
            <a:r>
              <a:rPr lang="en-US" sz="2800" b="1" dirty="0" err="1">
                <a:latin typeface="Times New Roman" panose="02020603050405020304" pitchFamily="18" charset="0"/>
                <a:cs typeface="Times New Roman" panose="02020603050405020304" pitchFamily="18" charset="0"/>
              </a:rPr>
              <a:t>dokumenteve</a:t>
            </a:r>
            <a:br>
              <a:rPr lang="en-US" sz="1800" dirty="0">
                <a:latin typeface="Times New Roman" panose="02020603050405020304" pitchFamily="18" charset="0"/>
                <a:cs typeface="Times New Roman" panose="02020603050405020304" pitchFamily="18" charset="0"/>
              </a:rPr>
            </a:br>
            <a:r>
              <a:rPr lang="en-US" sz="1800" dirty="0" err="1">
                <a:latin typeface="Times New Roman" panose="02020603050405020304" pitchFamily="18" charset="0"/>
                <a:cs typeface="Times New Roman" panose="02020603050405020304" pitchFamily="18" charset="0"/>
              </a:rPr>
              <a:t>Dokumentet</a:t>
            </a:r>
            <a:r>
              <a:rPr lang="en-US" sz="1800" dirty="0">
                <a:latin typeface="Times New Roman" panose="02020603050405020304" pitchFamily="18" charset="0"/>
                <a:cs typeface="Times New Roman" panose="02020603050405020304" pitchFamily="18" charset="0"/>
              </a:rPr>
              <a:t> e </a:t>
            </a:r>
            <a:r>
              <a:rPr lang="en-US" sz="1800" dirty="0" err="1">
                <a:latin typeface="Times New Roman" panose="02020603050405020304" pitchFamily="18" charset="0"/>
                <a:cs typeface="Times New Roman" panose="02020603050405020304" pitchFamily="18" charset="0"/>
              </a:rPr>
              <a:t>ruajtura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mund</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hapen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përsëri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ju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çdo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kohë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ndryshohen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dhe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pastaj</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mby</a:t>
            </a:r>
            <a:r>
              <a:rPr lang="sq-AL" sz="1800" dirty="0">
                <a:latin typeface="Times New Roman" panose="02020603050405020304" pitchFamily="18" charset="0"/>
                <a:cs typeface="Times New Roman" panose="02020603050405020304" pitchFamily="18" charset="0"/>
              </a:rPr>
              <a:t>l</a:t>
            </a:r>
            <a:r>
              <a:rPr lang="en-US" sz="1800" dirty="0" err="1">
                <a:latin typeface="Times New Roman" panose="02020603050405020304" pitchFamily="18" charset="0"/>
                <a:cs typeface="Times New Roman" panose="02020603050405020304" pitchFamily="18" charset="0"/>
              </a:rPr>
              <a:t>len</a:t>
            </a:r>
            <a:br>
              <a:rPr lang="en-US" sz="1800" dirty="0">
                <a:latin typeface="Times New Roman" panose="02020603050405020304" pitchFamily="18" charset="0"/>
                <a:cs typeface="Times New Roman" panose="02020603050405020304" pitchFamily="18" charset="0"/>
              </a:rPr>
            </a:br>
            <a:r>
              <a:rPr lang="en-US" sz="1800" dirty="0" err="1">
                <a:latin typeface="Times New Roman" panose="02020603050405020304" pitchFamily="18" charset="0"/>
                <a:cs typeface="Times New Roman" panose="02020603050405020304" pitchFamily="18" charset="0"/>
              </a:rPr>
              <a:t>përsëri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gjatë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këtij</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procesi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mos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ju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humbasin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dhënat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aksidentalisht</a:t>
            </a:r>
            <a:r>
              <a:rPr lang="en-US" sz="1800" dirty="0">
                <a:latin typeface="Times New Roman" panose="02020603050405020304" pitchFamily="18" charset="0"/>
                <a:cs typeface="Times New Roman" panose="02020603050405020304" pitchFamily="18" charset="0"/>
              </a:rPr>
              <a:t>, </a:t>
            </a:r>
            <a:r>
              <a:rPr lang="sq-AL" sz="1800" dirty="0">
                <a:latin typeface="Times New Roman" panose="02020603050405020304" pitchFamily="18" charset="0"/>
                <a:cs typeface="Times New Roman" panose="02020603050405020304" pitchFamily="18" charset="0"/>
              </a:rPr>
              <a:t>gjatë</a:t>
            </a:r>
            <a:r>
              <a:rPr lang="en-US" sz="1800" dirty="0">
                <a:latin typeface="Times New Roman" panose="02020603050405020304" pitchFamily="18" charset="0"/>
                <a:cs typeface="Times New Roman" panose="02020603050405020304" pitchFamily="18" charset="0"/>
              </a:rPr>
              <a:t> </a:t>
            </a:r>
            <a:r>
              <a:rPr lang="sq-AL" sz="1800" dirty="0">
                <a:latin typeface="Times New Roman" panose="02020603050405020304" pitchFamily="18" charset="0"/>
                <a:cs typeface="Times New Roman" panose="02020603050405020304" pitchFamily="18" charset="0"/>
              </a:rPr>
              <a:t>njësisë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vazhdim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ju</a:t>
            </a:r>
            <a:r>
              <a:rPr lang="en-US" sz="1800" dirty="0">
                <a:latin typeface="Times New Roman" panose="02020603050405020304" pitchFamily="18" charset="0"/>
                <a:cs typeface="Times New Roman" panose="02020603050405020304" pitchFamily="18" charset="0"/>
              </a:rPr>
              <a:t> do</a:t>
            </a:r>
            <a:br>
              <a:rPr lang="en-US" sz="1800" dirty="0">
                <a:latin typeface="Times New Roman" panose="02020603050405020304" pitchFamily="18" charset="0"/>
                <a:cs typeface="Times New Roman" panose="02020603050405020304" pitchFamily="18" charset="0"/>
              </a:rPr>
            </a:br>
            <a:r>
              <a:rPr lang="en-US" sz="1800" dirty="0" err="1">
                <a:latin typeface="Times New Roman" panose="02020603050405020304" pitchFamily="18" charset="0"/>
                <a:cs typeface="Times New Roman" panose="02020603050405020304" pitchFamily="18" charset="0"/>
              </a:rPr>
              <a:t>të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mësoni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për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hapjen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dhe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mby</a:t>
            </a:r>
            <a:r>
              <a:rPr lang="sq-AL" sz="1800" dirty="0">
                <a:latin typeface="Times New Roman" panose="02020603050405020304" pitchFamily="18" charset="0"/>
                <a:cs typeface="Times New Roman" panose="02020603050405020304" pitchFamily="18" charset="0"/>
              </a:rPr>
              <a:t>l</a:t>
            </a:r>
            <a:r>
              <a:rPr lang="en-US" sz="1800" dirty="0" err="1">
                <a:latin typeface="Times New Roman" panose="02020603050405020304" pitchFamily="18" charset="0"/>
                <a:cs typeface="Times New Roman" panose="02020603050405020304" pitchFamily="18" charset="0"/>
              </a:rPr>
              <a:t>ljen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kor</a:t>
            </a:r>
            <a:r>
              <a:rPr lang="sq-AL" sz="1800" dirty="0">
                <a:latin typeface="Times New Roman" panose="02020603050405020304" pitchFamily="18" charset="0"/>
                <a:cs typeface="Times New Roman" panose="02020603050405020304" pitchFamily="18" charset="0"/>
              </a:rPr>
              <a:t>r</a:t>
            </a:r>
            <a:r>
              <a:rPr lang="en-US" sz="1800" dirty="0" err="1">
                <a:latin typeface="Times New Roman" panose="02020603050405020304" pitchFamily="18" charset="0"/>
                <a:cs typeface="Times New Roman" panose="02020603050405020304" pitchFamily="18" charset="0"/>
              </a:rPr>
              <a:t>ekte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të</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dokumenteve</a:t>
            </a:r>
            <a:r>
              <a:rPr lang="en-US" sz="1800" dirty="0">
                <a:latin typeface="Times New Roman" panose="02020603050405020304" pitchFamily="18" charset="0"/>
                <a:cs typeface="Times New Roman" panose="02020603050405020304" pitchFamily="18" charset="0"/>
              </a:rPr>
              <a:t>.</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7901" y="1825625"/>
            <a:ext cx="6216197" cy="4351338"/>
          </a:xfrm>
        </p:spPr>
      </p:pic>
    </p:spTree>
    <p:extLst>
      <p:ext uri="{BB962C8B-B14F-4D97-AF65-F5344CB8AC3E}">
        <p14:creationId xmlns:p14="http://schemas.microsoft.com/office/powerpoint/2010/main" val="2468297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753"/>
          </a:xfrm>
        </p:spPr>
        <p:txBody>
          <a:bodyPr>
            <a:normAutofit fontScale="90000"/>
          </a:bodyPr>
          <a:lstStyle/>
          <a:p>
            <a:pPr algn="ctr"/>
            <a:r>
              <a:rPr lang="en-US" dirty="0" err="1">
                <a:latin typeface="Times New Roman" panose="02020603050405020304" pitchFamily="18" charset="0"/>
                <a:cs typeface="Times New Roman" panose="02020603050405020304" pitchFamily="18" charset="0"/>
              </a:rPr>
              <a:t>Zgjedhja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dhe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hapja</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dokumenteve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50878"/>
            <a:ext cx="10515600" cy="1831975"/>
          </a:xfrm>
        </p:spPr>
        <p:txBody>
          <a:bodyPr>
            <a:normAutofit lnSpcReduction="10000"/>
          </a:bodyPr>
          <a:lstStyle/>
          <a:p>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aftësitë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rëndësishme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kompjuteri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është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jetë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gjendje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thër</a:t>
            </a:r>
            <a:r>
              <a:rPr lang="sq-AL"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as </a:t>
            </a:r>
            <a:r>
              <a:rPr lang="en-US" dirty="0" err="1">
                <a:latin typeface="Times New Roman" panose="02020603050405020304" pitchFamily="18" charset="0"/>
                <a:cs typeface="Times New Roman" panose="02020603050405020304" pitchFamily="18" charset="0"/>
              </a:rPr>
              <a:t>përsëri</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informacionet</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ruajtura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Procesi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ndihmon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krijoni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përsëri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dokumentet</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ruajtura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quhet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Hapje</a:t>
            </a:r>
            <a:r>
              <a:rPr lang="en-US" dirty="0">
                <a:latin typeface="Times New Roman" panose="02020603050405020304" pitchFamily="18" charset="0"/>
                <a:cs typeface="Times New Roman" panose="02020603050405020304" pitchFamily="18" charset="0"/>
              </a:rPr>
              <a:t>‘</a:t>
            </a:r>
            <a:r>
              <a:rPr lang="sq-AL"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('Open'). </a:t>
            </a:r>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ta </a:t>
            </a:r>
            <a:r>
              <a:rPr lang="en-US" dirty="0" err="1">
                <a:latin typeface="Times New Roman" panose="02020603050405020304" pitchFamily="18" charset="0"/>
                <a:cs typeface="Times New Roman" panose="02020603050405020304" pitchFamily="18" charset="0"/>
              </a:rPr>
              <a:t>hapur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fajl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përmes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shirti</a:t>
            </a:r>
            <a:r>
              <a:rPr lang="sq-AL"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veglave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qasje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shpejtë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duhet</a:t>
            </a:r>
            <a:r>
              <a:rPr lang="en-US" dirty="0">
                <a:latin typeface="Times New Roman" panose="02020603050405020304" pitchFamily="18" charset="0"/>
                <a:cs typeface="Times New Roman" panose="02020603050405020304" pitchFamily="18" charset="0"/>
              </a:rPr>
              <a:t> ta </a:t>
            </a:r>
            <a:r>
              <a:rPr lang="en-US" dirty="0" err="1">
                <a:latin typeface="Times New Roman" panose="02020603050405020304" pitchFamily="18" charset="0"/>
                <a:cs typeface="Times New Roman" panose="02020603050405020304" pitchFamily="18" charset="0"/>
              </a:rPr>
              <a:t>shtoni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aty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butonin</a:t>
            </a:r>
            <a:r>
              <a:rPr lang="sq-AL"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 </a:t>
            </a:r>
            <a:r>
              <a:rPr lang="en-US" dirty="0" err="1">
                <a:latin typeface="Times New Roman" panose="02020603050405020304" pitchFamily="18" charset="0"/>
                <a:cs typeface="Times New Roman" panose="02020603050405020304" pitchFamily="18" charset="0"/>
              </a:rPr>
              <a:t>duhur</a:t>
            </a:r>
            <a:endParaRPr lang="sq-AL" dirty="0">
              <a:latin typeface="Times New Roman" panose="02020603050405020304" pitchFamily="18" charset="0"/>
              <a:cs typeface="Times New Roman" panose="02020603050405020304" pitchFamily="18" charset="0"/>
            </a:endParaRPr>
          </a:p>
        </p:txBody>
      </p:sp>
      <p:pic>
        <p:nvPicPr>
          <p:cNvPr id="6" name="Picture 4" descr="Word 2013: Creating and Opening Docum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115" y="2882854"/>
            <a:ext cx="5672019" cy="3911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36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latin typeface="Times New Roman" panose="02020603050405020304" pitchFamily="18" charset="0"/>
                <a:cs typeface="Times New Roman" panose="02020603050405020304" pitchFamily="18" charset="0"/>
              </a:rPr>
              <a:t>Formatimi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thjeshtë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karaktereve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err="1">
                <a:latin typeface="Times New Roman" panose="02020603050405020304" pitchFamily="18" charset="0"/>
                <a:cs typeface="Times New Roman" panose="02020603050405020304" pitchFamily="18" charset="0"/>
              </a:rPr>
              <a:t>Tërë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mësim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bëj</a:t>
            </a:r>
            <a:r>
              <a:rPr lang="en-US" dirty="0">
                <a:latin typeface="Times New Roman" panose="02020603050405020304" pitchFamily="18" charset="0"/>
                <a:cs typeface="Times New Roman" panose="02020603050405020304" pitchFamily="18" charset="0"/>
              </a:rPr>
              <a:t> me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ashtuquajturin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formatimi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karaktereve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shkronjave</a:t>
            </a:r>
            <a:r>
              <a:rPr lang="en-US" dirty="0">
                <a:latin typeface="Times New Roman" panose="02020603050405020304" pitchFamily="18" charset="0"/>
                <a:cs typeface="Times New Roman" panose="02020603050405020304" pitchFamily="18" charset="0"/>
              </a:rPr>
              <a:t>). Me </a:t>
            </a:r>
            <a:r>
              <a:rPr lang="en-US" dirty="0" err="1">
                <a:latin typeface="Times New Roman" panose="02020603050405020304" pitchFamily="18" charset="0"/>
                <a:cs typeface="Times New Roman" panose="02020603050405020304" pitchFamily="18" charset="0"/>
              </a:rPr>
              <a:t>këtë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rast</a:t>
            </a:r>
            <a:r>
              <a:rPr lang="en-US" dirty="0">
                <a:latin typeface="Times New Roman" panose="02020603050405020304" pitchFamily="18" charset="0"/>
                <a:cs typeface="Times New Roman" panose="02020603050405020304" pitchFamily="18" charset="0"/>
              </a:rPr>
              <a:t> do </a:t>
            </a:r>
            <a:r>
              <a:rPr lang="en-US" dirty="0" err="1">
                <a:latin typeface="Times New Roman" panose="02020603050405020304" pitchFamily="18" charset="0"/>
                <a:cs typeface="Times New Roman" panose="02020603050405020304" pitchFamily="18" charset="0"/>
              </a:rPr>
              <a:t>të</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tregohet</a:t>
            </a:r>
            <a:r>
              <a:rPr lang="en-US" dirty="0">
                <a:latin typeface="Times New Roman" panose="02020603050405020304" pitchFamily="18" charset="0"/>
                <a:cs typeface="Times New Roman" panose="02020603050405020304" pitchFamily="18" charset="0"/>
              </a:rPr>
              <a:t> se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ndryshohen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shembul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tiparet</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til</a:t>
            </a:r>
            <a:r>
              <a:rPr lang="sq-AL"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a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fonti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madhësia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dhe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ngjyra</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fonti</a:t>
            </a:r>
            <a:r>
              <a:rPr lang="sq-AL"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Ju</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gjithashtu</a:t>
            </a:r>
            <a:r>
              <a:rPr lang="en-US" dirty="0">
                <a:latin typeface="Times New Roman" panose="02020603050405020304" pitchFamily="18" charset="0"/>
                <a:cs typeface="Times New Roman" panose="02020603050405020304" pitchFamily="18" charset="0"/>
              </a:rPr>
              <a:t> do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mësoni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formatet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zakonshme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'Bold' </a:t>
            </a:r>
            <a:r>
              <a:rPr lang="sq-AL"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 </a:t>
            </a:r>
            <a:r>
              <a:rPr lang="en-US" dirty="0" err="1">
                <a:latin typeface="Times New Roman" panose="02020603050405020304" pitchFamily="18" charset="0"/>
                <a:cs typeface="Times New Roman" panose="02020603050405020304" pitchFamily="18" charset="0"/>
              </a:rPr>
              <a:t>theksuar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Italik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Kursiv</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pje</a:t>
            </a:r>
            <a:r>
              <a:rPr lang="sq-AL" dirty="0">
                <a:latin typeface="Times New Roman" panose="02020603050405020304" pitchFamily="18" charset="0"/>
                <a:cs typeface="Times New Roman" panose="02020603050405020304" pitchFamily="18" charset="0"/>
              </a:rPr>
              <a:t>r</a:t>
            </a:r>
            <a:r>
              <a:rPr lang="en-US" dirty="0" err="1">
                <a:latin typeface="Times New Roman" panose="02020603050405020304" pitchFamily="18" charset="0"/>
                <a:cs typeface="Times New Roman" panose="02020603050405020304" pitchFamily="18" charset="0"/>
              </a:rPr>
              <a:t>rët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dhe</a:t>
            </a:r>
            <a:r>
              <a:rPr lang="sq-AL"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'Underline' (I </a:t>
            </a:r>
            <a:r>
              <a:rPr lang="en-US" dirty="0" err="1">
                <a:latin typeface="Times New Roman" panose="02020603050405020304" pitchFamily="18" charset="0"/>
                <a:cs typeface="Times New Roman" panose="02020603050405020304" pitchFamily="18" charset="0"/>
              </a:rPr>
              <a:t>nënvizuar</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8142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181" y="1"/>
            <a:ext cx="10515600" cy="668739"/>
          </a:xfrm>
        </p:spPr>
        <p:txBody>
          <a:bodyPr>
            <a:normAutofit/>
          </a:bodyPr>
          <a:lstStyle/>
          <a:p>
            <a:pPr algn="ctr"/>
            <a:r>
              <a:rPr lang="en-US" sz="3200" dirty="0" err="1">
                <a:latin typeface="Times New Roman" panose="02020603050405020304" pitchFamily="18" charset="0"/>
                <a:cs typeface="Times New Roman" panose="02020603050405020304" pitchFamily="18" charset="0"/>
              </a:rPr>
              <a:t>Ndryshimi</a:t>
            </a:r>
            <a:r>
              <a:rPr lang="en-US" sz="3200" dirty="0">
                <a:latin typeface="Times New Roman" panose="02020603050405020304" pitchFamily="18" charset="0"/>
                <a:cs typeface="Times New Roman" panose="02020603050405020304" pitchFamily="18" charset="0"/>
              </a:rPr>
              <a:t> </a:t>
            </a:r>
            <a:r>
              <a:rPr lang="sq-AL" sz="3200" dirty="0">
                <a:latin typeface="Times New Roman" panose="02020603050405020304" pitchFamily="18" charset="0"/>
                <a:cs typeface="Times New Roman" panose="02020603050405020304" pitchFamily="18" charset="0"/>
              </a:rPr>
              <a:t>l</a:t>
            </a:r>
            <a:r>
              <a:rPr lang="en-US" sz="3200" dirty="0" err="1">
                <a:latin typeface="Times New Roman" panose="02020603050405020304" pitchFamily="18" charset="0"/>
                <a:cs typeface="Times New Roman" panose="02020603050405020304" pitchFamily="18" charset="0"/>
              </a:rPr>
              <a:t>lojit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madhësisë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dhe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ngjyrës</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fontit</a:t>
            </a:r>
            <a:endParaRPr lang="en-US" sz="3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838200" y="902941"/>
            <a:ext cx="10301562" cy="4940491"/>
          </a:xfrm>
          <a:prstGeom prst="rect">
            <a:avLst/>
          </a:prstGeom>
        </p:spPr>
      </p:pic>
      <p:sp>
        <p:nvSpPr>
          <p:cNvPr id="7" name="TextBox 6"/>
          <p:cNvSpPr txBox="1"/>
          <p:nvPr/>
        </p:nvSpPr>
        <p:spPr>
          <a:xfrm>
            <a:off x="1951629" y="1139535"/>
            <a:ext cx="2129051" cy="945060"/>
          </a:xfrm>
          <a:prstGeom prst="rect">
            <a:avLst/>
          </a:prstGeom>
          <a:noFill/>
          <a:ln w="76200">
            <a:solidFill>
              <a:schemeClr val="accent2"/>
            </a:solidFill>
          </a:ln>
        </p:spPr>
        <p:txBody>
          <a:bodyPr wrap="square" rtlCol="0">
            <a:spAutoFit/>
          </a:bodyPr>
          <a:lstStyle/>
          <a:p>
            <a:endParaRPr lang="sq-XK"/>
          </a:p>
        </p:txBody>
      </p:sp>
      <p:sp>
        <p:nvSpPr>
          <p:cNvPr id="9" name="TextBox 8"/>
          <p:cNvSpPr txBox="1"/>
          <p:nvPr/>
        </p:nvSpPr>
        <p:spPr>
          <a:xfrm>
            <a:off x="731181" y="6077633"/>
            <a:ext cx="10746586" cy="646331"/>
          </a:xfrm>
          <a:prstGeom prst="rect">
            <a:avLst/>
          </a:prstGeom>
          <a:noFill/>
        </p:spPr>
        <p:txBody>
          <a:bodyPr wrap="square" rtlCol="0">
            <a:spAutoFit/>
          </a:bodyPr>
          <a:lstStyle/>
          <a:p>
            <a:r>
              <a:rPr lang="en-US" dirty="0" err="1"/>
              <a:t>Në</a:t>
            </a:r>
            <a:r>
              <a:rPr lang="en-US" dirty="0"/>
              <a:t> </a:t>
            </a:r>
            <a:r>
              <a:rPr lang="en-US" dirty="0" err="1"/>
              <a:t>regjistrin</a:t>
            </a:r>
            <a:r>
              <a:rPr lang="en-US" dirty="0"/>
              <a:t> 'Home' të Microsoft Word-it, e </a:t>
            </a:r>
            <a:r>
              <a:rPr lang="en-US" dirty="0" err="1"/>
              <a:t>gjeni</a:t>
            </a:r>
            <a:r>
              <a:rPr lang="en-US" dirty="0"/>
              <a:t> </a:t>
            </a:r>
            <a:r>
              <a:rPr lang="en-US" dirty="0" err="1"/>
              <a:t>grupin</a:t>
            </a:r>
            <a:r>
              <a:rPr lang="en-US" dirty="0"/>
              <a:t> 'Font' </a:t>
            </a:r>
            <a:r>
              <a:rPr lang="en-US" dirty="0" err="1"/>
              <a:t>përmes</a:t>
            </a:r>
            <a:r>
              <a:rPr lang="en-US" dirty="0"/>
              <a:t> të </a:t>
            </a:r>
            <a:r>
              <a:rPr lang="en-US" dirty="0" err="1"/>
              <a:t>cilt</a:t>
            </a:r>
            <a:r>
              <a:rPr lang="en-US" dirty="0"/>
              <a:t> </a:t>
            </a:r>
            <a:r>
              <a:rPr lang="en-US" dirty="0" err="1"/>
              <a:t>ju</a:t>
            </a:r>
            <a:r>
              <a:rPr lang="en-US" dirty="0"/>
              <a:t> </a:t>
            </a:r>
            <a:r>
              <a:rPr lang="en-US" dirty="0" err="1"/>
              <a:t>mund</a:t>
            </a:r>
            <a:r>
              <a:rPr lang="en-US" dirty="0"/>
              <a:t> </a:t>
            </a:r>
            <a:r>
              <a:rPr lang="en-US" dirty="0" err="1"/>
              <a:t>t'i</a:t>
            </a:r>
            <a:r>
              <a:rPr lang="en-US" dirty="0"/>
              <a:t> </a:t>
            </a:r>
            <a:r>
              <a:rPr lang="en-US" dirty="0" err="1"/>
              <a:t>bëni</a:t>
            </a:r>
            <a:r>
              <a:rPr lang="en-US" dirty="0"/>
              <a:t> </a:t>
            </a:r>
            <a:r>
              <a:rPr lang="en-US" dirty="0" err="1"/>
              <a:t>shpejtë</a:t>
            </a:r>
            <a:r>
              <a:rPr lang="en-US" dirty="0"/>
              <a:t> </a:t>
            </a:r>
            <a:r>
              <a:rPr lang="en-US" dirty="0" err="1"/>
              <a:t>dhe</a:t>
            </a:r>
            <a:endParaRPr lang="en-US" dirty="0"/>
          </a:p>
          <a:p>
            <a:r>
              <a:rPr lang="en-US" dirty="0" err="1"/>
              <a:t>lehtë</a:t>
            </a:r>
            <a:r>
              <a:rPr lang="en-US" dirty="0"/>
              <a:t> </a:t>
            </a:r>
            <a:r>
              <a:rPr lang="en-US" dirty="0" err="1"/>
              <a:t>formatimet</a:t>
            </a:r>
            <a:r>
              <a:rPr lang="en-US" dirty="0"/>
              <a:t> e </a:t>
            </a:r>
            <a:r>
              <a:rPr lang="en-US" dirty="0" err="1"/>
              <a:t>duhura</a:t>
            </a:r>
            <a:r>
              <a:rPr lang="en-US" dirty="0"/>
              <a:t>. </a:t>
            </a:r>
            <a:r>
              <a:rPr lang="en-US" dirty="0" err="1"/>
              <a:t>Për</a:t>
            </a:r>
            <a:r>
              <a:rPr lang="en-US" dirty="0"/>
              <a:t> ta </a:t>
            </a:r>
            <a:r>
              <a:rPr lang="en-US" dirty="0" err="1"/>
              <a:t>formatuar</a:t>
            </a:r>
            <a:r>
              <a:rPr lang="en-US" dirty="0"/>
              <a:t> </a:t>
            </a:r>
            <a:r>
              <a:rPr lang="en-US" dirty="0" err="1"/>
              <a:t>një</a:t>
            </a:r>
            <a:r>
              <a:rPr lang="en-US" dirty="0"/>
              <a:t> </a:t>
            </a:r>
            <a:r>
              <a:rPr lang="en-US" dirty="0" err="1"/>
              <a:t>pjesë</a:t>
            </a:r>
            <a:r>
              <a:rPr lang="en-US" dirty="0"/>
              <a:t> të </a:t>
            </a:r>
            <a:r>
              <a:rPr lang="en-US" dirty="0" err="1"/>
              <a:t>teksti</a:t>
            </a:r>
            <a:r>
              <a:rPr lang="en-US" dirty="0"/>
              <a:t>, </a:t>
            </a:r>
            <a:r>
              <a:rPr lang="en-US" dirty="0" err="1"/>
              <a:t>ju</a:t>
            </a:r>
            <a:r>
              <a:rPr lang="en-US" dirty="0"/>
              <a:t> </a:t>
            </a:r>
            <a:r>
              <a:rPr lang="en-US" dirty="0" err="1"/>
              <a:t>së</a:t>
            </a:r>
            <a:r>
              <a:rPr lang="en-US" dirty="0"/>
              <a:t> </a:t>
            </a:r>
            <a:r>
              <a:rPr lang="en-US" dirty="0" err="1"/>
              <a:t>pari</a:t>
            </a:r>
            <a:r>
              <a:rPr lang="en-US" dirty="0"/>
              <a:t> </a:t>
            </a:r>
            <a:r>
              <a:rPr lang="en-US" dirty="0" err="1"/>
              <a:t>duhet</a:t>
            </a:r>
            <a:r>
              <a:rPr lang="en-US" dirty="0"/>
              <a:t> </a:t>
            </a:r>
            <a:r>
              <a:rPr lang="sq-AL" dirty="0"/>
              <a:t>t</a:t>
            </a:r>
            <a:r>
              <a:rPr lang="en-US" dirty="0"/>
              <a:t>a </a:t>
            </a:r>
            <a:r>
              <a:rPr lang="en-US" dirty="0" err="1"/>
              <a:t>zgjedhni</a:t>
            </a:r>
            <a:r>
              <a:rPr lang="en-US" dirty="0"/>
              <a:t> </a:t>
            </a:r>
            <a:r>
              <a:rPr lang="en-US" dirty="0" err="1"/>
              <a:t>pjesën</a:t>
            </a:r>
            <a:r>
              <a:rPr lang="sq-AL" dirty="0"/>
              <a:t> </a:t>
            </a:r>
            <a:r>
              <a:rPr lang="en-US" dirty="0" err="1"/>
              <a:t>përkatëse</a:t>
            </a:r>
            <a:r>
              <a:rPr lang="en-US" dirty="0"/>
              <a:t>.</a:t>
            </a:r>
            <a:endParaRPr lang="sq-XK" dirty="0"/>
          </a:p>
        </p:txBody>
      </p:sp>
    </p:spTree>
    <p:extLst>
      <p:ext uri="{BB962C8B-B14F-4D97-AF65-F5344CB8AC3E}">
        <p14:creationId xmlns:p14="http://schemas.microsoft.com/office/powerpoint/2010/main" val="11122306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r>
              <a:rPr lang="en-US" sz="2000" dirty="0" err="1">
                <a:latin typeface="Times New Roman" panose="02020603050405020304" pitchFamily="18" charset="0"/>
                <a:cs typeface="Times New Roman" panose="02020603050405020304" pitchFamily="18" charset="0"/>
              </a:rPr>
              <a:t>Fshirja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përkatësisht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zëvendësimi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sq-AL"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tekstit</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Në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këtë</a:t>
            </a:r>
            <a:r>
              <a:rPr lang="en-US" sz="2000" dirty="0">
                <a:latin typeface="Times New Roman" panose="02020603050405020304" pitchFamily="18" charset="0"/>
                <a:cs typeface="Times New Roman" panose="02020603050405020304" pitchFamily="18" charset="0"/>
              </a:rPr>
              <a:t> </a:t>
            </a:r>
            <a:r>
              <a:rPr lang="sq-AL" sz="2000" dirty="0">
                <a:latin typeface="Times New Roman" panose="02020603050405020304" pitchFamily="18" charset="0"/>
                <a:cs typeface="Times New Roman" panose="02020603050405020304" pitchFamily="18" charset="0"/>
              </a:rPr>
              <a:t>njësi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a:t>
            </a:r>
            <a:r>
              <a:rPr lang="en-US" sz="2000" dirty="0">
                <a:latin typeface="Times New Roman" panose="02020603050405020304" pitchFamily="18" charset="0"/>
                <a:cs typeface="Times New Roman" panose="02020603050405020304" pitchFamily="18" charset="0"/>
              </a:rPr>
              <a:t> do të </a:t>
            </a:r>
            <a:r>
              <a:rPr lang="en-US" sz="2000" dirty="0" err="1">
                <a:latin typeface="Times New Roman" panose="02020603050405020304" pitchFamily="18" charset="0"/>
                <a:cs typeface="Times New Roman" panose="02020603050405020304" pitchFamily="18" charset="0"/>
              </a:rPr>
              <a:t>mësoni</a:t>
            </a:r>
            <a:r>
              <a:rPr lang="en-US" sz="2000" dirty="0">
                <a:latin typeface="Times New Roman" panose="02020603050405020304" pitchFamily="18" charset="0"/>
                <a:cs typeface="Times New Roman" panose="02020603050405020304" pitchFamily="18" charset="0"/>
              </a:rPr>
              <a:t> se </a:t>
            </a:r>
            <a:r>
              <a:rPr lang="en-US" sz="2000" dirty="0" err="1">
                <a:latin typeface="Times New Roman" panose="02020603050405020304" pitchFamily="18" charset="0"/>
                <a:cs typeface="Times New Roman" panose="02020603050405020304" pitchFamily="18" charset="0"/>
              </a:rPr>
              <a:t>si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mund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fshini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pjesët</a:t>
            </a:r>
            <a:r>
              <a:rPr lang="en-US" sz="2000" dirty="0">
                <a:latin typeface="Times New Roman" panose="02020603050405020304" pitchFamily="18" charset="0"/>
                <a:cs typeface="Times New Roman" panose="02020603050405020304" pitchFamily="18" charset="0"/>
              </a:rPr>
              <a:t> e </a:t>
            </a:r>
            <a:r>
              <a:rPr lang="en-US" sz="2000" dirty="0" err="1">
                <a:latin typeface="Times New Roman" panose="02020603050405020304" pitchFamily="18" charset="0"/>
                <a:cs typeface="Times New Roman" panose="02020603050405020304" pitchFamily="18" charset="0"/>
              </a:rPr>
              <a:t>zgjedhura</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teksti</a:t>
            </a:r>
            <a:r>
              <a:rPr lang="sq-AL" sz="2000" dirty="0">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Përfundimi</a:t>
            </a:r>
            <a:r>
              <a:rPr lang="sq-AL" sz="2000" dirty="0">
                <a:latin typeface="Times New Roman" panose="02020603050405020304" pitchFamily="18" charset="0"/>
                <a:cs typeface="Times New Roman" panose="02020603050405020304" pitchFamily="18" charset="0"/>
              </a:rPr>
              <a:t> 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këtij</a:t>
            </a:r>
            <a:r>
              <a:rPr lang="sq-AL" sz="2000" dirty="0">
                <a:latin typeface="Times New Roman" panose="02020603050405020304" pitchFamily="18" charset="0"/>
                <a:cs typeface="Times New Roman" panose="02020603050405020304" pitchFamily="18" charset="0"/>
              </a:rPr>
              <a:t>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mësimi</a:t>
            </a:r>
            <a:r>
              <a:rPr lang="sq-AL"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ka</a:t>
            </a:r>
            <a:r>
              <a:rPr lang="en-US" sz="2000" dirty="0">
                <a:latin typeface="Times New Roman" panose="02020603050405020304" pitchFamily="18" charset="0"/>
                <a:cs typeface="Times New Roman" panose="02020603050405020304" pitchFamily="18" charset="0"/>
              </a:rPr>
              <a:t> të </a:t>
            </a:r>
            <a:r>
              <a:rPr lang="en-US" sz="2000" dirty="0" err="1">
                <a:latin typeface="Times New Roman" panose="02020603050405020304" pitchFamily="18" charset="0"/>
                <a:cs typeface="Times New Roman" panose="02020603050405020304" pitchFamily="18" charset="0"/>
              </a:rPr>
              <a:t>bëjë</a:t>
            </a:r>
            <a:r>
              <a:rPr lang="en-US" sz="2000" dirty="0">
                <a:latin typeface="Times New Roman" panose="02020603050405020304" pitchFamily="18" charset="0"/>
                <a:cs typeface="Times New Roman" panose="02020603050405020304" pitchFamily="18" charset="0"/>
              </a:rPr>
              <a:t> me të </a:t>
            </a:r>
            <a:r>
              <a:rPr lang="en-US" sz="2000" dirty="0" err="1">
                <a:latin typeface="Times New Roman" panose="02020603050405020304" pitchFamily="18" charset="0"/>
                <a:cs typeface="Times New Roman" panose="02020603050405020304" pitchFamily="18" charset="0"/>
              </a:rPr>
              <a:t>ashtuquajturin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modi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mbishkrimit</a:t>
            </a:r>
            <a:r>
              <a:rPr lang="en-US" sz="2000" dirty="0">
                <a:latin typeface="Times New Roman" panose="02020603050405020304" pitchFamily="18" charset="0"/>
                <a:cs typeface="Times New Roman" panose="02020603050405020304" pitchFamily="18" charset="0"/>
              </a:rPr>
              <a:t>.</a:t>
            </a:r>
          </a:p>
        </p:txBody>
      </p:sp>
      <p:pic>
        <p:nvPicPr>
          <p:cNvPr id="3" name="Picture 2"/>
          <p:cNvPicPr>
            <a:picLocks noChangeAspect="1"/>
          </p:cNvPicPr>
          <p:nvPr/>
        </p:nvPicPr>
        <p:blipFill>
          <a:blip r:embed="rId3"/>
          <a:stretch>
            <a:fillRect/>
          </a:stretch>
        </p:blipFill>
        <p:spPr>
          <a:xfrm>
            <a:off x="920087" y="1412382"/>
            <a:ext cx="9444251" cy="4538042"/>
          </a:xfrm>
          <a:prstGeom prst="rect">
            <a:avLst/>
          </a:prstGeom>
        </p:spPr>
      </p:pic>
      <p:cxnSp>
        <p:nvCxnSpPr>
          <p:cNvPr id="5" name="Straight Arrow Connector 4"/>
          <p:cNvCxnSpPr/>
          <p:nvPr/>
        </p:nvCxnSpPr>
        <p:spPr>
          <a:xfrm flipH="1">
            <a:off x="6660106" y="2628480"/>
            <a:ext cx="614150" cy="641445"/>
          </a:xfrm>
          <a:prstGeom prst="straightConnector1">
            <a:avLst/>
          </a:prstGeom>
          <a:ln w="762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1201003" y="1043050"/>
            <a:ext cx="1736373" cy="369332"/>
          </a:xfrm>
          <a:prstGeom prst="rect">
            <a:avLst/>
          </a:prstGeom>
        </p:spPr>
        <p:txBody>
          <a:bodyPr wrap="none">
            <a:spAutoFit/>
          </a:bodyPr>
          <a:lstStyle/>
          <a:p>
            <a:r>
              <a:rPr lang="en-US" b="1" dirty="0" err="1">
                <a:latin typeface="Times New Roman" panose="02020603050405020304" pitchFamily="18" charset="0"/>
                <a:cs typeface="Times New Roman" panose="02020603050405020304" pitchFamily="18" charset="0"/>
              </a:rPr>
              <a:t>Fshirja</a:t>
            </a:r>
            <a:r>
              <a:rPr lang="en-US" b="1" dirty="0">
                <a:latin typeface="Times New Roman" panose="02020603050405020304" pitchFamily="18" charset="0"/>
                <a:cs typeface="Times New Roman" panose="02020603050405020304" pitchFamily="18" charset="0"/>
              </a:rPr>
              <a:t> e </a:t>
            </a:r>
            <a:r>
              <a:rPr lang="en-US" b="1" dirty="0" err="1">
                <a:latin typeface="Times New Roman" panose="02020603050405020304" pitchFamily="18" charset="0"/>
                <a:cs typeface="Times New Roman" panose="02020603050405020304" pitchFamily="18" charset="0"/>
              </a:rPr>
              <a:t>tekstit</a:t>
            </a:r>
            <a:endParaRPr lang="sq-XK"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282053" y="6107795"/>
            <a:ext cx="11627893" cy="584775"/>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Ekzistojnë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mënyra</a:t>
            </a:r>
            <a:r>
              <a:rPr lang="en-US" sz="1600" dirty="0">
                <a:latin typeface="Times New Roman" panose="02020603050405020304" pitchFamily="18" charset="0"/>
                <a:cs typeface="Times New Roman" panose="02020603050405020304" pitchFamily="18" charset="0"/>
              </a:rPr>
              <a:t> të </a:t>
            </a:r>
            <a:r>
              <a:rPr lang="en-US" sz="1600" dirty="0" err="1">
                <a:latin typeface="Times New Roman" panose="02020603050405020304" pitchFamily="18" charset="0"/>
                <a:cs typeface="Times New Roman" panose="02020603050405020304" pitchFamily="18" charset="0"/>
              </a:rPr>
              <a:t>ndryshme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për</a:t>
            </a:r>
            <a:r>
              <a:rPr lang="en-US" sz="1600" dirty="0">
                <a:latin typeface="Times New Roman" panose="02020603050405020304" pitchFamily="18" charset="0"/>
                <a:cs typeface="Times New Roman" panose="02020603050405020304" pitchFamily="18" charset="0"/>
              </a:rPr>
              <a:t> ta </a:t>
            </a:r>
            <a:r>
              <a:rPr lang="en-US" sz="1600" dirty="0" err="1">
                <a:latin typeface="Times New Roman" panose="02020603050405020304" pitchFamily="18" charset="0"/>
                <a:cs typeface="Times New Roman" panose="02020603050405020304" pitchFamily="18" charset="0"/>
              </a:rPr>
              <a:t>fshirë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një</a:t>
            </a:r>
            <a:r>
              <a:rPr lang="en-US" sz="1600" dirty="0">
                <a:latin typeface="Times New Roman" panose="02020603050405020304" pitchFamily="18" charset="0"/>
                <a:cs typeface="Times New Roman" panose="02020603050405020304" pitchFamily="18" charset="0"/>
              </a:rPr>
              <a:t> element (</a:t>
            </a:r>
            <a:r>
              <a:rPr lang="en-US" sz="1600" dirty="0" err="1">
                <a:latin typeface="Times New Roman" panose="02020603050405020304" pitchFamily="18" charset="0"/>
                <a:cs typeface="Times New Roman" panose="02020603050405020304" pitchFamily="18" charset="0"/>
              </a:rPr>
              <a:t>karakter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fjalë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paragrafe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etj</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pari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elementi</a:t>
            </a:r>
            <a:r>
              <a:rPr lang="sq-AL"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përkatës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duhet</a:t>
            </a:r>
            <a:r>
              <a:rPr lang="en-US" sz="1600" dirty="0">
                <a:latin typeface="Times New Roman" panose="02020603050405020304" pitchFamily="18" charset="0"/>
                <a:cs typeface="Times New Roman" panose="02020603050405020304" pitchFamily="18" charset="0"/>
              </a:rPr>
              <a:t> </a:t>
            </a:r>
            <a:r>
              <a:rPr lang="sq-AL" sz="1600"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ë </a:t>
            </a:r>
            <a:r>
              <a:rPr lang="en-US" sz="1600" dirty="0" err="1">
                <a:latin typeface="Times New Roman" panose="02020603050405020304" pitchFamily="18" charset="0"/>
                <a:cs typeface="Times New Roman" panose="02020603050405020304" pitchFamily="18" charset="0"/>
              </a:rPr>
              <a:t>jetë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a:t>
            </a:r>
            <a:r>
              <a:rPr lang="sq-AL"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zgjedhur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Nëse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duhet</a:t>
            </a:r>
            <a:r>
              <a:rPr lang="en-US" sz="1600" dirty="0">
                <a:latin typeface="Times New Roman" panose="02020603050405020304" pitchFamily="18" charset="0"/>
                <a:cs typeface="Times New Roman" panose="02020603050405020304" pitchFamily="18" charset="0"/>
              </a:rPr>
              <a:t> </a:t>
            </a:r>
            <a:r>
              <a:rPr lang="sq-AL" sz="1600"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ë </a:t>
            </a:r>
            <a:r>
              <a:rPr lang="en-US" sz="1600" dirty="0" err="1">
                <a:latin typeface="Times New Roman" panose="02020603050405020304" pitchFamily="18" charset="0"/>
                <a:cs typeface="Times New Roman" panose="02020603050405020304" pitchFamily="18" charset="0"/>
              </a:rPr>
              <a:t>fshihet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një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fjalë</a:t>
            </a:r>
            <a:r>
              <a:rPr lang="en-US" sz="1600" dirty="0">
                <a:latin typeface="Times New Roman" panose="02020603050405020304" pitchFamily="18" charset="0"/>
                <a:cs typeface="Times New Roman" panose="02020603050405020304" pitchFamily="18" charset="0"/>
              </a:rPr>
              <a:t> e </a:t>
            </a:r>
            <a:r>
              <a:rPr lang="en-US" sz="1600" dirty="0" err="1">
                <a:latin typeface="Times New Roman" panose="02020603050405020304" pitchFamily="18" charset="0"/>
                <a:cs typeface="Times New Roman" panose="02020603050405020304" pitchFamily="18" charset="0"/>
              </a:rPr>
              <a:t>vetme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mir</a:t>
            </a:r>
            <a:r>
              <a:rPr lang="sq-AL" sz="1600" dirty="0">
                <a:latin typeface="Times New Roman" panose="02020603050405020304" pitchFamily="18" charset="0"/>
                <a:cs typeface="Times New Roman" panose="02020603050405020304" pitchFamily="18" charset="0"/>
              </a:rPr>
              <a:t>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zgjedheni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atë</a:t>
            </a:r>
            <a:r>
              <a:rPr lang="en-US" sz="1600" dirty="0">
                <a:latin typeface="Times New Roman" panose="02020603050405020304" pitchFamily="18" charset="0"/>
                <a:cs typeface="Times New Roman" panose="02020603050405020304" pitchFamily="18" charset="0"/>
              </a:rPr>
              <a:t> me </a:t>
            </a:r>
            <a:r>
              <a:rPr lang="en-US" sz="1600" dirty="0" err="1">
                <a:latin typeface="Times New Roman" panose="02020603050405020304" pitchFamily="18" charset="0"/>
                <a:cs typeface="Times New Roman" panose="02020603050405020304" pitchFamily="18" charset="0"/>
              </a:rPr>
              <a:t>një</a:t>
            </a:r>
            <a:r>
              <a:rPr lang="sq-AL"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klikim</a:t>
            </a:r>
            <a:r>
              <a:rPr lang="en-US" sz="1600" dirty="0">
                <a:latin typeface="Times New Roman" panose="02020603050405020304" pitchFamily="18" charset="0"/>
                <a:cs typeface="Times New Roman" panose="02020603050405020304" pitchFamily="18" charset="0"/>
              </a:rPr>
              <a:t> të </a:t>
            </a:r>
            <a:r>
              <a:rPr lang="en-US" sz="1600" dirty="0" err="1">
                <a:latin typeface="Times New Roman" panose="02020603050405020304" pitchFamily="18" charset="0"/>
                <a:cs typeface="Times New Roman" panose="02020603050405020304" pitchFamily="18" charset="0"/>
              </a:rPr>
              <a:t>dyfishtë</a:t>
            </a:r>
            <a:r>
              <a:rPr lang="en-US" sz="1600" dirty="0">
                <a:latin typeface="Times New Roman" panose="02020603050405020304" pitchFamily="18" charset="0"/>
                <a:cs typeface="Times New Roman" panose="02020603050405020304" pitchFamily="18" charset="0"/>
              </a:rPr>
              <a:t> të </a:t>
            </a:r>
            <a:r>
              <a:rPr lang="en-US" sz="1600" dirty="0" err="1">
                <a:latin typeface="Times New Roman" panose="02020603050405020304" pitchFamily="18" charset="0"/>
                <a:cs typeface="Times New Roman" panose="02020603050405020304" pitchFamily="18" charset="0"/>
              </a:rPr>
              <a:t>tasti</a:t>
            </a:r>
            <a:r>
              <a:rPr lang="en-US" sz="1600" dirty="0">
                <a:latin typeface="Times New Roman" panose="02020603050405020304" pitchFamily="18" charset="0"/>
                <a:cs typeface="Times New Roman" panose="02020603050405020304" pitchFamily="18" charset="0"/>
              </a:rPr>
              <a:t> të </a:t>
            </a:r>
            <a:r>
              <a:rPr lang="en-US" sz="1600" dirty="0" err="1">
                <a:latin typeface="Times New Roman" panose="02020603050405020304" pitchFamily="18" charset="0"/>
                <a:cs typeface="Times New Roman" panose="02020603050405020304" pitchFamily="18" charset="0"/>
              </a:rPr>
              <a:t>majtë</a:t>
            </a:r>
            <a:r>
              <a:rPr lang="en-US" sz="1600" dirty="0">
                <a:latin typeface="Times New Roman" panose="02020603050405020304" pitchFamily="18" charset="0"/>
                <a:cs typeface="Times New Roman" panose="02020603050405020304" pitchFamily="18" charset="0"/>
              </a:rPr>
              <a:t> të </a:t>
            </a:r>
            <a:r>
              <a:rPr lang="en-US" sz="1600" dirty="0" err="1">
                <a:latin typeface="Times New Roman" panose="02020603050405020304" pitchFamily="18" charset="0"/>
                <a:cs typeface="Times New Roman" panose="02020603050405020304" pitchFamily="18" charset="0"/>
              </a:rPr>
              <a:t>miut</a:t>
            </a:r>
            <a:r>
              <a:rPr lang="en-US" sz="1600" dirty="0">
                <a:latin typeface="Times New Roman" panose="02020603050405020304" pitchFamily="18" charset="0"/>
                <a:cs typeface="Times New Roman" panose="02020603050405020304" pitchFamily="18" charset="0"/>
              </a:rPr>
              <a:t>.</a:t>
            </a:r>
            <a:endParaRPr lang="sq-XK"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7487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036881"/>
          </a:xfrm>
        </p:spPr>
        <p:txBody>
          <a:bodyPr>
            <a:noAutofit/>
          </a:bodyPr>
          <a:lstStyle/>
          <a:p>
            <a:pPr algn="ctr"/>
            <a:r>
              <a:rPr lang="sq-AL" sz="3200" b="1" dirty="0">
                <a:latin typeface="Times New Roman" panose="02020603050405020304" pitchFamily="18" charset="0"/>
                <a:cs typeface="Times New Roman" panose="02020603050405020304" pitchFamily="18" charset="0"/>
              </a:rPr>
              <a:t>Konvertimi 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një</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dokument</a:t>
            </a:r>
            <a:r>
              <a:rPr lang="sq-AL" sz="3200" b="1" dirty="0">
                <a:latin typeface="Times New Roman" panose="02020603050405020304" pitchFamily="18" charset="0"/>
                <a:cs typeface="Times New Roman" panose="02020603050405020304" pitchFamily="18" charset="0"/>
              </a:rPr>
              <a:t>i në word 2013</a:t>
            </a:r>
            <a:r>
              <a:rPr lang="en-US" sz="3200" b="1" dirty="0">
                <a:latin typeface="Times New Roman" panose="02020603050405020304" pitchFamily="18" charset="0"/>
                <a:cs typeface="Times New Roman" panose="02020603050405020304" pitchFamily="18" charset="0"/>
              </a:rPr>
              <a:t>:</a:t>
            </a:r>
            <a:br>
              <a:rPr lang="sq-AL"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Nëse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dëshironi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sq-AL" sz="2400" dirty="0">
                <a:latin typeface="Times New Roman" panose="02020603050405020304" pitchFamily="18" charset="0"/>
                <a:cs typeface="Times New Roman" panose="02020603050405020304" pitchFamily="18" charset="0"/>
              </a:rPr>
              <a:t>konverto</a:t>
            </a:r>
            <a:r>
              <a:rPr lang="en-US" sz="2400" dirty="0" err="1">
                <a:latin typeface="Times New Roman" panose="02020603050405020304" pitchFamily="18" charset="0"/>
                <a:cs typeface="Times New Roman" panose="02020603050405020304" pitchFamily="18" charset="0"/>
              </a:rPr>
              <a:t>ni</a:t>
            </a:r>
            <a:r>
              <a:rPr lang="en-US" sz="2400" dirty="0">
                <a:latin typeface="Times New Roman" panose="02020603050405020304" pitchFamily="18" charset="0"/>
                <a:cs typeface="Times New Roman" panose="02020603050405020304" pitchFamily="18" charset="0"/>
              </a:rPr>
              <a:t> </a:t>
            </a:r>
            <a:r>
              <a:rPr lang="sq-AL" sz="2400" dirty="0">
                <a:latin typeface="Times New Roman" panose="02020603050405020304" pitchFamily="18" charset="0"/>
                <a:cs typeface="Times New Roman" panose="02020603050405020304" pitchFamily="18" charset="0"/>
              </a:rPr>
              <a:t>dokumentet në </a:t>
            </a:r>
            <a:r>
              <a:rPr lang="en-US" sz="2400" dirty="0">
                <a:latin typeface="Times New Roman" panose="02020603050405020304" pitchFamily="18" charset="0"/>
                <a:cs typeface="Times New Roman" panose="02020603050405020304" pitchFamily="18" charset="0"/>
              </a:rPr>
              <a:t>Word 2013, </a:t>
            </a:r>
            <a:r>
              <a:rPr lang="en-US" sz="2400" dirty="0" err="1">
                <a:latin typeface="Times New Roman" panose="02020603050405020304" pitchFamily="18" charset="0"/>
                <a:cs typeface="Times New Roman" panose="02020603050405020304" pitchFamily="18" charset="0"/>
              </a:rPr>
              <a:t>mund</a:t>
            </a:r>
            <a:r>
              <a:rPr lang="en-US" sz="2400" dirty="0">
                <a:latin typeface="Times New Roman" panose="02020603050405020304" pitchFamily="18" charset="0"/>
                <a:cs typeface="Times New Roman" panose="02020603050405020304" pitchFamily="18" charset="0"/>
              </a:rPr>
              <a:t> t</a:t>
            </a:r>
            <a:r>
              <a:rPr lang="sq-AL" sz="2400" dirty="0">
                <a:latin typeface="Times New Roman" panose="02020603050405020304" pitchFamily="18" charset="0"/>
                <a:cs typeface="Times New Roman" panose="02020603050405020304" pitchFamily="18" charset="0"/>
              </a:rPr>
              <a:t>a bëni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formatin</a:t>
            </a: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skedarit</a:t>
            </a:r>
            <a:r>
              <a:rPr lang="en-US" sz="2400" dirty="0">
                <a:latin typeface="Times New Roman" panose="02020603050405020304" pitchFamily="18" charset="0"/>
                <a:cs typeface="Times New Roman" panose="02020603050405020304" pitchFamily="18" charset="0"/>
              </a:rPr>
              <a:t> 2013. </a:t>
            </a:r>
            <a:r>
              <a:rPr lang="en-US" sz="2400" dirty="0" err="1">
                <a:latin typeface="Times New Roman" panose="02020603050405020304" pitchFamily="18" charset="0"/>
                <a:cs typeface="Times New Roman" panose="02020603050405020304" pitchFamily="18" charset="0"/>
              </a:rPr>
              <a:t>Vini</a:t>
            </a:r>
            <a:r>
              <a:rPr lang="en-US" sz="2400" dirty="0">
                <a:latin typeface="Times New Roman" panose="02020603050405020304" pitchFamily="18" charset="0"/>
                <a:cs typeface="Times New Roman" panose="02020603050405020304" pitchFamily="18" charset="0"/>
              </a:rPr>
              <a:t> re s</a:t>
            </a:r>
            <a:r>
              <a:rPr lang="sq-AL" sz="2400" dirty="0">
                <a:latin typeface="Times New Roman" panose="02020603050405020304" pitchFamily="18" charset="0"/>
                <a:cs typeface="Times New Roman" panose="02020603050405020304" pitchFamily="18" charset="0"/>
              </a:rPr>
              <a:t>e konvertimi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një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skedari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mund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shkaktojë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disa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ndryshime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paraqitjen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origjinale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dokumentit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Klikoni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sq-AL" sz="2400" dirty="0">
                <a:latin typeface="Times New Roman" panose="02020603050405020304" pitchFamily="18" charset="0"/>
                <a:cs typeface="Times New Roman" panose="02020603050405020304" pitchFamily="18" charset="0"/>
              </a:rPr>
              <a:t> FILE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për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hyrë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në</a:t>
            </a:r>
            <a:r>
              <a:rPr lang="en-US" sz="2400" dirty="0">
                <a:latin typeface="Times New Roman" panose="02020603050405020304" pitchFamily="18" charset="0"/>
                <a:cs typeface="Times New Roman" panose="02020603050405020304" pitchFamily="18" charset="0"/>
              </a:rPr>
              <a:t> </a:t>
            </a:r>
            <a:r>
              <a:rPr lang="sq-AL" sz="2400" dirty="0">
                <a:latin typeface="Times New Roman" panose="02020603050405020304" pitchFamily="18" charset="0"/>
                <a:cs typeface="Times New Roman" panose="02020603050405020304" pitchFamily="18" charset="0"/>
              </a:rPr>
              <a:t>menynë e saj</a:t>
            </a:r>
            <a:r>
              <a:rPr lang="en-US" sz="2400" dirty="0">
                <a:latin typeface="Times New Roman" panose="02020603050405020304" pitchFamily="18" charset="0"/>
                <a:cs typeface="Times New Roman" panose="02020603050405020304" pitchFamily="18" charset="0"/>
              </a:rPr>
              <a:t>.</a:t>
            </a:r>
            <a:endParaRPr lang="sq-XK" sz="24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2382" y="2446463"/>
            <a:ext cx="6623354" cy="3763268"/>
          </a:xfrm>
        </p:spPr>
      </p:pic>
    </p:spTree>
    <p:extLst>
      <p:ext uri="{BB962C8B-B14F-4D97-AF65-F5344CB8AC3E}">
        <p14:creationId xmlns:p14="http://schemas.microsoft.com/office/powerpoint/2010/main" val="15879674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sq-AL" dirty="0">
                <a:latin typeface="Times New Roman" panose="02020603050405020304" pitchFamily="18" charset="0"/>
                <a:cs typeface="Times New Roman" panose="02020603050405020304" pitchFamily="18" charset="0"/>
              </a:rPr>
              <a:t>Zgjedh komandën Convert</a:t>
            </a:r>
            <a:endParaRPr lang="sq-XK"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6436" y="1959805"/>
            <a:ext cx="6146054" cy="4601205"/>
          </a:xfrm>
          <a:prstGeom prst="rect">
            <a:avLst/>
          </a:prstGeom>
        </p:spPr>
      </p:pic>
    </p:spTree>
    <p:extLst>
      <p:ext uri="{BB962C8B-B14F-4D97-AF65-F5344CB8AC3E}">
        <p14:creationId xmlns:p14="http://schemas.microsoft.com/office/powerpoint/2010/main" val="27946927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q-AL" sz="3200" dirty="0">
                <a:latin typeface="Times New Roman" panose="02020603050405020304" pitchFamily="18" charset="0"/>
                <a:cs typeface="Times New Roman" panose="02020603050405020304" pitchFamily="18" charset="0"/>
              </a:rPr>
              <a:t>Pas klikimit në komandën «Convert» hapet dritarja e dialogut ku klikoni «OK» për të konfirmuar konvertimin</a:t>
            </a:r>
            <a:endParaRPr lang="sq-XK" sz="3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650" y="1856098"/>
            <a:ext cx="9473819" cy="2197288"/>
          </a:xfrm>
          <a:prstGeom prst="rect">
            <a:avLst/>
          </a:prstGeom>
        </p:spPr>
      </p:pic>
      <p:sp>
        <p:nvSpPr>
          <p:cNvPr id="4" name="TextBox 3"/>
          <p:cNvSpPr txBox="1"/>
          <p:nvPr/>
        </p:nvSpPr>
        <p:spPr>
          <a:xfrm>
            <a:off x="1401170" y="4890096"/>
            <a:ext cx="9389660" cy="584775"/>
          </a:xfrm>
          <a:prstGeom prst="rect">
            <a:avLst/>
          </a:prstGeom>
          <a:noFill/>
        </p:spPr>
        <p:txBody>
          <a:bodyPr wrap="square" rtlCol="0">
            <a:spAutoFit/>
          </a:bodyPr>
          <a:lstStyle/>
          <a:p>
            <a:pPr algn="ctr"/>
            <a:r>
              <a:rPr lang="sq-AL" sz="3200" dirty="0">
                <a:latin typeface="Times New Roman" panose="02020603050405020304" pitchFamily="18" charset="0"/>
                <a:cs typeface="Times New Roman" panose="02020603050405020304" pitchFamily="18" charset="0"/>
              </a:rPr>
              <a:t>Dokumenti do të konvertohet në word 2013</a:t>
            </a:r>
            <a:endParaRPr lang="sq-XK"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78309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latin typeface="Times New Roman" panose="02020603050405020304" pitchFamily="18" charset="0"/>
                <a:cs typeface="Times New Roman" panose="02020603050405020304" pitchFamily="18" charset="0"/>
              </a:rPr>
              <a:t>Shkruarja</a:t>
            </a:r>
            <a:r>
              <a:rPr lang="en-US" b="1" dirty="0">
                <a:latin typeface="Times New Roman" panose="02020603050405020304" pitchFamily="18" charset="0"/>
                <a:cs typeface="Times New Roman" panose="02020603050405020304" pitchFamily="18" charset="0"/>
              </a:rPr>
              <a:t> e </a:t>
            </a:r>
            <a:r>
              <a:rPr lang="en-US" b="1" dirty="0" err="1">
                <a:latin typeface="Times New Roman" panose="02020603050405020304" pitchFamily="18" charset="0"/>
                <a:cs typeface="Times New Roman" panose="02020603050405020304" pitchFamily="18" charset="0"/>
              </a:rPr>
              <a:t>tekstit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këtë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mësim</a:t>
            </a:r>
            <a:r>
              <a:rPr lang="en-US" dirty="0">
                <a:latin typeface="Times New Roman" panose="02020603050405020304" pitchFamily="18" charset="0"/>
                <a:cs typeface="Times New Roman" panose="02020603050405020304" pitchFamily="18" charset="0"/>
              </a:rPr>
              <a:t> do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tregohet</a:t>
            </a:r>
            <a:r>
              <a:rPr lang="en-US" dirty="0">
                <a:latin typeface="Times New Roman" panose="02020603050405020304" pitchFamily="18" charset="0"/>
                <a:cs typeface="Times New Roman" panose="02020603050405020304" pitchFamily="18" charset="0"/>
              </a:rPr>
              <a:t> se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a:t>
            </a:r>
            <a:r>
              <a:rPr lang="sq-AL"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nsertohen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shkronjat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karakteret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dokument</a:t>
            </a:r>
            <a:r>
              <a:rPr lang="en-US" dirty="0">
                <a:latin typeface="Times New Roman" panose="02020603050405020304" pitchFamily="18" charset="0"/>
                <a:cs typeface="Times New Roman" panose="02020603050405020304" pitchFamily="18" charset="0"/>
              </a:rPr>
              <a:t>. Me </a:t>
            </a:r>
            <a:r>
              <a:rPr lang="en-US" dirty="0" err="1">
                <a:latin typeface="Times New Roman" panose="02020603050405020304" pitchFamily="18" charset="0"/>
                <a:cs typeface="Times New Roman" panose="02020603050405020304" pitchFamily="18" charset="0"/>
              </a:rPr>
              <a:t>këtë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rast</a:t>
            </a:r>
            <a:r>
              <a:rPr lang="en-US" dirty="0">
                <a:latin typeface="Times New Roman" panose="02020603050405020304" pitchFamily="18" charset="0"/>
                <a:cs typeface="Times New Roman" panose="02020603050405020304" pitchFamily="18" charset="0"/>
              </a:rPr>
              <a:t> do </a:t>
            </a:r>
            <a:r>
              <a:rPr lang="en-US" dirty="0" err="1">
                <a:latin typeface="Times New Roman" panose="02020603050405020304" pitchFamily="18" charset="0"/>
                <a:cs typeface="Times New Roman" panose="02020603050405020304" pitchFamily="18" charset="0"/>
              </a:rPr>
              <a:t>të</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trajtohen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edhe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tastet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rëndësishme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tastierës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fund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sq-AL" dirty="0">
                <a:latin typeface="Times New Roman" panose="02020603050405020304" pitchFamily="18" charset="0"/>
                <a:cs typeface="Times New Roman" panose="02020603050405020304" pitchFamily="18" charset="0"/>
              </a:rPr>
              <a:t>njësisë</a:t>
            </a:r>
            <a:r>
              <a:rPr lang="en-US" dirty="0">
                <a:latin typeface="Times New Roman" panose="02020603050405020304" pitchFamily="18" charset="0"/>
                <a:cs typeface="Times New Roman" panose="02020603050405020304" pitchFamily="18" charset="0"/>
              </a:rPr>
              <a:t> do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mësoni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edhe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dal</a:t>
            </a:r>
            <a:r>
              <a:rPr lang="sq-AL" dirty="0">
                <a:latin typeface="Times New Roman" panose="02020603050405020304" pitchFamily="18" charset="0"/>
                <a:cs typeface="Times New Roman" panose="02020603050405020304" pitchFamily="18" charset="0"/>
              </a:rPr>
              <a:t>l</a:t>
            </a:r>
            <a:r>
              <a:rPr lang="en-US" dirty="0" err="1">
                <a:latin typeface="Times New Roman" panose="02020603050405020304" pitchFamily="18" charset="0"/>
                <a:cs typeface="Times New Roman" panose="02020603050405020304" pitchFamily="18" charset="0"/>
              </a:rPr>
              <a:t>imin</a:t>
            </a:r>
            <a:r>
              <a:rPr lang="sq-AL" dirty="0">
                <a:latin typeface="Times New Roman" panose="02020603050405020304" pitchFamily="18" charset="0"/>
                <a:cs typeface="Times New Roman" panose="02020603050405020304" pitchFamily="18" charset="0"/>
              </a:rPr>
              <a:t> në </a:t>
            </a:r>
            <a:r>
              <a:rPr lang="en-US" dirty="0" err="1">
                <a:latin typeface="Times New Roman" panose="02020603050405020304" pitchFamily="18" charset="0"/>
                <a:cs typeface="Times New Roman" panose="02020603050405020304" pitchFamily="18" charset="0"/>
              </a:rPr>
              <a:t>mes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paragrafit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dhe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reshti</a:t>
            </a:r>
            <a:r>
              <a:rPr lang="sq-AL"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dhe</a:t>
            </a:r>
            <a:r>
              <a:rPr lang="en-US" dirty="0">
                <a:latin typeface="Times New Roman" panose="02020603050405020304" pitchFamily="18" charset="0"/>
                <a:cs typeface="Times New Roman" panose="02020603050405020304" pitchFamily="18" charset="0"/>
              </a:rPr>
              <a:t> do </a:t>
            </a:r>
            <a:r>
              <a:rPr lang="en-US" dirty="0" err="1">
                <a:latin typeface="Times New Roman" panose="02020603050405020304" pitchFamily="18" charset="0"/>
                <a:cs typeface="Times New Roman" panose="02020603050405020304" pitchFamily="18" charset="0"/>
              </a:rPr>
              <a:t>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mësoni</a:t>
            </a:r>
            <a:r>
              <a:rPr lang="en-US" dirty="0">
                <a:latin typeface="Times New Roman" panose="02020603050405020304" pitchFamily="18" charset="0"/>
                <a:cs typeface="Times New Roman" panose="02020603050405020304" pitchFamily="18" charset="0"/>
              </a:rPr>
              <a:t> se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shfaqni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karakteret</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formatimit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dokumentin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tuaj</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156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
            <a:ext cx="10515600" cy="573206"/>
          </a:xfrm>
        </p:spPr>
        <p:txBody>
          <a:bodyPr>
            <a:normAutofit/>
          </a:bodyPr>
          <a:lstStyle/>
          <a:p>
            <a:r>
              <a:rPr lang="en-US" sz="2400" dirty="0" err="1">
                <a:latin typeface="Times New Roman" panose="02020603050405020304" pitchFamily="18" charset="0"/>
                <a:cs typeface="Times New Roman" panose="02020603050405020304" pitchFamily="18" charset="0"/>
              </a:rPr>
              <a:t>Pozicionimi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kursorit</a:t>
            </a:r>
            <a:r>
              <a:rPr lang="en-US" sz="2400" dirty="0">
                <a:latin typeface="Times New Roman" panose="02020603050405020304" pitchFamily="18" charset="0"/>
                <a:cs typeface="Times New Roman" panose="02020603050405020304" pitchFamily="18" charset="0"/>
              </a:rPr>
              <a:t> me </a:t>
            </a:r>
            <a:r>
              <a:rPr lang="en-US" sz="2400" dirty="0" err="1">
                <a:latin typeface="Times New Roman" panose="02020603050405020304" pitchFamily="18" charset="0"/>
                <a:cs typeface="Times New Roman" panose="02020603050405020304" pitchFamily="18" charset="0"/>
              </a:rPr>
              <a:t>anë</a:t>
            </a:r>
            <a:r>
              <a:rPr lang="en-US" sz="2400" dirty="0">
                <a:latin typeface="Times New Roman" panose="02020603050405020304" pitchFamily="18" charset="0"/>
                <a:cs typeface="Times New Roman" panose="02020603050405020304" pitchFamily="18" charset="0"/>
              </a:rPr>
              <a:t> të </a:t>
            </a:r>
            <a:r>
              <a:rPr lang="en-US" sz="2400" dirty="0" err="1">
                <a:latin typeface="Times New Roman" panose="02020603050405020304" pitchFamily="18" charset="0"/>
                <a:cs typeface="Times New Roman" panose="02020603050405020304" pitchFamily="18" charset="0"/>
              </a:rPr>
              <a:t>miut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respektivisht</a:t>
            </a:r>
            <a:r>
              <a:rPr lang="en-US" sz="2400" dirty="0">
                <a:latin typeface="Times New Roman" panose="02020603050405020304" pitchFamily="18" charset="0"/>
                <a:cs typeface="Times New Roman" panose="02020603050405020304" pitchFamily="18" charset="0"/>
              </a:rPr>
              <a:t> </a:t>
            </a:r>
            <a:r>
              <a:rPr lang="sq-AL" sz="2400" dirty="0">
                <a:latin typeface="Times New Roman" panose="02020603050405020304" pitchFamily="18" charset="0"/>
                <a:cs typeface="Times New Roman" panose="02020603050405020304" pitchFamily="18" charset="0"/>
              </a:rPr>
              <a:t>t</a:t>
            </a:r>
            <a:r>
              <a:rPr lang="en-US" sz="2400" dirty="0" err="1">
                <a:latin typeface="Times New Roman" panose="02020603050405020304" pitchFamily="18" charset="0"/>
                <a:cs typeface="Times New Roman" panose="02020603050405020304" pitchFamily="18" charset="0"/>
              </a:rPr>
              <a:t>astierës</a:t>
            </a:r>
            <a:endParaRPr lang="en-US" sz="2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575056" y="464025"/>
            <a:ext cx="10778743" cy="5390865"/>
          </a:xfrm>
          <a:prstGeom prst="rect">
            <a:avLst/>
          </a:prstGeom>
        </p:spPr>
      </p:pic>
      <p:cxnSp>
        <p:nvCxnSpPr>
          <p:cNvPr id="9" name="Straight Connector 8"/>
          <p:cNvCxnSpPr/>
          <p:nvPr/>
        </p:nvCxnSpPr>
        <p:spPr>
          <a:xfrm>
            <a:off x="3671246" y="2605880"/>
            <a:ext cx="0" cy="2320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480176" y="2632333"/>
            <a:ext cx="382139" cy="232012"/>
          </a:xfrm>
          <a:prstGeom prst="rect">
            <a:avLst/>
          </a:prstGeom>
          <a:noFill/>
          <a:ln w="57150">
            <a:solidFill>
              <a:schemeClr val="accent2"/>
            </a:solidFill>
          </a:ln>
        </p:spPr>
        <p:txBody>
          <a:bodyPr wrap="square" rtlCol="0">
            <a:spAutoFit/>
          </a:bodyPr>
          <a:lstStyle/>
          <a:p>
            <a:endParaRPr lang="sq-XK" dirty="0"/>
          </a:p>
        </p:txBody>
      </p:sp>
      <p:sp>
        <p:nvSpPr>
          <p:cNvPr id="13" name="TextBox 12"/>
          <p:cNvSpPr txBox="1"/>
          <p:nvPr/>
        </p:nvSpPr>
        <p:spPr>
          <a:xfrm>
            <a:off x="432175" y="5934670"/>
            <a:ext cx="11218460" cy="923330"/>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insertuar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tekstin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dokument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duhet</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zgjedhet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vendi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duhur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mënyrë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ta </a:t>
            </a:r>
            <a:r>
              <a:rPr lang="en-US" dirty="0" err="1">
                <a:latin typeface="Times New Roman" panose="02020603050405020304" pitchFamily="18" charset="0"/>
                <a:cs typeface="Times New Roman" panose="02020603050405020304" pitchFamily="18" charset="0"/>
              </a:rPr>
              <a:t>bërë</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këtë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është</a:t>
            </a:r>
            <a:r>
              <a:rPr lang="en-US" dirty="0">
                <a:latin typeface="Times New Roman" panose="02020603050405020304" pitchFamily="18" charset="0"/>
                <a:cs typeface="Times New Roman" panose="02020603050405020304" pitchFamily="18" charset="0"/>
              </a:rPr>
              <a:t> duke </a:t>
            </a:r>
            <a:r>
              <a:rPr lang="en-US" dirty="0" err="1">
                <a:latin typeface="Times New Roman" panose="02020603050405020304" pitchFamily="18" charset="0"/>
                <a:cs typeface="Times New Roman" panose="02020603050405020304" pitchFamily="18" charset="0"/>
              </a:rPr>
              <a:t>përdorur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miun</a:t>
            </a:r>
            <a:r>
              <a:rPr lang="en-US" dirty="0">
                <a:latin typeface="Times New Roman" panose="02020603050405020304" pitchFamily="18" charset="0"/>
                <a:cs typeface="Times New Roman" panose="02020603050405020304" pitchFamily="18" charset="0"/>
              </a:rPr>
              <a:t>. Me </a:t>
            </a:r>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klikim</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thjeshtë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përbrenda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teksteve</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shkruara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ose</a:t>
            </a:r>
            <a:r>
              <a:rPr lang="en-US" dirty="0">
                <a:latin typeface="Times New Roman" panose="02020603050405020304" pitchFamily="18" charset="0"/>
                <a:cs typeface="Times New Roman" panose="02020603050405020304" pitchFamily="18" charset="0"/>
              </a:rPr>
              <a:t> me</a:t>
            </a:r>
          </a:p>
          <a:p>
            <a:r>
              <a:rPr lang="en-US" dirty="0" err="1">
                <a:latin typeface="Times New Roman" panose="02020603050405020304" pitchFamily="18" charset="0"/>
                <a:cs typeface="Times New Roman" panose="02020603050405020304" pitchFamily="18" charset="0"/>
              </a:rPr>
              <a:t>një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klikim</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dyfishtë</a:t>
            </a:r>
            <a:r>
              <a:rPr lang="en-US" dirty="0">
                <a:latin typeface="Times New Roman" panose="02020603050405020304" pitchFamily="18" charset="0"/>
                <a:cs typeface="Times New Roman" panose="02020603050405020304" pitchFamily="18" charset="0"/>
              </a:rPr>
              <a:t> kudo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dokument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kursori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mund</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vendoset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pozicionin</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dëshiruar</a:t>
            </a:r>
            <a:r>
              <a:rPr lang="en-US" dirty="0">
                <a:latin typeface="Times New Roman" panose="02020603050405020304" pitchFamily="18" charset="0"/>
                <a:cs typeface="Times New Roman" panose="02020603050405020304" pitchFamily="18" charset="0"/>
              </a:rPr>
              <a:t>.</a:t>
            </a:r>
            <a:endParaRPr lang="sq-X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18624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0" y="1673"/>
            <a:ext cx="12192000" cy="6854653"/>
          </a:xfrm>
          <a:prstGeom prst="rect">
            <a:avLst/>
          </a:prstGeom>
        </p:spPr>
      </p:pic>
      <p:sp>
        <p:nvSpPr>
          <p:cNvPr id="10" name="TextBox 9"/>
          <p:cNvSpPr txBox="1"/>
          <p:nvPr/>
        </p:nvSpPr>
        <p:spPr>
          <a:xfrm>
            <a:off x="0" y="450376"/>
            <a:ext cx="1433015" cy="832514"/>
          </a:xfrm>
          <a:prstGeom prst="rect">
            <a:avLst/>
          </a:prstGeom>
          <a:noFill/>
          <a:ln w="57150">
            <a:solidFill>
              <a:schemeClr val="accent2"/>
            </a:solidFill>
          </a:ln>
        </p:spPr>
        <p:txBody>
          <a:bodyPr wrap="square" rtlCol="0">
            <a:spAutoFit/>
          </a:bodyPr>
          <a:lstStyle/>
          <a:p>
            <a:endParaRPr lang="sq-XK" dirty="0"/>
          </a:p>
        </p:txBody>
      </p:sp>
    </p:spTree>
    <p:extLst>
      <p:ext uri="{BB962C8B-B14F-4D97-AF65-F5344CB8AC3E}">
        <p14:creationId xmlns:p14="http://schemas.microsoft.com/office/powerpoint/2010/main" val="2779735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0087" y="160409"/>
            <a:ext cx="10515600" cy="549275"/>
          </a:xfrm>
        </p:spPr>
        <p:txBody>
          <a:bodyPr>
            <a:normAutofit/>
          </a:bodyPr>
          <a:lstStyle/>
          <a:p>
            <a:r>
              <a:rPr lang="en-US" sz="2800" dirty="0" err="1">
                <a:latin typeface="Times New Roman" panose="02020603050405020304" pitchFamily="18" charset="0"/>
                <a:cs typeface="Times New Roman" panose="02020603050405020304" pitchFamily="18" charset="0"/>
              </a:rPr>
              <a:t>Zhvendosja</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tekstit</a:t>
            </a:r>
            <a:r>
              <a:rPr lang="en-US" sz="2800" dirty="0">
                <a:latin typeface="Times New Roman" panose="02020603050405020304" pitchFamily="18" charset="0"/>
                <a:cs typeface="Times New Roman" panose="02020603050405020304" pitchFamily="18" charset="0"/>
              </a:rPr>
              <a:t> me </a:t>
            </a:r>
            <a:r>
              <a:rPr lang="en-US" sz="2800" dirty="0" err="1">
                <a:latin typeface="Times New Roman" panose="02020603050405020304" pitchFamily="18" charset="0"/>
                <a:cs typeface="Times New Roman" panose="02020603050405020304" pitchFamily="18" charset="0"/>
              </a:rPr>
              <a:t>ndihmën</a:t>
            </a:r>
            <a:r>
              <a:rPr lang="en-US" sz="2800" dirty="0">
                <a:latin typeface="Times New Roman" panose="02020603050405020304" pitchFamily="18" charset="0"/>
                <a:cs typeface="Times New Roman" panose="02020603050405020304" pitchFamily="18" charset="0"/>
              </a:rPr>
              <a:t> e </a:t>
            </a:r>
            <a:r>
              <a:rPr lang="en-US" sz="2800" dirty="0" err="1">
                <a:latin typeface="Times New Roman" panose="02020603050405020304" pitchFamily="18" charset="0"/>
                <a:cs typeface="Times New Roman" panose="02020603050405020304" pitchFamily="18" charset="0"/>
              </a:rPr>
              <a:t>shiriti</a:t>
            </a:r>
            <a:r>
              <a:rPr lang="en-US" sz="2800" dirty="0">
                <a:latin typeface="Times New Roman" panose="02020603050405020304" pitchFamily="18" charset="0"/>
                <a:cs typeface="Times New Roman" panose="02020603050405020304" pitchFamily="18" charset="0"/>
              </a:rPr>
              <a:t> të </a:t>
            </a:r>
            <a:r>
              <a:rPr lang="en-US" sz="2800" dirty="0" err="1">
                <a:latin typeface="Times New Roman" panose="02020603050405020304" pitchFamily="18" charset="0"/>
                <a:cs typeface="Times New Roman" panose="02020603050405020304" pitchFamily="18" charset="0"/>
              </a:rPr>
              <a:t>menysë</a:t>
            </a:r>
            <a:endParaRPr lang="en-US"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557364" y="682388"/>
            <a:ext cx="9323616" cy="5663821"/>
          </a:xfrm>
          <a:prstGeom prst="rect">
            <a:avLst/>
          </a:prstGeom>
        </p:spPr>
      </p:pic>
      <p:sp>
        <p:nvSpPr>
          <p:cNvPr id="4" name="TextBox 3"/>
          <p:cNvSpPr txBox="1"/>
          <p:nvPr/>
        </p:nvSpPr>
        <p:spPr>
          <a:xfrm>
            <a:off x="557364" y="1023582"/>
            <a:ext cx="1121312" cy="750627"/>
          </a:xfrm>
          <a:prstGeom prst="rect">
            <a:avLst/>
          </a:prstGeom>
          <a:noFill/>
          <a:ln w="57150">
            <a:solidFill>
              <a:schemeClr val="accent2"/>
            </a:solidFill>
          </a:ln>
        </p:spPr>
        <p:txBody>
          <a:bodyPr wrap="square" rtlCol="0">
            <a:spAutoFit/>
          </a:bodyPr>
          <a:lstStyle/>
          <a:p>
            <a:endParaRPr lang="sq-XK" dirty="0"/>
          </a:p>
        </p:txBody>
      </p:sp>
      <p:sp>
        <p:nvSpPr>
          <p:cNvPr id="6" name="TextBox 5"/>
          <p:cNvSpPr txBox="1"/>
          <p:nvPr/>
        </p:nvSpPr>
        <p:spPr>
          <a:xfrm>
            <a:off x="10126639" y="709684"/>
            <a:ext cx="1924334" cy="2677656"/>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Për</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zhvendosur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tekstin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duhet</a:t>
            </a:r>
            <a:r>
              <a:rPr lang="en-US" dirty="0">
                <a:latin typeface="Times New Roman" panose="02020603050405020304" pitchFamily="18" charset="0"/>
                <a:cs typeface="Times New Roman" panose="02020603050405020304" pitchFamily="18" charset="0"/>
              </a:rPr>
              <a:t> </a:t>
            </a:r>
            <a:r>
              <a:rPr lang="sq-AL"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a </a:t>
            </a:r>
            <a:r>
              <a:rPr lang="en-US" dirty="0" err="1">
                <a:latin typeface="Times New Roman" panose="02020603050405020304" pitchFamily="18" charset="0"/>
                <a:cs typeface="Times New Roman" panose="02020603050405020304" pitchFamily="18" charset="0"/>
              </a:rPr>
              <a:t>zgjedhni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pjesën</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dëshiruar</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dokumenti</a:t>
            </a:r>
            <a:r>
              <a:rPr lang="sq-AL"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Pastaj</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klikoni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butonin</a:t>
            </a:r>
            <a:r>
              <a:rPr lang="en-US"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'Cut'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Preje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shirtin</a:t>
            </a: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menysë</a:t>
            </a:r>
            <a:r>
              <a:rPr lang="en-US" dirty="0">
                <a:latin typeface="Times New Roman" panose="02020603050405020304" pitchFamily="18" charset="0"/>
                <a:cs typeface="Times New Roman" panose="02020603050405020304" pitchFamily="18" charset="0"/>
              </a:rPr>
              <a:t>.</a:t>
            </a:r>
            <a:endParaRPr lang="sq-X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96318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64240" y="179095"/>
            <a:ext cx="11527426" cy="6481013"/>
          </a:xfrm>
          <a:prstGeom prst="rect">
            <a:avLst/>
          </a:prstGeom>
        </p:spPr>
      </p:pic>
      <p:sp>
        <p:nvSpPr>
          <p:cNvPr id="5" name="TextBox 4"/>
          <p:cNvSpPr txBox="1"/>
          <p:nvPr/>
        </p:nvSpPr>
        <p:spPr>
          <a:xfrm>
            <a:off x="1583140" y="586854"/>
            <a:ext cx="2251881" cy="818865"/>
          </a:xfrm>
          <a:prstGeom prst="rect">
            <a:avLst/>
          </a:prstGeom>
          <a:noFill/>
          <a:ln w="57150">
            <a:solidFill>
              <a:schemeClr val="accent2"/>
            </a:solidFill>
          </a:ln>
        </p:spPr>
        <p:txBody>
          <a:bodyPr wrap="square" rtlCol="0">
            <a:spAutoFit/>
          </a:bodyPr>
          <a:lstStyle/>
          <a:p>
            <a:endParaRPr lang="sq-XK" dirty="0"/>
          </a:p>
        </p:txBody>
      </p:sp>
    </p:spTree>
    <p:extLst>
      <p:ext uri="{BB962C8B-B14F-4D97-AF65-F5344CB8AC3E}">
        <p14:creationId xmlns:p14="http://schemas.microsoft.com/office/powerpoint/2010/main" val="1616772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45910" y="-66565"/>
            <a:ext cx="11000096" cy="6071580"/>
          </a:xfrm>
          <a:prstGeom prst="rect">
            <a:avLst/>
          </a:prstGeom>
        </p:spPr>
      </p:pic>
      <p:sp>
        <p:nvSpPr>
          <p:cNvPr id="5" name="TextBox 4"/>
          <p:cNvSpPr txBox="1"/>
          <p:nvPr/>
        </p:nvSpPr>
        <p:spPr>
          <a:xfrm>
            <a:off x="3671248" y="348018"/>
            <a:ext cx="2019869" cy="832514"/>
          </a:xfrm>
          <a:prstGeom prst="rect">
            <a:avLst/>
          </a:prstGeom>
          <a:noFill/>
          <a:ln w="57150">
            <a:solidFill>
              <a:schemeClr val="accent2"/>
            </a:solidFill>
          </a:ln>
        </p:spPr>
        <p:txBody>
          <a:bodyPr wrap="square" rtlCol="0">
            <a:spAutoFit/>
          </a:bodyPr>
          <a:lstStyle/>
          <a:p>
            <a:endParaRPr lang="sq-XK" dirty="0"/>
          </a:p>
        </p:txBody>
      </p:sp>
      <p:cxnSp>
        <p:nvCxnSpPr>
          <p:cNvPr id="7" name="Straight Arrow Connector 6"/>
          <p:cNvCxnSpPr/>
          <p:nvPr/>
        </p:nvCxnSpPr>
        <p:spPr>
          <a:xfrm flipH="1">
            <a:off x="3821373" y="571533"/>
            <a:ext cx="545910" cy="100993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73206" y="6211669"/>
            <a:ext cx="10972800" cy="646331"/>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Numërimi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është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thelb</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shenjat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rendore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vetëm</a:t>
            </a:r>
            <a:r>
              <a:rPr lang="en-US" dirty="0">
                <a:latin typeface="Times New Roman" panose="02020603050405020304" pitchFamily="18" charset="0"/>
                <a:cs typeface="Times New Roman" panose="02020603050405020304" pitchFamily="18" charset="0"/>
              </a:rPr>
              <a:t> se </a:t>
            </a:r>
            <a:r>
              <a:rPr lang="en-US" dirty="0" err="1">
                <a:latin typeface="Times New Roman" panose="02020603050405020304" pitchFamily="18" charset="0"/>
                <a:cs typeface="Times New Roman" panose="02020603050405020304" pitchFamily="18" charset="0"/>
              </a:rPr>
              <a:t>në</a:t>
            </a:r>
            <a:r>
              <a:rPr lang="en-US" dirty="0">
                <a:latin typeface="Times New Roman" panose="02020603050405020304" pitchFamily="18" charset="0"/>
                <a:cs typeface="Times New Roman" panose="02020603050405020304" pitchFamily="18" charset="0"/>
              </a:rPr>
              <a:t> vend të </a:t>
            </a:r>
            <a:r>
              <a:rPr lang="en-US" dirty="0" err="1">
                <a:latin typeface="Times New Roman" panose="02020603050405020304" pitchFamily="18" charset="0"/>
                <a:cs typeface="Times New Roman" panose="02020603050405020304" pitchFamily="18" charset="0"/>
              </a:rPr>
              <a:t>simboleve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përdoren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numrat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rendor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ose</a:t>
            </a:r>
            <a:r>
              <a:rPr lang="sq-AL"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shkronjat</a:t>
            </a:r>
            <a:r>
              <a:rPr lang="en-US" dirty="0">
                <a:latin typeface="Times New Roman" panose="02020603050405020304" pitchFamily="18" charset="0"/>
                <a:cs typeface="Times New Roman" panose="02020603050405020304" pitchFamily="18" charset="0"/>
              </a:rPr>
              <a:t>. Edhe </a:t>
            </a:r>
            <a:r>
              <a:rPr lang="en-US" dirty="0" err="1">
                <a:latin typeface="Times New Roman" panose="02020603050405020304" pitchFamily="18" charset="0"/>
                <a:cs typeface="Times New Roman" panose="02020603050405020304" pitchFamily="18" charset="0"/>
              </a:rPr>
              <a:t>numërimi</a:t>
            </a:r>
            <a:r>
              <a:rPr lang="en-US" dirty="0">
                <a:latin typeface="Times New Roman" panose="02020603050405020304" pitchFamily="18" charset="0"/>
                <a:cs typeface="Times New Roman" panose="02020603050405020304" pitchFamily="18" charset="0"/>
              </a:rPr>
              <a:t> </a:t>
            </a:r>
            <a:r>
              <a:rPr lang="sq-AL" dirty="0">
                <a:latin typeface="Times New Roman" panose="02020603050405020304" pitchFamily="18" charset="0"/>
                <a:cs typeface="Times New Roman" panose="02020603050405020304" pitchFamily="18" charset="0"/>
              </a:rPr>
              <a:t>ndodhet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në</a:t>
            </a:r>
            <a:r>
              <a:rPr lang="sq-AL" dirty="0">
                <a:latin typeface="Times New Roman" panose="02020603050405020304" pitchFamily="18" charset="0"/>
                <a:cs typeface="Times New Roman" panose="02020603050405020304" pitchFamily="18" charset="0"/>
              </a:rPr>
              <a:t> menynë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paragrafë</a:t>
            </a:r>
            <a:r>
              <a:rPr lang="en-US" dirty="0">
                <a:latin typeface="Times New Roman" panose="02020603050405020304" pitchFamily="18" charset="0"/>
                <a:cs typeface="Times New Roman" panose="02020603050405020304" pitchFamily="18" charset="0"/>
              </a:rPr>
              <a:t>.</a:t>
            </a:r>
            <a:endParaRPr lang="sq-X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8988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4156541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1322</TotalTime>
  <Words>2572</Words>
  <Application>Microsoft Office PowerPoint</Application>
  <PresentationFormat>Widescreen</PresentationFormat>
  <Paragraphs>146</Paragraphs>
  <Slides>48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Calibri Light</vt:lpstr>
      <vt:lpstr>source sans pro</vt:lpstr>
      <vt:lpstr>Symbol</vt:lpstr>
      <vt:lpstr>Times New Roman</vt:lpstr>
      <vt:lpstr>Office Theme</vt:lpstr>
      <vt:lpstr>APLIKIMI I PROGRAMEVE KOMPJUTERIKE NË MËSIMDHËNIE (Program Trajnimi)</vt:lpstr>
      <vt:lpstr>PowerPoint Presentation</vt:lpstr>
      <vt:lpstr>Qëllimi i programit të trajnimit</vt:lpstr>
      <vt:lpstr>PowerPoint Presentation</vt:lpstr>
      <vt:lpstr>Word 2013</vt:lpstr>
      <vt:lpstr>Startimi programit dhe interfejsi përdoruesit Në këtë punim ju do të mësoni se si startohet programi Word 2013 dhe si mbyllet ai. Gjithashtu do të njoftoheni edhe me interfejsin e Word-it. Startimi Word-it:  Pas kyçjes (log in), ju do ta gjeni veten në të ashtuquajturin "Interfejsi modern i përdoruesit" ('Modern User Interface'), sipërfaqen e re startuese të Windows 10 Duke klikuar në shirtin rëshqitës ju mund t'i shihni programet.  Për ta startuar Word-in 2013, klikoni mbi ikonën e tij.</vt:lpstr>
      <vt:lpstr>Njohja me interfejsin e word 2013</vt:lpstr>
      <vt:lpstr>Shiriti i veglave Shiriti përmban të gjitha komandat që do t'ju duhen për të kryer detyra të zakonshme në Word. Ka shumë vegla, secila e vendosur në disa grupe komandash.</vt:lpstr>
      <vt:lpstr>Hyrja në llogari Nga këtu, ju mund të përdorni informacionin e llogarisë suaj Microsoft, të shihni profilin tuaj dhe të ndërroni llogarinë.</vt:lpstr>
      <vt:lpstr>Kufizimi Kufizuesi është i vendosur në krye dhe në të majtë të dokumentit tuaj. Kjo e bën më të lehtë punën për rregullimin e shtrirjes dhe distancës.</vt:lpstr>
      <vt:lpstr> Për të treguar ose fshehur kufizuesin: Klikoni në skedën View. Klikoni në kutinë e zgjedhjes pranë Kufizuesit për të treguar ose fshehur kufizuesin.</vt:lpstr>
      <vt:lpstr>Grupet e komandave Secili grup përmban një seri komandash të ndryshme. Thjesht klikoni çdo komandë për ta zbatuar. Disa grupe gjithashtu kanë një shigjetë në këndin e poshtëm djathtas, të cilin mund ta klikoni për të parë edhe më shumë komanda.</vt:lpstr>
      <vt:lpstr>Shiriti i lëvizjes (Rrëshqitës) Klikoni, mbani dhe tërhiqni shiritin lëvizës për të lëvizur lart e poshtë nëpër faqet e dokumentit tuaj.</vt:lpstr>
      <vt:lpstr>Treguesi i Numrit të Faqes Treguesi i numrit të faqes ju ndihmon të mbani gjurmët e numrit të faqeve që përmban dokumenti juaj. Klikoni në treguesin e numrit të faqes për të hapur panelin e kërkimit të dokumentit. Këtu, ju mund të kërkoni dokumentin tuaj sipas titujve ose të lëvizni shpejt nëpër faqet e tij.</vt:lpstr>
      <vt:lpstr>PowerPoint Presentation</vt:lpstr>
      <vt:lpstr>PowerPoint Presentation</vt:lpstr>
      <vt:lpstr>Numërimi i fjalëve Word Count tregon numrin e fjalëve në dokumentin tuaj. Klikoni Word Count për të hapur kutinë e dialogut Word Count. Këtu, ju mund të shihni shpejt statistikat e dokumentit tuaj, si numri i faqeve, paragrafëve dhe rreshtave.</vt:lpstr>
      <vt:lpstr>Pamjet e dokumenteve Ekzistojnë tre mënyra për të parë një dokument. Thjesht klikoni për të zgjedhur pamjen e dëshiruar: Pamja për lexim  tregon dokumentin tuaj në modalitetin e ekranit të plotë. Pamja për printim  Ajo tregon dokumentin siç do të dukej nëse do të shtypej.                                                                                             Pamja për internet tregon se si do të dukej dokumenti juaj si një faqe në internet.</vt:lpstr>
      <vt:lpstr>Kontrolli i zmadhimit Klikoni, mbajeni dhe tërhiqni rrëshqitësin për të përdorur kontrollin e zmadhimit. Numri në të djathtë të shiritit rrëshqitës pasqyron përqindjen e zmadhimit.</vt:lpstr>
      <vt:lpstr>PowerPoint Presentation</vt:lpstr>
      <vt:lpstr>Klikoni shigjetat në Slideshow më poshtë për të mësuar më shumë rreth komandave të ndryshme të disponueshme brenda secilës skedë në Shirit.</vt:lpstr>
      <vt:lpstr>Skeda Insert ju lejon të futni fotografi, grafikë, tabela, forma, faqe kopertine dhe më shumë në dokumentin tuaj, të cilat mund t'ju ndihmojnë të komunikoni informacionin vizualisht dhe të shtoni stilin e dokumentit tuaj.</vt:lpstr>
      <vt:lpstr>Skeda Design ju jep mundësinë të përdorni një shumëllojshmëri të mjeteve të dizajnit, duke përfshirë formatimin e dokumenteve, efektet dhe kufijtë e faqeve, të cilat mund t'i japin dokumentit tuaj një pamje të lëmuar.</vt:lpstr>
      <vt:lpstr>Skeda «Paraqitja e faqes»(PAGE LAYOUT) ju lejon të ndryshoni formatimin e printimit të dokumentit tuaj, duke përfshirë gjerësinë e margjinës, orientimin e faqes dhe ndërprerjet e faqes. Këto komanda do të jenë veçanërisht të dobishme kur përgatiteni për të shtypur një dokument.</vt:lpstr>
      <vt:lpstr>Skeda «References» ju lejon të shtoni shënime në dokumentin tuaj, siç janë shënimet në fund të faqes dhe citimet. Nga këtu, ju gjithashtu mund të shtoni një tabelë të përmbajtjes, titra dhe një bibliografi. Këto komanda janë veçanërisht të dobishme kur hartoni punime akademike.</vt:lpstr>
      <vt:lpstr>Ju mund të përdorni funksionet në skedën MAILINGS për të kompozuar shpejt letrat, zarfat e adresave dhe për të krijuar etiketa. Kjo është veçanërisht e dobishme kur duhet të dërgoni një letër te disa marrës.</vt:lpstr>
      <vt:lpstr> Ju mund të përdorni skedën Rishikimi «REVIEW» për të hyrë në tiparet e fuqishme të redaktimit të Word, duke përfshirë shtimin e komenteve dhe ndryshimet e gjurmimit. Këto karakteristika e bëjnë të lehtë ndarjen dhe bashkëpunimin në dokumente.</vt:lpstr>
      <vt:lpstr> Skeda View ju lejon të kaloni midis pamjeve të ndryshme për dokumentin tuaj dhe të ndani ekranin për të parë dy pjesë të dokumentit tuaj në të njëjtën kohë. Këto komanda do të jenë të dobishme kur përgatiteni për të shtypur një dokument.</vt:lpstr>
      <vt:lpstr> Skedat kontekstuale do të shfaqen në Shirit kur jeni duke punuar me sende të caktuara, të tilla si tabelaa dhe fotografi. Këto skeda përmbajnë grupe të posaçme komandash që mund t'ju ndihmojnë të formatoni këto artikuj sipas nevojës</vt:lpstr>
      <vt:lpstr>Për të minimizuar dhe maksimizuar Shiritin: Shiriti është krijuar për t'iu përgjigjur detyrës suaj aktuale, por ju mund të zgjidhni të minimizoni Shiritin nëse konstatoni se zë shumë hapësirë ​​në ekran. Klikoni në shigjetën Opsionet e Shfaqjes së Shiritit në këndin e sipërm të djathtë të Shiritit.</vt:lpstr>
      <vt:lpstr>Zgjidhni opsionin e dëshiruar të minimizimit nga menuja zbritëse: Fshehja automatike e shiritit: Fshehja automatike shfaq dokumentin tuaj në modalitetin e ekranit të plotë dhe fsheh plotësisht Shiritin nga pamja. Për të treguar Shiritin, klikoni në komandën Expand Ribbon në krye të ekranit</vt:lpstr>
      <vt:lpstr>Shfaq skedat: Ky opsion fsheh të gjitha grupet e komandave kur nuk janë në përdorim, por skedat do të mbesin të dukshme. Për të treguar Shiritin, thjesht klikoni në një skedë</vt:lpstr>
      <vt:lpstr>Pozicionimi i kursorit me anë të miut, respektivisht tastierës</vt:lpstr>
      <vt:lpstr>Hapja dhe mbylja e dokumenteve Dokumentet e ruajtura mund të hapen përsëri nga ju në çdo kohë, të ndryshohen dhe pastaj të mbyllen përsëri. Që gjatë këtij procesi, të mos ju humbasin të dhënat aksidentalisht, gjatë njësisë në vazhdim ju do të mësoni për hapjen dhe mbylljen korrekte të dokumenteve.</vt:lpstr>
      <vt:lpstr>Zgjedhja dhe hapja e dokumenteve</vt:lpstr>
      <vt:lpstr>Formatimi thjeshtë i karaktereve</vt:lpstr>
      <vt:lpstr>Ndryshimi llojit, madhësisë dhe ngjyrës së fontit</vt:lpstr>
      <vt:lpstr>Fshirja, përkatësisht zëvendësimi, i tekstit Në këtë njësi ju do të mësoni se si mund t'i fshini pjesët e zgjedhura të tekstit. Përfundimi i këtijë mësimi ka të bëjë me të ashtuquajturin modi mbishkrimit.</vt:lpstr>
      <vt:lpstr>Konvertimi i një dokumenti në word 2013:  Nëse dëshironi të konvertoni dokumentet në Word 2013, mund ta bëni në formatin e skedarit 2013. Vini re se konvertimi i një skedari mund të shkaktojë disa ndryshime në paraqitjen origjinale të dokumentit. Klikoni në FILE për të hyrë në menynë e saj.</vt:lpstr>
      <vt:lpstr>Zgjedh komandën Convert</vt:lpstr>
      <vt:lpstr>Pas klikimit në komandën «Convert» hapet dritarja e dialogut ku klikoni «OK» për të konfirmuar konvertimin</vt:lpstr>
      <vt:lpstr>Shkruarja e tekstit</vt:lpstr>
      <vt:lpstr>Pozicionimi kursorit me anë të miut, respektivisht tastierës</vt:lpstr>
      <vt:lpstr>PowerPoint Presentation</vt:lpstr>
      <vt:lpstr>Zhvendosja e tekstit me ndihmën e shiriti të menysë</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APLIKIMI I PROGRAMEVE KOMPJUTERIKE NË MËSIMDHËNIE (Program Trajnimi)</dc:title>
  <dc:creator>NASER GURI</dc:creator>
  <cp:lastModifiedBy>Naser Guri (7.11148.240)</cp:lastModifiedBy>
  <cp:revision>120</cp:revision>
  <dcterms:created xsi:type="dcterms:W3CDTF">2020-10-13T07:18:21Z</dcterms:created>
  <dcterms:modified xsi:type="dcterms:W3CDTF">2025-10-15T18:40:20Z</dcterms:modified>
</cp:coreProperties>
</file>