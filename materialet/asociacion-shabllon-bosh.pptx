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8" r:id="rId2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538-D450-48BD-A4B6-CF006999943F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F2E8C-4D23-4D22-8585-C30080A62673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1678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3CC04D0-44D7-477E-A8F6-1178C9AAF6B6}" type="slidenum">
              <a:rPr lang="en-US" altLang="en-US" smtClean="0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4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2324-022C-A84A-60DC-602534FF1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D0C40-B8AB-3F52-C0EB-D67B5A598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5B15-9A0B-75A6-FC19-BA2449EF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E1F1B-B9D3-A2A3-12AD-271E1D2FD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B24A8-A7CC-C7EB-D1C3-546FFB26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27FD-76D2-EE9F-F205-9185A002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8E19-D3B7-3E08-B525-01297D763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D7C0-04DF-7E86-219B-CB0B15F8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BCA48-3300-0B94-EC2A-140632F2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A3E7-B293-F154-1469-FE9DC73E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355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65D8-7C77-1563-9B6B-F0B059D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9EDE-37F0-B624-261C-9BE3808EC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0C53-27C1-69A9-6829-7A8A09B0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26072-A6C6-C300-F3C0-80E1D922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BE8C-2EAF-6DAD-3EA2-538DC69A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5514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0342-4127-B094-45E1-648176D7A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22F3-AEC2-59CA-7C36-E11AED716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B891A-8AB9-2AAF-B8FC-6F2A365C6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FFEA-D862-A43D-8854-050B285B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054E8-20E6-DD18-56FC-4F7B9536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6C63-143C-9F1E-55A6-0B4E38E7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7515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6F23-681F-3113-2DA7-43BD3A4B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C774D-3FE1-A0A6-FF32-ED519AA64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B9A97-0ACC-C906-103E-227E1110F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73CD45-F9F1-8228-9512-5F90EB057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C5F8D-812B-35D4-B4B8-00A500CD6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FB1B0-8402-0091-4C65-63A997994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1E146-80A6-ABC0-DD90-2E0ED464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6BC81-1D98-A0CD-835A-F36815E8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0714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8586-A878-6F4C-326D-AA93721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CB2873-66A4-DDB0-0E96-704AA855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BC6C3-1FE0-490A-8059-A02EAFD4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7F931-0190-4A56-8805-D929B2D7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81558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92D1F-46DD-BD21-0769-8B3118FE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A377B-780E-5DF4-C403-D0786162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DE52E-C9D0-8B71-EBF0-BAEAF63C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42189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288F-5683-C42D-F7DE-C9602E0EF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3AD19-2646-7552-B745-4B4A7245C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0EA8-5307-3E67-3D84-EBC71A16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08124-BDB8-12F2-195E-AC995EA9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AF160-8A1E-4BA5-99EE-AB5DC463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10240-6F4E-0F51-E068-D4728CA4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511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EC93-A477-0733-158C-5E90E1E1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2416D2-86A1-8712-0942-431A9F778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2359C-9DBE-B339-8A72-BBD6AB7E6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DECF8-3915-B81C-DDFD-C69F143A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2455A-C0CC-3812-4AA1-099210F0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BB5A1-0748-71A1-6D68-8A69B98F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5232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2CBF-3C27-1E04-64A0-B29118A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53FE26-034C-C1D1-EC30-B8C6DE5FD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7EFB1-6602-3134-02FE-AB18947F3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E5946-B9A9-1615-EB8D-29063897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949C-4DBF-CCFF-9CFD-B8B35C5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92203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58D5E-1CED-BE54-5F1D-FEEADBB34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E27A-8B4D-79DB-3B5D-FF8C981A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6B35-1CFC-6A9C-F9AF-F94C1734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4838-C750-CC77-F2A9-B8BCBB3A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FD653-9702-DCFE-F46A-36A6D7B0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9129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514EE-CCE9-9FA9-F17A-D0D559B8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CBAF-1153-AFC2-8603-69232B08A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738B-FBAF-EB45-3E24-07450399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E68A-53CA-4685-A371-231DA15904BB}" type="datetimeFigureOut">
              <a:rPr lang="sq-XK" smtClean="0"/>
              <a:t>11.9.2022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95401-25F8-58A1-77B2-30961FD0D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07F9-BE9D-6191-2D2B-49A63B496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F0AA9-2737-4662-96B8-4502CD492937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9244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b="1" dirty="0">
              <a:solidFill>
                <a:schemeClr val="bg1"/>
              </a:solidFill>
              <a:latin typeface="+mj-lt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b="1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10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 </a:t>
            </a: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10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10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810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32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96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96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sq-AL" sz="28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083301" y="3154363"/>
            <a:ext cx="2193925" cy="91440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382001" y="1524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693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382001" y="11430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382001" y="21336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382001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05000" y="5334001"/>
            <a:ext cx="8305800" cy="100647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3600" b="1" dirty="0">
              <a:solidFill>
                <a:schemeClr val="bg1"/>
              </a:solidFill>
              <a:latin typeface="Algerian" pitchFamily="82" charset="0"/>
              <a:cs typeface="Arial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524001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400" b="1" dirty="0">
              <a:solidFill>
                <a:schemeClr val="bg1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1893BC-9983-7421-33E0-4D232EA6830E}"/>
              </a:ext>
            </a:extLst>
          </p:cNvPr>
          <p:cNvSpPr/>
          <p:nvPr/>
        </p:nvSpPr>
        <p:spPr>
          <a:xfrm>
            <a:off x="3785223" y="41148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81D0B9-B711-1278-795A-D43EA7E3A3D1}"/>
              </a:ext>
            </a:extLst>
          </p:cNvPr>
          <p:cNvSpPr/>
          <p:nvPr/>
        </p:nvSpPr>
        <p:spPr>
          <a:xfrm>
            <a:off x="6090637" y="4142507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E4E23D-8C1B-E1BF-D589-27912CD012AB}"/>
              </a:ext>
            </a:extLst>
          </p:cNvPr>
          <p:cNvSpPr/>
          <p:nvPr/>
        </p:nvSpPr>
        <p:spPr>
          <a:xfrm>
            <a:off x="8350490" y="4149112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5D98989-9CC4-690B-1A4C-080C116054DC}"/>
              </a:ext>
            </a:extLst>
          </p:cNvPr>
          <p:cNvSpPr/>
          <p:nvPr/>
        </p:nvSpPr>
        <p:spPr>
          <a:xfrm>
            <a:off x="1527518" y="4145774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ZGJIDHJA 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DF7C4F-F8A2-194D-D14B-37894D26FFC3}"/>
              </a:ext>
            </a:extLst>
          </p:cNvPr>
          <p:cNvSpPr/>
          <p:nvPr/>
        </p:nvSpPr>
        <p:spPr>
          <a:xfrm>
            <a:off x="1530908" y="1643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E618B6-2204-40B9-E2B7-75233274154F}"/>
              </a:ext>
            </a:extLst>
          </p:cNvPr>
          <p:cNvSpPr/>
          <p:nvPr/>
        </p:nvSpPr>
        <p:spPr>
          <a:xfrm>
            <a:off x="1511760" y="1148983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F21304A-F398-90ED-390E-0C7C7DF5652C}"/>
              </a:ext>
            </a:extLst>
          </p:cNvPr>
          <p:cNvSpPr/>
          <p:nvPr/>
        </p:nvSpPr>
        <p:spPr>
          <a:xfrm>
            <a:off x="1525411" y="21455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F6B81F-2091-29D4-5EA5-2DDB49D66948}"/>
              </a:ext>
            </a:extLst>
          </p:cNvPr>
          <p:cNvSpPr/>
          <p:nvPr/>
        </p:nvSpPr>
        <p:spPr>
          <a:xfrm>
            <a:off x="1511301" y="3136166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A4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4A8177-DF5F-907A-0FE6-FDC827922746}"/>
              </a:ext>
            </a:extLst>
          </p:cNvPr>
          <p:cNvSpPr/>
          <p:nvPr/>
        </p:nvSpPr>
        <p:spPr>
          <a:xfrm>
            <a:off x="3793889" y="179127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71005E-EEA4-C4B0-5663-27ECD45561D4}"/>
              </a:ext>
            </a:extLst>
          </p:cNvPr>
          <p:cNvSpPr/>
          <p:nvPr/>
        </p:nvSpPr>
        <p:spPr>
          <a:xfrm>
            <a:off x="3797301" y="1135474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EC6C364-1000-D1AB-69FA-39C797D57F78}"/>
              </a:ext>
            </a:extLst>
          </p:cNvPr>
          <p:cNvSpPr/>
          <p:nvPr/>
        </p:nvSpPr>
        <p:spPr>
          <a:xfrm>
            <a:off x="3808591" y="2127095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666EFA-5F14-BE37-1A9D-3B4549375E9E}"/>
              </a:ext>
            </a:extLst>
          </p:cNvPr>
          <p:cNvSpPr/>
          <p:nvPr/>
        </p:nvSpPr>
        <p:spPr>
          <a:xfrm>
            <a:off x="3822701" y="3083279"/>
            <a:ext cx="2193925" cy="95532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B4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0BAA607-5D19-B05B-0A11-433E43C07EFE}"/>
              </a:ext>
            </a:extLst>
          </p:cNvPr>
          <p:cNvSpPr/>
          <p:nvPr/>
        </p:nvSpPr>
        <p:spPr>
          <a:xfrm>
            <a:off x="6072982" y="175419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A22E319-80A7-85FD-6EB1-B87BF79D4AE3}"/>
              </a:ext>
            </a:extLst>
          </p:cNvPr>
          <p:cNvSpPr/>
          <p:nvPr/>
        </p:nvSpPr>
        <p:spPr>
          <a:xfrm>
            <a:off x="6067212" y="1158082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C2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062BB18-30FD-3444-58A3-A9AB28393D47}"/>
              </a:ext>
            </a:extLst>
          </p:cNvPr>
          <p:cNvSpPr/>
          <p:nvPr/>
        </p:nvSpPr>
        <p:spPr>
          <a:xfrm>
            <a:off x="6062663" y="21717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C3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FBC9CFF-4303-F9EB-6C77-D6588F9A2CC8}"/>
              </a:ext>
            </a:extLst>
          </p:cNvPr>
          <p:cNvSpPr/>
          <p:nvPr/>
        </p:nvSpPr>
        <p:spPr>
          <a:xfrm>
            <a:off x="6075966" y="3124200"/>
            <a:ext cx="2193925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C4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B10DA7-713A-88F8-9D3A-CCD11D6E012D}"/>
              </a:ext>
            </a:extLst>
          </p:cNvPr>
          <p:cNvSpPr/>
          <p:nvPr/>
        </p:nvSpPr>
        <p:spPr>
          <a:xfrm>
            <a:off x="8335962" y="154105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7643D8-EEF8-03B6-DE26-BA0C2B414C90}"/>
              </a:ext>
            </a:extLst>
          </p:cNvPr>
          <p:cNvSpPr/>
          <p:nvPr/>
        </p:nvSpPr>
        <p:spPr>
          <a:xfrm>
            <a:off x="8352752" y="1148983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ECE9AD8-D34D-245A-425C-D187B14DB4E1}"/>
              </a:ext>
            </a:extLst>
          </p:cNvPr>
          <p:cNvSpPr/>
          <p:nvPr/>
        </p:nvSpPr>
        <p:spPr>
          <a:xfrm>
            <a:off x="8364395" y="2135329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D3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66448D2-3FEF-39D9-1B62-6BB5E5F981AE}"/>
              </a:ext>
            </a:extLst>
          </p:cNvPr>
          <p:cNvSpPr/>
          <p:nvPr/>
        </p:nvSpPr>
        <p:spPr>
          <a:xfrm>
            <a:off x="8363424" y="3137303"/>
            <a:ext cx="2286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/>
              <a:t>D4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CDDBD5-7FEE-BEE4-DFF8-A9C901A7ED9D}"/>
              </a:ext>
            </a:extLst>
          </p:cNvPr>
          <p:cNvSpPr/>
          <p:nvPr/>
        </p:nvSpPr>
        <p:spPr>
          <a:xfrm>
            <a:off x="1897062" y="5318126"/>
            <a:ext cx="8305800" cy="100647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/>
              <a:t>ZGJIDHJA PËRFUNDIMTARE</a:t>
            </a:r>
          </a:p>
        </p:txBody>
      </p:sp>
    </p:spTree>
    <p:extLst>
      <p:ext uri="{BB962C8B-B14F-4D97-AF65-F5344CB8AC3E}">
        <p14:creationId xmlns:p14="http://schemas.microsoft.com/office/powerpoint/2010/main" val="3542060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3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99" dur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05" dur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1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7" dur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3" dur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>
                      <p:stCondLst>
                        <p:cond delay="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29" dur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35" dur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1" dur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47" dur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3" dur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59" dur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65" dur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1" dur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77" dur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179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" fill="hold">
                      <p:stCondLst>
                        <p:cond delay="0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3" dur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85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" fill="hold">
                      <p:stCondLst>
                        <p:cond delay="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89" dur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95" dur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1" dur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07" dur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4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13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2</cp:revision>
  <dcterms:created xsi:type="dcterms:W3CDTF">2022-05-16T22:29:58Z</dcterms:created>
  <dcterms:modified xsi:type="dcterms:W3CDTF">2022-09-11T18:57:45Z</dcterms:modified>
</cp:coreProperties>
</file>