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80"/>
    <a:srgbClr val="A52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68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2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4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2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87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9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3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5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2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4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C9871-65BA-450D-8831-2DABA9A290A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EE89F-AE16-467B-8E4D-88E9EB89C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81825" y="141668"/>
            <a:ext cx="1777285" cy="875763"/>
          </a:xfrm>
          <a:prstGeom prst="rect">
            <a:avLst/>
          </a:prstGeom>
          <a:solidFill>
            <a:schemeClr val="accent4"/>
          </a:solidFill>
          <a:ln>
            <a:solidFill>
              <a:srgbClr val="8000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Ujore</a:t>
            </a:r>
            <a:r>
              <a:rPr lang="en-US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1817" y="141662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8638" y="141667"/>
            <a:ext cx="1777285" cy="875763"/>
          </a:xfrm>
          <a:prstGeom prst="rect">
            <a:avLst/>
          </a:prstGeom>
          <a:solidFill>
            <a:schemeClr val="accent4"/>
          </a:solidFill>
          <a:ln>
            <a:solidFill>
              <a:srgbClr val="8000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Likene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8602" y="139481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B1</a:t>
            </a:r>
          </a:p>
        </p:txBody>
      </p:sp>
      <p:sp>
        <p:nvSpPr>
          <p:cNvPr id="8" name="Rectangle 7"/>
          <p:cNvSpPr/>
          <p:nvPr/>
        </p:nvSpPr>
        <p:spPr>
          <a:xfrm>
            <a:off x="9382240" y="141664"/>
            <a:ext cx="1777285" cy="875763"/>
          </a:xfrm>
          <a:prstGeom prst="rect">
            <a:avLst/>
          </a:prstGeom>
          <a:solidFill>
            <a:schemeClr val="accent4"/>
          </a:solidFill>
          <a:ln>
            <a:solidFill>
              <a:srgbClr val="8000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Kozmetike</a:t>
            </a:r>
            <a:r>
              <a:rPr lang="en-US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3114" y="156440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5447" y="141667"/>
            <a:ext cx="1777285" cy="875763"/>
          </a:xfrm>
          <a:prstGeom prst="rect">
            <a:avLst/>
          </a:prstGeom>
          <a:solidFill>
            <a:schemeClr val="accent4"/>
          </a:solidFill>
          <a:ln>
            <a:solidFill>
              <a:srgbClr val="8000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  </a:t>
            </a:r>
            <a:r>
              <a:rPr lang="en-US" sz="2400" b="1" dirty="0" err="1"/>
              <a:t>Hurma</a:t>
            </a:r>
            <a:r>
              <a:rPr lang="en-US" sz="2400" b="1" dirty="0"/>
              <a:t> 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6626337" y="151078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1824" y="1363014"/>
            <a:ext cx="1777285" cy="875763"/>
          </a:xfrm>
          <a:prstGeom prst="rect">
            <a:avLst/>
          </a:prstGeom>
          <a:solidFill>
            <a:schemeClr val="accent4"/>
          </a:solidFill>
          <a:ln>
            <a:solidFill>
              <a:srgbClr val="8000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Tokësore</a:t>
            </a:r>
            <a:r>
              <a:rPr lang="en-US" dirty="0"/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1817" y="1363009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8637" y="1363013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Veri</a:t>
            </a:r>
            <a:r>
              <a:rPr lang="en-US" sz="2400" b="1" dirty="0"/>
              <a:t>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8602" y="1392267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82256" y="1363012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Shampoo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3114" y="1370396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15446" y="1363013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Oaza</a:t>
            </a:r>
            <a:r>
              <a:rPr lang="en-US" sz="2400" b="1" dirty="0"/>
              <a:t>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8177" y="1380732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1823" y="2584360"/>
            <a:ext cx="1777285" cy="875763"/>
          </a:xfrm>
          <a:prstGeom prst="rect">
            <a:avLst/>
          </a:prstGeom>
          <a:solidFill>
            <a:schemeClr val="accent4"/>
          </a:solidFill>
          <a:ln>
            <a:solidFill>
              <a:srgbClr val="8000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Ekosisteme</a:t>
            </a:r>
            <a:r>
              <a:rPr lang="en-US" sz="2400" b="1" dirty="0"/>
              <a:t> </a:t>
            </a:r>
            <a:r>
              <a:rPr lang="en-US" sz="2400" b="1" dirty="0" err="1"/>
              <a:t>të</a:t>
            </a:r>
            <a:r>
              <a:rPr lang="en-US" sz="2400" b="1" dirty="0"/>
              <a:t> </a:t>
            </a:r>
            <a:r>
              <a:rPr lang="en-US" sz="2400" b="1" dirty="0" err="1"/>
              <a:t>ngjashme</a:t>
            </a:r>
            <a:r>
              <a:rPr lang="en-US" dirty="0"/>
              <a:t>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7288" y="2584352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8636" y="2584359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Klimë</a:t>
            </a:r>
            <a:r>
              <a:rPr lang="en-US" sz="2400" b="1" dirty="0"/>
              <a:t> </a:t>
            </a:r>
            <a:r>
              <a:rPr lang="en-US" sz="2400" b="1" dirty="0" err="1"/>
              <a:t>polare</a:t>
            </a:r>
            <a:r>
              <a:rPr lang="en-US" sz="2400" b="1" dirty="0"/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59550" y="2584351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82255" y="2584358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Lëkurë</a:t>
            </a:r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9382232" y="2604745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15445" y="2584359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Sahara  </a:t>
            </a:r>
            <a:r>
              <a:rPr lang="en-US" dirty="0"/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6337" y="2584350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1818" y="3805704"/>
            <a:ext cx="1777285" cy="875763"/>
          </a:xfrm>
          <a:prstGeom prst="rect">
            <a:avLst/>
          </a:prstGeom>
          <a:solidFill>
            <a:schemeClr val="accent4"/>
          </a:solidFill>
          <a:ln>
            <a:solidFill>
              <a:srgbClr val="8000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Ekosistem</a:t>
            </a:r>
            <a:r>
              <a:rPr lang="en-US" sz="2400" b="1" dirty="0"/>
              <a:t> </a:t>
            </a:r>
            <a:r>
              <a:rPr lang="en-US" dirty="0"/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6344" y="3805692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8635" y="3805705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0°C  +10°C </a:t>
            </a:r>
            <a:r>
              <a:rPr lang="en-US" dirty="0"/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5894" y="3805692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82254" y="3805704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Zambaku</a:t>
            </a:r>
            <a:r>
              <a:rPr lang="en-US" sz="2400" b="1" dirty="0"/>
              <a:t> </a:t>
            </a:r>
            <a:r>
              <a:rPr lang="en-US" sz="2400" b="1" dirty="0" err="1"/>
              <a:t>i</a:t>
            </a:r>
            <a:r>
              <a:rPr lang="en-US" sz="2400" b="1" dirty="0"/>
              <a:t> </a:t>
            </a:r>
            <a:r>
              <a:rPr lang="en-US" sz="2400" b="1" dirty="0" err="1"/>
              <a:t>shkretëtirës</a:t>
            </a:r>
            <a:endParaRPr lang="en-US" sz="2400" b="1" dirty="0"/>
          </a:p>
        </p:txBody>
      </p:sp>
      <p:sp>
        <p:nvSpPr>
          <p:cNvPr id="33" name="Rectangle 32"/>
          <p:cNvSpPr/>
          <p:nvPr/>
        </p:nvSpPr>
        <p:spPr>
          <a:xfrm>
            <a:off x="9371247" y="3792677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5444" y="3805705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Rëra</a:t>
            </a:r>
            <a:r>
              <a:rPr lang="en-US" sz="2400" b="1" dirty="0"/>
              <a:t> </a:t>
            </a:r>
            <a:r>
              <a:rPr lang="en-US" dirty="0"/>
              <a:t>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09941" y="3804602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1821" y="5027052"/>
            <a:ext cx="1777285" cy="875763"/>
          </a:xfrm>
          <a:prstGeom prst="rect">
            <a:avLst/>
          </a:prstGeom>
          <a:solidFill>
            <a:schemeClr val="accent4"/>
          </a:solidFill>
          <a:ln>
            <a:solidFill>
              <a:srgbClr val="8000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/>
              <a:t>Biom</a:t>
            </a:r>
            <a:r>
              <a:rPr lang="en-US" sz="3200" b="1" dirty="0"/>
              <a:t>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6343" y="5027024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Zgjidhja</a:t>
            </a:r>
            <a:r>
              <a:rPr lang="en-US" sz="2800" b="1" dirty="0">
                <a:solidFill>
                  <a:schemeClr val="tx1"/>
                </a:solidFill>
              </a:rPr>
              <a:t> 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54101" y="4998879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Tundra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56835" y="4998879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Zgjidhja</a:t>
            </a:r>
            <a:r>
              <a:rPr lang="en-US" sz="2800" b="1" dirty="0">
                <a:solidFill>
                  <a:schemeClr val="tx1"/>
                </a:solidFill>
              </a:rPr>
              <a:t> B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82253" y="5027050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Aloe</a:t>
            </a:r>
            <a:r>
              <a:rPr lang="en-US" dirty="0"/>
              <a:t> 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4051" y="5027024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Zgjidhja</a:t>
            </a:r>
            <a:r>
              <a:rPr lang="en-US" sz="2800" b="1" dirty="0">
                <a:solidFill>
                  <a:schemeClr val="tx1"/>
                </a:solidFill>
              </a:rPr>
              <a:t> D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15443" y="5027051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Shkretëtira</a:t>
            </a:r>
            <a:r>
              <a:rPr lang="en-US" sz="2400" b="1" dirty="0"/>
              <a:t> </a:t>
            </a:r>
            <a:r>
              <a:rPr lang="en-US" dirty="0"/>
              <a:t>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31859" y="5027024"/>
            <a:ext cx="1777285" cy="8757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Zgjidhja</a:t>
            </a:r>
            <a:r>
              <a:rPr lang="en-US" sz="2800" b="1" dirty="0">
                <a:solidFill>
                  <a:schemeClr val="tx1"/>
                </a:solidFill>
              </a:rPr>
              <a:t> 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50763" y="6189870"/>
            <a:ext cx="7973203" cy="668130"/>
          </a:xfrm>
          <a:prstGeom prst="rect">
            <a:avLst/>
          </a:prstGeom>
          <a:solidFill>
            <a:schemeClr val="accent4"/>
          </a:solidFill>
          <a:ln>
            <a:solidFill>
              <a:srgbClr val="80008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Biomet me </a:t>
            </a:r>
            <a:r>
              <a:rPr lang="en-US" sz="3600" b="1" dirty="0" err="1"/>
              <a:t>kushte</a:t>
            </a:r>
            <a:r>
              <a:rPr lang="en-US" sz="3600" b="1" dirty="0"/>
              <a:t> </a:t>
            </a:r>
            <a:r>
              <a:rPr lang="en-US" sz="3600" b="1" dirty="0" err="1"/>
              <a:t>të</a:t>
            </a:r>
            <a:r>
              <a:rPr lang="en-US" sz="3600" b="1" dirty="0"/>
              <a:t> </a:t>
            </a:r>
            <a:r>
              <a:rPr lang="en-US" sz="3600" b="1" dirty="0" err="1"/>
              <a:t>papërshtatshme</a:t>
            </a:r>
            <a:r>
              <a:rPr lang="en-US" dirty="0"/>
              <a:t> 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50763" y="6181035"/>
            <a:ext cx="7973203" cy="66813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Zgjidhja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perfundimtare</a:t>
            </a:r>
            <a:r>
              <a:rPr lang="en-US" sz="2800" b="1" dirty="0">
                <a:solidFill>
                  <a:schemeClr val="tx1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7190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naser guri</cp:lastModifiedBy>
  <cp:revision>5</cp:revision>
  <dcterms:created xsi:type="dcterms:W3CDTF">2022-05-23T09:54:34Z</dcterms:created>
  <dcterms:modified xsi:type="dcterms:W3CDTF">2022-09-11T18:49:54Z</dcterms:modified>
</cp:coreProperties>
</file>