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</p:sldMasterIdLst>
  <p:notesMasterIdLst>
    <p:notesMasterId r:id="rId23"/>
  </p:notesMasterIdLst>
  <p:sldIdLst>
    <p:sldId id="256" r:id="rId3"/>
    <p:sldId id="257" r:id="rId4"/>
    <p:sldId id="27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havesh Shaha" initials="BS" lastIdx="1" clrIdx="0">
    <p:extLst>
      <p:ext uri="{19B8F6BF-5375-455C-9EA6-DF929625EA0E}">
        <p15:presenceInfo xmlns:p15="http://schemas.microsoft.com/office/powerpoint/2012/main" userId="612ac48cbab8ea8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BFF09"/>
    <a:srgbClr val="164280"/>
    <a:srgbClr val="110708"/>
    <a:srgbClr val="220F11"/>
    <a:srgbClr val="090340"/>
    <a:srgbClr val="FFFFFF"/>
    <a:srgbClr val="003355"/>
    <a:srgbClr val="6C64B0"/>
    <a:srgbClr val="163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84879" autoAdjust="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23FB3-9EF3-422A-B5C9-8E497D2C5192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4187A-E99D-4631-83F8-CC11C835AB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859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187A-E99D-4631-83F8-CC11C835AB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011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A4187A-E99D-4631-83F8-CC11C835AB2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98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211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609C2C-FB54-4645-AE44-FBE12E3F0005}"/>
              </a:ext>
            </a:extLst>
          </p:cNvPr>
          <p:cNvSpPr/>
          <p:nvPr userDrawn="1"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100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6C4A67D-8DCB-4C09-A7CD-BF6896D3A433}"/>
              </a:ext>
            </a:extLst>
          </p:cNvPr>
          <p:cNvSpPr/>
          <p:nvPr userDrawn="1"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200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6495B2-504A-4F66-B921-0F2C0713F9A6}"/>
              </a:ext>
            </a:extLst>
          </p:cNvPr>
          <p:cNvSpPr/>
          <p:nvPr userDrawn="1"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500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0959B1-4B1B-40E3-A5A3-22EB9EB8895A}"/>
              </a:ext>
            </a:extLst>
          </p:cNvPr>
          <p:cNvSpPr/>
          <p:nvPr userDrawn="1"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1,000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AB69A8C-4D90-4A5F-A8AC-C3C75DD0A228}"/>
              </a:ext>
            </a:extLst>
          </p:cNvPr>
          <p:cNvSpPr/>
          <p:nvPr userDrawn="1"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2,000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BFF6FE-1C8E-4249-A6C4-76182A2DC845}"/>
              </a:ext>
            </a:extLst>
          </p:cNvPr>
          <p:cNvSpPr/>
          <p:nvPr userDrawn="1"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5,000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4E68EA4-08C4-4FBA-A8B2-BED66AAF09D3}"/>
              </a:ext>
            </a:extLst>
          </p:cNvPr>
          <p:cNvSpPr/>
          <p:nvPr userDrawn="1"/>
        </p:nvSpPr>
        <p:spPr>
          <a:xfrm>
            <a:off x="8999676" y="361878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10,000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977381F-5477-43E1-A2B3-816F5D2F13D1}"/>
              </a:ext>
            </a:extLst>
          </p:cNvPr>
          <p:cNvSpPr/>
          <p:nvPr userDrawn="1"/>
        </p:nvSpPr>
        <p:spPr>
          <a:xfrm>
            <a:off x="9001925" y="3280723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25,000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62EB1E-2386-4DC6-8790-227AE74AF08C}"/>
              </a:ext>
            </a:extLst>
          </p:cNvPr>
          <p:cNvSpPr/>
          <p:nvPr userDrawn="1"/>
        </p:nvSpPr>
        <p:spPr>
          <a:xfrm>
            <a:off x="9003003" y="2532652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100,000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CE8CDBF-A7DB-49A8-855F-1B042E86A145}"/>
              </a:ext>
            </a:extLst>
          </p:cNvPr>
          <p:cNvSpPr/>
          <p:nvPr userDrawn="1"/>
        </p:nvSpPr>
        <p:spPr>
          <a:xfrm>
            <a:off x="9003003" y="2192762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250,000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16D5DB9-2B2A-4384-81EA-2E1E124D6B94}"/>
              </a:ext>
            </a:extLst>
          </p:cNvPr>
          <p:cNvSpPr/>
          <p:nvPr userDrawn="1"/>
        </p:nvSpPr>
        <p:spPr>
          <a:xfrm>
            <a:off x="9001814" y="1854697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500,000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B5F2540-6207-485B-A8FB-8381A9BE204C}"/>
              </a:ext>
            </a:extLst>
          </p:cNvPr>
          <p:cNvSpPr/>
          <p:nvPr userDrawn="1"/>
        </p:nvSpPr>
        <p:spPr>
          <a:xfrm>
            <a:off x="9003003" y="2945226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50,000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7A42813-2515-4B68-AE51-BCDC1F4E15F4}"/>
              </a:ext>
            </a:extLst>
          </p:cNvPr>
          <p:cNvSpPr/>
          <p:nvPr userDrawn="1"/>
        </p:nvSpPr>
        <p:spPr>
          <a:xfrm>
            <a:off x="9006288" y="142447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600,000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DC954F2-0629-44D9-8799-35728BEB0B48}"/>
              </a:ext>
            </a:extLst>
          </p:cNvPr>
          <p:cNvSpPr/>
          <p:nvPr userDrawn="1"/>
        </p:nvSpPr>
        <p:spPr>
          <a:xfrm>
            <a:off x="9006288" y="108458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750,000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8EE048C-8240-431B-8B99-B99E88F028A4}"/>
              </a:ext>
            </a:extLst>
          </p:cNvPr>
          <p:cNvSpPr/>
          <p:nvPr userDrawn="1"/>
        </p:nvSpPr>
        <p:spPr>
          <a:xfrm>
            <a:off x="9005099" y="746523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1,000,000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027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mage result for game show background">
            <a:extLst>
              <a:ext uri="{FF2B5EF4-FFF2-40B4-BE49-F238E27FC236}">
                <a16:creationId xmlns:a16="http://schemas.microsoft.com/office/drawing/2014/main" id="{3FFA03BB-D7B7-4F0C-AF03-3A5B987E1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colorTemperature colorTemp="53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F848D2-FAAE-405D-B504-BBAF62F3991B}"/>
              </a:ext>
            </a:extLst>
          </p:cNvPr>
          <p:cNvGrpSpPr/>
          <p:nvPr userDrawn="1"/>
        </p:nvGrpSpPr>
        <p:grpSpPr>
          <a:xfrm>
            <a:off x="262264" y="142901"/>
            <a:ext cx="11667471" cy="5016927"/>
            <a:chOff x="990600" y="2657501"/>
            <a:chExt cx="8555439" cy="367877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5510AF3-C666-47D0-A577-1D013EFDEE7B}"/>
                </a:ext>
              </a:extLst>
            </p:cNvPr>
            <p:cNvSpPr/>
            <p:nvPr userDrawn="1"/>
          </p:nvSpPr>
          <p:spPr>
            <a:xfrm>
              <a:off x="1662901" y="3235017"/>
              <a:ext cx="7443216" cy="2523744"/>
            </a:xfrm>
            <a:custGeom>
              <a:avLst/>
              <a:gdLst>
                <a:gd name="connsiteX0" fmla="*/ 45720 w 7443216"/>
                <a:gd name="connsiteY0" fmla="*/ 749808 h 2523744"/>
                <a:gd name="connsiteX1" fmla="*/ 877824 w 7443216"/>
                <a:gd name="connsiteY1" fmla="*/ 73152 h 2523744"/>
                <a:gd name="connsiteX2" fmla="*/ 6510528 w 7443216"/>
                <a:gd name="connsiteY2" fmla="*/ 0 h 2523744"/>
                <a:gd name="connsiteX3" fmla="*/ 7196328 w 7443216"/>
                <a:gd name="connsiteY3" fmla="*/ 493776 h 2523744"/>
                <a:gd name="connsiteX4" fmla="*/ 7443216 w 7443216"/>
                <a:gd name="connsiteY4" fmla="*/ 1078992 h 2523744"/>
                <a:gd name="connsiteX5" fmla="*/ 7287768 w 7443216"/>
                <a:gd name="connsiteY5" fmla="*/ 1600200 h 2523744"/>
                <a:gd name="connsiteX6" fmla="*/ 7196328 w 7443216"/>
                <a:gd name="connsiteY6" fmla="*/ 2020824 h 2523744"/>
                <a:gd name="connsiteX7" fmla="*/ 6931152 w 7443216"/>
                <a:gd name="connsiteY7" fmla="*/ 2167128 h 2523744"/>
                <a:gd name="connsiteX8" fmla="*/ 6400800 w 7443216"/>
                <a:gd name="connsiteY8" fmla="*/ 2441448 h 2523744"/>
                <a:gd name="connsiteX9" fmla="*/ 832104 w 7443216"/>
                <a:gd name="connsiteY9" fmla="*/ 2523744 h 2523744"/>
                <a:gd name="connsiteX10" fmla="*/ 347472 w 7443216"/>
                <a:gd name="connsiteY10" fmla="*/ 2167128 h 2523744"/>
                <a:gd name="connsiteX11" fmla="*/ 0 w 7443216"/>
                <a:gd name="connsiteY11" fmla="*/ 1517904 h 2523744"/>
                <a:gd name="connsiteX12" fmla="*/ 18288 w 7443216"/>
                <a:gd name="connsiteY12" fmla="*/ 859536 h 2523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443216" h="2523744">
                  <a:moveTo>
                    <a:pt x="45720" y="749808"/>
                  </a:moveTo>
                  <a:lnTo>
                    <a:pt x="877824" y="73152"/>
                  </a:lnTo>
                  <a:lnTo>
                    <a:pt x="6510528" y="0"/>
                  </a:lnTo>
                  <a:lnTo>
                    <a:pt x="7196328" y="493776"/>
                  </a:lnTo>
                  <a:lnTo>
                    <a:pt x="7443216" y="1078992"/>
                  </a:lnTo>
                  <a:lnTo>
                    <a:pt x="7287768" y="1600200"/>
                  </a:lnTo>
                  <a:lnTo>
                    <a:pt x="7196328" y="2020824"/>
                  </a:lnTo>
                  <a:lnTo>
                    <a:pt x="6931152" y="2167128"/>
                  </a:lnTo>
                  <a:lnTo>
                    <a:pt x="6400800" y="2441448"/>
                  </a:lnTo>
                  <a:lnTo>
                    <a:pt x="832104" y="2523744"/>
                  </a:lnTo>
                  <a:lnTo>
                    <a:pt x="347472" y="2167128"/>
                  </a:lnTo>
                  <a:lnTo>
                    <a:pt x="0" y="1517904"/>
                  </a:lnTo>
                  <a:lnTo>
                    <a:pt x="18288" y="859536"/>
                  </a:lnTo>
                </a:path>
              </a:pathLst>
            </a:custGeom>
            <a:solidFill>
              <a:srgbClr val="0000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Immagine 8">
              <a:extLst>
                <a:ext uri="{FF2B5EF4-FFF2-40B4-BE49-F238E27FC236}">
                  <a16:creationId xmlns:a16="http://schemas.microsoft.com/office/drawing/2014/main" id="{37482D7B-F202-4BA1-92A8-FA3C7246C51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705" b="4832"/>
            <a:stretch/>
          </p:blipFill>
          <p:spPr>
            <a:xfrm>
              <a:off x="990600" y="2657501"/>
              <a:ext cx="8555439" cy="367877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07DA21-28A2-4026-9037-F738583A23A6}"/>
              </a:ext>
            </a:extLst>
          </p:cNvPr>
          <p:cNvSpPr txBox="1"/>
          <p:nvPr userDrawn="1"/>
        </p:nvSpPr>
        <p:spPr>
          <a:xfrm>
            <a:off x="2129246" y="1640696"/>
            <a:ext cx="87636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7200" dirty="0">
                <a:solidFill>
                  <a:schemeClr val="bg1"/>
                </a:solidFill>
                <a:latin typeface="Lobster 1.4" panose="02000506000000020003" pitchFamily="50" charset="0"/>
                <a:ea typeface="STXingkai" panose="02010800040101010101" pitchFamily="2" charset="-122"/>
              </a:rPr>
              <a:t>URIME</a:t>
            </a:r>
            <a:r>
              <a:rPr lang="sq-AL" sz="7200" baseline="0" dirty="0">
                <a:solidFill>
                  <a:schemeClr val="bg1"/>
                </a:solidFill>
                <a:latin typeface="Lobster 1.4" panose="02000506000000020003" pitchFamily="50" charset="0"/>
                <a:ea typeface="STXingkai" panose="02010800040101010101" pitchFamily="2" charset="-122"/>
              </a:rPr>
              <a:t> KENI FITUAR</a:t>
            </a:r>
            <a:endParaRPr lang="en-IN" sz="11500" dirty="0">
              <a:solidFill>
                <a:schemeClr val="bg1"/>
              </a:solidFill>
              <a:latin typeface="Lobster 1.4" panose="02000506000000020003" pitchFamily="50" charset="0"/>
              <a:ea typeface="STXingkai" panose="0201080004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127A7-DB09-47DD-AFE7-A5305C34B99A}"/>
              </a:ext>
            </a:extLst>
          </p:cNvPr>
          <p:cNvSpPr txBox="1"/>
          <p:nvPr userDrawn="1"/>
        </p:nvSpPr>
        <p:spPr>
          <a:xfrm>
            <a:off x="3421176" y="2781792"/>
            <a:ext cx="59346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sz="4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NJË</a:t>
            </a:r>
            <a:r>
              <a:rPr lang="sq-AL" sz="4400" b="1" baseline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MILION DOLLAR</a:t>
            </a:r>
            <a:endParaRPr lang="en-IN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C1DDEC-836E-44B4-AD30-353E699469B8}"/>
              </a:ext>
            </a:extLst>
          </p:cNvPr>
          <p:cNvSpPr txBox="1"/>
          <p:nvPr userDrawn="1"/>
        </p:nvSpPr>
        <p:spPr>
          <a:xfrm>
            <a:off x="0" y="-13986"/>
            <a:ext cx="7441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pptvba.com</a:t>
            </a:r>
            <a:endParaRPr lang="en-IN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13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mage result for game show background">
            <a:extLst>
              <a:ext uri="{FF2B5EF4-FFF2-40B4-BE49-F238E27FC236}">
                <a16:creationId xmlns:a16="http://schemas.microsoft.com/office/drawing/2014/main" id="{3FFA03BB-D7B7-4F0C-AF03-3A5B987E11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  <a14:imgEffect>
                      <a14:colorTemperature colorTemp="53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F848D2-FAAE-405D-B504-BBAF62F3991B}"/>
              </a:ext>
            </a:extLst>
          </p:cNvPr>
          <p:cNvGrpSpPr/>
          <p:nvPr userDrawn="1"/>
        </p:nvGrpSpPr>
        <p:grpSpPr>
          <a:xfrm>
            <a:off x="262264" y="142901"/>
            <a:ext cx="11667471" cy="5016927"/>
            <a:chOff x="990600" y="2657501"/>
            <a:chExt cx="8555439" cy="367877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5510AF3-C666-47D0-A577-1D013EFDEE7B}"/>
                </a:ext>
              </a:extLst>
            </p:cNvPr>
            <p:cNvSpPr/>
            <p:nvPr userDrawn="1"/>
          </p:nvSpPr>
          <p:spPr>
            <a:xfrm>
              <a:off x="1662901" y="3235017"/>
              <a:ext cx="7443216" cy="2523744"/>
            </a:xfrm>
            <a:custGeom>
              <a:avLst/>
              <a:gdLst>
                <a:gd name="connsiteX0" fmla="*/ 45720 w 7443216"/>
                <a:gd name="connsiteY0" fmla="*/ 749808 h 2523744"/>
                <a:gd name="connsiteX1" fmla="*/ 877824 w 7443216"/>
                <a:gd name="connsiteY1" fmla="*/ 73152 h 2523744"/>
                <a:gd name="connsiteX2" fmla="*/ 6510528 w 7443216"/>
                <a:gd name="connsiteY2" fmla="*/ 0 h 2523744"/>
                <a:gd name="connsiteX3" fmla="*/ 7196328 w 7443216"/>
                <a:gd name="connsiteY3" fmla="*/ 493776 h 2523744"/>
                <a:gd name="connsiteX4" fmla="*/ 7443216 w 7443216"/>
                <a:gd name="connsiteY4" fmla="*/ 1078992 h 2523744"/>
                <a:gd name="connsiteX5" fmla="*/ 7287768 w 7443216"/>
                <a:gd name="connsiteY5" fmla="*/ 1600200 h 2523744"/>
                <a:gd name="connsiteX6" fmla="*/ 7196328 w 7443216"/>
                <a:gd name="connsiteY6" fmla="*/ 2020824 h 2523744"/>
                <a:gd name="connsiteX7" fmla="*/ 6931152 w 7443216"/>
                <a:gd name="connsiteY7" fmla="*/ 2167128 h 2523744"/>
                <a:gd name="connsiteX8" fmla="*/ 6400800 w 7443216"/>
                <a:gd name="connsiteY8" fmla="*/ 2441448 h 2523744"/>
                <a:gd name="connsiteX9" fmla="*/ 832104 w 7443216"/>
                <a:gd name="connsiteY9" fmla="*/ 2523744 h 2523744"/>
                <a:gd name="connsiteX10" fmla="*/ 347472 w 7443216"/>
                <a:gd name="connsiteY10" fmla="*/ 2167128 h 2523744"/>
                <a:gd name="connsiteX11" fmla="*/ 0 w 7443216"/>
                <a:gd name="connsiteY11" fmla="*/ 1517904 h 2523744"/>
                <a:gd name="connsiteX12" fmla="*/ 18288 w 7443216"/>
                <a:gd name="connsiteY12" fmla="*/ 859536 h 2523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443216" h="2523744">
                  <a:moveTo>
                    <a:pt x="45720" y="749808"/>
                  </a:moveTo>
                  <a:lnTo>
                    <a:pt x="877824" y="73152"/>
                  </a:lnTo>
                  <a:lnTo>
                    <a:pt x="6510528" y="0"/>
                  </a:lnTo>
                  <a:lnTo>
                    <a:pt x="7196328" y="493776"/>
                  </a:lnTo>
                  <a:lnTo>
                    <a:pt x="7443216" y="1078992"/>
                  </a:lnTo>
                  <a:lnTo>
                    <a:pt x="7287768" y="1600200"/>
                  </a:lnTo>
                  <a:lnTo>
                    <a:pt x="7196328" y="2020824"/>
                  </a:lnTo>
                  <a:lnTo>
                    <a:pt x="6931152" y="2167128"/>
                  </a:lnTo>
                  <a:lnTo>
                    <a:pt x="6400800" y="2441448"/>
                  </a:lnTo>
                  <a:lnTo>
                    <a:pt x="832104" y="2523744"/>
                  </a:lnTo>
                  <a:lnTo>
                    <a:pt x="347472" y="2167128"/>
                  </a:lnTo>
                  <a:lnTo>
                    <a:pt x="0" y="1517904"/>
                  </a:lnTo>
                  <a:lnTo>
                    <a:pt x="18288" y="859536"/>
                  </a:lnTo>
                </a:path>
              </a:pathLst>
            </a:custGeom>
            <a:solidFill>
              <a:srgbClr val="0000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Immagine 8">
              <a:extLst>
                <a:ext uri="{FF2B5EF4-FFF2-40B4-BE49-F238E27FC236}">
                  <a16:creationId xmlns:a16="http://schemas.microsoft.com/office/drawing/2014/main" id="{37482D7B-F202-4BA1-92A8-FA3C7246C51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705" b="4832"/>
            <a:stretch/>
          </p:blipFill>
          <p:spPr>
            <a:xfrm>
              <a:off x="990600" y="2657501"/>
              <a:ext cx="8555439" cy="3678776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09A9F55-99E4-49B4-BA1C-E33F7A46A34C}"/>
              </a:ext>
            </a:extLst>
          </p:cNvPr>
          <p:cNvSpPr txBox="1"/>
          <p:nvPr userDrawn="1"/>
        </p:nvSpPr>
        <p:spPr>
          <a:xfrm>
            <a:off x="2125426" y="1959759"/>
            <a:ext cx="79287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Goudy Stout" panose="0202090407030B020401" pitchFamily="18" charset="0"/>
              </a:rPr>
              <a:t>FALEMINDERIT</a:t>
            </a:r>
            <a:r>
              <a:rPr lang="en-IN" sz="4000" dirty="0">
                <a:solidFill>
                  <a:schemeClr val="bg1"/>
                </a:solidFill>
                <a:latin typeface="Lobster 1.4" panose="02000506000000020003" pitchFamily="50" charset="0"/>
              </a:rPr>
              <a:t>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17AF9-4DE5-47F9-AD9A-0AE4D703E6C8}"/>
              </a:ext>
            </a:extLst>
          </p:cNvPr>
          <p:cNvSpPr txBox="1"/>
          <p:nvPr userDrawn="1"/>
        </p:nvSpPr>
        <p:spPr>
          <a:xfrm>
            <a:off x="0" y="-13986"/>
            <a:ext cx="7601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NASER GURI</a:t>
            </a:r>
            <a:endParaRPr lang="en-IN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26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C3FB-E759-4F87-913A-76FA9068E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7B6DC-A388-4818-B22D-D91938A90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DB4E8-6F5D-411E-8380-B147593E3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1B19-5D8D-443E-B22C-B777EAE48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71D45-8097-4C9F-A873-B0DBD425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26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2CC3-B443-4B5C-A90C-74C15A3F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8F666-04DC-441F-92F5-F684F0C9F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6AF4B-52FD-4AA7-9F40-B703F5B75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E9BA6-94B4-4405-8CCD-0DEF50CE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BF7B0-FE71-4589-BD75-D674C0C1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5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ACFC-B9A1-4239-8382-C1AF58C93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557E9-FB50-4D5F-97B6-DC5E2D9B3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66F79-3D1C-4F74-8FFE-17B82217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934ED-A153-4EC7-AA46-A2DE4AAEA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6BD1B-8C99-4BCD-A123-2DD28559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93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87AF-3797-4261-B65C-C89BD047D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B52A2-57D1-4132-A21A-57EE7509D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D1FA9-982A-475C-A782-0F47CB90B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49045-4CEA-453D-A0CD-AC253A42F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AD818-085F-4E61-8A40-A1C19F535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07EA6-42A4-4303-BCA4-357405BA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53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66B9-ABB8-4234-886B-403E5809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60B0D-782B-40B0-8A4F-DCCAB59A2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F4C15-67B7-4BAE-92B7-47E18B9E7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9FDEC-FE3B-4EBB-A5AF-06F650163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CDE7F-6302-4821-98A7-01177CF280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12FE9-D6DF-4AA4-803F-D9169876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F9500-CC3A-45BB-841F-F46A76E96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92F40-B41F-4A0D-A826-82202408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38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2B91-31FB-47EC-B8D5-FA028307A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866E3D-FB74-4029-B3B4-E90408A7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2AEDF-F156-463F-9DBD-540C9548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4911A-80AA-4F89-BE77-9B57768F2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4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C85C0-565D-45C5-8840-1DF9CEC5D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E6E89-33D5-483F-ABF9-5184D146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AAB8C-B86A-4382-9715-52C0FBA8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647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21CD-33DA-40B9-8C72-FEC8BE90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4450D-18D8-474C-ACFC-10EA3732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8EEA2-0141-4332-8168-B05791EB8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46C4F-CB8C-4D67-A2A4-4E82C71B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E32D0-E675-40C8-82D1-C5AF3EC6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22570-8301-4B1E-9E76-0AFFDF61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176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037F-F624-4C57-AC1C-717B3DDFB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04313B-CEB6-4096-B59B-D8B176D63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F743B-AF70-4E89-9A3B-4911ABEB1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6D516-C686-4967-8DEF-C334962C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E1C5B-EE97-4A5E-8307-BEEA56FA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D9D1F-00E7-4569-A02D-A9F4005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252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DA41-1DED-4BB8-AC3C-69BFACC2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41F51-DDEA-4FD3-BBEF-F98CC53B2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0EE69-08C3-462D-82DC-C9B338D5C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00619-7E10-4EE8-B634-B036076C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E474C-1D3A-4C20-B8BB-97DE92FC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436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1F41D-B218-478C-A43E-A9FED39F4A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B86456-691D-4A14-95F8-17BF08299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94C5D-AF1A-4024-8CE9-0076BD62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A079E-9703-4D11-B842-EF1E018B8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5E380-B91A-4A6C-A402-B4DA807C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microsoft.com/office/2007/relationships/hdphoto" Target="../media/hdphoto1.wdp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microsoft.com/office/2007/relationships/hdphoto" Target="../media/hdphoto3.wdp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microsoft.com/office/2007/relationships/hdphoto" Target="../media/hdphoto2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48759-BFC0-4063-9C51-CE54EC521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8DD8B-1B0A-40BC-B6C0-D26DD6362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CCFFD-42A3-4F41-9898-84BC302EF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355E8-D6FF-4BE4-9313-AEA8A236054F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F6D17-962E-43BA-9D58-BF97A98C43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CA78C-9807-4B90-8D01-DFB97A657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CDEA-9D44-4F71-9315-5D37B0A27CE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D33784-F929-454E-B53B-80BAD1736DA7}"/>
              </a:ext>
            </a:extLst>
          </p:cNvPr>
          <p:cNvSpPr txBox="1"/>
          <p:nvPr userDrawn="1"/>
        </p:nvSpPr>
        <p:spPr>
          <a:xfrm>
            <a:off x="0" y="-13986"/>
            <a:ext cx="8643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pptvba.com</a:t>
            </a:r>
            <a:endParaRPr lang="en-IN" sz="1100" dirty="0">
              <a:solidFill>
                <a:schemeClr val="bg1"/>
              </a:solidFill>
            </a:endParaRPr>
          </a:p>
        </p:txBody>
      </p:sp>
      <p:pic>
        <p:nvPicPr>
          <p:cNvPr id="10" name="Picture 4" descr="Image result for game show background">
            <a:extLst>
              <a:ext uri="{FF2B5EF4-FFF2-40B4-BE49-F238E27FC236}">
                <a16:creationId xmlns:a16="http://schemas.microsoft.com/office/drawing/2014/main" id="{03D7BD88-7F10-4B2F-9D95-6F077FF299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-25000"/>
                    </a14:imgEffect>
                    <a14:imgEffect>
                      <a14:colorTemperature colorTemp="53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E6FB642-EF44-4FF9-ABE1-45A534C58F9B}"/>
              </a:ext>
            </a:extLst>
          </p:cNvPr>
          <p:cNvSpPr/>
          <p:nvPr userDrawn="1"/>
        </p:nvSpPr>
        <p:spPr>
          <a:xfrm flipH="1">
            <a:off x="0" y="0"/>
            <a:ext cx="8555439" cy="6858000"/>
          </a:xfrm>
          <a:prstGeom prst="rect">
            <a:avLst/>
          </a:prstGeom>
          <a:solidFill>
            <a:srgbClr val="0000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09AC5B-67F7-44F1-AD90-5E56CE387D4B}"/>
              </a:ext>
            </a:extLst>
          </p:cNvPr>
          <p:cNvSpPr/>
          <p:nvPr userDrawn="1"/>
        </p:nvSpPr>
        <p:spPr>
          <a:xfrm>
            <a:off x="585216" y="594360"/>
            <a:ext cx="7443216" cy="2523744"/>
          </a:xfrm>
          <a:custGeom>
            <a:avLst/>
            <a:gdLst>
              <a:gd name="connsiteX0" fmla="*/ 45720 w 7443216"/>
              <a:gd name="connsiteY0" fmla="*/ 749808 h 2523744"/>
              <a:gd name="connsiteX1" fmla="*/ 877824 w 7443216"/>
              <a:gd name="connsiteY1" fmla="*/ 73152 h 2523744"/>
              <a:gd name="connsiteX2" fmla="*/ 6510528 w 7443216"/>
              <a:gd name="connsiteY2" fmla="*/ 0 h 2523744"/>
              <a:gd name="connsiteX3" fmla="*/ 7196328 w 7443216"/>
              <a:gd name="connsiteY3" fmla="*/ 493776 h 2523744"/>
              <a:gd name="connsiteX4" fmla="*/ 7443216 w 7443216"/>
              <a:gd name="connsiteY4" fmla="*/ 1078992 h 2523744"/>
              <a:gd name="connsiteX5" fmla="*/ 7287768 w 7443216"/>
              <a:gd name="connsiteY5" fmla="*/ 1600200 h 2523744"/>
              <a:gd name="connsiteX6" fmla="*/ 7196328 w 7443216"/>
              <a:gd name="connsiteY6" fmla="*/ 2020824 h 2523744"/>
              <a:gd name="connsiteX7" fmla="*/ 6931152 w 7443216"/>
              <a:gd name="connsiteY7" fmla="*/ 2167128 h 2523744"/>
              <a:gd name="connsiteX8" fmla="*/ 6400800 w 7443216"/>
              <a:gd name="connsiteY8" fmla="*/ 2441448 h 2523744"/>
              <a:gd name="connsiteX9" fmla="*/ 832104 w 7443216"/>
              <a:gd name="connsiteY9" fmla="*/ 2523744 h 2523744"/>
              <a:gd name="connsiteX10" fmla="*/ 347472 w 7443216"/>
              <a:gd name="connsiteY10" fmla="*/ 2167128 h 2523744"/>
              <a:gd name="connsiteX11" fmla="*/ 0 w 7443216"/>
              <a:gd name="connsiteY11" fmla="*/ 1517904 h 2523744"/>
              <a:gd name="connsiteX12" fmla="*/ 18288 w 7443216"/>
              <a:gd name="connsiteY12" fmla="*/ 859536 h 252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443216" h="2523744">
                <a:moveTo>
                  <a:pt x="45720" y="749808"/>
                </a:moveTo>
                <a:lnTo>
                  <a:pt x="877824" y="73152"/>
                </a:lnTo>
                <a:lnTo>
                  <a:pt x="6510528" y="0"/>
                </a:lnTo>
                <a:lnTo>
                  <a:pt x="7196328" y="493776"/>
                </a:lnTo>
                <a:lnTo>
                  <a:pt x="7443216" y="1078992"/>
                </a:lnTo>
                <a:lnTo>
                  <a:pt x="7287768" y="1600200"/>
                </a:lnTo>
                <a:lnTo>
                  <a:pt x="7196328" y="2020824"/>
                </a:lnTo>
                <a:lnTo>
                  <a:pt x="6931152" y="2167128"/>
                </a:lnTo>
                <a:lnTo>
                  <a:pt x="6400800" y="2441448"/>
                </a:lnTo>
                <a:lnTo>
                  <a:pt x="832104" y="2523744"/>
                </a:lnTo>
                <a:lnTo>
                  <a:pt x="347472" y="2167128"/>
                </a:lnTo>
                <a:lnTo>
                  <a:pt x="0" y="1517904"/>
                </a:lnTo>
                <a:lnTo>
                  <a:pt x="18288" y="859536"/>
                </a:lnTo>
              </a:path>
            </a:pathLst>
          </a:cu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Immagine 8">
            <a:extLst>
              <a:ext uri="{FF2B5EF4-FFF2-40B4-BE49-F238E27FC236}">
                <a16:creationId xmlns:a16="http://schemas.microsoft.com/office/drawing/2014/main" id="{0B45E7D4-CD05-4938-8DD8-5947EFF4CD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705" b="4832"/>
          <a:stretch/>
        </p:blipFill>
        <p:spPr>
          <a:xfrm>
            <a:off x="0" y="-20384"/>
            <a:ext cx="8555439" cy="3678776"/>
          </a:xfrm>
          <a:prstGeom prst="rect">
            <a:avLst/>
          </a:prstGeom>
        </p:spPr>
      </p:pic>
      <p:pic>
        <p:nvPicPr>
          <p:cNvPr id="14" name="Immagine 31">
            <a:extLst>
              <a:ext uri="{FF2B5EF4-FFF2-40B4-BE49-F238E27FC236}">
                <a16:creationId xmlns:a16="http://schemas.microsoft.com/office/drawing/2014/main" id="{C1A746A9-C33E-48EF-884E-1A0322545F6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732" y="6268499"/>
            <a:ext cx="2847578" cy="450842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sp>
        <p:nvSpPr>
          <p:cNvPr id="15" name="CasellaDiTesto 66">
            <a:extLst>
              <a:ext uri="{FF2B5EF4-FFF2-40B4-BE49-F238E27FC236}">
                <a16:creationId xmlns:a16="http://schemas.microsoft.com/office/drawing/2014/main" id="{96928C67-3F77-44EC-B3C1-B4548A06A350}"/>
              </a:ext>
            </a:extLst>
          </p:cNvPr>
          <p:cNvSpPr txBox="1"/>
          <p:nvPr userDrawn="1"/>
        </p:nvSpPr>
        <p:spPr>
          <a:xfrm>
            <a:off x="9091688" y="6377204"/>
            <a:ext cx="2600761" cy="33855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sq-AL" sz="1600" b="1" dirty="0">
                <a:latin typeface="Chaparral Pro Light" panose="02060403030505090203" pitchFamily="18" charset="0"/>
              </a:rPr>
              <a:t>Nivelet</a:t>
            </a:r>
            <a:endParaRPr lang="it-IT" sz="1600" b="1" dirty="0">
              <a:latin typeface="Chaparral Pro Light" panose="02060403030505090203" pitchFamily="18" charset="0"/>
            </a:endParaRPr>
          </a:p>
        </p:txBody>
      </p:sp>
      <p:pic>
        <p:nvPicPr>
          <p:cNvPr id="16" name="Immagine 32">
            <a:extLst>
              <a:ext uri="{FF2B5EF4-FFF2-40B4-BE49-F238E27FC236}">
                <a16:creationId xmlns:a16="http://schemas.microsoft.com/office/drawing/2014/main" id="{0365F213-3D26-4575-986F-15B85442702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404" y="58750"/>
            <a:ext cx="2982626" cy="4647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AB23ABD-B5E3-47D7-B21C-49EFDD4D5590}"/>
              </a:ext>
            </a:extLst>
          </p:cNvPr>
          <p:cNvSpPr txBox="1"/>
          <p:nvPr userDrawn="1"/>
        </p:nvSpPr>
        <p:spPr>
          <a:xfrm>
            <a:off x="98612" y="84626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sz="1200" dirty="0">
                <a:solidFill>
                  <a:schemeClr val="bg1"/>
                </a:solidFill>
              </a:rPr>
              <a:t>Naser Guri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662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78" r:id="rId3"/>
    <p:sldLayoutId id="214748367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72B83E-5926-44FB-9A57-2DFAA943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8DBC7-162C-4F46-B393-7D795F7BE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21FB9-8380-4E7F-8662-0662B8709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6CD3A-99FE-4BEC-97A9-57CC40CBEA23}" type="datetimeFigureOut">
              <a:rPr lang="en-IN" smtClean="0"/>
              <a:t>17-03-2023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00CA4-32E8-4819-B276-E476924DC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F211C-FD61-458D-B938-976D22DD4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396AC-E8D2-478C-A110-581300BD12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39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8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microsoft.com/office/2007/relationships/hdphoto" Target="../media/hdphoto4.wdp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3.wav"/><Relationship Id="rId7" Type="http://schemas.openxmlformats.org/officeDocument/2006/relationships/notesSlide" Target="../notesSlides/notesSlide2.xml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media" Target="../media/media3.wav"/><Relationship Id="rId7" Type="http://schemas.openxmlformats.org/officeDocument/2006/relationships/image" Target="../media/image6.png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4" Type="http://schemas.openxmlformats.org/officeDocument/2006/relationships/audio" Target="../media/media3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3.wav"/><Relationship Id="rId7" Type="http://schemas.openxmlformats.org/officeDocument/2006/relationships/audio" Target="../media/audio1.wav"/><Relationship Id="rId2" Type="http://schemas.microsoft.com/office/2007/relationships/media" Target="../media/media2.m4a"/><Relationship Id="rId1" Type="http://schemas.openxmlformats.org/officeDocument/2006/relationships/audio" Target="NULL" TargetMode="External"/><Relationship Id="rId6" Type="http://schemas.openxmlformats.org/officeDocument/2006/relationships/slideLayout" Target="../slideLayouts/slideLayout2.xml"/><Relationship Id="rId5" Type="http://schemas.microsoft.com/office/2007/relationships/media" Target="../media/media4.wav"/><Relationship Id="rId10" Type="http://schemas.openxmlformats.org/officeDocument/2006/relationships/audio" Target="../media/audio1.wav"/><Relationship Id="rId4" Type="http://schemas.openxmlformats.org/officeDocument/2006/relationships/audio" Target="../media/media3.wav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6.png"/><Relationship Id="rId4" Type="http://schemas.openxmlformats.org/officeDocument/2006/relationships/image" Target="../media/image9.g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in Theme">
            <a:hlinkClick r:id="" action="ppaction://media"/>
            <a:extLst>
              <a:ext uri="{FF2B5EF4-FFF2-40B4-BE49-F238E27FC236}">
                <a16:creationId xmlns:a16="http://schemas.microsoft.com/office/drawing/2014/main" id="{B04E10B9-7821-1C55-8E6B-A9D6C113626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479" end="7774.2857"/>
                  <p14:fade in="1750" out="5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045084" y="2673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9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Related image">
            <a:extLst>
              <a:ext uri="{FF2B5EF4-FFF2-40B4-BE49-F238E27FC236}">
                <a16:creationId xmlns:a16="http://schemas.microsoft.com/office/drawing/2014/main" id="{F01F4B07-843C-48DC-9C70-0224F89085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481"/>
          <a:stretch/>
        </p:blipFill>
        <p:spPr bwMode="auto">
          <a:xfrm>
            <a:off x="914398" y="0"/>
            <a:ext cx="10546773" cy="685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3EFC7C05-6AB4-44FE-BE65-C11D625E0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904" y="246490"/>
            <a:ext cx="5214193" cy="5214193"/>
          </a:xfrm>
          <a:prstGeom prst="ellipse">
            <a:avLst/>
          </a:prstGeom>
          <a:ln>
            <a:noFill/>
          </a:ln>
          <a:effectLst>
            <a:glow rad="1905000">
              <a:schemeClr val="accent1">
                <a:alpha val="40000"/>
              </a:schemeClr>
            </a:glow>
            <a:reflection stA="45000" endPos="0" dist="50800" dir="5400000" sy="-100000" algn="bl" rotWithShape="0"/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71CAE0B-B562-4DFE-8C15-83D7F4A97F6B}"/>
              </a:ext>
            </a:extLst>
          </p:cNvPr>
          <p:cNvSpPr/>
          <p:nvPr/>
        </p:nvSpPr>
        <p:spPr>
          <a:xfrm>
            <a:off x="5011590" y="5655815"/>
            <a:ext cx="2168614" cy="459114"/>
          </a:xfrm>
          <a:prstGeom prst="roundRect">
            <a:avLst/>
          </a:prstGeom>
          <a:solidFill>
            <a:srgbClr val="00000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START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7A9A9-B568-41C1-B480-A44CE7392C14}"/>
              </a:ext>
            </a:extLst>
          </p:cNvPr>
          <p:cNvSpPr txBox="1"/>
          <p:nvPr/>
        </p:nvSpPr>
        <p:spPr>
          <a:xfrm>
            <a:off x="0" y="-13986"/>
            <a:ext cx="7601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sz="900" dirty="0">
                <a:solidFill>
                  <a:schemeClr val="bg1"/>
                </a:solidFill>
              </a:rPr>
              <a:t>NASER GURI</a:t>
            </a:r>
            <a:endParaRPr lang="en-IN" sz="900" dirty="0">
              <a:solidFill>
                <a:schemeClr val="bg1"/>
              </a:solidFill>
            </a:endParaRPr>
          </a:p>
        </p:txBody>
      </p:sp>
      <p:pic>
        <p:nvPicPr>
          <p:cNvPr id="9" name="Main Theme">
            <a:hlinkClick r:id="" action="ppaction://media"/>
            <a:extLst>
              <a:ext uri="{FF2B5EF4-FFF2-40B4-BE49-F238E27FC236}">
                <a16:creationId xmlns:a16="http://schemas.microsoft.com/office/drawing/2014/main" id="{19248FB5-5AF3-EBC4-66D4-C12DF0F7AE8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479" end="7774.2857"/>
                  <p14:fade in="1750" out="500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045084" y="2673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01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3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3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3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3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10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animRot by="21600000">
                                      <p:cBhvr>
                                        <p:cTn id="20" dur="4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lated image">
            <a:extLst>
              <a:ext uri="{FF2B5EF4-FFF2-40B4-BE49-F238E27FC236}">
                <a16:creationId xmlns:a16="http://schemas.microsoft.com/office/drawing/2014/main" id="{272CED3A-397A-4B1E-8BA7-0EAF8FADA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481"/>
          <a:stretch/>
        </p:blipFill>
        <p:spPr bwMode="auto">
          <a:xfrm>
            <a:off x="914396" y="0"/>
            <a:ext cx="10546773" cy="685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: Rounded Corners 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5461564" y="5417309"/>
            <a:ext cx="1426533" cy="33989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$ 100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36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5381482" y="5077419"/>
            <a:ext cx="1569186" cy="33989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$ 200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37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5294268" y="4660255"/>
            <a:ext cx="1726105" cy="33989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$ 500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38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5207962" y="4320365"/>
            <a:ext cx="1898715" cy="33989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$ 1,000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39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5113025" y="3980475"/>
            <a:ext cx="2088586" cy="33989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$ 2,000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40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5008595" y="3563311"/>
            <a:ext cx="2297445" cy="33989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$ 5,000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41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4893721" y="3223421"/>
            <a:ext cx="2527190" cy="33989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$ 10,000	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42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4829264" y="2883531"/>
            <a:ext cx="2656103" cy="33989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$ 25,000	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43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4716974" y="2543641"/>
            <a:ext cx="2880681" cy="33989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$ 50,000	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45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4518072" y="2133850"/>
            <a:ext cx="3278484" cy="33989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$ 100,000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46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4407179" y="1793960"/>
            <a:ext cx="3500269" cy="33989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$ 250,000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47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4307283" y="1454070"/>
            <a:ext cx="3700059" cy="33989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Adobe Gothic Std B" pitchFamily="34" charset="-128"/>
              </a:rPr>
              <a:t>$ 500,000</a:t>
            </a:r>
            <a:endParaRPr lang="en-IN" sz="2000" dirty="0">
              <a:solidFill>
                <a:srgbClr val="C2F39E"/>
              </a:solidFill>
              <a:latin typeface="Calibri" panose="020F0502020204030204" pitchFamily="34" charset="0"/>
              <a:ea typeface="Adobe Gothic Std B" pitchFamily="34" charset="-128"/>
            </a:endParaRPr>
          </a:p>
        </p:txBody>
      </p:sp>
      <p:sp>
        <p:nvSpPr>
          <p:cNvPr id="48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3925763" y="1048916"/>
            <a:ext cx="4407296" cy="339890"/>
          </a:xfrm>
          <a:prstGeom prst="roundRect">
            <a:avLst>
              <a:gd name="adj" fmla="val 50000"/>
            </a:avLst>
          </a:prstGeom>
          <a:solidFill>
            <a:srgbClr val="003355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Calibri" panose="020F0502020204030204" pitchFamily="34" charset="0"/>
                <a:ea typeface="Adobe Gothic Std B" pitchFamily="34" charset="-128"/>
              </a:rPr>
              <a:t>$ 600,000</a:t>
            </a:r>
          </a:p>
        </p:txBody>
      </p:sp>
      <p:sp>
        <p:nvSpPr>
          <p:cNvPr id="49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3809728" y="709026"/>
            <a:ext cx="4639365" cy="339890"/>
          </a:xfrm>
          <a:prstGeom prst="roundRect">
            <a:avLst>
              <a:gd name="adj" fmla="val 50000"/>
            </a:avLst>
          </a:prstGeom>
          <a:solidFill>
            <a:srgbClr val="003355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Calibri" panose="020F0502020204030204" pitchFamily="34" charset="0"/>
                <a:ea typeface="Adobe Gothic Std B" pitchFamily="34" charset="-128"/>
              </a:rPr>
              <a:t>$ 750,000</a:t>
            </a:r>
          </a:p>
        </p:txBody>
      </p:sp>
      <p:sp>
        <p:nvSpPr>
          <p:cNvPr id="50" name="Rectangle: Rounded Corners 7">
            <a:hlinkClick r:id="" action="ppaction://macro?name=SlideLayout32.p0"/>
            <a:extLst>
              <a:ext uri="{FF2B5EF4-FFF2-40B4-BE49-F238E27FC236}">
                <a16:creationId xmlns:a16="http://schemas.microsoft.com/office/drawing/2014/main" id="{F45CF904-2A7A-4466-9AC0-4B158C6461E2}"/>
              </a:ext>
            </a:extLst>
          </p:cNvPr>
          <p:cNvSpPr/>
          <p:nvPr/>
        </p:nvSpPr>
        <p:spPr>
          <a:xfrm>
            <a:off x="3667020" y="369136"/>
            <a:ext cx="4924779" cy="339890"/>
          </a:xfrm>
          <a:prstGeom prst="roundRect">
            <a:avLst>
              <a:gd name="adj" fmla="val 50000"/>
            </a:avLst>
          </a:prstGeom>
          <a:solidFill>
            <a:srgbClr val="003355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fla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Calibri" panose="020F0502020204030204" pitchFamily="34" charset="0"/>
                <a:ea typeface="Adobe Gothic Std B" pitchFamily="34" charset="-128"/>
              </a:rPr>
              <a:t>$ 100,000,000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25162" y="300211"/>
            <a:ext cx="59824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sq-AL" sz="4400" dirty="0">
              <a:solidFill>
                <a:schemeClr val="bg1"/>
              </a:solidFill>
              <a:latin typeface="DIN Pro Black" pitchFamily="34" charset="0"/>
              <a:cs typeface="DIN Pro Black" pitchFamily="34" charset="0"/>
            </a:endParaRPr>
          </a:p>
          <a:p>
            <a:r>
              <a:rPr lang="sq-AL" sz="4400" dirty="0">
                <a:solidFill>
                  <a:schemeClr val="bg1"/>
                </a:solidFill>
                <a:latin typeface="DIN Pro Black" pitchFamily="34" charset="0"/>
                <a:cs typeface="DIN Pro Black" pitchFamily="34" charset="0"/>
              </a:rPr>
              <a:t>M</a:t>
            </a:r>
            <a:endParaRPr lang="en-US" sz="4400" dirty="0">
              <a:solidFill>
                <a:schemeClr val="bg1"/>
              </a:solidFill>
              <a:latin typeface="DIN Pro Black" pitchFamily="34" charset="0"/>
              <a:cs typeface="DIN Pro Black" pitchFamily="34" charset="0"/>
            </a:endParaRPr>
          </a:p>
          <a:p>
            <a:r>
              <a:rPr lang="sq-AL" sz="4400" dirty="0">
                <a:solidFill>
                  <a:schemeClr val="bg1"/>
                </a:solidFill>
                <a:latin typeface="DIN Pro Black" pitchFamily="34" charset="0"/>
                <a:cs typeface="DIN Pro Black" pitchFamily="34" charset="0"/>
              </a:rPr>
              <a:t>E</a:t>
            </a:r>
            <a:endParaRPr lang="en-US" sz="4400" dirty="0">
              <a:solidFill>
                <a:schemeClr val="bg1"/>
              </a:solidFill>
              <a:latin typeface="DIN Pro Black" pitchFamily="34" charset="0"/>
              <a:cs typeface="DIN Pro Black" pitchFamily="34" charset="0"/>
            </a:endParaRPr>
          </a:p>
          <a:p>
            <a:endParaRPr lang="sq-AL" sz="4400" dirty="0">
              <a:solidFill>
                <a:schemeClr val="bg1"/>
              </a:solidFill>
              <a:latin typeface="DIN Pro Black" pitchFamily="34" charset="0"/>
              <a:cs typeface="DIN Pro Black" pitchFamily="34" charset="0"/>
            </a:endParaRPr>
          </a:p>
          <a:p>
            <a:r>
              <a:rPr lang="sq-AL" sz="4400" dirty="0">
                <a:solidFill>
                  <a:schemeClr val="bg1"/>
                </a:solidFill>
                <a:latin typeface="DIN Pro Black" pitchFamily="34" charset="0"/>
                <a:cs typeface="DIN Pro Black" pitchFamily="34" charset="0"/>
              </a:rPr>
              <a:t>F</a:t>
            </a:r>
            <a:endParaRPr lang="en-US" sz="4400" dirty="0">
              <a:solidFill>
                <a:schemeClr val="bg1"/>
              </a:solidFill>
              <a:latin typeface="DIN Pro Black" pitchFamily="34" charset="0"/>
              <a:cs typeface="DIN Pro Black" pitchFamily="34" charset="0"/>
            </a:endParaRPr>
          </a:p>
          <a:p>
            <a:r>
              <a:rPr lang="sq-AL" sz="4400" dirty="0">
                <a:solidFill>
                  <a:schemeClr val="bg1"/>
                </a:solidFill>
                <a:latin typeface="DIN Pro Black" pitchFamily="34" charset="0"/>
                <a:cs typeface="DIN Pro Black" pitchFamily="34" charset="0"/>
              </a:rPr>
              <a:t>A</a:t>
            </a:r>
            <a:endParaRPr lang="en-US" sz="4400" dirty="0">
              <a:solidFill>
                <a:schemeClr val="bg1"/>
              </a:solidFill>
              <a:latin typeface="DIN Pro Black" pitchFamily="34" charset="0"/>
              <a:cs typeface="DIN Pro Black" pitchFamily="34" charset="0"/>
            </a:endParaRPr>
          </a:p>
          <a:p>
            <a:r>
              <a:rPr lang="sq-AL" sz="4400" dirty="0">
                <a:solidFill>
                  <a:schemeClr val="bg1"/>
                </a:solidFill>
                <a:latin typeface="DIN Pro Black" pitchFamily="34" charset="0"/>
                <a:cs typeface="DIN Pro Black" pitchFamily="34" charset="0"/>
              </a:rPr>
              <a:t>T</a:t>
            </a:r>
            <a:endParaRPr lang="en-US" sz="4400" dirty="0">
              <a:solidFill>
                <a:schemeClr val="bg1"/>
              </a:solidFill>
              <a:latin typeface="DIN Pro Black" pitchFamily="34" charset="0"/>
              <a:cs typeface="DIN Pro Black" pitchFamily="34" charset="0"/>
            </a:endParaRPr>
          </a:p>
          <a:p>
            <a:endParaRPr lang="en-US" sz="4400" dirty="0">
              <a:solidFill>
                <a:schemeClr val="bg1"/>
              </a:solidFill>
              <a:latin typeface="DIN Pro Black" pitchFamily="34" charset="0"/>
              <a:cs typeface="DIN Pro Black" pitchFamily="34" charset="0"/>
            </a:endParaRPr>
          </a:p>
          <a:p>
            <a:endParaRPr lang="en-US" sz="4400" dirty="0">
              <a:solidFill>
                <a:schemeClr val="bg1"/>
              </a:solidFill>
              <a:latin typeface="DIN Pro Black" pitchFamily="34" charset="0"/>
              <a:cs typeface="DIN Pro Black" pitchFamily="34" charset="0"/>
            </a:endParaRPr>
          </a:p>
        </p:txBody>
      </p:sp>
      <p:sp>
        <p:nvSpPr>
          <p:cNvPr id="26" name="CasellaDiTesto 9">
            <a:extLst>
              <a:ext uri="{FF2B5EF4-FFF2-40B4-BE49-F238E27FC236}">
                <a16:creationId xmlns:a16="http://schemas.microsoft.com/office/drawing/2014/main" id="{FB9C0937-0DC1-47C6-97AF-40389727AD6C}"/>
              </a:ext>
            </a:extLst>
          </p:cNvPr>
          <p:cNvSpPr txBox="1"/>
          <p:nvPr/>
        </p:nvSpPr>
        <p:spPr>
          <a:xfrm>
            <a:off x="5369964" y="5967148"/>
            <a:ext cx="1609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q-AL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Franklin Gothic Medium Cond" panose="020B0606030402020204" pitchFamily="34" charset="0"/>
              </a:rPr>
              <a:t>NIVELET</a:t>
            </a:r>
            <a:endParaRPr lang="it-IT" sz="3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Franklin Gothic Medium Cond" panose="020B0606030402020204" pitchFamily="34" charset="0"/>
            </a:endParaRPr>
          </a:p>
        </p:txBody>
      </p:sp>
      <p:pic>
        <p:nvPicPr>
          <p:cNvPr id="27" name="Immagine 8">
            <a:extLst>
              <a:ext uri="{FF2B5EF4-FFF2-40B4-BE49-F238E27FC236}">
                <a16:creationId xmlns:a16="http://schemas.microsoft.com/office/drawing/2014/main" id="{2DE8DB10-840E-4E6E-8ADD-0C658BDD261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2705" b="4832"/>
          <a:stretch/>
        </p:blipFill>
        <p:spPr>
          <a:xfrm>
            <a:off x="4307282" y="5796822"/>
            <a:ext cx="3700059" cy="96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7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circle/>
      </p:transition>
    </mc:Choice>
    <mc:Fallback xmlns="">
      <p:transition spd="slow">
        <p:circl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100000" fill="hold" grpId="0" nodeType="withEffect" p14:presetBounceEnd="57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7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8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100000" fill="hold" grpId="0" nodeType="withEffect" p14:presetBounceEnd="57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11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12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accel="100000" fill="hold" grpId="0" nodeType="withEffect" p14:presetBounceEnd="57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15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16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accel="100000" fill="hold" grpId="0" nodeType="withEffect" p14:presetBounceEnd="57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19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20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0000" fill="hold" grpId="0" nodeType="withEffect" p14:presetBounceEnd="57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23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24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0000" fill="hold" grpId="0" nodeType="withEffect" p14:presetBounceEnd="57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27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28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accel="100000" fill="hold" grpId="0" nodeType="withEffect" p14:presetBounceEnd="57000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31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32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accel="100000" fill="hold" grpId="0" nodeType="withEffect" p14:presetBounceEnd="57000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35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36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accel="100000" fill="hold" grpId="0" nodeType="withEffect" p14:presetBounceEnd="57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39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40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accel="100000" fill="hold" grpId="0" nodeType="withEffect" p14:presetBounceEnd="57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43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44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accel="100000" fill="hold" grpId="0" nodeType="withEffect" p14:presetBounceEnd="57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47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48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accel="100000" fill="hold" grpId="0" nodeType="withEffect" p14:presetBounceEnd="57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5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5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accel="100000" fill="hold" grpId="0" nodeType="withEffect" p14:presetBounceEnd="57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55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56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accel="100000" fill="hold" grpId="0" nodeType="withEffect" p14:presetBounceEnd="57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59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60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1" accel="100000" fill="hold" grpId="0" nodeType="withEffect" p14:presetBounceEnd="57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7000">
                                          <p:cBhvr additive="base">
                                            <p:cTn id="63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7000">
                                          <p:cBhvr additive="base">
                                            <p:cTn id="64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6" presetClass="emph" presetSubtype="0" repeatCount="indefinite" fill="hold" grpId="1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250" tmFilter="0, 0; .2, .5; .8, .5; 1, 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67" dur="625" autoRev="1" fill="hold"/>
                                            <p:tgtEl>
                                              <p:spTgt spid="21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8" presetID="2" presetClass="entr" presetSubtype="2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1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2" presetClass="exit" presetSubtype="2" accel="100000" fill="hold" grpId="1" nodeType="withEffect">
                                      <p:stCondLst>
                                        <p:cond delay="2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anim calcmode="lin" valueType="num">
                                          <p:cBhvr additive="base">
                                            <p:cTn id="73" dur="1500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1500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14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 animBg="1"/>
          <p:bldP spid="21" grpId="1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61" grpId="0"/>
          <p:bldP spid="61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accel="10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accel="10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accel="10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accel="10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accel="10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accel="10000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accel="100000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accel="100000" fill="hold" grpId="0" nodeType="withEffect">
                                      <p:stCondLst>
                                        <p:cond delay="7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1" accel="10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2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1" accel="100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2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accel="10000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1" accel="10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accel="100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2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1" accel="10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2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1" accel="100000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2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6" presetClass="emph" presetSubtype="0" repeatCount="indefinite" fill="hold" grpId="1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250" tmFilter="0, 0; .2, .5; .8, .5; 1, 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67" dur="625" autoRev="1" fill="hold"/>
                                            <p:tgtEl>
                                              <p:spTgt spid="21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8" presetID="2" presetClass="entr" presetSubtype="2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0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1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2" presetID="2" presetClass="exit" presetSubtype="2" accel="100000" fill="hold" grpId="1" nodeType="withEffect">
                                      <p:stCondLst>
                                        <p:cond delay="2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anim calcmode="lin" valueType="num">
                                          <p:cBhvr additive="base">
                                            <p:cTn id="73" dur="1500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w/2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4" dur="1500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14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1" grpId="0" animBg="1"/>
          <p:bldP spid="21" grpId="1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61" grpId="0"/>
          <p:bldP spid="61" grpId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630621" y="1172673"/>
            <a:ext cx="70156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ctr">
              <a:buAutoNum type="arabicPeriod"/>
            </a:pPr>
            <a:r>
              <a:rPr lang="sq-AL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Ndërveprimi</a:t>
            </a:r>
            <a:r>
              <a:rPr lang="it-IT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q-AL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kur individi i një lloji ha individ të një lloji tjetër quhet: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Grabitshmëri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Simbiozë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Parazitizëm 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Neutralizmi </a:t>
            </a:r>
            <a:endParaRPr lang="en-IN" dirty="0"/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499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F053BF-5D4C-4E61-8992-461747DF5473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79BC08-C974-4B36-A600-53A23E2D97C4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100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200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3F200-206C-4837-99F2-812A20905382}"/>
              </a:ext>
            </a:extLst>
          </p:cNvPr>
          <p:cNvSpPr txBox="1"/>
          <p:nvPr/>
        </p:nvSpPr>
        <p:spPr>
          <a:xfrm>
            <a:off x="863600" y="6325237"/>
            <a:ext cx="239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</a:rPr>
              <a:t>Qfaq të gjitha përgjigjet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Arrow: Chevron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D49EDA8-F21A-447E-BF39-EC9691EB54A9}"/>
              </a:ext>
            </a:extLst>
          </p:cNvPr>
          <p:cNvSpPr/>
          <p:nvPr/>
        </p:nvSpPr>
        <p:spPr>
          <a:xfrm>
            <a:off x="3539958" y="6312736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</a:rPr>
              <a:t>Fund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6904171B-0738-4546-98F4-4B7E260B3D9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DBB032-7A62-4975-85CC-5E47104F2CC1}"/>
              </a:ext>
            </a:extLst>
          </p:cNvPr>
          <p:cNvSpPr/>
          <p:nvPr/>
        </p:nvSpPr>
        <p:spPr>
          <a:xfrm>
            <a:off x="449283" y="3644539"/>
            <a:ext cx="7578435" cy="457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133894D6-CBC1-5C55-36B0-C8850753679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578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2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30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30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30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4" grpId="0" animBg="1"/>
      <p:bldP spid="4" grpId="1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840509" y="1172673"/>
            <a:ext cx="68530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sq-AL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. Ndërveprimi kur individët e llojeve të ndryshme bashkëveprojnë në mes vete në mënyrë të dobishme quhet</a:t>
            </a:r>
            <a:endParaRPr lang="it-IT" sz="32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Simbiozë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Parazitizëm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Grabitshmëri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/>
              <a:t>Komensalizëm</a:t>
            </a:r>
            <a:endParaRPr lang="en-IN" dirty="0"/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500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5443685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200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5041449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500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BBF48-D59D-4C2C-914F-90375B5C6491}"/>
              </a:ext>
            </a:extLst>
          </p:cNvPr>
          <p:cNvSpPr txBox="1"/>
          <p:nvPr/>
        </p:nvSpPr>
        <p:spPr>
          <a:xfrm>
            <a:off x="863600" y="6325237"/>
            <a:ext cx="239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</a:rPr>
              <a:t>Qfaq të gjitha përgjigjet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8" name="Arrow: Chevron 27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7CC2D2A0-0A19-4139-B9F1-0204A786C98C}"/>
              </a:ext>
            </a:extLst>
          </p:cNvPr>
          <p:cNvSpPr/>
          <p:nvPr/>
        </p:nvSpPr>
        <p:spPr>
          <a:xfrm>
            <a:off x="3434761" y="6326670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</a:rPr>
              <a:t>FUND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4FAEB3B-6C94-4F45-8C50-0D6CE29C9348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540B1A8-2F11-421D-9FB7-C38F28B887FA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pic>
        <p:nvPicPr>
          <p:cNvPr id="2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A7EAF5E5-440C-4A9A-B252-C26EAE5AF76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9DD249C-18EE-4185-B9A5-02DA7BD61EDB}"/>
              </a:ext>
            </a:extLst>
          </p:cNvPr>
          <p:cNvSpPr/>
          <p:nvPr/>
        </p:nvSpPr>
        <p:spPr>
          <a:xfrm>
            <a:off x="449283" y="3644539"/>
            <a:ext cx="7578435" cy="457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C1E3584-1A57-43E4-A513-FCDEA14B4827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100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E4EE8AE2-CAE8-5EBA-22C4-9FDA604EA29F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14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2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28" grpId="0" animBg="1"/>
      <p:bldP spid="28" grpId="1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365830" y="1172673"/>
            <a:ext cx="58237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3. Kur llojet b</a:t>
            </a:r>
            <a:r>
              <a:rPr lang="sq-AL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ëjnë jetën pranë njëri tjetrit por nuk bëjnë konkurencë në mes vete bëhet fjalë për:</a:t>
            </a:r>
            <a:endParaRPr lang="it-IT" sz="2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Nishën ekologjike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bashkëveprimin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grabitshmërinë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373917" y="521692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simbiozën</a:t>
            </a:r>
            <a:endParaRPr lang="en-IN" dirty="0"/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3917" y="6286500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5038436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500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4705927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1,000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BBF48-D59D-4C2C-914F-90375B5C6491}"/>
              </a:ext>
            </a:extLst>
          </p:cNvPr>
          <p:cNvSpPr txBox="1"/>
          <p:nvPr/>
        </p:nvSpPr>
        <p:spPr>
          <a:xfrm>
            <a:off x="858827" y="6325237"/>
            <a:ext cx="239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</a:rPr>
              <a:t>Qfaq të gjitha përgjigjet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2" name="Arrow: Chevron 21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C6B632EA-BE3E-4229-A892-515B65CC0C6C}"/>
              </a:ext>
            </a:extLst>
          </p:cNvPr>
          <p:cNvSpPr/>
          <p:nvPr/>
        </p:nvSpPr>
        <p:spPr>
          <a:xfrm>
            <a:off x="3429988" y="6286498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</a:rPr>
              <a:t>FUND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34BFC8-FFB7-41FB-9CEB-C5F9E6F1A320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2DD553-5F0B-4A75-9B3C-8314CE2C0330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pic>
        <p:nvPicPr>
          <p:cNvPr id="25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52F98C75-5B1B-4331-B5BB-890C1222660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FEA433C-BBD9-4CA3-BD0A-FF939D14ABB4}"/>
              </a:ext>
            </a:extLst>
          </p:cNvPr>
          <p:cNvSpPr/>
          <p:nvPr/>
        </p:nvSpPr>
        <p:spPr>
          <a:xfrm>
            <a:off x="449283" y="3644539"/>
            <a:ext cx="7578435" cy="457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D22633-1E08-4C52-9B01-DCB210E542DA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200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C124AC6-A292-4B8E-B916-87B6A8773EFA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100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00DEA287-987A-CCDE-79AC-62D4C3EFF4C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52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2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61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 showWhenStopped="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22" grpId="0" animBg="1"/>
      <p:bldP spid="22" grpId="1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365830" y="1172673"/>
            <a:ext cx="58237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sq-AL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Si quhen ndryshe sjelljet e lindura të thjeshta të shtazëve?</a:t>
            </a:r>
            <a:endParaRPr lang="it-IT" sz="32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reflekse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shoqërorizime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instikte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373917" y="521692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arsyeshme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3917" y="6286500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4695533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4363024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rgbClr val="163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BBF48-D59D-4C2C-914F-90375B5C6491}"/>
              </a:ext>
            </a:extLst>
          </p:cNvPr>
          <p:cNvSpPr txBox="1"/>
          <p:nvPr/>
        </p:nvSpPr>
        <p:spPr>
          <a:xfrm>
            <a:off x="858827" y="6325237"/>
            <a:ext cx="1967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 all Answers</a:t>
            </a:r>
          </a:p>
        </p:txBody>
      </p:sp>
      <p:sp>
        <p:nvSpPr>
          <p:cNvPr id="22" name="Arrow: Chevron 21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C6B632EA-BE3E-4229-A892-515B65CC0C6C}"/>
              </a:ext>
            </a:extLst>
          </p:cNvPr>
          <p:cNvSpPr/>
          <p:nvPr/>
        </p:nvSpPr>
        <p:spPr>
          <a:xfrm>
            <a:off x="2769734" y="6304454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34BFC8-FFB7-41FB-9CEB-C5F9E6F1A320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2DD553-5F0B-4A75-9B3C-8314CE2C0330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pic>
        <p:nvPicPr>
          <p:cNvPr id="25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7191C579-F108-4B58-9D61-FEB4288BE8F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6353EAE-1CEF-4AA2-B2E8-8C283C2F584B}"/>
              </a:ext>
            </a:extLst>
          </p:cNvPr>
          <p:cNvSpPr/>
          <p:nvPr/>
        </p:nvSpPr>
        <p:spPr>
          <a:xfrm>
            <a:off x="449283" y="3644539"/>
            <a:ext cx="7578435" cy="457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958603-21D6-46B1-A730-E3A6B1D75FAD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28EAEA5-96F6-4A66-82A1-C6225CFF86EB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B37E7C6-C46B-40CD-8DB8-E8BF56A06A26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F0209481-4A0B-D29C-558A-E543807B7886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3197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2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 showWhenStopped="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22" grpId="0" animBg="1"/>
      <p:bldP spid="22" grpId="1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365830" y="1172673"/>
            <a:ext cx="5823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sq-AL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Aktivitetet e njeriut siq janë noti, vozitja, loja në piano etj. bëjnë pjesë në:</a:t>
            </a:r>
            <a:endParaRPr lang="it-IT" sz="32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Punë të automatizuar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reflekse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instikte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Punë të thjeshta</a:t>
            </a:r>
            <a:endParaRPr lang="en-IN" dirty="0"/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499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F053BF-5D4C-4E61-8992-461747DF5473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79BC08-C974-4B36-A600-53A23E2D97C4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43718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2,000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836245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3951782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5,000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3F200-206C-4837-99F2-812A20905382}"/>
              </a:ext>
            </a:extLst>
          </p:cNvPr>
          <p:cNvSpPr txBox="1"/>
          <p:nvPr/>
        </p:nvSpPr>
        <p:spPr>
          <a:xfrm>
            <a:off x="863600" y="6325237"/>
            <a:ext cx="1576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</a:rPr>
              <a:t>Qfaq përgjigjet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Arrow: Chevron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D49EDA8-F21A-447E-BF39-EC9691EB54A9}"/>
              </a:ext>
            </a:extLst>
          </p:cNvPr>
          <p:cNvSpPr/>
          <p:nvPr/>
        </p:nvSpPr>
        <p:spPr>
          <a:xfrm>
            <a:off x="3627735" y="6385001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</a:rPr>
              <a:t>Fund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E727CFA0-C606-4825-8336-682C909120C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08C0429-06C1-4FE3-A3EA-91CB47760928}"/>
              </a:ext>
            </a:extLst>
          </p:cNvPr>
          <p:cNvSpPr/>
          <p:nvPr/>
        </p:nvSpPr>
        <p:spPr>
          <a:xfrm>
            <a:off x="449283" y="3644539"/>
            <a:ext cx="7578435" cy="457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5E3B7C9-03EC-40D1-9E3A-BEEB48C2517D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200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657C5E1-586B-4B63-AF09-96D50D6AB99A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500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2ECFC77-4181-4F78-A312-5570C70104AA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1,000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F192144-E7C5-4B3B-A806-76B81D786099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100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3B0DD7E4-952A-87E1-EC29-90100475A7D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222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4" grpId="0" animBg="1"/>
      <p:bldP spid="4" grpId="1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365830" y="1172673"/>
            <a:ext cx="5823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sq-AL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Sjelljet e kafshëve të cilat jetojnë në bashkësi quhen sjellje ........</a:t>
            </a:r>
            <a:endParaRPr lang="it-IT" sz="32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bashkëvepruese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konkuruese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parazite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499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F053BF-5D4C-4E61-8992-461747DF5473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79BC08-C974-4B36-A600-53A23E2D97C4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394974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360985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    $  </a:t>
            </a:r>
            <a:r>
              <a:rPr lang="en-IN" dirty="0">
                <a:solidFill>
                  <a:srgbClr val="163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3F200-206C-4837-99F2-812A20905382}"/>
              </a:ext>
            </a:extLst>
          </p:cNvPr>
          <p:cNvSpPr txBox="1"/>
          <p:nvPr/>
        </p:nvSpPr>
        <p:spPr>
          <a:xfrm>
            <a:off x="863600" y="6325237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Qfaq përgjigjet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Chevron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D49EDA8-F21A-447E-BF39-EC9691EB54A9}"/>
              </a:ext>
            </a:extLst>
          </p:cNvPr>
          <p:cNvSpPr/>
          <p:nvPr/>
        </p:nvSpPr>
        <p:spPr>
          <a:xfrm>
            <a:off x="3437581" y="6411191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9D2E8D8F-78C4-4C8C-9417-F1BB5797D60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D9C050E-C695-4277-964D-CE67BA1571B2}"/>
              </a:ext>
            </a:extLst>
          </p:cNvPr>
          <p:cNvSpPr/>
          <p:nvPr/>
        </p:nvSpPr>
        <p:spPr>
          <a:xfrm>
            <a:off x="449283" y="3644539"/>
            <a:ext cx="7578435" cy="457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493C357-EA88-4465-A8C9-4D474E691F33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DCB8285-FEB2-4DD1-83AF-08565C0BEF43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9128E1B-9950-4BC3-87BA-4A231303FA08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23303FC-176E-40C9-A293-AC3564A188CB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C5A7D5-448F-4A8D-AF2D-98670BF908CF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B78EAB50-9658-42B3-FF1F-8D3843DE955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744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4" grpId="0" animBg="1"/>
      <p:bldP spid="4" grpId="1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365830" y="1172673"/>
            <a:ext cx="58237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sq-AL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Ujqit komunikojnë në mes veti përmes:</a:t>
            </a:r>
            <a:endParaRPr lang="it-IT" sz="2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ulurimës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këngës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klithjes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373917" y="521692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dritës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3917" y="6286500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3620139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3284192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    $  </a:t>
            </a:r>
            <a:r>
              <a:rPr lang="en-IN" dirty="0">
                <a:solidFill>
                  <a:srgbClr val="163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BBF48-D59D-4C2C-914F-90375B5C6491}"/>
              </a:ext>
            </a:extLst>
          </p:cNvPr>
          <p:cNvSpPr txBox="1"/>
          <p:nvPr/>
        </p:nvSpPr>
        <p:spPr>
          <a:xfrm>
            <a:off x="858827" y="6325237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Qfaq përgjigjet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Chevron 21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C6B632EA-BE3E-4229-A892-515B65CC0C6C}"/>
              </a:ext>
            </a:extLst>
          </p:cNvPr>
          <p:cNvSpPr/>
          <p:nvPr/>
        </p:nvSpPr>
        <p:spPr>
          <a:xfrm>
            <a:off x="3622308" y="6335227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34BFC8-FFB7-41FB-9CEB-C5F9E6F1A320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2DD553-5F0B-4A75-9B3C-8314CE2C0330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pic>
        <p:nvPicPr>
          <p:cNvPr id="25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E011C3BF-21A9-448B-A9E4-23F31E8BAB0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2789106-F160-4D76-93D4-B45D76EEC265}"/>
              </a:ext>
            </a:extLst>
          </p:cNvPr>
          <p:cNvSpPr/>
          <p:nvPr/>
        </p:nvSpPr>
        <p:spPr>
          <a:xfrm>
            <a:off x="449283" y="3644539"/>
            <a:ext cx="7578435" cy="457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A2A69C-AB58-46EB-B61C-D2109AD411B4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105ECE1-5B37-4795-AAD9-7D04B6134E69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6D9FC2-FE2A-4ED0-881D-ED87C5A29F2F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CAB967D-3DA0-4AA5-9618-552D2E1AA0AD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021D441-4F22-46BA-97BA-63BFE4F1210E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7617003-D243-4082-89ED-7B33CE9CF5B9}"/>
              </a:ext>
            </a:extLst>
          </p:cNvPr>
          <p:cNvSpPr/>
          <p:nvPr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    $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4C1C762F-5B06-1CA5-ABDB-A919989A5C5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227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 showWhenStopped="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22" grpId="0" animBg="1"/>
      <p:bldP spid="22" grpId="1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365830" y="1172673"/>
            <a:ext cx="5823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Franklin Gothic Medium Cond" panose="020B0606030402020204" pitchFamily="34" charset="0"/>
              </a:rPr>
              <a:t>8.</a:t>
            </a:r>
            <a:r>
              <a:rPr lang="sq-AL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Franklin Gothic Medium Cond" panose="020B0606030402020204" pitchFamily="34" charset="0"/>
              </a:rPr>
              <a:t> Cilën sjellje e përcakton struktura trupore e macës?</a:t>
            </a:r>
            <a:endParaRPr lang="it-IT" sz="3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Franklin Gothic Medium Cond" panose="020B06060304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Aftësinë për gjueti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Aftësinë për të ikur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Aftësinë për të bashkëvepruar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viktimën</a:t>
            </a:r>
            <a:endParaRPr lang="en-IN" dirty="0"/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499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F053BF-5D4C-4E61-8992-461747DF5473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79BC08-C974-4B36-A600-53A23E2D97C4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3269941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25,000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2951823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</a:rPr>
              <a:t>50,000     $  </a:t>
            </a:r>
            <a:r>
              <a:rPr lang="en-IN" dirty="0">
                <a:solidFill>
                  <a:srgbClr val="163A7A"/>
                </a:solidFill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3F200-206C-4837-99F2-812A20905382}"/>
              </a:ext>
            </a:extLst>
          </p:cNvPr>
          <p:cNvSpPr txBox="1"/>
          <p:nvPr/>
        </p:nvSpPr>
        <p:spPr>
          <a:xfrm>
            <a:off x="863600" y="6325237"/>
            <a:ext cx="1622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</a:rPr>
              <a:t>Qfaq përgjigjen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Arrow: Chevron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D49EDA8-F21A-447E-BF39-EC9691EB54A9}"/>
              </a:ext>
            </a:extLst>
          </p:cNvPr>
          <p:cNvSpPr/>
          <p:nvPr/>
        </p:nvSpPr>
        <p:spPr>
          <a:xfrm>
            <a:off x="2774507" y="6304454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</a:rPr>
              <a:t>Fund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2F6F49E7-300E-4EEA-AE4E-F6BC178DB0F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6A09A54-EB1B-4931-B3A0-A29A3FE4F576}"/>
              </a:ext>
            </a:extLst>
          </p:cNvPr>
          <p:cNvSpPr/>
          <p:nvPr/>
        </p:nvSpPr>
        <p:spPr>
          <a:xfrm>
            <a:off x="449283" y="3644539"/>
            <a:ext cx="7578435" cy="457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B354A4-CAA1-47E1-9AAE-7D760991C25C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200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C7A601-4E2C-471F-A1D9-F7DE79C0D08E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500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136121C-6DA5-402F-8D0A-7866DBBC9A90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1,000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EDAD2E3-D109-4065-AD3D-53D2AA313EBB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100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67206D8-994D-4CFD-A4AE-EB33511E86C0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2,000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689546-0E73-4D63-990C-CFF86C047139}"/>
              </a:ext>
            </a:extLst>
          </p:cNvPr>
          <p:cNvSpPr/>
          <p:nvPr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5,000     $</a:t>
            </a:r>
            <a:r>
              <a:rPr lang="en-IN" dirty="0">
                <a:solidFill>
                  <a:schemeClr val="bg1"/>
                </a:solidFill>
              </a:rPr>
              <a:t>  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AA40CA9-A909-408C-A104-4BF521B17A55}"/>
              </a:ext>
            </a:extLst>
          </p:cNvPr>
          <p:cNvSpPr/>
          <p:nvPr/>
        </p:nvSpPr>
        <p:spPr>
          <a:xfrm>
            <a:off x="8999676" y="36187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10,000     $  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940A564F-8924-C923-092F-51308A74256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26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3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4" grpId="0" animBg="1"/>
      <p:bldP spid="4" grpId="1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794325" y="1172673"/>
            <a:ext cx="68834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9. Cila fjal</a:t>
            </a:r>
            <a:r>
              <a:rPr lang="sq-AL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ë mungon në përshkrimin «Sjelljet ciklike janë __________ të cilat vazhdimisht përsëriten brez pas brezi».</a:t>
            </a:r>
            <a:endParaRPr lang="it-IT" sz="2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Sjellje të lindura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Sjellje të fituara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Sjellje të arsyeshme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Sjellje të automatizuara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499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F053BF-5D4C-4E61-8992-461747DF5473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79BC08-C974-4B36-A600-53A23E2D97C4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2954255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2538166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100,000     $  </a:t>
            </a:r>
            <a:r>
              <a:rPr lang="en-IN" dirty="0">
                <a:solidFill>
                  <a:srgbClr val="163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3F200-206C-4837-99F2-812A20905382}"/>
              </a:ext>
            </a:extLst>
          </p:cNvPr>
          <p:cNvSpPr txBox="1"/>
          <p:nvPr/>
        </p:nvSpPr>
        <p:spPr>
          <a:xfrm>
            <a:off x="863600" y="6325237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Qfaq përgjigjet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Chevron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D49EDA8-F21A-447E-BF39-EC9691EB54A9}"/>
              </a:ext>
            </a:extLst>
          </p:cNvPr>
          <p:cNvSpPr/>
          <p:nvPr/>
        </p:nvSpPr>
        <p:spPr>
          <a:xfrm>
            <a:off x="2774507" y="6304454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8B8469E1-A975-4316-B001-1C7C7EE1061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4DD0EC-41FB-49D8-8256-748EAB948465}"/>
              </a:ext>
            </a:extLst>
          </p:cNvPr>
          <p:cNvSpPr/>
          <p:nvPr/>
        </p:nvSpPr>
        <p:spPr>
          <a:xfrm>
            <a:off x="449283" y="3644539"/>
            <a:ext cx="7578435" cy="457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25F93A0-3651-4A4C-9915-19DEBA793FA1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0EEB4E2-E4F6-48B9-9C83-F0EF11FB204B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AE61D9F-80F3-4683-AB06-0DF4290648C2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03B3DFE-04AE-42E2-8CEF-3E5CB48B5277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88F0974-3701-40BE-8243-D8AA28753597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FA934B5-C244-418E-8305-A00505F01449}"/>
              </a:ext>
            </a:extLst>
          </p:cNvPr>
          <p:cNvSpPr/>
          <p:nvPr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    $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4EBA79-4FF7-4DBB-9A80-35BF80F3D3DA}"/>
              </a:ext>
            </a:extLst>
          </p:cNvPr>
          <p:cNvSpPr/>
          <p:nvPr/>
        </p:nvSpPr>
        <p:spPr>
          <a:xfrm>
            <a:off x="8999676" y="36187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629793-C1E5-435C-A604-F36BD8059315}"/>
              </a:ext>
            </a:extLst>
          </p:cNvPr>
          <p:cNvSpPr/>
          <p:nvPr/>
        </p:nvSpPr>
        <p:spPr>
          <a:xfrm>
            <a:off x="9001925" y="3280723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D4B05158-F76E-36DB-F4F5-BAD4AA9F2A5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1550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9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1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7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9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4" grpId="0" animBg="1"/>
      <p:bldP spid="4" grpId="1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024759" y="1172673"/>
            <a:ext cx="61648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sq-AL" sz="32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«Ndryshon varësisht nga stinët dhe gjërsia gjeografike» vlen për:</a:t>
            </a:r>
            <a:endParaRPr lang="it-IT" sz="32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fotoperiodizmin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diapauzën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Ritmet biologjike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metabolizmin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499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F053BF-5D4C-4E61-8992-461747DF5473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79BC08-C974-4B36-A600-53A23E2D97C4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25430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218829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250,000     $  </a:t>
            </a:r>
            <a:r>
              <a:rPr lang="en-IN" dirty="0">
                <a:solidFill>
                  <a:srgbClr val="163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3F200-206C-4837-99F2-812A20905382}"/>
              </a:ext>
            </a:extLst>
          </p:cNvPr>
          <p:cNvSpPr txBox="1"/>
          <p:nvPr/>
        </p:nvSpPr>
        <p:spPr>
          <a:xfrm>
            <a:off x="863600" y="6325237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Qfaq përgjigjet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Chevron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D49EDA8-F21A-447E-BF39-EC9691EB54A9}"/>
              </a:ext>
            </a:extLst>
          </p:cNvPr>
          <p:cNvSpPr/>
          <p:nvPr/>
        </p:nvSpPr>
        <p:spPr>
          <a:xfrm>
            <a:off x="2774507" y="6304454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77BB4872-3B64-4943-A48A-E469540A1C7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DB02B6F-8F3A-464A-8587-F17C67EADD58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3DF4E63-59C0-457A-8838-D9321CDDAE0C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C4AEB12-B71A-4FBA-BA54-FF95690E5763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A1F5D12-89BA-4867-B11D-98FB10890ACF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5162E2-51B4-4B9C-82E9-7383CA809EF6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043F948-EDAE-453B-A6A6-CE95C1AB6683}"/>
              </a:ext>
            </a:extLst>
          </p:cNvPr>
          <p:cNvSpPr/>
          <p:nvPr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    $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ECD0EB9-7C79-46BF-A9BE-544C70441FFF}"/>
              </a:ext>
            </a:extLst>
          </p:cNvPr>
          <p:cNvSpPr/>
          <p:nvPr/>
        </p:nvSpPr>
        <p:spPr>
          <a:xfrm>
            <a:off x="8999676" y="36187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894FA7B-4B39-47A9-A58D-2B2C6C9EE8A1}"/>
              </a:ext>
            </a:extLst>
          </p:cNvPr>
          <p:cNvSpPr/>
          <p:nvPr/>
        </p:nvSpPr>
        <p:spPr>
          <a:xfrm>
            <a:off x="9001925" y="3280723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31123F5-4DC0-4542-87F3-50444FBF2C76}"/>
              </a:ext>
            </a:extLst>
          </p:cNvPr>
          <p:cNvSpPr/>
          <p:nvPr/>
        </p:nvSpPr>
        <p:spPr>
          <a:xfrm>
            <a:off x="9003003" y="2945226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048D6E61-1A9A-BB0C-3A2C-78387119AEE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628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8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0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4" grpId="0" animBg="1"/>
      <p:bldP spid="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365830" y="1172673"/>
            <a:ext cx="5823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sq-AL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Cila shprehje mungon: «_________________ janë sisteme të organizuara në hapësirë dhe në kohë»</a:t>
            </a:r>
            <a:r>
              <a:rPr lang="it-IT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Biocenozat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Biotopet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Biodiversiteti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499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F053BF-5D4C-4E61-8992-461747DF5473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79BC08-C974-4B36-A600-53A23E2D97C4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2206374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1851662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500,000     $  </a:t>
            </a:r>
            <a:r>
              <a:rPr lang="en-IN" dirty="0">
                <a:solidFill>
                  <a:srgbClr val="163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3F200-206C-4837-99F2-812A20905382}"/>
              </a:ext>
            </a:extLst>
          </p:cNvPr>
          <p:cNvSpPr txBox="1"/>
          <p:nvPr/>
        </p:nvSpPr>
        <p:spPr>
          <a:xfrm>
            <a:off x="863600" y="6325237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Qfaq përgjigjet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Chevron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D49EDA8-F21A-447E-BF39-EC9691EB54A9}"/>
              </a:ext>
            </a:extLst>
          </p:cNvPr>
          <p:cNvSpPr/>
          <p:nvPr/>
        </p:nvSpPr>
        <p:spPr>
          <a:xfrm>
            <a:off x="2774507" y="6304454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CC3472E2-4E95-47A0-889A-3B75810EF06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8EAD5A-B944-483E-875C-D621A0F329EB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BE2C32-8B25-41BB-BA4A-5BBDB54F0C18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BE6D466-ABA2-4B17-B8F9-CD23A208A367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B9586A0-0C3D-49F1-8FC5-86C973C2DE59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D2876F-CF98-464E-987E-96949119D05F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C652E80-08AD-4263-90D2-D736A233CB67}"/>
              </a:ext>
            </a:extLst>
          </p:cNvPr>
          <p:cNvSpPr/>
          <p:nvPr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    $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0E0D2CC-38F4-4903-BE73-8ABACBE32023}"/>
              </a:ext>
            </a:extLst>
          </p:cNvPr>
          <p:cNvSpPr/>
          <p:nvPr/>
        </p:nvSpPr>
        <p:spPr>
          <a:xfrm>
            <a:off x="8999676" y="36187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BDC4E8-2B5F-44FD-B6E4-EE8687185639}"/>
              </a:ext>
            </a:extLst>
          </p:cNvPr>
          <p:cNvSpPr/>
          <p:nvPr/>
        </p:nvSpPr>
        <p:spPr>
          <a:xfrm>
            <a:off x="9001925" y="3280723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593E1C2-6568-474B-AFD4-20703B9C0361}"/>
              </a:ext>
            </a:extLst>
          </p:cNvPr>
          <p:cNvSpPr/>
          <p:nvPr/>
        </p:nvSpPr>
        <p:spPr>
          <a:xfrm>
            <a:off x="9003003" y="2532652"/>
            <a:ext cx="2779909" cy="33989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8D1AC0A-C032-4A5D-AE87-2F6DA217BB65}"/>
              </a:ext>
            </a:extLst>
          </p:cNvPr>
          <p:cNvSpPr/>
          <p:nvPr/>
        </p:nvSpPr>
        <p:spPr>
          <a:xfrm>
            <a:off x="9003003" y="2945226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C73185A9-B96C-4D74-5F82-6856A607832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524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8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0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4" grpId="0" animBg="1"/>
      <p:bldP spid="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756747" y="1172673"/>
            <a:ext cx="71575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sq-AL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Cilat nga bimët e poshtëshënuara dominojnë në katin e dytë të pyllit të dushkut</a:t>
            </a:r>
            <a:endParaRPr lang="it-IT" sz="2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Bimët shkurrore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Bimët barishtore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Myshqet dhe likenet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Bimët drunore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500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9003838" y="18548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8999566" y="1424684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600,000     $  </a:t>
            </a:r>
            <a:r>
              <a:rPr lang="en-IN" dirty="0">
                <a:solidFill>
                  <a:srgbClr val="163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BBF48-D59D-4C2C-914F-90375B5C6491}"/>
              </a:ext>
            </a:extLst>
          </p:cNvPr>
          <p:cNvSpPr txBox="1"/>
          <p:nvPr/>
        </p:nvSpPr>
        <p:spPr>
          <a:xfrm>
            <a:off x="863600" y="6325237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Qfaq përgjigjet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Arrow: Chevron 27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7CC2D2A0-0A19-4139-B9F1-0204A786C98C}"/>
              </a:ext>
            </a:extLst>
          </p:cNvPr>
          <p:cNvSpPr/>
          <p:nvPr/>
        </p:nvSpPr>
        <p:spPr>
          <a:xfrm>
            <a:off x="2774507" y="6304454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4FAEB3B-6C94-4F45-8C50-0D6CE29C9348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540B1A8-2F11-421D-9FB7-C38F28B887FA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pic>
        <p:nvPicPr>
          <p:cNvPr id="2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E2CC73BE-DADB-4EA6-94C1-AFAF08530F7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5162CA-8185-4CFA-9E5B-6A5147589145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62E16B-322D-41D8-8253-DDF475067369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BFA61CB-EDCA-43D1-8BDE-38FB51DD7773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51A646E-9C34-4AEF-A38B-19157CC23EC5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AFB4E19-1580-4A9C-82BA-E4A3EB31F842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A83B4D-ED68-4AA7-B4CB-39A93B7C4CC7}"/>
              </a:ext>
            </a:extLst>
          </p:cNvPr>
          <p:cNvSpPr/>
          <p:nvPr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    $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C8F755C-AAAA-414C-A8C1-A2882217FE8F}"/>
              </a:ext>
            </a:extLst>
          </p:cNvPr>
          <p:cNvSpPr/>
          <p:nvPr/>
        </p:nvSpPr>
        <p:spPr>
          <a:xfrm>
            <a:off x="8999676" y="36187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FFB657D-CEC8-4B7D-9821-8360964F66E0}"/>
              </a:ext>
            </a:extLst>
          </p:cNvPr>
          <p:cNvSpPr/>
          <p:nvPr/>
        </p:nvSpPr>
        <p:spPr>
          <a:xfrm>
            <a:off x="9001925" y="3280723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31A582E-1275-4CCF-9A5D-67362C6D8A74}"/>
              </a:ext>
            </a:extLst>
          </p:cNvPr>
          <p:cNvSpPr/>
          <p:nvPr/>
        </p:nvSpPr>
        <p:spPr>
          <a:xfrm>
            <a:off x="9003003" y="2532652"/>
            <a:ext cx="2779909" cy="33989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D391F23-30FB-4296-B24B-32090488DF24}"/>
              </a:ext>
            </a:extLst>
          </p:cNvPr>
          <p:cNvSpPr/>
          <p:nvPr/>
        </p:nvSpPr>
        <p:spPr>
          <a:xfrm>
            <a:off x="9003003" y="2945226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334B3D3-4B8A-4825-A0CA-71D2217502E4}"/>
              </a:ext>
            </a:extLst>
          </p:cNvPr>
          <p:cNvSpPr/>
          <p:nvPr/>
        </p:nvSpPr>
        <p:spPr>
          <a:xfrm>
            <a:off x="9003003" y="2192762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4CA9849B-EEC6-EA98-4090-772BDABC45A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716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8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0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28" grpId="0" animBg="1"/>
      <p:bldP spid="2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863600" y="1172673"/>
            <a:ext cx="68930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lang="sq-AL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Cila shprehje mungon «___________ nënkupton ndryshimet që ndodhin gjatë një ose më shumë vjetëve»</a:t>
            </a:r>
            <a:endParaRPr lang="it-IT" sz="28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Organizimi kohor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Organizimi hapësinor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Organizimi bashkëveprues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Organizimi tokësor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499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F053BF-5D4C-4E61-8992-461747DF5473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79BC08-C974-4B36-A600-53A23E2D97C4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142315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9003839" y="1083268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750,000     $  </a:t>
            </a:r>
            <a:r>
              <a:rPr lang="en-IN" dirty="0">
                <a:solidFill>
                  <a:srgbClr val="163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C3F200-206C-4837-99F2-812A20905382}"/>
              </a:ext>
            </a:extLst>
          </p:cNvPr>
          <p:cNvSpPr txBox="1"/>
          <p:nvPr/>
        </p:nvSpPr>
        <p:spPr>
          <a:xfrm>
            <a:off x="863600" y="6325237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Qfaq përgjigjet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Chevron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D49EDA8-F21A-447E-BF39-EC9691EB54A9}"/>
              </a:ext>
            </a:extLst>
          </p:cNvPr>
          <p:cNvSpPr/>
          <p:nvPr/>
        </p:nvSpPr>
        <p:spPr>
          <a:xfrm>
            <a:off x="2774507" y="6304454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00EF5D3F-4FFE-4051-8EE4-D215E952006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549F6F6-F3F1-4879-B350-988C72173C4F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9C6415-323E-42AC-AB12-4C0A8B24411D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CC921B-10CA-4E0F-ADDA-433F76718CC8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A481BD-BA27-4AF6-982D-EC5A493EE425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171DE8-C1F8-45C7-B9E6-006C21445C18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5946171-7B73-4837-9632-95C9DB58496C}"/>
              </a:ext>
            </a:extLst>
          </p:cNvPr>
          <p:cNvSpPr/>
          <p:nvPr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    $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38EF3C1-D74A-4E03-B00A-24D1553B6811}"/>
              </a:ext>
            </a:extLst>
          </p:cNvPr>
          <p:cNvSpPr/>
          <p:nvPr/>
        </p:nvSpPr>
        <p:spPr>
          <a:xfrm>
            <a:off x="8999676" y="36187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C00915D-2D97-45F6-AF18-A6513B0D4402}"/>
              </a:ext>
            </a:extLst>
          </p:cNvPr>
          <p:cNvSpPr/>
          <p:nvPr/>
        </p:nvSpPr>
        <p:spPr>
          <a:xfrm>
            <a:off x="9001925" y="3280723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390B0EA-809F-4528-9FCC-063845DCE50D}"/>
              </a:ext>
            </a:extLst>
          </p:cNvPr>
          <p:cNvSpPr/>
          <p:nvPr/>
        </p:nvSpPr>
        <p:spPr>
          <a:xfrm>
            <a:off x="9003003" y="2532652"/>
            <a:ext cx="2779909" cy="33989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5C83142-4F18-4DD5-8B9C-A56859F42A5D}"/>
              </a:ext>
            </a:extLst>
          </p:cNvPr>
          <p:cNvSpPr/>
          <p:nvPr/>
        </p:nvSpPr>
        <p:spPr>
          <a:xfrm>
            <a:off x="9001814" y="1854697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F9239BD-DE85-47FD-9C09-D1866C3F7772}"/>
              </a:ext>
            </a:extLst>
          </p:cNvPr>
          <p:cNvSpPr/>
          <p:nvPr/>
        </p:nvSpPr>
        <p:spPr>
          <a:xfrm>
            <a:off x="9003003" y="2945226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70B07B5-A430-413E-84A1-831F0BA17EEF}"/>
              </a:ext>
            </a:extLst>
          </p:cNvPr>
          <p:cNvSpPr/>
          <p:nvPr/>
        </p:nvSpPr>
        <p:spPr>
          <a:xfrm>
            <a:off x="9003003" y="2192762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4705D113-98DC-F50C-0BE0-0BC08B90BFF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8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300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0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showWhenStopped="0">
                <p:cTn id="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4" grpId="0" animBg="1"/>
      <p:bldP spid="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365830" y="1172673"/>
            <a:ext cx="582377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14. </a:t>
            </a:r>
            <a:r>
              <a:rPr lang="sq-AL" sz="2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Për kë bëhet fjalë në përshkrimin «paraqitet në ato vende ku më parë nuk ka egzistuar bota e gjallë»</a:t>
            </a:r>
            <a:endParaRPr lang="it-IT" sz="2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Suksesionin parësor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Suksesionin dytësor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Suksesionin tretësor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373917" y="521692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Suksesionin dimëror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3917" y="6286500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9009398" y="108586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1" name="Rectangle: Rounded Corners 2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1D0ECAB-1A49-4604-8FA5-41032DBEDD9F}"/>
              </a:ext>
            </a:extLst>
          </p:cNvPr>
          <p:cNvSpPr/>
          <p:nvPr/>
        </p:nvSpPr>
        <p:spPr>
          <a:xfrm>
            <a:off x="9009398" y="743527"/>
            <a:ext cx="2779909" cy="339890"/>
          </a:xfrm>
          <a:prstGeom prst="roundRect">
            <a:avLst/>
          </a:prstGeom>
          <a:solidFill>
            <a:srgbClr val="000000">
              <a:alpha val="36863"/>
            </a:srgbClr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1,000,000     $  </a:t>
            </a:r>
            <a:r>
              <a:rPr lang="en-IN" dirty="0">
                <a:solidFill>
                  <a:srgbClr val="163A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DBBF48-D59D-4C2C-914F-90375B5C6491}"/>
              </a:ext>
            </a:extLst>
          </p:cNvPr>
          <p:cNvSpPr txBox="1"/>
          <p:nvPr/>
        </p:nvSpPr>
        <p:spPr>
          <a:xfrm>
            <a:off x="858827" y="6325237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Qfaq përgjigjet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Chevron 21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C6B632EA-BE3E-4229-A892-515B65CC0C6C}"/>
              </a:ext>
            </a:extLst>
          </p:cNvPr>
          <p:cNvSpPr/>
          <p:nvPr/>
        </p:nvSpPr>
        <p:spPr>
          <a:xfrm>
            <a:off x="2769734" y="6304454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34BFC8-FFB7-41FB-9CEB-C5F9E6F1A320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2DD553-5F0B-4A75-9B3C-8314CE2C0330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pic>
        <p:nvPicPr>
          <p:cNvPr id="25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1B4E9B4D-673B-4271-AFA5-B3D7B314327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64729E-82CC-40BD-A92F-E8B6155BB9FD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B2747B-708C-4F99-8D73-3CD2B44E54DE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080CD12-B4FA-4738-ACEB-7C0280F50A86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773EFBF-130C-4F92-8073-EEE4EB2A0279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6C2A1A9-2511-4F0D-B360-366C62B38F9D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A35E64-DAA4-4A06-8B24-FB9D62D799A6}"/>
              </a:ext>
            </a:extLst>
          </p:cNvPr>
          <p:cNvSpPr/>
          <p:nvPr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    $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889EC04-333B-4F81-8CD1-97FEF8241EB1}"/>
              </a:ext>
            </a:extLst>
          </p:cNvPr>
          <p:cNvSpPr/>
          <p:nvPr/>
        </p:nvSpPr>
        <p:spPr>
          <a:xfrm>
            <a:off x="8999676" y="36187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3FE28B-C512-4F02-8FE3-E1F9614EC63F}"/>
              </a:ext>
            </a:extLst>
          </p:cNvPr>
          <p:cNvSpPr/>
          <p:nvPr/>
        </p:nvSpPr>
        <p:spPr>
          <a:xfrm>
            <a:off x="9001925" y="3280723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9777545-7578-4ADE-BC95-B1059EE99B28}"/>
              </a:ext>
            </a:extLst>
          </p:cNvPr>
          <p:cNvSpPr/>
          <p:nvPr/>
        </p:nvSpPr>
        <p:spPr>
          <a:xfrm>
            <a:off x="9003003" y="2532652"/>
            <a:ext cx="2779909" cy="33989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76BD762-D0B1-4C08-B35A-BD17F89FEEBB}"/>
              </a:ext>
            </a:extLst>
          </p:cNvPr>
          <p:cNvSpPr/>
          <p:nvPr/>
        </p:nvSpPr>
        <p:spPr>
          <a:xfrm>
            <a:off x="9001814" y="1854697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C4A33C7-F84C-4420-BDC7-37604AB3824E}"/>
              </a:ext>
            </a:extLst>
          </p:cNvPr>
          <p:cNvSpPr/>
          <p:nvPr/>
        </p:nvSpPr>
        <p:spPr>
          <a:xfrm>
            <a:off x="9003003" y="2945226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6CC95A5-77BA-4D4D-8E99-E99C77AAE5CE}"/>
              </a:ext>
            </a:extLst>
          </p:cNvPr>
          <p:cNvSpPr/>
          <p:nvPr/>
        </p:nvSpPr>
        <p:spPr>
          <a:xfrm>
            <a:off x="9006288" y="1424478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D531227-8ACA-44D2-958B-C061C868AB54}"/>
              </a:ext>
            </a:extLst>
          </p:cNvPr>
          <p:cNvSpPr/>
          <p:nvPr/>
        </p:nvSpPr>
        <p:spPr>
          <a:xfrm>
            <a:off x="9003003" y="2192762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CFF2B8CC-367D-823B-C0E2-17399662ACC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214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6" presetClass="emph" presetSubtype="0" repeatCount="indefinite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8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2" dur="300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90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 showWhenStopped="0">
                <p:cTn id="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21" grpId="0" animBg="1"/>
      <p:bldP spid="21" grpId="1" animBg="1"/>
      <p:bldP spid="22" grpId="0" animBg="1"/>
      <p:bldP spid="22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9">
            <a:extLst>
              <a:ext uri="{FF2B5EF4-FFF2-40B4-BE49-F238E27FC236}">
                <a16:creationId xmlns:a16="http://schemas.microsoft.com/office/drawing/2014/main" id="{5760350B-2B72-44E0-B8E8-33E71D8562B9}"/>
              </a:ext>
            </a:extLst>
          </p:cNvPr>
          <p:cNvSpPr txBox="1"/>
          <p:nvPr/>
        </p:nvSpPr>
        <p:spPr>
          <a:xfrm>
            <a:off x="1365830" y="1172673"/>
            <a:ext cx="607549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15. </a:t>
            </a:r>
            <a:r>
              <a:rPr lang="sq-AL" sz="2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Cila shprehje mungon:                         « __________ ndodh në vendet ku më parë ka egzistuar bota e gjallë»</a:t>
            </a:r>
            <a:endParaRPr lang="it-IT" sz="26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643686-79DD-4619-83B5-5F98D1ED5093}"/>
              </a:ext>
            </a:extLst>
          </p:cNvPr>
          <p:cNvSpPr/>
          <p:nvPr/>
        </p:nvSpPr>
        <p:spPr>
          <a:xfrm>
            <a:off x="378690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Suksesioni dytësor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B9C4-1F2A-4722-A35F-9276FB832AC3}"/>
              </a:ext>
            </a:extLst>
          </p:cNvPr>
          <p:cNvSpPr/>
          <p:nvPr/>
        </p:nvSpPr>
        <p:spPr>
          <a:xfrm>
            <a:off x="4382654" y="4001703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Suksesioni parësor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52F94F-56CA-4DD4-A706-01A3F8E9E137}"/>
              </a:ext>
            </a:extLst>
          </p:cNvPr>
          <p:cNvSpPr/>
          <p:nvPr/>
        </p:nvSpPr>
        <p:spPr>
          <a:xfrm>
            <a:off x="378690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Suksesioni tretësor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E29345-76E9-480F-A0E1-1D2E47045AB3}"/>
              </a:ext>
            </a:extLst>
          </p:cNvPr>
          <p:cNvSpPr/>
          <p:nvPr/>
        </p:nvSpPr>
        <p:spPr>
          <a:xfrm>
            <a:off x="4382654" y="5216284"/>
            <a:ext cx="3666836" cy="745788"/>
          </a:xfrm>
          <a:prstGeom prst="roundRect">
            <a:avLst/>
          </a:prstGeom>
          <a:gradFill flip="none" rotWithShape="1">
            <a:gsLst>
              <a:gs pos="0">
                <a:srgbClr val="070787">
                  <a:shade val="30000"/>
                  <a:satMod val="115000"/>
                </a:srgbClr>
              </a:gs>
              <a:gs pos="50000">
                <a:srgbClr val="070787">
                  <a:shade val="67500"/>
                  <a:satMod val="115000"/>
                </a:srgbClr>
              </a:gs>
              <a:gs pos="100000">
                <a:srgbClr val="070787">
                  <a:shade val="100000"/>
                  <a:satMod val="115000"/>
                </a:srgbClr>
              </a:gs>
            </a:gsLst>
            <a:lin ang="16200000" scaled="1"/>
            <a:tileRect/>
          </a:gradFill>
          <a:ln w="38100">
            <a:solidFill>
              <a:srgbClr val="F9E9B1"/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Suksesioni veror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Get Information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5B51664-B9A5-4877-872E-7F9939E43486}"/>
              </a:ext>
            </a:extLst>
          </p:cNvPr>
          <p:cNvSpPr/>
          <p:nvPr/>
        </p:nvSpPr>
        <p:spPr>
          <a:xfrm>
            <a:off x="378690" y="6286499"/>
            <a:ext cx="415636" cy="446809"/>
          </a:xfrm>
          <a:prstGeom prst="actionButtonInform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F053BF-5D4C-4E61-8992-461747DF5473}"/>
              </a:ext>
            </a:extLst>
          </p:cNvPr>
          <p:cNvSpPr/>
          <p:nvPr/>
        </p:nvSpPr>
        <p:spPr>
          <a:xfrm>
            <a:off x="471055" y="4100945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D5ECCB5-0770-4E0D-8B35-D30996F8EAC7}"/>
              </a:ext>
            </a:extLst>
          </p:cNvPr>
          <p:cNvSpPr/>
          <p:nvPr/>
        </p:nvSpPr>
        <p:spPr>
          <a:xfrm>
            <a:off x="4474383" y="4103617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779BC08-C974-4B36-A600-53A23E2D97C4}"/>
              </a:ext>
            </a:extLst>
          </p:cNvPr>
          <p:cNvSpPr/>
          <p:nvPr/>
        </p:nvSpPr>
        <p:spPr>
          <a:xfrm>
            <a:off x="471056" y="5336932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A7DB969-D7E3-4D1F-A371-43AC00940C0E}"/>
              </a:ext>
            </a:extLst>
          </p:cNvPr>
          <p:cNvSpPr/>
          <p:nvPr/>
        </p:nvSpPr>
        <p:spPr>
          <a:xfrm>
            <a:off x="4474384" y="5339604"/>
            <a:ext cx="369454" cy="508000"/>
          </a:xfrm>
          <a:prstGeom prst="roundRect">
            <a:avLst>
              <a:gd name="adj" fmla="val 26667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3" name="Rectangle: Rounded Corners 3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CD24A16-C14B-4A8C-950D-F72A90ED117E}"/>
              </a:ext>
            </a:extLst>
          </p:cNvPr>
          <p:cNvSpPr/>
          <p:nvPr/>
        </p:nvSpPr>
        <p:spPr>
          <a:xfrm>
            <a:off x="8999566" y="752883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Correct Answer #3 Sound Effect">
            <a:hlinkClick r:id="" action="ppaction://media"/>
            <a:extLst>
              <a:ext uri="{FF2B5EF4-FFF2-40B4-BE49-F238E27FC236}">
                <a16:creationId xmlns:a16="http://schemas.microsoft.com/office/drawing/2014/main" id="{715A23DB-FF9E-4A43-910C-8AFCA71361BC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77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582400" y="-653682"/>
            <a:ext cx="609600" cy="609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AC3F200-206C-4837-99F2-812A20905382}"/>
              </a:ext>
            </a:extLst>
          </p:cNvPr>
          <p:cNvSpPr txBox="1"/>
          <p:nvPr/>
        </p:nvSpPr>
        <p:spPr>
          <a:xfrm>
            <a:off x="863600" y="6325237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Qfaq përgjigjet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Chevron 3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6D49EDA8-F21A-447E-BF39-EC9691EB54A9}"/>
              </a:ext>
            </a:extLst>
          </p:cNvPr>
          <p:cNvSpPr/>
          <p:nvPr/>
        </p:nvSpPr>
        <p:spPr>
          <a:xfrm>
            <a:off x="2774507" y="6304454"/>
            <a:ext cx="1221529" cy="44680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872B47-A920-4302-9CB2-14C1ED8F40E7}"/>
              </a:ext>
            </a:extLst>
          </p:cNvPr>
          <p:cNvGrpSpPr/>
          <p:nvPr/>
        </p:nvGrpSpPr>
        <p:grpSpPr>
          <a:xfrm>
            <a:off x="8926404" y="30760"/>
            <a:ext cx="2982626" cy="954107"/>
            <a:chOff x="8926404" y="30760"/>
            <a:chExt cx="2982626" cy="954107"/>
          </a:xfrm>
        </p:grpSpPr>
        <p:pic>
          <p:nvPicPr>
            <p:cNvPr id="22" name="Immagine 3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5B9E1D3-13EA-41E1-9DCB-497701A9D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6404" y="97939"/>
              <a:ext cx="2982626" cy="464782"/>
            </a:xfrm>
            <a:prstGeom prst="rect">
              <a:avLst/>
            </a:prstGeom>
          </p:spPr>
        </p:pic>
        <p:sp>
          <p:nvSpPr>
            <p:cNvPr id="2" name="TextBox 1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E43AF82-6D49-4735-8741-5D4D3C3C9096}"/>
                </a:ext>
              </a:extLst>
            </p:cNvPr>
            <p:cNvSpPr txBox="1"/>
            <p:nvPr/>
          </p:nvSpPr>
          <p:spPr>
            <a:xfrm>
              <a:off x="9633945" y="30760"/>
              <a:ext cx="156754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800" dirty="0"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WINNER</a:t>
              </a:r>
            </a:p>
          </p:txBody>
        </p:sp>
      </p:grpSp>
      <p:pic>
        <p:nvPicPr>
          <p:cNvPr id="24" name="415764__thebuilder15__wrong">
            <a:hlinkClick r:id="" action="ppaction://media"/>
            <a:extLst>
              <a:ext uri="{FF2B5EF4-FFF2-40B4-BE49-F238E27FC236}">
                <a16:creationId xmlns:a16="http://schemas.microsoft.com/office/drawing/2014/main" id="{E114B55A-EFDF-426E-938C-8CD361D5A82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435930" y="-836245"/>
            <a:ext cx="487362" cy="487363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005A119-F4C9-4BD8-A609-538A7ED1CFC0}"/>
              </a:ext>
            </a:extLst>
          </p:cNvPr>
          <p:cNvSpPr/>
          <p:nvPr/>
        </p:nvSpPr>
        <p:spPr>
          <a:xfrm>
            <a:off x="8999566" y="544669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59D905-E53F-4CB7-932D-2DF248CFA744}"/>
              </a:ext>
            </a:extLst>
          </p:cNvPr>
          <p:cNvSpPr/>
          <p:nvPr/>
        </p:nvSpPr>
        <p:spPr>
          <a:xfrm>
            <a:off x="8999566" y="504080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549C57-5A1D-41DB-A0B3-19029D1CEECE}"/>
              </a:ext>
            </a:extLst>
          </p:cNvPr>
          <p:cNvSpPr/>
          <p:nvPr/>
        </p:nvSpPr>
        <p:spPr>
          <a:xfrm>
            <a:off x="8999566" y="4700910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16E7833-B92F-45E2-931D-55DDC8710559}"/>
              </a:ext>
            </a:extLst>
          </p:cNvPr>
          <p:cNvSpPr/>
          <p:nvPr/>
        </p:nvSpPr>
        <p:spPr>
          <a:xfrm>
            <a:off x="8999566" y="57865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B7B4DD4-EFF6-4947-882A-36BF3F78B24A}"/>
              </a:ext>
            </a:extLst>
          </p:cNvPr>
          <p:cNvSpPr/>
          <p:nvPr/>
        </p:nvSpPr>
        <p:spPr>
          <a:xfrm>
            <a:off x="8999566" y="4362237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82C8-B9B4-4CEA-911C-F0158DA3C733}"/>
              </a:ext>
            </a:extLst>
          </p:cNvPr>
          <p:cNvSpPr/>
          <p:nvPr/>
        </p:nvSpPr>
        <p:spPr>
          <a:xfrm>
            <a:off x="8999676" y="395867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5,000     $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C2DE79F-AD92-473F-A2AC-9FE53CCD211E}"/>
              </a:ext>
            </a:extLst>
          </p:cNvPr>
          <p:cNvSpPr/>
          <p:nvPr/>
        </p:nvSpPr>
        <p:spPr>
          <a:xfrm>
            <a:off x="8999676" y="3618788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1174124-34CD-4C79-9506-E79F313E4BEB}"/>
              </a:ext>
            </a:extLst>
          </p:cNvPr>
          <p:cNvSpPr/>
          <p:nvPr/>
        </p:nvSpPr>
        <p:spPr>
          <a:xfrm>
            <a:off x="9001925" y="3280723"/>
            <a:ext cx="2779909" cy="33989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D05FA13-D9F1-42FA-B179-E9511A62D6AA}"/>
              </a:ext>
            </a:extLst>
          </p:cNvPr>
          <p:cNvSpPr/>
          <p:nvPr/>
        </p:nvSpPr>
        <p:spPr>
          <a:xfrm>
            <a:off x="9003003" y="2532652"/>
            <a:ext cx="2779909" cy="339890"/>
          </a:xfrm>
          <a:prstGeom prst="round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901F9E4-D898-4E19-89C0-5DBA2947BF4F}"/>
              </a:ext>
            </a:extLst>
          </p:cNvPr>
          <p:cNvSpPr/>
          <p:nvPr/>
        </p:nvSpPr>
        <p:spPr>
          <a:xfrm>
            <a:off x="9001814" y="1854697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CA452A7-FFC3-4DC9-8C8E-92FF19D5C23B}"/>
              </a:ext>
            </a:extLst>
          </p:cNvPr>
          <p:cNvSpPr/>
          <p:nvPr/>
        </p:nvSpPr>
        <p:spPr>
          <a:xfrm>
            <a:off x="9003003" y="2945226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94185AC-3340-4479-8DE0-18C40CF09C8F}"/>
              </a:ext>
            </a:extLst>
          </p:cNvPr>
          <p:cNvSpPr/>
          <p:nvPr/>
        </p:nvSpPr>
        <p:spPr>
          <a:xfrm>
            <a:off x="9006288" y="1424478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99C73A7-959A-48F1-B52F-EBE09776DF6D}"/>
              </a:ext>
            </a:extLst>
          </p:cNvPr>
          <p:cNvSpPr/>
          <p:nvPr/>
        </p:nvSpPr>
        <p:spPr>
          <a:xfrm>
            <a:off x="9006288" y="1084588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DB2AC91-E006-4954-8C9B-CAE25B75FA8B}"/>
              </a:ext>
            </a:extLst>
          </p:cNvPr>
          <p:cNvSpPr/>
          <p:nvPr/>
        </p:nvSpPr>
        <p:spPr>
          <a:xfrm>
            <a:off x="9003003" y="2192762"/>
            <a:ext cx="2779909" cy="33989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250,000     $ 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93103246-D86A-611C-EF17-5DA4F6B5D09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5">
                  <p14:trim end="6694.1882"/>
                  <p14:fade out="75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1045440" y="27241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50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  <p:sndAc>
          <p:stSnd>
            <p:snd r:embed="rId7" name="check point sound.wav"/>
          </p:stSnd>
        </p:sndAc>
      </p:transition>
    </mc:Choice>
    <mc:Fallback xmlns="">
      <p:transition spd="slow">
        <p:fade/>
        <p:sndAc>
          <p:stSnd>
            <p:snd r:embed="rId10" name="check point sou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351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6" presetClass="emph" presetSubtype="0" repeatCount="indefinite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5" dur="300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500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7" dur="300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5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9" dur="300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6" presetClass="emph" presetSubtype="0" repeatCount="5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6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 showWhenStopped="0">
                <p:cTn id="8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8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 showWhenStopped="0">
                <p:cTn id="8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33" grpId="0" animBg="1"/>
      <p:bldP spid="4" grpId="0" animBg="1"/>
      <p:bldP spid="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2E408EF0-30B5-4B9D-A302-A77187ED4467}"/>
              </a:ext>
            </a:extLst>
          </p:cNvPr>
          <p:cNvSpPr/>
          <p:nvPr/>
        </p:nvSpPr>
        <p:spPr>
          <a:xfrm>
            <a:off x="10327982" y="6113310"/>
            <a:ext cx="1578428" cy="513219"/>
          </a:xfrm>
          <a:prstGeom prst="roundRect">
            <a:avLst>
              <a:gd name="adj" fmla="val 19644"/>
            </a:avLst>
          </a:prstGeom>
          <a:solidFill>
            <a:srgbClr val="00000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</a:rPr>
              <a:t>Fundi i lojës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050" name="Picture 2" descr="Image result for confetti gif">
            <a:extLst>
              <a:ext uri="{FF2B5EF4-FFF2-40B4-BE49-F238E27FC236}">
                <a16:creationId xmlns:a16="http://schemas.microsoft.com/office/drawing/2014/main" id="{82718B99-8640-4AA8-BC32-7E0E0CCBD92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75496">
            <a:off x="318407" y="1255484"/>
            <a:ext cx="4395107" cy="293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mage result for confetti gif">
            <a:extLst>
              <a:ext uri="{FF2B5EF4-FFF2-40B4-BE49-F238E27FC236}">
                <a16:creationId xmlns:a16="http://schemas.microsoft.com/office/drawing/2014/main" id="{1D9CDAD4-F30B-4AB0-B959-7918D38242C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83573">
            <a:off x="7121978" y="1462314"/>
            <a:ext cx="4395107" cy="293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Million">
            <a:hlinkClick r:id="" action="ppaction://media"/>
            <a:extLst>
              <a:ext uri="{FF2B5EF4-FFF2-40B4-BE49-F238E27FC236}">
                <a16:creationId xmlns:a16="http://schemas.microsoft.com/office/drawing/2014/main" id="{AB63967C-9794-4EE5-A17B-4558DE023F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in="75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50275" y="-681037"/>
            <a:ext cx="487363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0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7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37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hlinkClick r:id="" action="ppaction://hlinkshowjump?jump=endshow"/>
            <a:extLst>
              <a:ext uri="{FF2B5EF4-FFF2-40B4-BE49-F238E27FC236}">
                <a16:creationId xmlns:a16="http://schemas.microsoft.com/office/drawing/2014/main" id="{4AC23040-E047-45AC-878C-A6FE492B83A9}"/>
              </a:ext>
            </a:extLst>
          </p:cNvPr>
          <p:cNvSpPr/>
          <p:nvPr/>
        </p:nvSpPr>
        <p:spPr>
          <a:xfrm>
            <a:off x="10327982" y="6113310"/>
            <a:ext cx="1578428" cy="513219"/>
          </a:xfrm>
          <a:prstGeom prst="roundRect">
            <a:avLst>
              <a:gd name="adj" fmla="val 19644"/>
            </a:avLst>
          </a:prstGeom>
          <a:solidFill>
            <a:srgbClr val="00000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bg1"/>
                </a:solidFill>
              </a:rPr>
              <a:t>Fundi i lojës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1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911</Words>
  <Application>Microsoft Office PowerPoint</Application>
  <PresentationFormat>Widescreen</PresentationFormat>
  <Paragraphs>329</Paragraphs>
  <Slides>20</Slides>
  <Notes>2</Notes>
  <HiddenSlides>0</HiddenSlides>
  <MMClips>48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Calibri</vt:lpstr>
      <vt:lpstr>Calibri Light</vt:lpstr>
      <vt:lpstr>Chaparral Pro Light</vt:lpstr>
      <vt:lpstr>Courier New</vt:lpstr>
      <vt:lpstr>DIN Pro Black</vt:lpstr>
      <vt:lpstr>Franklin Gothic Medium Cond</vt:lpstr>
      <vt:lpstr>Goudy Stout</vt:lpstr>
      <vt:lpstr>Lobster 1.4</vt:lpstr>
      <vt:lpstr>Times New Roman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Bhavesh Shaha</dc:creator>
  <cp:lastModifiedBy>naser guri</cp:lastModifiedBy>
  <cp:revision>97</cp:revision>
  <dcterms:created xsi:type="dcterms:W3CDTF">2018-10-31T16:41:45Z</dcterms:created>
  <dcterms:modified xsi:type="dcterms:W3CDTF">2023-03-17T08:01:38Z</dcterms:modified>
</cp:coreProperties>
</file>