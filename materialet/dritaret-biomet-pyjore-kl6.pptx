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4" r:id="rId3"/>
    <p:sldId id="314" r:id="rId4"/>
    <p:sldId id="315" r:id="rId5"/>
    <p:sldId id="316" r:id="rId6"/>
    <p:sldId id="262" r:id="rId7"/>
    <p:sldId id="261" r:id="rId8"/>
    <p:sldId id="298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7" r:id="rId58"/>
    <p:sldId id="318" r:id="rId59"/>
    <p:sldId id="319" r:id="rId60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0A987B1-2725-4691-8028-F462692796C8}">
          <p14:sldIdLst>
            <p14:sldId id="264"/>
          </p14:sldIdLst>
        </p14:section>
        <p14:section name="DERA" id="{E841684C-F678-473E-A83F-DB3080BB1086}">
          <p14:sldIdLst>
            <p14:sldId id="314"/>
            <p14:sldId id="315"/>
            <p14:sldId id="316"/>
          </p14:sldIdLst>
        </p14:section>
        <p14:section name="D 1" id="{F8571A47-9442-44F4-9E50-47D7459FD759}">
          <p14:sldIdLst>
            <p14:sldId id="262"/>
            <p14:sldId id="261"/>
            <p14:sldId id="298"/>
          </p14:sldIdLst>
        </p14:section>
        <p14:section name="D 3" id="{F7AB245F-5DB8-410A-B52E-515C335ADC0F}">
          <p14:sldIdLst>
            <p14:sldId id="265"/>
            <p14:sldId id="266"/>
            <p14:sldId id="267"/>
          </p14:sldIdLst>
        </p14:section>
        <p14:section name="D 4" id="{4E5A54F6-B094-4147-8FF4-D74053541570}">
          <p14:sldIdLst>
            <p14:sldId id="268"/>
            <p14:sldId id="269"/>
            <p14:sldId id="270"/>
          </p14:sldIdLst>
        </p14:section>
        <p14:section name="D 5" id="{2A1F2F38-B55F-4525-B4BF-582330E8B54B}">
          <p14:sldIdLst>
            <p14:sldId id="271"/>
            <p14:sldId id="272"/>
            <p14:sldId id="273"/>
          </p14:sldIdLst>
        </p14:section>
        <p14:section name="D 6" id="{FCD24D29-C314-434C-861C-517DD4359684}">
          <p14:sldIdLst>
            <p14:sldId id="274"/>
            <p14:sldId id="275"/>
            <p14:sldId id="276"/>
          </p14:sldIdLst>
        </p14:section>
        <p14:section name="D 7" id="{6F72BE9C-824D-4801-9505-F4F5372AF389}">
          <p14:sldIdLst>
            <p14:sldId id="277"/>
            <p14:sldId id="278"/>
            <p14:sldId id="279"/>
          </p14:sldIdLst>
        </p14:section>
        <p14:section name="D 8" id="{71241E88-58D6-4B3A-9BE9-45A7D4797C8A}">
          <p14:sldIdLst>
            <p14:sldId id="280"/>
            <p14:sldId id="281"/>
            <p14:sldId id="282"/>
          </p14:sldIdLst>
        </p14:section>
        <p14:section name="D 9" id="{21980051-674F-42A8-980F-BD03C51C210F}">
          <p14:sldIdLst>
            <p14:sldId id="283"/>
            <p14:sldId id="284"/>
            <p14:sldId id="285"/>
          </p14:sldIdLst>
        </p14:section>
        <p14:section name="D 10" id="{B95FD4B2-B3EB-4CD6-92A1-1C2A983634B7}">
          <p14:sldIdLst>
            <p14:sldId id="286"/>
            <p14:sldId id="287"/>
            <p14:sldId id="288"/>
          </p14:sldIdLst>
        </p14:section>
        <p14:section name="D 11" id="{E84C156F-2845-4EB1-B5EB-B633199F893D}">
          <p14:sldIdLst>
            <p14:sldId id="289"/>
            <p14:sldId id="290"/>
            <p14:sldId id="291"/>
          </p14:sldIdLst>
        </p14:section>
        <p14:section name="D 12" id="{5F2BA869-5909-4E54-A8EC-3005D76E2464}">
          <p14:sldIdLst>
            <p14:sldId id="292"/>
            <p14:sldId id="293"/>
            <p14:sldId id="294"/>
          </p14:sldIdLst>
        </p14:section>
        <p14:section name="D 13" id="{872DC092-D06F-497F-AE46-6281F7DCE58E}">
          <p14:sldIdLst>
            <p14:sldId id="295"/>
            <p14:sldId id="296"/>
            <p14:sldId id="297"/>
          </p14:sldIdLst>
        </p14:section>
        <p14:section name="D 14" id="{8E7AD913-48A6-48FC-BC8B-BB6131DEE023}">
          <p14:sldIdLst>
            <p14:sldId id="299"/>
            <p14:sldId id="300"/>
            <p14:sldId id="301"/>
          </p14:sldIdLst>
        </p14:section>
        <p14:section name="D15" id="{0117F410-BFEE-49DB-9709-C35406ADC311}">
          <p14:sldIdLst>
            <p14:sldId id="302"/>
            <p14:sldId id="303"/>
            <p14:sldId id="304"/>
          </p14:sldIdLst>
        </p14:section>
        <p14:section name="D16" id="{3769497F-13A9-437B-BD9F-84A8FF3F6E81}">
          <p14:sldIdLst>
            <p14:sldId id="305"/>
            <p14:sldId id="306"/>
            <p14:sldId id="307"/>
          </p14:sldIdLst>
        </p14:section>
        <p14:section name="D17" id="{918EED3D-E51D-48CB-B535-559049E66129}">
          <p14:sldIdLst>
            <p14:sldId id="308"/>
            <p14:sldId id="309"/>
            <p14:sldId id="310"/>
          </p14:sldIdLst>
        </p14:section>
        <p14:section name="D18" id="{3CFE579C-816D-4EE2-8B9C-849D12AD723B}">
          <p14:sldIdLst>
            <p14:sldId id="311"/>
            <p14:sldId id="312"/>
            <p14:sldId id="313"/>
          </p14:sldIdLst>
        </p14:section>
        <p14:section name="D19" id="{3324842D-1E1C-47A0-9391-3BE607CD7521}">
          <p14:sldIdLst>
            <p14:sldId id="317"/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2E08"/>
    <a:srgbClr val="9C501E"/>
    <a:srgbClr val="934A18"/>
    <a:srgbClr val="954A18"/>
    <a:srgbClr val="9D511F"/>
    <a:srgbClr val="D6825C"/>
    <a:srgbClr val="683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F2D26-157E-D254-81CE-0C582CCFF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D7660-7CCA-CA6D-31CA-F405C742D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7BE20-826D-5936-6202-66DBB1FC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8C8FA-9683-D7DD-EBB6-0E63F49E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4DA9-EC9E-266A-9A48-338BB380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5470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8BA8-D161-AD17-BEBB-9F72D631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DCDF-7011-8EF2-F660-60978463A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D8CFD-C195-4003-3859-59A3B9AE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30C75-EBDF-1104-821B-85631011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BA903-8F7E-0094-03DC-FB326BA4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7403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0945-9064-486A-B4AA-1613BD70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E192A-E8DD-4729-5ED0-192C32643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26B71-6C0D-14BE-4B31-5C47FF38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F35FD-417A-AB48-CE75-006FDF25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52160-C29A-56F0-A183-EF0379BC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4663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6A83-316D-DC35-A9D4-AC76205F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5063E-6392-35B0-A282-14CE947E8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88561-0DB4-12E7-16EF-2455E578B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3E1DB-159B-6209-464A-C9015072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987D4-BF15-92BE-5A66-864C0C96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3FB5B-1692-93C5-5EAE-E33463D2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0934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8059-F09B-B6E5-599E-9086AE10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5E19D-1D10-59CD-CCE7-A9EF7A2EC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AEB36-C8E0-AD4B-A0E2-121E27D91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BB99C5-A2E9-F0C5-BF99-086628776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EDCB6-32CA-816D-FFD8-D10C2D446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A2464-3B76-50AE-650E-FD21FDD5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AD0D39-916C-85A4-1ACB-8DD49E0F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C5E51-9437-AA6C-1B6F-EFEA86FB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9456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47F7-B88A-ACAD-2142-6BF82321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29088-9591-1C3D-8804-0A8E0901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FF602-DCBD-E4FB-BBC0-8439B51C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013E8-0552-8EC3-A3D5-13B943DD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3994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86BBA-596E-1E1F-5ADD-F4268A65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5F4C2-B97A-FF85-B742-71419041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EE1C0-C87C-F08E-CA0D-49DE198F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77418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0901-0374-FB9D-D233-82C5567D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64BD-7540-9F22-5AE9-8F9E86474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62352-3BD8-C430-A65B-FF3483EE7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5015A-651D-2B62-608D-43CAD432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642AB-19D8-F6D1-6BA8-5B0E902D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4EC83-7F6C-DD32-92F5-593873BB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3433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C6D6E-9C1B-CE5C-1934-C0FC2844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21675-78FB-4B81-290F-A31617B92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D472F-BE7F-19A2-5FD2-108C1A099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DD739-959B-13FC-1910-E0F1CCB4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0D738-13F1-456F-BE60-F74CCDCC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5F230-F380-9F7A-5296-A665410D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5755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EC9E7-D95C-07B6-FECA-1D71087A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8B434-6AA1-630B-2F43-B5E44ECF2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50157-433A-4CBD-60DB-151B6B11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03F9-7231-0556-599E-1CF2A728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E9978-46A4-A8B2-EC7E-D56F5DFD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3055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54EDAE-80E2-FA47-81BD-4E2175710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3F5C1-C951-6956-A9C2-9E2913304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92CA3-D165-DB51-3B23-5EDCE4D0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EAA30-50CE-6303-2197-D466B86F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0C9C7-FE6E-F842-7E74-E343D09D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75510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22943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22193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64355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824669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91953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50287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68358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64653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88986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86754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8871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E8A84-C978-7F5C-8821-96363D10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D5763-BBEC-E975-505E-DE0D1FBC2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5D09-C824-B4BB-836F-AD4AE72E4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98B06-74EE-4DA2-E54A-340F4B206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8340A-2C1F-D288-A805-847C2CD6F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1802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8DF7A-BB46-42BF-BF4D-8BBE4AE4CBE2}" type="datetimeFigureOut">
              <a:rPr lang="sq-XK" smtClean="0"/>
              <a:t>19.3.2024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57674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8" Type="http://schemas.openxmlformats.org/officeDocument/2006/relationships/image" Target="../media/image6.png"/><Relationship Id="rId26" Type="http://schemas.openxmlformats.org/officeDocument/2006/relationships/image" Target="../media/image9.png"/><Relationship Id="rId39" Type="http://schemas.openxmlformats.org/officeDocument/2006/relationships/image" Target="../media/image14.png"/><Relationship Id="rId21" Type="http://schemas.openxmlformats.org/officeDocument/2006/relationships/image" Target="../media/image8.png"/><Relationship Id="rId34" Type="http://schemas.openxmlformats.org/officeDocument/2006/relationships/slide" Target="slide53.xml"/><Relationship Id="rId42" Type="http://schemas.openxmlformats.org/officeDocument/2006/relationships/image" Target="../media/image15.png"/><Relationship Id="rId47" Type="http://schemas.openxmlformats.org/officeDocument/2006/relationships/image" Target="../media/image16.png"/><Relationship Id="rId50" Type="http://schemas.openxmlformats.org/officeDocument/2006/relationships/image" Target="../media/image17.png"/><Relationship Id="rId55" Type="http://schemas.openxmlformats.org/officeDocument/2006/relationships/slide" Target="slide38.xm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6" Type="http://schemas.openxmlformats.org/officeDocument/2006/relationships/image" Target="../media/image6.png"/><Relationship Id="rId29" Type="http://schemas.openxmlformats.org/officeDocument/2006/relationships/image" Target="../media/image90.png"/><Relationship Id="rId11" Type="http://schemas.openxmlformats.org/officeDocument/2006/relationships/slide" Target="slide11.xml"/><Relationship Id="rId24" Type="http://schemas.openxmlformats.org/officeDocument/2006/relationships/image" Target="../media/image9.png"/><Relationship Id="rId32" Type="http://schemas.openxmlformats.org/officeDocument/2006/relationships/image" Target="../media/image100.png"/><Relationship Id="rId37" Type="http://schemas.openxmlformats.org/officeDocument/2006/relationships/slide" Target="slide32.xml"/><Relationship Id="rId40" Type="http://schemas.openxmlformats.org/officeDocument/2006/relationships/slide" Target="slide44.xml"/><Relationship Id="rId45" Type="http://schemas.openxmlformats.org/officeDocument/2006/relationships/image" Target="../media/image16.png"/><Relationship Id="rId53" Type="http://schemas.openxmlformats.org/officeDocument/2006/relationships/image" Target="../media/image18.png"/><Relationship Id="rId58" Type="http://schemas.openxmlformats.org/officeDocument/2006/relationships/image" Target="../media/image21.png"/><Relationship Id="rId5" Type="http://schemas.openxmlformats.org/officeDocument/2006/relationships/slide" Target="slide5.xml"/><Relationship Id="rId19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14" Type="http://schemas.openxmlformats.org/officeDocument/2006/relationships/slide" Target="slide14.xml"/><Relationship Id="rId22" Type="http://schemas.openxmlformats.org/officeDocument/2006/relationships/slide" Target="slide23.xml"/><Relationship Id="rId27" Type="http://schemas.openxmlformats.org/officeDocument/2006/relationships/image" Target="../media/image10.png"/><Relationship Id="rId30" Type="http://schemas.openxmlformats.org/officeDocument/2006/relationships/image" Target="../media/image11.png"/><Relationship Id="rId35" Type="http://schemas.openxmlformats.org/officeDocument/2006/relationships/image" Target="../media/image12.png"/><Relationship Id="rId43" Type="http://schemas.openxmlformats.org/officeDocument/2006/relationships/slide" Target="slide29.xml"/><Relationship Id="rId48" Type="http://schemas.openxmlformats.org/officeDocument/2006/relationships/image" Target="../media/image17.png"/><Relationship Id="rId56" Type="http://schemas.openxmlformats.org/officeDocument/2006/relationships/image" Target="../media/image180.png"/><Relationship Id="rId8" Type="http://schemas.openxmlformats.org/officeDocument/2006/relationships/slide" Target="slide8.xml"/><Relationship Id="rId51" Type="http://schemas.openxmlformats.org/officeDocument/2006/relationships/image" Target="../media/image18.png"/><Relationship Id="rId3" Type="http://schemas.openxmlformats.org/officeDocument/2006/relationships/slide" Target="slide56.xml"/><Relationship Id="rId12" Type="http://schemas.openxmlformats.org/officeDocument/2006/relationships/image" Target="../media/image4.png"/><Relationship Id="rId17" Type="http://schemas.openxmlformats.org/officeDocument/2006/relationships/slide" Target="slide17.xml"/><Relationship Id="rId25" Type="http://schemas.openxmlformats.org/officeDocument/2006/relationships/slide" Target="slide26.xml"/><Relationship Id="rId33" Type="http://schemas.openxmlformats.org/officeDocument/2006/relationships/image" Target="../media/image12.png"/><Relationship Id="rId38" Type="http://schemas.openxmlformats.org/officeDocument/2006/relationships/image" Target="../media/image13.png"/><Relationship Id="rId46" Type="http://schemas.openxmlformats.org/officeDocument/2006/relationships/slide" Target="slide50.xml"/><Relationship Id="rId59" Type="http://schemas.openxmlformats.org/officeDocument/2006/relationships/image" Target="../media/image22.png"/><Relationship Id="rId20" Type="http://schemas.openxmlformats.org/officeDocument/2006/relationships/slide" Target="slide20.xml"/><Relationship Id="rId41" Type="http://schemas.openxmlformats.org/officeDocument/2006/relationships/image" Target="../media/image14.png"/><Relationship Id="rId54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5" Type="http://schemas.openxmlformats.org/officeDocument/2006/relationships/image" Target="../media/image5.png"/><Relationship Id="rId23" Type="http://schemas.openxmlformats.org/officeDocument/2006/relationships/image" Target="../media/image8.png"/><Relationship Id="rId28" Type="http://schemas.openxmlformats.org/officeDocument/2006/relationships/slide" Target="slide35.xml"/><Relationship Id="rId36" Type="http://schemas.openxmlformats.org/officeDocument/2006/relationships/image" Target="../media/image13.png"/><Relationship Id="rId49" Type="http://schemas.openxmlformats.org/officeDocument/2006/relationships/slide" Target="slide41.xml"/><Relationship Id="rId57" Type="http://schemas.openxmlformats.org/officeDocument/2006/relationships/image" Target="../media/image20.png"/><Relationship Id="rId10" Type="http://schemas.openxmlformats.org/officeDocument/2006/relationships/image" Target="../media/image4.png"/><Relationship Id="rId31" Type="http://schemas.openxmlformats.org/officeDocument/2006/relationships/slide" Target="slide2.xml"/><Relationship Id="rId44" Type="http://schemas.openxmlformats.org/officeDocument/2006/relationships/image" Target="../media/image15.png"/><Relationship Id="rId52" Type="http://schemas.openxmlformats.org/officeDocument/2006/relationships/slide" Target="slide47.xml"/><Relationship Id="rId60" Type="http://schemas.openxmlformats.org/officeDocument/2006/relationships/hyperlink" Target="https://openclipart.org/detail/20697/tree-by-rg1024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wmopen-biology2/chapter/biomes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wmopen-biology2/chapter/biomes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wmopen-biology2/chapter/biomes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nicholas_t/270251158/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hotoeverywhere.co.uk/west/winterholiday/slides/snowy_trees2041.htm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71190&amp;picture=forest-animals-silhouette-set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domainpictures.net/view-image.php?image=17190&amp;picture=road-in-autumn-forest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175863&amp;picture=forest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tenz1225/5796742832/" TargetMode="Externa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ixnio.com/fauna-animals/monkeys/gorilla-in-the-tropical-rain-forest" TargetMode="External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20374925@N06/14988767536/" TargetMode="Externa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pari-library.com/wiki/Mountain_Goat" TargetMode="Externa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305" TargetMode="External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23151&amp;picture=red-fox" TargetMode="Externa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aiga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history.stackexchange.com/questions/32534/before-the-advent-of-agriculture-was-the-whole-world-covered-with-forest" TargetMode="External"/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schatz.com/biology-book/contents/m44858.html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66020093@N03/29602941756" TargetMode="External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aprendizagensnanet.blogspot.com/2017/10/aguia-imperial-envenada-especie-em.html" TargetMode="External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Grammostola_rosea_Chilian_Rose_Hair_Tarantula.jpg" TargetMode="External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F642CCE9-C920-DABB-028C-EC8C817B4F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2288787"/>
                  </p:ext>
                </p:extLst>
              </p:nvPr>
            </p:nvGraphicFramePr>
            <p:xfrm>
              <a:off x="4980541" y="2656041"/>
              <a:ext cx="2713299" cy="1469015"/>
            </p:xfrm>
            <a:graphic>
              <a:graphicData uri="http://schemas.microsoft.com/office/powerpoint/2016/sectionzoom">
                <psez:sectionZm>
                  <psez:sectionZmObj sectionId="{3324842D-1E1C-47A0-9391-3BE607CD7521}">
                    <psez:zmPr id="{F6D0DF8C-CBE2-4D1D-BBE3-6D7607CD0E63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13299" cy="146901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1" name="Section Zoom 1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642CCE9-C920-DABB-028C-EC8C817B4F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80541" y="2656041"/>
                <a:ext cx="2713299" cy="146901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7" name="Parallelogram 56">
            <a:extLst>
              <a:ext uri="{FF2B5EF4-FFF2-40B4-BE49-F238E27FC236}">
                <a16:creationId xmlns:a16="http://schemas.microsoft.com/office/drawing/2014/main" id="{4F3E685F-F22D-BE69-7F01-D5B7B5A85F1A}"/>
              </a:ext>
            </a:extLst>
          </p:cNvPr>
          <p:cNvSpPr/>
          <p:nvPr/>
        </p:nvSpPr>
        <p:spPr>
          <a:xfrm>
            <a:off x="-10859" y="5096991"/>
            <a:ext cx="493346" cy="1212551"/>
          </a:xfrm>
          <a:prstGeom prst="parallelogram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6" name="Parallelogram 55">
            <a:extLst>
              <a:ext uri="{FF2B5EF4-FFF2-40B4-BE49-F238E27FC236}">
                <a16:creationId xmlns:a16="http://schemas.microsoft.com/office/drawing/2014/main" id="{28C4FF54-075B-B2EF-70C6-813A2B607AEE}"/>
              </a:ext>
            </a:extLst>
          </p:cNvPr>
          <p:cNvSpPr/>
          <p:nvPr/>
        </p:nvSpPr>
        <p:spPr>
          <a:xfrm>
            <a:off x="11687795" y="5197368"/>
            <a:ext cx="504205" cy="1189394"/>
          </a:xfrm>
          <a:prstGeom prst="parallelogram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54CEDD7B-5D29-DD90-A714-AD11444BE07B}"/>
              </a:ext>
            </a:extLst>
          </p:cNvPr>
          <p:cNvSpPr/>
          <p:nvPr/>
        </p:nvSpPr>
        <p:spPr>
          <a:xfrm>
            <a:off x="507814" y="1236700"/>
            <a:ext cx="228329" cy="5276574"/>
          </a:xfrm>
          <a:prstGeom prst="can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BD275A51-F3D4-F761-7771-57FE82E82E7D}"/>
              </a:ext>
            </a:extLst>
          </p:cNvPr>
          <p:cNvSpPr/>
          <p:nvPr/>
        </p:nvSpPr>
        <p:spPr>
          <a:xfrm>
            <a:off x="11446580" y="1288720"/>
            <a:ext cx="226747" cy="5406887"/>
          </a:xfrm>
          <a:prstGeom prst="can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6512936-71F7-07A6-41CE-511D4478AD68}"/>
              </a:ext>
            </a:extLst>
          </p:cNvPr>
          <p:cNvSpPr/>
          <p:nvPr/>
        </p:nvSpPr>
        <p:spPr>
          <a:xfrm>
            <a:off x="-1" y="6297964"/>
            <a:ext cx="12192001" cy="964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38" name="Cylinder 37">
            <a:extLst>
              <a:ext uri="{FF2B5EF4-FFF2-40B4-BE49-F238E27FC236}">
                <a16:creationId xmlns:a16="http://schemas.microsoft.com/office/drawing/2014/main" id="{4FA26F72-F962-DE2F-EDEE-70E59AD8AFE6}"/>
              </a:ext>
            </a:extLst>
          </p:cNvPr>
          <p:cNvSpPr/>
          <p:nvPr/>
        </p:nvSpPr>
        <p:spPr>
          <a:xfrm>
            <a:off x="3699041" y="6455100"/>
            <a:ext cx="4793918" cy="488768"/>
          </a:xfrm>
          <a:prstGeom prst="can">
            <a:avLst>
              <a:gd name="adj" fmla="val 4804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48CF502F-7CBB-E9F7-0B34-50A8AA42B2D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9870185"/>
                  </p:ext>
                </p:extLst>
              </p:nvPr>
            </p:nvGraphicFramePr>
            <p:xfrm>
              <a:off x="709003" y="1413937"/>
              <a:ext cx="2171461" cy="1160432"/>
            </p:xfrm>
            <a:graphic>
              <a:graphicData uri="http://schemas.microsoft.com/office/powerpoint/2016/sectionzoom">
                <psez:sectionZm>
                  <psez:sectionZmObj sectionId="{F8571A47-9442-44F4-9E50-47D7459FD759}">
                    <psez:zmPr id="{1CEDB3D2-50ED-4774-B534-A64D1B887383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71461" cy="1160432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Section Zoom 4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48CF502F-7CBB-E9F7-0B34-50A8AA42B2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9003" y="1413937"/>
                <a:ext cx="2171461" cy="1160432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7" name="Section Zoom 6">
                <a:extLst>
                  <a:ext uri="{FF2B5EF4-FFF2-40B4-BE49-F238E27FC236}">
                    <a16:creationId xmlns:a16="http://schemas.microsoft.com/office/drawing/2014/main" id="{BB37C44A-1175-2871-EA20-A1A3D80DDE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09736325"/>
                  </p:ext>
                </p:extLst>
              </p:nvPr>
            </p:nvGraphicFramePr>
            <p:xfrm>
              <a:off x="2888881" y="1413937"/>
              <a:ext cx="2171461" cy="1160432"/>
            </p:xfrm>
            <a:graphic>
              <a:graphicData uri="http://schemas.microsoft.com/office/powerpoint/2016/sectionzoom">
                <psez:sectionZm>
                  <psez:sectionZmObj sectionId="{F7AB245F-5DB8-410A-B52E-515C335ADC0F}">
                    <psez:zmPr id="{E29C1101-884D-47F8-B899-8CF1105A723E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71461" cy="1160432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7" name="Section Zoom 6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BB37C44A-1175-2871-EA20-A1A3D80DDE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88881" y="1413937"/>
                <a:ext cx="2171461" cy="1160432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Section Zoom 8">
                <a:extLst>
                  <a:ext uri="{FF2B5EF4-FFF2-40B4-BE49-F238E27FC236}">
                    <a16:creationId xmlns:a16="http://schemas.microsoft.com/office/drawing/2014/main" id="{06A2B291-EE16-9EDF-F218-CB7856B207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143572"/>
                  </p:ext>
                </p:extLst>
              </p:nvPr>
            </p:nvGraphicFramePr>
            <p:xfrm>
              <a:off x="5008396" y="1402832"/>
              <a:ext cx="2171461" cy="1216227"/>
            </p:xfrm>
            <a:graphic>
              <a:graphicData uri="http://schemas.microsoft.com/office/powerpoint/2016/sectionzoom">
                <psez:sectionZm>
                  <psez:sectionZmObj sectionId="{4E5A54F6-B094-4147-8FF4-D74053541570}">
                    <psez:zmPr id="{9E74039A-DF34-4C21-B3FB-B295EEFD264C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71461" cy="1216227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Section Zoom 8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06A2B291-EE16-9EDF-F218-CB7856B207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08396" y="1402832"/>
                <a:ext cx="2171461" cy="1216227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3" name="Section Zoom 12">
                <a:extLst>
                  <a:ext uri="{FF2B5EF4-FFF2-40B4-BE49-F238E27FC236}">
                    <a16:creationId xmlns:a16="http://schemas.microsoft.com/office/drawing/2014/main" id="{08495856-861B-F686-4C05-756C1FC283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33673852"/>
                  </p:ext>
                </p:extLst>
              </p:nvPr>
            </p:nvGraphicFramePr>
            <p:xfrm>
              <a:off x="748807" y="2593566"/>
              <a:ext cx="2152972" cy="1205485"/>
            </p:xfrm>
            <a:graphic>
              <a:graphicData uri="http://schemas.microsoft.com/office/powerpoint/2016/sectionzoom">
                <psez:sectionZm>
                  <psez:sectionZmObj sectionId="{2A1F2F38-B55F-4525-B4BF-582330E8B54B}">
                    <psez:zmPr id="{AC406053-EACE-4E60-9476-2205B45D814C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52972" cy="120548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3" name="Section Zoom 12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08495856-861B-F686-4C05-756C1FC283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8807" y="2593566"/>
                <a:ext cx="2152972" cy="120548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298801A9-D090-28B2-B2D5-2EBA4BC49B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2892864"/>
                  </p:ext>
                </p:extLst>
              </p:nvPr>
            </p:nvGraphicFramePr>
            <p:xfrm>
              <a:off x="7200547" y="1445275"/>
              <a:ext cx="2119515" cy="1192227"/>
            </p:xfrm>
            <a:graphic>
              <a:graphicData uri="http://schemas.microsoft.com/office/powerpoint/2016/sectionzoom">
                <psez:sectionZm>
                  <psez:sectionZmObj sectionId="{FCD24D29-C314-434C-861C-517DD4359684}">
                    <psez:zmPr id="{AE0E94BB-D8B0-4939-A9A7-05340EE5FDD0}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9515" cy="1192227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298801A9-D090-28B2-B2D5-2EBA4BC49B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00547" y="1445275"/>
                <a:ext cx="2119515" cy="1192227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7" name="Section Zoom 16">
                <a:extLst>
                  <a:ext uri="{FF2B5EF4-FFF2-40B4-BE49-F238E27FC236}">
                    <a16:creationId xmlns:a16="http://schemas.microsoft.com/office/drawing/2014/main" id="{05DE18DF-22A2-A0CE-0D40-511C3708F8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1375741"/>
                  </p:ext>
                </p:extLst>
              </p:nvPr>
            </p:nvGraphicFramePr>
            <p:xfrm>
              <a:off x="2880465" y="2588882"/>
              <a:ext cx="2085608" cy="1214855"/>
            </p:xfrm>
            <a:graphic>
              <a:graphicData uri="http://schemas.microsoft.com/office/powerpoint/2016/sectionzoom">
                <psez:sectionZm>
                  <psez:sectionZmObj sectionId="{6F72BE9C-824D-4801-9505-F4F5372AF389}">
                    <psez:zmPr id="{899B9A23-DE55-4E2F-9714-57BD0B623C9B}" transitionDur="100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85608" cy="121485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7" name="Section Zoom 16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05DE18DF-22A2-A0CE-0D40-511C3708F8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80465" y="2588882"/>
                <a:ext cx="2085608" cy="121485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9" name="Section Zoom 18">
                <a:extLst>
                  <a:ext uri="{FF2B5EF4-FFF2-40B4-BE49-F238E27FC236}">
                    <a16:creationId xmlns:a16="http://schemas.microsoft.com/office/drawing/2014/main" id="{5DEED301-B955-2F10-4E49-EA1F29DADE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53590467"/>
                  </p:ext>
                </p:extLst>
              </p:nvPr>
            </p:nvGraphicFramePr>
            <p:xfrm>
              <a:off x="7685451" y="2640632"/>
              <a:ext cx="1626035" cy="1214855"/>
            </p:xfrm>
            <a:graphic>
              <a:graphicData uri="http://schemas.microsoft.com/office/powerpoint/2016/sectionzoom">
                <psez:sectionZm>
                  <psez:sectionZmObj sectionId="{71241E88-58D6-4B3A-9BE9-45A7D4797C8A}">
                    <psez:zmPr id="{7BDF0B23-9BEC-4EF5-8989-7227CD91C747}" transitionDur="100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26035" cy="121485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9" name="Section Zoom 18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5DEED301-B955-2F10-4E49-EA1F29DADE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85451" y="2640632"/>
                <a:ext cx="1626035" cy="121485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1" name="Section Zoom 20">
                <a:extLst>
                  <a:ext uri="{FF2B5EF4-FFF2-40B4-BE49-F238E27FC236}">
                    <a16:creationId xmlns:a16="http://schemas.microsoft.com/office/drawing/2014/main" id="{32C81061-A74C-A704-B6B9-05D3685AC9A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66131411"/>
                  </p:ext>
                </p:extLst>
              </p:nvPr>
            </p:nvGraphicFramePr>
            <p:xfrm>
              <a:off x="9320062" y="1404204"/>
              <a:ext cx="2119516" cy="1214856"/>
            </p:xfrm>
            <a:graphic>
              <a:graphicData uri="http://schemas.microsoft.com/office/powerpoint/2016/sectionzoom">
                <psez:sectionZm>
                  <psez:sectionZmObj sectionId="{21980051-674F-42A8-980F-BD03C51C210F}">
                    <psez:zmPr id="{92CEF206-5885-4C77-B9E0-00F6F68B7068}" transitionDur="100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9516" cy="1214856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1" name="Section Zoom 20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32C81061-A74C-A704-B6B9-05D3685AC9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320062" y="1404204"/>
                <a:ext cx="2119516" cy="1214856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p:sp>
        <p:nvSpPr>
          <p:cNvPr id="24" name="Trapezoid 23">
            <a:extLst>
              <a:ext uri="{FF2B5EF4-FFF2-40B4-BE49-F238E27FC236}">
                <a16:creationId xmlns:a16="http://schemas.microsoft.com/office/drawing/2014/main" id="{91A54FCE-9552-D536-00BE-F83EE2A63F5A}"/>
              </a:ext>
            </a:extLst>
          </p:cNvPr>
          <p:cNvSpPr/>
          <p:nvPr/>
        </p:nvSpPr>
        <p:spPr>
          <a:xfrm>
            <a:off x="284922" y="432513"/>
            <a:ext cx="11622155" cy="970320"/>
          </a:xfrm>
          <a:prstGeom prst="trapezoid">
            <a:avLst>
              <a:gd name="adj" fmla="val 36875"/>
            </a:avLst>
          </a:prstGeom>
          <a:solidFill>
            <a:schemeClr val="accent2">
              <a:lumMod val="50000"/>
            </a:schemeClr>
          </a:solidFill>
          <a:ln w="1174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8" name="Section Zoom 27">
                <a:extLst>
                  <a:ext uri="{FF2B5EF4-FFF2-40B4-BE49-F238E27FC236}">
                    <a16:creationId xmlns:a16="http://schemas.microsoft.com/office/drawing/2014/main" id="{3DBA245F-6778-F32C-5D47-0CDC048DF24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6613199"/>
                  </p:ext>
                </p:extLst>
              </p:nvPr>
            </p:nvGraphicFramePr>
            <p:xfrm>
              <a:off x="9289071" y="2660131"/>
              <a:ext cx="2143041" cy="1214856"/>
            </p:xfrm>
            <a:graphic>
              <a:graphicData uri="http://schemas.microsoft.com/office/powerpoint/2016/sectionzoom">
                <psez:sectionZm>
                  <psez:sectionZmObj sectionId="{5F2BA869-5909-4E54-A8EC-3005D76E2464}">
                    <psez:zmPr id="{E9713CB4-D24D-48A8-989A-381AA082C57F}" transitionDur="1000">
                      <p166:blipFill xmlns:p166="http://schemas.microsoft.com/office/powerpoint/2016/6/main">
                        <a:blip r:embed="rId2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43041" cy="1214856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8" name="Section Zoom 27">
                <a:hlinkClick r:id="rId28" action="ppaction://hlinksldjump"/>
                <a:extLst>
                  <a:ext uri="{FF2B5EF4-FFF2-40B4-BE49-F238E27FC236}">
                    <a16:creationId xmlns:a16="http://schemas.microsoft.com/office/drawing/2014/main" id="{3DBA245F-6778-F32C-5D47-0CDC048DF2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289071" y="2660131"/>
                <a:ext cx="2143041" cy="1214856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5" name="Section Zoom 54">
                <a:extLst>
                  <a:ext uri="{FF2B5EF4-FFF2-40B4-BE49-F238E27FC236}">
                    <a16:creationId xmlns:a16="http://schemas.microsoft.com/office/drawing/2014/main" id="{391E821A-9E27-F9D3-EBA0-85FCEC1E3D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85302189"/>
                  </p:ext>
                </p:extLst>
              </p:nvPr>
            </p:nvGraphicFramePr>
            <p:xfrm>
              <a:off x="4644887" y="4308782"/>
              <a:ext cx="3491948" cy="2054111"/>
            </p:xfrm>
            <a:graphic>
              <a:graphicData uri="http://schemas.microsoft.com/office/powerpoint/2016/sectionzoom">
                <psez:sectionZm>
                  <psez:sectionZmObj sectionId="{E841684C-F678-473E-A83F-DB3080BB1086}">
                    <psez:zmPr id="{D95F1542-475E-45A2-95C1-DC478AC9C66D}" transitionDur="1000">
                      <p166:blipFill xmlns:p166="http://schemas.microsoft.com/office/powerpoint/2016/6/main">
                        <a:blip r:embed="rId3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91948" cy="205411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5" name="Section Zoom 54">
                <a:hlinkClick r:id="rId31" action="ppaction://hlinksldjump"/>
                <a:extLst>
                  <a:ext uri="{FF2B5EF4-FFF2-40B4-BE49-F238E27FC236}">
                    <a16:creationId xmlns:a16="http://schemas.microsoft.com/office/drawing/2014/main" id="{391E821A-9E27-F9D3-EBA0-85FCEC1E3D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44887" y="4308782"/>
                <a:ext cx="3491948" cy="2054111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0" name="Section Zoom 49">
                <a:extLst>
                  <a:ext uri="{FF2B5EF4-FFF2-40B4-BE49-F238E27FC236}">
                    <a16:creationId xmlns:a16="http://schemas.microsoft.com/office/drawing/2014/main" id="{6FB7112F-5E7B-2989-7335-C685F09E94A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6991213"/>
                  </p:ext>
                </p:extLst>
              </p:nvPr>
            </p:nvGraphicFramePr>
            <p:xfrm>
              <a:off x="2932567" y="5033694"/>
              <a:ext cx="2003571" cy="1212551"/>
            </p:xfrm>
            <a:graphic>
              <a:graphicData uri="http://schemas.microsoft.com/office/powerpoint/2016/sectionzoom">
                <psez:sectionZm>
                  <psez:sectionZmObj sectionId="{3CFE579C-816D-4EE2-8B9C-849D12AD723B}">
                    <psez:zmPr id="{AFB48EC8-CB07-44A2-A359-CBB17B1A3FB0}" transitionDur="1000">
                      <p166:blipFill xmlns:p166="http://schemas.microsoft.com/office/powerpoint/2016/6/main">
                        <a:blip r:embed="rId3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03571" cy="12125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0" name="Section Zoom 49">
                <a:hlinkClick r:id="rId34" action="ppaction://hlinksldjump"/>
                <a:extLst>
                  <a:ext uri="{FF2B5EF4-FFF2-40B4-BE49-F238E27FC236}">
                    <a16:creationId xmlns:a16="http://schemas.microsoft.com/office/drawing/2014/main" id="{6FB7112F-5E7B-2989-7335-C685F09E94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32567" y="5033694"/>
                <a:ext cx="2003571" cy="1212551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208B4F30-485B-2727-426D-5AB6F0EDF7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9318763"/>
                  </p:ext>
                </p:extLst>
              </p:nvPr>
            </p:nvGraphicFramePr>
            <p:xfrm>
              <a:off x="7689574" y="3844637"/>
              <a:ext cx="1654420" cy="1205928"/>
            </p:xfrm>
            <a:graphic>
              <a:graphicData uri="http://schemas.microsoft.com/office/powerpoint/2016/sectionzoom">
                <psez:sectionZm>
                  <psez:sectionZmObj sectionId="{E84C156F-2845-4EB1-B5EB-B633199F893D}">
                    <psez:zmPr id="{D90CCC99-3B93-45DC-AFAC-548B2E4F302E}" transitionDur="1000">
                      <p166:blipFill xmlns:p166="http://schemas.microsoft.com/office/powerpoint/2016/6/main">
                        <a:blip r:embed="rId3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54420" cy="120592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6" name="Section Zoom 25">
                <a:hlinkClick r:id="rId37" action="ppaction://hlinksldjump"/>
                <a:extLst>
                  <a:ext uri="{FF2B5EF4-FFF2-40B4-BE49-F238E27FC236}">
                    <a16:creationId xmlns:a16="http://schemas.microsoft.com/office/drawing/2014/main" id="{208B4F30-485B-2727-426D-5AB6F0EDF7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689574" y="3844637"/>
                <a:ext cx="1654420" cy="1205928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4" name="Section Zoom 43">
                <a:extLst>
                  <a:ext uri="{FF2B5EF4-FFF2-40B4-BE49-F238E27FC236}">
                    <a16:creationId xmlns:a16="http://schemas.microsoft.com/office/drawing/2014/main" id="{FC135B64-BB05-9FD2-80CC-C6C9E8912C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02953133"/>
                  </p:ext>
                </p:extLst>
              </p:nvPr>
            </p:nvGraphicFramePr>
            <p:xfrm>
              <a:off x="7667938" y="5049300"/>
              <a:ext cx="1591495" cy="1212551"/>
            </p:xfrm>
            <a:graphic>
              <a:graphicData uri="http://schemas.microsoft.com/office/powerpoint/2016/sectionzoom">
                <psez:sectionZm>
                  <psez:sectionZmObj sectionId="{0117F410-BFEE-49DB-9709-C35406ADC311}">
                    <psez:zmPr id="{C2AD9E0D-4D15-4D71-877B-E6BEB4E60EEE}" transitionDur="1000">
                      <p166:blipFill xmlns:p166="http://schemas.microsoft.com/office/powerpoint/2016/6/main">
                        <a:blip r:embed="rId3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1495" cy="12125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4" name="Section Zoom 43">
                <a:hlinkClick r:id="rId40" action="ppaction://hlinksldjump"/>
                <a:extLst>
                  <a:ext uri="{FF2B5EF4-FFF2-40B4-BE49-F238E27FC236}">
                    <a16:creationId xmlns:a16="http://schemas.microsoft.com/office/drawing/2014/main" id="{FC135B64-BB05-9FD2-80CC-C6C9E8912C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67938" y="5049300"/>
                <a:ext cx="1591495" cy="1212551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p:sp>
        <p:nvSpPr>
          <p:cNvPr id="37" name="Parallelogram 36">
            <a:extLst>
              <a:ext uri="{FF2B5EF4-FFF2-40B4-BE49-F238E27FC236}">
                <a16:creationId xmlns:a16="http://schemas.microsoft.com/office/drawing/2014/main" id="{6C0A1C0A-96B5-E861-D2D6-8BDF9601A21F}"/>
              </a:ext>
            </a:extLst>
          </p:cNvPr>
          <p:cNvSpPr/>
          <p:nvPr/>
        </p:nvSpPr>
        <p:spPr>
          <a:xfrm flipH="1">
            <a:off x="4830418" y="4039551"/>
            <a:ext cx="2968888" cy="532578"/>
          </a:xfrm>
          <a:prstGeom prst="parallelogram">
            <a:avLst>
              <a:gd name="adj" fmla="val 23847"/>
            </a:avLst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3" name="Section Zoom 22">
                <a:extLst>
                  <a:ext uri="{FF2B5EF4-FFF2-40B4-BE49-F238E27FC236}">
                    <a16:creationId xmlns:a16="http://schemas.microsoft.com/office/drawing/2014/main" id="{890D6DF4-F932-5965-0DEA-70881C024C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5289450"/>
                  </p:ext>
                </p:extLst>
              </p:nvPr>
            </p:nvGraphicFramePr>
            <p:xfrm>
              <a:off x="760343" y="3824838"/>
              <a:ext cx="2152973" cy="1192228"/>
            </p:xfrm>
            <a:graphic>
              <a:graphicData uri="http://schemas.microsoft.com/office/powerpoint/2016/sectionzoom">
                <psez:sectionZm>
                  <psez:sectionZmObj sectionId="{B95FD4B2-B3EB-4CD6-92A1-1C2A983634B7}">
                    <psez:zmPr id="{DD59B12D-9979-4A05-94CA-EDF06DAADA89}" transitionDur="1000">
                      <p166:blipFill xmlns:p166="http://schemas.microsoft.com/office/powerpoint/2016/6/main">
                        <a:blip r:embed="rId4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52973" cy="119222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3" name="Section Zoom 22">
                <a:hlinkClick r:id="rId43" action="ppaction://hlinksldjump"/>
                <a:extLst>
                  <a:ext uri="{FF2B5EF4-FFF2-40B4-BE49-F238E27FC236}">
                    <a16:creationId xmlns:a16="http://schemas.microsoft.com/office/drawing/2014/main" id="{890D6DF4-F932-5965-0DEA-70881C024C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60343" y="3824838"/>
                <a:ext cx="2152973" cy="1192228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8" name="Section Zoom 47">
                <a:extLst>
                  <a:ext uri="{FF2B5EF4-FFF2-40B4-BE49-F238E27FC236}">
                    <a16:creationId xmlns:a16="http://schemas.microsoft.com/office/drawing/2014/main" id="{2087B866-AF1E-DB0E-8874-4EC65B91F0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97579087"/>
                  </p:ext>
                </p:extLst>
              </p:nvPr>
            </p:nvGraphicFramePr>
            <p:xfrm>
              <a:off x="782142" y="5026143"/>
              <a:ext cx="2155647" cy="1212551"/>
            </p:xfrm>
            <a:graphic>
              <a:graphicData uri="http://schemas.microsoft.com/office/powerpoint/2016/sectionzoom">
                <psez:sectionZm>
                  <psez:sectionZmObj sectionId="{918EED3D-E51D-48CB-B535-559049E66129}">
                    <psez:zmPr id="{77943310-DF74-45D4-A891-88AFD13E2A23}" transitionDur="1000">
                      <p166:blipFill xmlns:p166="http://schemas.microsoft.com/office/powerpoint/2016/6/main">
                        <a:blip r:embed="rId4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55647" cy="12125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8" name="Section Zoom 47">
                <a:hlinkClick r:id="rId46" action="ppaction://hlinksldjump"/>
                <a:extLst>
                  <a:ext uri="{FF2B5EF4-FFF2-40B4-BE49-F238E27FC236}">
                    <a16:creationId xmlns:a16="http://schemas.microsoft.com/office/drawing/2014/main" id="{2087B866-AF1E-DB0E-8874-4EC65B91F0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2142" y="5026143"/>
                <a:ext cx="2155647" cy="1212551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2" name="Section Zoom 41">
                <a:extLst>
                  <a:ext uri="{FF2B5EF4-FFF2-40B4-BE49-F238E27FC236}">
                    <a16:creationId xmlns:a16="http://schemas.microsoft.com/office/drawing/2014/main" id="{56ABF37D-862B-0C10-3D6E-A384A207D5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2587576"/>
                  </p:ext>
                </p:extLst>
              </p:nvPr>
            </p:nvGraphicFramePr>
            <p:xfrm>
              <a:off x="9277722" y="3827442"/>
              <a:ext cx="2155647" cy="1212551"/>
            </p:xfrm>
            <a:graphic>
              <a:graphicData uri="http://schemas.microsoft.com/office/powerpoint/2016/sectionzoom">
                <psez:sectionZm>
                  <psez:sectionZmObj sectionId="{8E7AD913-48A6-48FC-BC8B-BB6131DEE023}">
                    <psez:zmPr id="{664DC31F-0F58-4BFA-8073-BAAC9C03B7F9}" transitionDur="1000">
                      <p166:blipFill xmlns:p166="http://schemas.microsoft.com/office/powerpoint/2016/6/main">
                        <a:blip r:embed="rId4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55647" cy="12125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2" name="Section Zoom 41">
                <a:hlinkClick r:id="rId49" action="ppaction://hlinksldjump"/>
                <a:extLst>
                  <a:ext uri="{FF2B5EF4-FFF2-40B4-BE49-F238E27FC236}">
                    <a16:creationId xmlns:a16="http://schemas.microsoft.com/office/drawing/2014/main" id="{56ABF37D-862B-0C10-3D6E-A384A207D5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277722" y="3827442"/>
                <a:ext cx="2155647" cy="1212551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6" name="Section Zoom 45">
                <a:extLst>
                  <a:ext uri="{FF2B5EF4-FFF2-40B4-BE49-F238E27FC236}">
                    <a16:creationId xmlns:a16="http://schemas.microsoft.com/office/drawing/2014/main" id="{8DD2609F-40AD-B897-B234-7B9B00F49A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51238858"/>
                  </p:ext>
                </p:extLst>
              </p:nvPr>
            </p:nvGraphicFramePr>
            <p:xfrm>
              <a:off x="9272951" y="5037933"/>
              <a:ext cx="2155647" cy="1212551"/>
            </p:xfrm>
            <a:graphic>
              <a:graphicData uri="http://schemas.microsoft.com/office/powerpoint/2016/sectionzoom">
                <psez:sectionZm>
                  <psez:sectionZmObj sectionId="{3769497F-13A9-437B-BD9F-84A8FF3F6E81}">
                    <psez:zmPr id="{12F7B9F8-582F-41D1-910B-E71B0384C9D4}" transitionDur="1000">
                      <p166:blipFill xmlns:p166="http://schemas.microsoft.com/office/powerpoint/2016/6/main">
                        <a:blip r:embed="rId5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55647" cy="12125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6" name="Section Zoom 45">
                <a:hlinkClick r:id="rId52" action="ppaction://hlinksldjump"/>
                <a:extLst>
                  <a:ext uri="{FF2B5EF4-FFF2-40B4-BE49-F238E27FC236}">
                    <a16:creationId xmlns:a16="http://schemas.microsoft.com/office/drawing/2014/main" id="{8DD2609F-40AD-B897-B234-7B9B00F49A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272951" y="5037933"/>
                <a:ext cx="2155647" cy="1212551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0" name="Section Zoom 29">
                <a:extLst>
                  <a:ext uri="{FF2B5EF4-FFF2-40B4-BE49-F238E27FC236}">
                    <a16:creationId xmlns:a16="http://schemas.microsoft.com/office/drawing/2014/main" id="{EB535955-7FD4-31EC-1A03-BE076F9D6D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4804340"/>
                  </p:ext>
                </p:extLst>
              </p:nvPr>
            </p:nvGraphicFramePr>
            <p:xfrm>
              <a:off x="2922695" y="3811288"/>
              <a:ext cx="2013443" cy="1214855"/>
            </p:xfrm>
            <a:graphic>
              <a:graphicData uri="http://schemas.microsoft.com/office/powerpoint/2016/sectionzoom">
                <psez:sectionZm>
                  <psez:sectionZmObj sectionId="{872DC092-D06F-497F-AE46-6281F7DCE58E}">
                    <psez:zmPr id="{D056626F-98DF-46A0-A773-8224EA934C29}" transitionDur="1000">
                      <p166:blipFill xmlns:p166="http://schemas.microsoft.com/office/powerpoint/2016/6/main">
                        <a:blip r:embed="rId5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13443" cy="121485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0" name="Section Zoom 29">
                <a:hlinkClick r:id="rId55" action="ppaction://hlinksldjump"/>
                <a:extLst>
                  <a:ext uri="{FF2B5EF4-FFF2-40B4-BE49-F238E27FC236}">
                    <a16:creationId xmlns:a16="http://schemas.microsoft.com/office/drawing/2014/main" id="{EB535955-7FD4-31EC-1A03-BE076F9D6D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922695" y="3811288"/>
                <a:ext cx="2013443" cy="121485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p:sp>
        <p:nvSpPr>
          <p:cNvPr id="6" name="Cylinder 5">
            <a:extLst>
              <a:ext uri="{FF2B5EF4-FFF2-40B4-BE49-F238E27FC236}">
                <a16:creationId xmlns:a16="http://schemas.microsoft.com/office/drawing/2014/main" id="{3B930614-3408-11FF-E745-C1916B038D54}"/>
              </a:ext>
            </a:extLst>
          </p:cNvPr>
          <p:cNvSpPr/>
          <p:nvPr/>
        </p:nvSpPr>
        <p:spPr>
          <a:xfrm>
            <a:off x="4073905" y="6215537"/>
            <a:ext cx="4167253" cy="342451"/>
          </a:xfrm>
          <a:prstGeom prst="can">
            <a:avLst>
              <a:gd name="adj" fmla="val 4804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161AFC-8077-9A78-9647-04FD837D6CB8}"/>
              </a:ext>
            </a:extLst>
          </p:cNvPr>
          <p:cNvGrpSpPr/>
          <p:nvPr/>
        </p:nvGrpSpPr>
        <p:grpSpPr>
          <a:xfrm>
            <a:off x="4931839" y="2596646"/>
            <a:ext cx="2738968" cy="1454780"/>
            <a:chOff x="4936138" y="2637502"/>
            <a:chExt cx="2738968" cy="14547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4C118D-A2B0-BB07-C126-010A6D865A27}"/>
                </a:ext>
              </a:extLst>
            </p:cNvPr>
            <p:cNvSpPr/>
            <p:nvPr/>
          </p:nvSpPr>
          <p:spPr>
            <a:xfrm>
              <a:off x="4936138" y="2637502"/>
              <a:ext cx="2738968" cy="14547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SHFMU                             «EMIN DURAKU» KAÇANIK</a:t>
              </a:r>
              <a:endParaRPr lang="sq-XK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Picture 34" descr="Logo&#10;&#10;Description automatically generated">
              <a:extLst>
                <a:ext uri="{FF2B5EF4-FFF2-40B4-BE49-F238E27FC236}">
                  <a16:creationId xmlns:a16="http://schemas.microsoft.com/office/drawing/2014/main" id="{23968543-09A5-67F3-53B3-EDEC02B7F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4506" y="2760789"/>
              <a:ext cx="465281" cy="465281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8924262-F319-4085-9B4F-BA6E3383B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5158447" y="2760789"/>
              <a:ext cx="403737" cy="487270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1E9D6DB-52E8-1DCF-F9FE-644C1F51DF2B}"/>
              </a:ext>
            </a:extLst>
          </p:cNvPr>
          <p:cNvGrpSpPr/>
          <p:nvPr/>
        </p:nvGrpSpPr>
        <p:grpSpPr>
          <a:xfrm>
            <a:off x="-97802" y="4503877"/>
            <a:ext cx="1308548" cy="2222447"/>
            <a:chOff x="-97802" y="4503877"/>
            <a:chExt cx="1308548" cy="2222447"/>
          </a:xfrm>
        </p:grpSpPr>
        <p:pic>
          <p:nvPicPr>
            <p:cNvPr id="2" name="P 11">
              <a:hlinkClick r:id="" action="ppaction://hlinkshowjump?jump=endshow"/>
              <a:extLst>
                <a:ext uri="{FF2B5EF4-FFF2-40B4-BE49-F238E27FC236}">
                  <a16:creationId xmlns:a16="http://schemas.microsoft.com/office/drawing/2014/main" id="{F2312E1F-86DE-BF5F-A217-5A7B512C5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0"/>
                </a:ext>
              </a:extLst>
            </a:blip>
            <a:srcRect/>
            <a:stretch/>
          </p:blipFill>
          <p:spPr>
            <a:xfrm>
              <a:off x="-97802" y="4503877"/>
              <a:ext cx="1308548" cy="2054111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A2B327-CAC3-3042-4A15-E8E24E03879D}"/>
                </a:ext>
              </a:extLst>
            </p:cNvPr>
            <p:cNvSpPr/>
            <p:nvPr/>
          </p:nvSpPr>
          <p:spPr>
            <a:xfrm>
              <a:off x="179762" y="6351797"/>
              <a:ext cx="627713" cy="37452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4925">
              <a:solidFill>
                <a:srgbClr val="FFFFFF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perspectiveFront" fov="2700000">
                <a:rot lat="19086000" lon="19067999" rev="3108000"/>
              </a:camera>
              <a:lightRig rig="threePt" dir="t">
                <a:rot lat="0" lon="0" rev="0"/>
              </a:lightRig>
            </a:scene3d>
            <a:sp3d extrusionH="38100" prstMaterial="clear">
              <a:bevelT w="260350" h="50800" prst="softRound"/>
              <a:bevelB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D179CBE-075F-274A-1EE4-66B3E7D4A0D5}"/>
              </a:ext>
            </a:extLst>
          </p:cNvPr>
          <p:cNvSpPr/>
          <p:nvPr/>
        </p:nvSpPr>
        <p:spPr>
          <a:xfrm>
            <a:off x="5154147" y="4190923"/>
            <a:ext cx="2431103" cy="297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 pyjore</a:t>
            </a:r>
            <a:endParaRPr lang="sq-X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64BF1B-0978-EB21-3A7B-5A9AD3794D93}"/>
              </a:ext>
            </a:extLst>
          </p:cNvPr>
          <p:cNvGrpSpPr/>
          <p:nvPr/>
        </p:nvGrpSpPr>
        <p:grpSpPr>
          <a:xfrm>
            <a:off x="10935614" y="4488101"/>
            <a:ext cx="1308548" cy="2222447"/>
            <a:chOff x="-97802" y="4503877"/>
            <a:chExt cx="1308548" cy="2222447"/>
          </a:xfrm>
        </p:grpSpPr>
        <p:pic>
          <p:nvPicPr>
            <p:cNvPr id="20" name="P 11">
              <a:hlinkClick r:id="" action="ppaction://hlinkshowjump?jump=endshow"/>
              <a:extLst>
                <a:ext uri="{FF2B5EF4-FFF2-40B4-BE49-F238E27FC236}">
                  <a16:creationId xmlns:a16="http://schemas.microsoft.com/office/drawing/2014/main" id="{79E20E0A-D2BB-C6C7-368B-9C1AB5485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0"/>
                </a:ext>
              </a:extLst>
            </a:blip>
            <a:srcRect/>
            <a:stretch/>
          </p:blipFill>
          <p:spPr>
            <a:xfrm>
              <a:off x="-97802" y="4503877"/>
              <a:ext cx="1308548" cy="2054111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7852AC-B668-8A69-19CA-360B1748D856}"/>
                </a:ext>
              </a:extLst>
            </p:cNvPr>
            <p:cNvSpPr/>
            <p:nvPr/>
          </p:nvSpPr>
          <p:spPr>
            <a:xfrm>
              <a:off x="179762" y="6351797"/>
              <a:ext cx="627713" cy="37452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4925">
              <a:solidFill>
                <a:srgbClr val="FFFFFF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perspectiveFront" fov="2700000">
                <a:rot lat="19086000" lon="19067999" rev="3108000"/>
              </a:camera>
              <a:lightRig rig="threePt" dir="t">
                <a:rot lat="0" lon="0" rev="0"/>
              </a:lightRig>
            </a:scene3d>
            <a:sp3d extrusionH="38100" prstMaterial="clear">
              <a:bevelT w="260350" h="50800" prst="softRound"/>
              <a:bevelB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dirty="0"/>
            </a:p>
          </p:txBody>
        </p:sp>
      </p:grpSp>
    </p:spTree>
    <p:extLst>
      <p:ext uri="{BB962C8B-B14F-4D97-AF65-F5344CB8AC3E}">
        <p14:creationId xmlns:p14="http://schemas.microsoft.com/office/powerpoint/2010/main" val="824668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p of the world&#10;&#10;Description automatically generated">
            <a:extLst>
              <a:ext uri="{FF2B5EF4-FFF2-40B4-BE49-F238E27FC236}">
                <a16:creationId xmlns:a16="http://schemas.microsoft.com/office/drawing/2014/main" id="{4E437009-EA10-9A15-9830-9EC51A134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83483" y="1152090"/>
            <a:ext cx="8378907" cy="466185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E7E018E-00C7-F43F-0977-E3366EF47951}"/>
              </a:ext>
            </a:extLst>
          </p:cNvPr>
          <p:cNvGrpSpPr/>
          <p:nvPr/>
        </p:nvGrpSpPr>
        <p:grpSpPr>
          <a:xfrm>
            <a:off x="-3758104" y="739879"/>
            <a:ext cx="9596702" cy="5693450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C071A10-F7F2-159E-362A-58A4FAA0B76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187B2FC-2601-B72C-3D69-62663D7BEB8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rgbClr val="ED7D31">
                  <a:lumMod val="40000"/>
                  <a:lumOff val="60000"/>
                  <a:alpha val="95000"/>
                </a:srgbClr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6C5751D-78BB-6FC7-5BA9-97EA940C65E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rgbClr val="ED7D3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4AFAF20-8800-717E-A825-AE38ADE52CD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4D62195-023C-0066-9D34-493F5021DA2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38F6F0E-661B-9C7F-615A-46F2D124927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489FAC4-8FBF-1496-81A5-F1C8FBB41D0A}"/>
              </a:ext>
            </a:extLst>
          </p:cNvPr>
          <p:cNvGrpSpPr/>
          <p:nvPr/>
        </p:nvGrpSpPr>
        <p:grpSpPr>
          <a:xfrm flipH="1">
            <a:off x="5833794" y="739879"/>
            <a:ext cx="9361774" cy="5693450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B7C76B-7232-AD63-ED10-469D97FDE40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9CD5B4-0AF2-356A-6979-10C13CD413F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rgbClr val="ED7D31">
                  <a:lumMod val="40000"/>
                  <a:lumOff val="60000"/>
                  <a:alpha val="95000"/>
                </a:srgbClr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2967939-3BFB-4AF5-DCA3-83279E26EC9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rgbClr val="ED7D3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CB7607-63B8-1295-6FAA-EF414B7ED13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6EBE50-5D07-C764-76E2-D4333839022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5146977-52DC-1280-5C8B-BCDE0A551FC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168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3FD26-4FF8-4476-AE0F-4A05BF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A6773C-B6A8-8935-BD0D-D7344B59D688}"/>
              </a:ext>
            </a:extLst>
          </p:cNvPr>
          <p:cNvSpPr/>
          <p:nvPr/>
        </p:nvSpPr>
        <p:spPr>
          <a:xfrm>
            <a:off x="2446498" y="5550667"/>
            <a:ext cx="7074416" cy="679962"/>
          </a:xfrm>
          <a:prstGeom prst="rect">
            <a:avLst/>
          </a:prstGeom>
          <a:solidFill>
            <a:srgbClr val="662E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B49C6C-A346-6A80-3C68-154F24ADD225}"/>
              </a:ext>
            </a:extLst>
          </p:cNvPr>
          <p:cNvGrpSpPr/>
          <p:nvPr/>
        </p:nvGrpSpPr>
        <p:grpSpPr>
          <a:xfrm>
            <a:off x="-1509930" y="791133"/>
            <a:ext cx="7732299" cy="5243285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BC0F67E-3B2D-1A32-2296-9DC4ADF6E5A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0221484-7557-D518-5951-B6106AF1BE9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rgbClr val="ED7D31">
                  <a:lumMod val="40000"/>
                  <a:lumOff val="60000"/>
                  <a:alpha val="95000"/>
                </a:srgbClr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5370654-2B1F-9C2D-134A-87B7E8AD102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rgbClr val="ED7D3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769F7F-7081-F164-BD57-3D9857B9DD0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E1C6639-C3CF-3E45-227F-97BC9375724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F3361F5-17F6-61DF-2224-0C01020D5CF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F7FB420-89D8-FF03-04F4-AF472C62E2B9}"/>
              </a:ext>
            </a:extLst>
          </p:cNvPr>
          <p:cNvGrpSpPr/>
          <p:nvPr/>
        </p:nvGrpSpPr>
        <p:grpSpPr>
          <a:xfrm flipH="1">
            <a:off x="5583242" y="765208"/>
            <a:ext cx="8004314" cy="5243285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2A026AA-5F48-960F-5E14-6EE3A3D898E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989792-3E8D-BE9B-1ADD-2EE8C417F10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rgbClr val="ED7D31">
                  <a:lumMod val="40000"/>
                  <a:lumOff val="60000"/>
                  <a:alpha val="95000"/>
                </a:srgbClr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5A12E9D-3B59-92B1-8E24-A657496BB0C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rgbClr val="ED7D3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4863CB7-BF66-3861-DA8F-D297B40AA3F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5021B57-A1F7-C0A9-7F5B-071733A6CED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83408C-167E-51EF-1785-7B17BD1CE68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90E3430-22FA-1CF9-A52E-40EC524EBD55}"/>
              </a:ext>
            </a:extLst>
          </p:cNvPr>
          <p:cNvSpPr/>
          <p:nvPr/>
        </p:nvSpPr>
        <p:spPr>
          <a:xfrm>
            <a:off x="2478156" y="765208"/>
            <a:ext cx="6963758" cy="637813"/>
          </a:xfrm>
          <a:prstGeom prst="rect">
            <a:avLst/>
          </a:prstGeom>
          <a:solidFill>
            <a:srgbClr val="662E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Dallo në bazë të ngjyrave biomet pyjore?</a:t>
            </a:r>
            <a:endParaRPr lang="sq-X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map of the world&#10;&#10;Description automatically generated">
            <a:extLst>
              <a:ext uri="{FF2B5EF4-FFF2-40B4-BE49-F238E27FC236}">
                <a16:creationId xmlns:a16="http://schemas.microsoft.com/office/drawing/2014/main" id="{9B662C37-73D8-EEE1-18CE-CF354F6E14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0776"/>
          <a:stretch/>
        </p:blipFill>
        <p:spPr>
          <a:xfrm>
            <a:off x="2483718" y="1461393"/>
            <a:ext cx="6975353" cy="413503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A72306B-C982-12EE-41A5-5C8B202CDD0F}"/>
              </a:ext>
            </a:extLst>
          </p:cNvPr>
          <p:cNvSpPr/>
          <p:nvPr/>
        </p:nvSpPr>
        <p:spPr>
          <a:xfrm>
            <a:off x="2535531" y="5482593"/>
            <a:ext cx="6575372" cy="679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sq-AL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Pyjet tropikale gjelbër, gjethërënëset pembe e hapur, tajgat oker, gjethëtrasha-kaltër</a:t>
            </a:r>
            <a:endParaRPr lang="sq-XK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79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F7EC7-ADD9-C5A2-B4FB-26DB4AB8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map of the world&#10;&#10;Description automatically generated">
            <a:extLst>
              <a:ext uri="{FF2B5EF4-FFF2-40B4-BE49-F238E27FC236}">
                <a16:creationId xmlns:a16="http://schemas.microsoft.com/office/drawing/2014/main" id="{765215E1-EAD5-FDA4-4F26-A5AE1D166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59231" y="739574"/>
            <a:ext cx="8378907" cy="535910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B847704-3DC5-609C-4F8C-26804D25465E}"/>
              </a:ext>
            </a:extLst>
          </p:cNvPr>
          <p:cNvGrpSpPr/>
          <p:nvPr/>
        </p:nvGrpSpPr>
        <p:grpSpPr>
          <a:xfrm>
            <a:off x="-3390613" y="228147"/>
            <a:ext cx="9439298" cy="638195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278CDAD-7220-646B-50C7-273DA0F997B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CBB8973-34C9-1C67-5103-3BD452AF0CA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rgbClr val="ED7D31">
                  <a:lumMod val="40000"/>
                  <a:lumOff val="60000"/>
                  <a:alpha val="95000"/>
                </a:srgbClr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F0AB77-48C8-44A1-10E2-EBD837B212D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rgbClr val="ED7D3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52CF11-8772-7057-90E4-46ED2F1AE7C3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7438429-A871-5AA5-B39D-ADB25928732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94CA7B8-73BD-A81B-CC8C-17C38F9B7C0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64BF620-B043-938C-9CC3-1EEE4D9269E2}"/>
              </a:ext>
            </a:extLst>
          </p:cNvPr>
          <p:cNvGrpSpPr/>
          <p:nvPr/>
        </p:nvGrpSpPr>
        <p:grpSpPr>
          <a:xfrm flipH="1">
            <a:off x="6058038" y="218274"/>
            <a:ext cx="9671295" cy="6381958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E27FD8B-C444-6DA1-C091-988B6A7B3F9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B0ABCFC-9010-39EE-976D-91CCE1C175E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rgbClr val="ED7D31">
                  <a:lumMod val="40000"/>
                  <a:lumOff val="60000"/>
                  <a:alpha val="95000"/>
                </a:srgbClr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045A539-F0F1-5303-CA8B-F66F8318B60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rgbClr val="ED7D3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4A66B0B-8FFF-E35C-0B4F-BEFD943D7D1D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E86D699-A5F8-77D0-3912-8F15138C630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AA2A324-782C-620B-AEFD-8833F8993A9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sp3d extrusionH="190500"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884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323B0-3EE8-68DC-3674-C2F962CB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0670397-4CF2-9A08-A17D-0255399AC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468" y="1077912"/>
            <a:ext cx="6441064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0A8B-7682-2C51-EA1D-47B56B5FAA1E}"/>
              </a:ext>
            </a:extLst>
          </p:cNvPr>
          <p:cNvGrpSpPr/>
          <p:nvPr/>
        </p:nvGrpSpPr>
        <p:grpSpPr>
          <a:xfrm>
            <a:off x="-712918" y="563216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0D7E28-C5C4-C8C8-7D0F-72B2A747A47B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3CA39E-7D53-DEDB-0415-A09516F4488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2A6F0B7-6FDD-A00E-1504-54596E3BC3C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DDD09B4-2360-9D52-40CD-52B1BDAB22B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7DC21F-6CBF-B950-F4A7-ED1B5E83E77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DFC671B-2EE5-D63D-340C-85D7245C382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2711D1-D904-AA86-7A5C-0F11ACC90B1B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4100E80-7E48-6D07-645A-E4B4301D00E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29BC75A-E4ED-E03B-0F25-5FC687286E6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AFEA79-864D-FB73-4387-A4BBAC782FA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EC004A6-75FC-FE0F-3FC2-C40BFA93181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0EFDFF9-CF7D-C3E5-0911-58971D7136D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BFE2B16-FEAD-A6DA-3136-728B33708EB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175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72B4C-A792-843B-C6D8-429C7AF0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1D2474F-1B23-54E5-CCEC-902E63B73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904672" y="858652"/>
            <a:ext cx="6441064" cy="483079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2BF7113-29BF-8849-CBC1-B3AB446C846B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F65EC7F-F15F-162E-E902-465E15C95CB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4CC8573-3D09-5457-83A7-07CCA5281B4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5D221FA-CB1D-CDBA-D1C9-5D77A7E2C5D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0B2F79-C024-9FB0-8BEF-C3434B13C06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0919DF2-9885-E315-1234-806A79EDDAB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35C4A3E-BBC0-29E4-FCFB-E82312C2ADB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B2965C-406B-34A6-2673-314F8CB43FC2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54CD1A9-D372-2FE1-455B-AC86D1F253BC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AE039B3-C639-9382-1B85-F0EA953C4F4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7EF2AE8-98AB-D9E8-127B-869A49BECC5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98A8696-4DCD-D1A5-31E6-E74E5B365AFA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0320E37-9D56-7707-E6A2-E5E6344D809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6A310E6-E641-A3D0-6D90-5E8C0A7A4AB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p1">
            <a:extLst>
              <a:ext uri="{FF2B5EF4-FFF2-40B4-BE49-F238E27FC236}">
                <a16:creationId xmlns:a16="http://schemas.microsoft.com/office/drawing/2014/main" id="{82C91CEC-A11E-1E86-B783-4218AB481CC0}"/>
              </a:ext>
            </a:extLst>
          </p:cNvPr>
          <p:cNvSpPr/>
          <p:nvPr/>
        </p:nvSpPr>
        <p:spPr>
          <a:xfrm>
            <a:off x="2846264" y="4374746"/>
            <a:ext cx="6441064" cy="111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Cili biom pyjor është paraqitur në foto?</a:t>
            </a:r>
            <a:r>
              <a:rPr lang="sq-AL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q-XK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44DF0-1BD3-050D-532C-F03D6F31592B}"/>
              </a:ext>
            </a:extLst>
          </p:cNvPr>
          <p:cNvSpPr/>
          <p:nvPr/>
        </p:nvSpPr>
        <p:spPr>
          <a:xfrm>
            <a:off x="2846264" y="493644"/>
            <a:ext cx="6544623" cy="473764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E09925-47EF-CB23-B83C-94780652CA4E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CE209-528A-014A-1DD2-E0F67BEC9D07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Një pyll gjethërënës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817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49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2448C-C6A3-338A-454E-1114F334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4D03014-C219-43E5-92D2-F96A427AE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468" y="1077912"/>
            <a:ext cx="6441064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4D89918-AD97-958D-F6F5-E2619D55CE62}"/>
              </a:ext>
            </a:extLst>
          </p:cNvPr>
          <p:cNvGrpSpPr/>
          <p:nvPr/>
        </p:nvGrpSpPr>
        <p:grpSpPr>
          <a:xfrm>
            <a:off x="-712918" y="563216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DE1F01-F18B-5697-A541-955125C2A2B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3B9115-1E3B-9868-3B44-51997FC567F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A7CF261-2259-675F-EDA6-42602A827D1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F178761-5F8A-38B5-6EF8-00F45D04C33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22C7D1D-C38F-05B3-8CDD-AFB0F4F0369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417AC11-7C44-0EBB-1CC0-FF9410688EC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EA790B-C5AA-ECC8-39BC-9C1F6F7F3D37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CE57DF-1E21-4B29-EA88-3FCD7EC2D202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B57BCAD-EEE2-DA50-31BD-2B8E1B97172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FB697F6-DE0A-A229-AB0A-AB2FC8535FF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57AF05C-49D2-086F-71C2-D7AD3C535B1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0551435-A0FA-CDBF-6DE8-24C4FC8A0A6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113BD60-F6E9-7DFC-BA47-3C311B4A144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6991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D8026-A6A8-29FB-EA47-F610DCF02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27CDE37-9679-526B-CBE4-A78E283A9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3103255" y="1086677"/>
            <a:ext cx="5985489" cy="448911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03384C6-0E09-AF5C-5D57-A88500D47975}"/>
              </a:ext>
            </a:extLst>
          </p:cNvPr>
          <p:cNvGrpSpPr/>
          <p:nvPr/>
        </p:nvGrpSpPr>
        <p:grpSpPr>
          <a:xfrm>
            <a:off x="-719997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EE92AA9-77DF-9580-5810-0CE2EADDE68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CE39CE-7559-FE1D-EFDD-1EAFA5728D2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379F77D-5152-B8B7-089F-E9AD36582AA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4A7DAB9-F266-83CD-D55B-84407C98467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8C395AA-5FBE-04C3-F59A-5C8008EF6BD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890F772-8067-8183-F63B-BEFFF9BC027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706CD1-0C54-92A2-A97D-7A1C9FBDE1C8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CE0D8C-FC41-B494-332F-9F5994AF3DB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2583E96-8954-EB9C-B802-D2F75DCEAF6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06CAA32-E2C8-BD28-F611-446461A6BBC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211FEA3-ECFC-8004-2E09-D83252C1448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0A406-8333-DE94-CF4A-946A687D35D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479C7B3-24F3-3B55-3ACB-B7F4B1F36A7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226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4CDF5-D480-91A4-DF2C-38EA9BC1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2">
            <a:extLst>
              <a:ext uri="{FF2B5EF4-FFF2-40B4-BE49-F238E27FC236}">
                <a16:creationId xmlns:a16="http://schemas.microsoft.com/office/drawing/2014/main" id="{81B1306F-8A43-D6F7-FF02-97DA0B5AE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1420" y="536713"/>
            <a:ext cx="6441064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79BEE1C-1383-97C9-A787-6215BD4FE7C6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4166435-305C-7FE7-AF01-ABF12772451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CA2728-7597-F7BE-3DBD-226305F861A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D08D78A-6CD8-E921-E23C-4BC2A71C3A7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2CB41F9-3FFF-E285-9C69-BE9FFAF095C3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EDEBEDC-89D2-6E16-F184-DAE08920DC7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7EA6DA1-B3CB-DAF0-16E6-453774B2776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70B1F9-D188-D642-231E-DCF8ABE2ED69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61174E-8A1F-8627-A188-7DB7A1A2CEC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9492D07-17F6-0FC0-C8B2-6EECB6FFCDF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25FE18A-76BF-269A-1BD5-B38D2CD7F3A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8360FE8-B396-98BA-6CB8-9B6BBAE0F0A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DA457E6-50B9-22F1-17C6-4422B9DA9F5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4F323C6-2B5D-C921-55B0-8CE1DF610C9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B335B3A-920A-3460-2BF8-89EB09F6B065}"/>
              </a:ext>
            </a:extLst>
          </p:cNvPr>
          <p:cNvSpPr/>
          <p:nvPr/>
        </p:nvSpPr>
        <p:spPr>
          <a:xfrm>
            <a:off x="2911045" y="4746867"/>
            <a:ext cx="6441063" cy="603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Përmendi së paku 3 përfaqësues bimor të këtijë biomi!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52519-5FA2-2207-74BB-9B62B9FB7B05}"/>
              </a:ext>
            </a:extLst>
          </p:cNvPr>
          <p:cNvSpPr/>
          <p:nvPr/>
        </p:nvSpPr>
        <p:spPr>
          <a:xfrm>
            <a:off x="2846264" y="493644"/>
            <a:ext cx="6544623" cy="473764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278718-8881-AB86-D972-3745A7787342}"/>
              </a:ext>
            </a:extLst>
          </p:cNvPr>
          <p:cNvSpPr/>
          <p:nvPr/>
        </p:nvSpPr>
        <p:spPr>
          <a:xfrm>
            <a:off x="2927252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AA5983-C587-A6E3-6771-A0DBD3314FC7}"/>
              </a:ext>
            </a:extLst>
          </p:cNvPr>
          <p:cNvSpPr/>
          <p:nvPr/>
        </p:nvSpPr>
        <p:spPr>
          <a:xfrm>
            <a:off x="2911046" y="5486401"/>
            <a:ext cx="6235654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Bredhi, arneni, rrobulli, hormoqi etj.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93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E3443-7157-91E8-5E24-BD5755CD8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EC1AFFC-1169-15F3-A3FD-29AD7DA49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468" y="810241"/>
            <a:ext cx="6441064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89F7BE0-87A8-6C24-CFFF-933BE63D8AC4}"/>
              </a:ext>
            </a:extLst>
          </p:cNvPr>
          <p:cNvGrpSpPr/>
          <p:nvPr/>
        </p:nvGrpSpPr>
        <p:grpSpPr>
          <a:xfrm>
            <a:off x="-71291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1566B8-0F04-451A-592C-15EE3618F79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1000D53-F1C4-C35C-0EC4-3E608A315A1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102FC0F-9D68-BED0-1EF2-5C28473716E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5495FB-ABCB-242B-943C-692B19EBD16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7530C2F-F3A8-C589-5129-77227F78A9E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D1CDC5A-3662-B74F-F596-9F86A6ECB30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C857D9-53B6-E2C3-FD87-9CDB8DF6CACF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528C7-AFB9-C4AA-5472-C19D4CFBD35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1BD6F1-27A8-3EB9-3AE6-D8317EA23D3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FACA332-C5DD-0A76-67EB-213CCBDB5EA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3ABA0F2-1227-92D3-D11E-E3D066A51D5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36C8479-8FE7-FEE1-7D2D-F6406C55541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27BC441-1B67-722B-426A-1E879264885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95551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67D98-5441-E340-729E-0B808FC1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A05A66F-F774-F97C-631E-C31284929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3255" y="1091983"/>
            <a:ext cx="5985489" cy="447850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F52F79B-9376-CDD2-7B8F-D77114CB476F}"/>
              </a:ext>
            </a:extLst>
          </p:cNvPr>
          <p:cNvGrpSpPr/>
          <p:nvPr/>
        </p:nvGrpSpPr>
        <p:grpSpPr>
          <a:xfrm>
            <a:off x="-719290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3016753-FE1E-D439-3F19-918E1650A79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F1B275-DCEA-2057-EE4E-A3DE9950984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146EBE0-7E7D-3D60-2C17-5208ADF631B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9E9F87-1CF7-6CA4-1E04-7E7B92F9C3E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5DA90BB-D257-451D-46A6-A39C79CF0B5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7922505-289F-6DE6-D669-B6589987C0E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B66B3D-ABB7-695A-C945-D6EEF58ECD59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0994FC0-5A0B-348A-29F1-8E8C4E52F540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2C47991-6A52-323E-43A4-4130BA600B2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35ADB9A-B685-0DD6-1C87-1885B07A71B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F08EAF3-C9E8-D934-FBD7-30A89DCE482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9B6B324-299D-0E1E-74B1-6186A06FE5B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A556ACE-4524-8E30-671C-EA319D63869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455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B1236-C7FE-DDA6-0B93-40A249C4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3">
            <a:extLst>
              <a:ext uri="{FF2B5EF4-FFF2-40B4-BE49-F238E27FC236}">
                <a16:creationId xmlns:a16="http://schemas.microsoft.com/office/drawing/2014/main" id="{7A1F537A-4CF4-3CC4-0673-827EBA82E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1433" y="536713"/>
            <a:ext cx="6440675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088B0AA-A686-9BF9-5901-DFE844F63B90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35AB507-5949-DB28-419B-B8C791368C2B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10D35F-877E-FE43-DCBF-17F88AF4B72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FBEAB66-389F-6D95-C6AA-CA8A9B8E9AD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1EB0C86-A1B1-66AE-5C85-1A56229D281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D743E22-BDE7-FB27-4695-5922D35D1DA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70CC42A-9464-79A2-00BD-68F950F873B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4BA490-6C66-A65E-FF71-69C2C23B6C78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68CEFE-6CE0-AB0A-A684-3B0BC9F9C4A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439BBF0-768B-66D0-0837-FC519301641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A44D5D1-B703-6A47-F3AE-5246EFF970F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1B2F3E-9D47-8B75-A137-74EE064E0E6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94D2C1F-2251-912C-9C64-C7CF6900610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6F49F22-D769-2165-02CD-A5498CE2439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2544B33-0FFE-2465-73B7-91B046B90994}"/>
              </a:ext>
            </a:extLst>
          </p:cNvPr>
          <p:cNvSpPr/>
          <p:nvPr/>
        </p:nvSpPr>
        <p:spPr>
          <a:xfrm>
            <a:off x="2891420" y="4430795"/>
            <a:ext cx="6441063" cy="797472"/>
          </a:xfrm>
          <a:prstGeom prst="rect">
            <a:avLst/>
          </a:prstGeom>
          <a:solidFill>
            <a:srgbClr val="6830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 cilin biom pyjor vlen përshkrimi: «Shtrihen në të dy anët e ekuatorit»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0CF33-3165-33CE-1B7E-908979FC8B02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482670-F018-D410-86F3-3BF0C8D77339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Pyjet tropikale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119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6BEA3-256D-BECE-BBA4-3A97514B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2048FDE-9639-E983-D07F-BA330B0B7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662" y="810241"/>
            <a:ext cx="6440675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224F9C8-355B-BB86-4998-8C42DF0CBD4E}"/>
              </a:ext>
            </a:extLst>
          </p:cNvPr>
          <p:cNvGrpSpPr/>
          <p:nvPr/>
        </p:nvGrpSpPr>
        <p:grpSpPr>
          <a:xfrm>
            <a:off x="-71291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173968B-094D-CE72-4ACE-9291BBA0946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8FB39B2-65AC-895E-343F-9BE4FEF94FE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A9F4543-B6ED-E84E-911D-D13D722CD43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A85F1B3-2562-C9D7-6ADA-5860FCEA138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331F6BE-3002-799D-7719-001163F11D1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8D88C4B-9BE1-7355-35B9-3E277F06120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DB63F2-8A2C-B293-35D8-34FFA1D37F4C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79BC496-34D7-0D55-6B6E-23C534E99ED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B6C61D-7C54-7AAC-37D3-B52C3B69DE8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756085F-55B5-26B9-0A77-844D9E5631F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F0E5EC-BCF6-C72D-B3EF-5D97B997245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8A36F65-56CF-66ED-DB0F-F919C1A8462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8DA2737-0989-A137-67AA-8B7C672A07D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6976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B6CA7-893D-369A-3490-25600617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BD94534-DFEB-2FCF-45C0-CF10D3467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4480" y="1088446"/>
            <a:ext cx="5943038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77FA5EF-2BBC-0189-0EE5-821B3E3032F2}"/>
              </a:ext>
            </a:extLst>
          </p:cNvPr>
          <p:cNvGrpSpPr/>
          <p:nvPr/>
        </p:nvGrpSpPr>
        <p:grpSpPr>
          <a:xfrm>
            <a:off x="-698772" y="612912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1354C1-A7E1-5E93-BD38-255BDDD0A7F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0986D93-F9DF-406D-4A8F-8478F44DC07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F9A3D16-DBA3-362E-F81C-2BB9BA56034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27F5A1-EB7C-D5E8-B9CF-16BC91161E8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47F0F82-E8C8-967F-B590-D92FFB686B8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EBD01D7-5097-06E4-DC38-7CE985879B3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2F4DEF-CCE5-EEE2-A870-35A0CC8B55FA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6B448D-FFB5-2250-A3B4-A9E3A10BB03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104891-8E59-1E10-2CF1-25D521D20F2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56664F3-DE14-1DD3-4AE7-A198426639A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B4B2A5B-776E-2785-E075-BD7BFC0AB08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C71CB77-BBB6-0693-E2CC-917ECF6CD4D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0AD0C71-74F9-6087-134F-CCBABA90319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8982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C3716-3755-3E7A-197F-D236D12C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4">
            <a:extLst>
              <a:ext uri="{FF2B5EF4-FFF2-40B4-BE49-F238E27FC236}">
                <a16:creationId xmlns:a16="http://schemas.microsoft.com/office/drawing/2014/main" id="{4C77EA48-0151-8567-33AD-B747E7C0C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91420" y="675860"/>
            <a:ext cx="6486214" cy="477740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B80828B-9645-8303-C449-903A21762350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4FDE1F3-9CA6-99C3-8EA4-5A6C60B5A37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BFA1DC-D0E6-AD54-6E33-DA6BB5B326B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C155DD8-6050-73D7-09E1-B3C9E9440A8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46F0ADA-93BC-12A4-1617-E584003BFC6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F56D533-2085-D7B3-4087-30F9EC55833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D218A6B-3B8B-48CE-51CC-5367B629F76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52D320-CA50-8BE5-18FB-305F06231C2C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C7B5692-7671-64F0-7D83-23FBF46F994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743338A-A686-CA1D-5477-F2F918273D4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0EE3D88-0C22-012F-816D-AA474BC864A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F92EBFB-67E0-6604-A3EF-A4F9066FA05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20DEAAB-1955-2FE7-FCB3-6FDA58CE43D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5B82B39-A482-2EC7-EF8A-5BFEBB8FD45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20A0990-A59F-F3F7-CB96-60D78185C71D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2425F-2AAA-A7EE-81E4-7D7DF3500CC6}"/>
              </a:ext>
            </a:extLst>
          </p:cNvPr>
          <p:cNvSpPr/>
          <p:nvPr/>
        </p:nvSpPr>
        <p:spPr>
          <a:xfrm>
            <a:off x="2836941" y="5486401"/>
            <a:ext cx="6518118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Ariu, ujku, dhelpëra, lepuri, ketri, iriqi etj. 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40A5C0-4A7D-C367-07A2-49B3FA38FF87}"/>
              </a:ext>
            </a:extLst>
          </p:cNvPr>
          <p:cNvSpPr/>
          <p:nvPr/>
        </p:nvSpPr>
        <p:spPr>
          <a:xfrm>
            <a:off x="2891420" y="493644"/>
            <a:ext cx="6518118" cy="8945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 së paku 5 lloje shtazore që jetojnë në pyjet halore dhe gjethërënëse?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523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4B235-D69C-FD34-6C1B-50391B98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8221A52-C2DF-4BEB-AB6A-5F5FC1B7A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8501" y="810241"/>
            <a:ext cx="6394996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B4A975B-D90F-2C2C-5ACF-F8776C519419}"/>
              </a:ext>
            </a:extLst>
          </p:cNvPr>
          <p:cNvGrpSpPr/>
          <p:nvPr/>
        </p:nvGrpSpPr>
        <p:grpSpPr>
          <a:xfrm>
            <a:off x="-73259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BCB51DD-ED4C-3AEC-411E-3E586A199A9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816556-A719-B853-1AAC-653191F2644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DC5E447-3E82-B7E3-AD19-9CFC0531D2F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242CA18-1299-56FC-A480-BF17C4458AE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A782CC-5DF8-955A-BF3A-7ABF0FE932D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8A75C23-93D7-0EE0-8FF2-6C84C0F7C5C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40417-53FF-E77D-D0C7-8E19BA7ADB0D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08F97FB-4C75-0211-DC22-C87D7B79C12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C5CA7F7-6C92-8F5B-E056-ADA8864A09A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21BEADC-94E6-F6A9-D848-8EF6D1E4218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5340622-8151-9F51-EF6C-8C0DFA543C0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3C18A82-2281-C074-AA6B-81AB9DA85CB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CB9697D-8DA9-F49C-32EB-515895B67A8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1232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19F0E-1C65-186A-4901-DEB5F652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69F21D0-9529-5EA9-120E-0A4EA9A1D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3255" y="1120284"/>
            <a:ext cx="5985489" cy="442190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A4BBC-ABDA-E0AA-E025-27E1F22F9700}"/>
              </a:ext>
            </a:extLst>
          </p:cNvPr>
          <p:cNvGrpSpPr/>
          <p:nvPr/>
        </p:nvGrpSpPr>
        <p:grpSpPr>
          <a:xfrm>
            <a:off x="-745794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B6F5D48-7DFC-C3AA-870C-6C9CE278094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31D5135-BAE7-A732-9AD3-C4736774B54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F62E3E4-70B6-0C72-C1C3-20147FAF39A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A975B8D-B7C5-BBEC-5AAF-E136434CB13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C64A6AE-8549-3B0F-85E8-1C0503580DE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66B487F-E62E-9799-3CDA-7C4DDF302FA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604051-CB7E-55FB-7C75-5FDCA21BDBA8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A473B0-DDC2-CDE9-F43F-1BB9B262BDA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3122C39-DAC5-A3ED-A888-F71C32F3BEA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57059A2-E1CF-1554-0D70-995137F917F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EBE66D7-593A-86F6-CDE4-78EE3208D23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79C53EB-ADD3-7C64-BFAD-EEF020C91B0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D2187C3-F203-B897-9EC9-8CA04235D1B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3567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FF414-332E-6F4C-18E9-D6E024A2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5">
            <a:extLst>
              <a:ext uri="{FF2B5EF4-FFF2-40B4-BE49-F238E27FC236}">
                <a16:creationId xmlns:a16="http://schemas.microsoft.com/office/drawing/2014/main" id="{B8B24FC0-06AD-06BE-C307-EE3745FE9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91614" y="536713"/>
            <a:ext cx="6440675" cy="476509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580EF24-E86E-E655-937A-A0F06CFC1B71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AB463E7-3081-42CD-1A89-AC9DCCBBE23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8ABD16-6254-E547-D946-8B95EE710F6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E29D71E-AD91-C9F0-012A-DD1361838C3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8941E58-62ED-05A7-1D59-76F79C54661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E776E37-5630-F653-D3D7-44559E10B38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2001D76-96E8-A538-732E-D6CE7E9C590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281217-3CEA-A3D1-E9DA-D803A0A5BF33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B0B43B4-A707-F92D-41E7-D539330D24F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CB6064-4D3E-836E-F772-544A4213D0B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2B0173-E97A-2E91-4367-6AD1EA98050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CE3F8E7-456A-FB84-6822-FCCAF6FD040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8AD0B19-B283-B91C-C950-52C2A25BF18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64A06F4-6AC4-F545-273E-C05D8F30C34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A076258-97D4-D9D7-2024-2AEA1C4C624C}"/>
              </a:ext>
            </a:extLst>
          </p:cNvPr>
          <p:cNvSpPr/>
          <p:nvPr/>
        </p:nvSpPr>
        <p:spPr>
          <a:xfrm>
            <a:off x="2875468" y="4588349"/>
            <a:ext cx="6441063" cy="797472"/>
          </a:xfrm>
          <a:prstGeom prst="rect">
            <a:avLst/>
          </a:prstGeom>
          <a:solidFill>
            <a:srgbClr val="662E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 foto vërehen shumë gjethe të rëna. Vlerëso rëndësinë që kanë ato për pyllin?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CCF563-74E4-248F-921A-16C33D911A59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B251B-5447-B8C9-2832-3EF54C25F870}"/>
              </a:ext>
            </a:extLst>
          </p:cNvPr>
          <p:cNvSpPr/>
          <p:nvPr/>
        </p:nvSpPr>
        <p:spPr>
          <a:xfrm>
            <a:off x="2891615" y="5486401"/>
            <a:ext cx="6255086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 formojnë stelën e pasur me materie.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91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761B9-E5CF-038A-C721-6FFFAC07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E3A459F-8770-5E2E-A0AA-BAFE81DCC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662" y="844500"/>
            <a:ext cx="6440675" cy="475818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BAE8483-7023-E80F-BD11-E199984760E1}"/>
              </a:ext>
            </a:extLst>
          </p:cNvPr>
          <p:cNvGrpSpPr/>
          <p:nvPr/>
        </p:nvGrpSpPr>
        <p:grpSpPr>
          <a:xfrm>
            <a:off x="-739422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FF4D8B-438D-AA9C-77B1-361B61FBC41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4D1F173-335C-0487-AF7B-034A4F0707C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A3BE8A57-A611-E99D-99AA-F3EBA7E0754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F88FB64-F12E-12AA-5EEC-C5A05FF4B2B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949EEB-A8F9-7B87-2466-C421CA96F83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AD1A264-FC37-F121-DFF1-5911D32EAFD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CF59F9-4C04-5792-A78E-2ED22D54BE8E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E82B84-C62B-9899-7D2C-1C0A9F699D6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22C4A67-EC64-0696-FDED-10B18161A5A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48DBD20-292D-52BC-0397-781F3BD7AB4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F5AA18-D397-AF56-516E-B6CDC716592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24ABC23-4976-97A9-25E2-FF4FDA96DBD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3842AA4-B8EC-5833-FFA7-3B38044FF92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2620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2CAB2-7466-9664-B7CC-D3C0BC7CB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3DEA32-3FB3-C65F-9A95-45B132898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6995" y="1088446"/>
            <a:ext cx="5398008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18ED32C-96F6-4428-8683-FE49EA2E16C9}"/>
              </a:ext>
            </a:extLst>
          </p:cNvPr>
          <p:cNvGrpSpPr/>
          <p:nvPr/>
        </p:nvGrpSpPr>
        <p:grpSpPr>
          <a:xfrm>
            <a:off x="-719290" y="654295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BF4F03-AF68-51CA-03EC-EC5EE27475A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7BD2E5-D385-C35E-087D-D3B3F22C645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9566968-441E-8308-5B73-D75FC6F7EE5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432A02B-5913-74DF-BD5B-BEB383F1FEE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D967E6-4F41-B83A-2E3C-1A03C3EF998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A40A47B-E1EE-E284-E273-02778A9B3AA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20B206-66F9-535D-7604-103E2FED519F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C42877-1187-6A3A-642B-CF480FAEA65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5FBB9DA-582B-3E03-C3D5-3D8884B3E4A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B4BF1F4-3139-7C2F-F3A2-70FF13D4341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674476-33DE-B796-E939-10C8DBD6D61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A48C411-9A65-DB3C-E015-03CA674CAB2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56B24B7-8154-56F8-C0B7-32E3D1349AA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6139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2D5C0-E299-1AD9-76B2-D8EB667A2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5">
            <a:extLst>
              <a:ext uri="{FF2B5EF4-FFF2-40B4-BE49-F238E27FC236}">
                <a16:creationId xmlns:a16="http://schemas.microsoft.com/office/drawing/2014/main" id="{91BBC7C1-C236-5EA9-3CF2-3B3ABB6BD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5662" y="536713"/>
            <a:ext cx="6440675" cy="53538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821670C-ECBE-D389-5D3B-7643053FB65F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8B5D486-DB2D-7BDE-8743-EA9501A596E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0916B83-8AB9-5D17-1F82-E5013A62DA3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8778334-5D12-FBB8-35C0-6E8B867C91C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E790938-6C69-5106-79F4-6BE8F3B326D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97A708-9265-1EE4-4AB8-9387046585C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32305C3-19DC-A7E6-065A-69E072F9C9F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2E5854-D77D-C248-B2D0-1BD22E88BE78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10AAE21-A6C6-F4DA-3029-7C387C522CE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6DB76D1-210C-39A1-F2ED-943946179AA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68FB410-4703-BD5C-EA23-999A86E139D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4CE885E-8FFC-2CEF-3C9F-7FDECA6CB38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80B8E9-A132-E4E2-12BF-AFB15A638AB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79FD192-E311-AB35-2C27-A9505CD4204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D8711F9-2377-E3D4-D772-01411100C0D2}"/>
              </a:ext>
            </a:extLst>
          </p:cNvPr>
          <p:cNvSpPr/>
          <p:nvPr/>
        </p:nvSpPr>
        <p:spPr>
          <a:xfrm>
            <a:off x="2875662" y="503583"/>
            <a:ext cx="6486215" cy="7974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Duke e shikuar foton, trego se cilat lloje bimore e mbizotërojnë pamjen?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5E8D4-5717-A49C-47B0-1012469EEE87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A33CF-571B-0E0B-725B-EB1CF98773FE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Llojet e pyjeve halore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133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0F34E-BA54-A731-5FC9-3F969AF7A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A9ADFE4-EEB1-436E-0D61-787A96374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1740" y="810241"/>
            <a:ext cx="5808518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E7CD26F-329E-E93F-99B3-66615F713CCC}"/>
              </a:ext>
            </a:extLst>
          </p:cNvPr>
          <p:cNvGrpSpPr/>
          <p:nvPr/>
        </p:nvGrpSpPr>
        <p:grpSpPr>
          <a:xfrm>
            <a:off x="-739422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157F334-B1F2-1884-0221-4C281A99258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E8A7B69-0C81-E7BC-0430-976F832AD75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B4BC22C-3E76-8660-F884-CB0FD520B36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F65347-5015-2662-B641-331DA0CA622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CE0388-34D6-DC0A-3C1A-9FCAA1E9104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EE4C7A0-5A82-6101-4CF8-2A2EEC14B63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508BDB-08D8-D7BE-EB01-0AEA22A80C0B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D27B4C5-3736-D47C-35A7-45F0A46F004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64935C-155B-7AB9-4D48-ECB31C44F46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D69BF3F-6615-5E7F-F01D-F49B3D4882F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9EB5D02-CFBE-D82D-2D53-6DA4D326FD2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D98B2E-BC61-5820-0425-48C59DFA37F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C4E3EB8-91D6-3C52-3C06-20678370871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6594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E7C87-22A8-5B53-311C-9C1203F0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22E4C38-3A5D-BBD4-E3D6-2B1DDC2F2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3255" y="1308553"/>
            <a:ext cx="5985489" cy="404536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ECF646-061D-C99A-632D-66ADC7095563}"/>
              </a:ext>
            </a:extLst>
          </p:cNvPr>
          <p:cNvGrpSpPr/>
          <p:nvPr/>
        </p:nvGrpSpPr>
        <p:grpSpPr>
          <a:xfrm>
            <a:off x="-719290" y="654295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F28B95-F146-D457-332D-4FA7C69794D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5118C6D-B481-778A-12AA-A5A9468A7A5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DF2AF6C-0B07-34BB-D29B-17ECBE7C334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F8CF6E9-AE6D-5B24-D787-35094540EA2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113BBE9-EBE1-FCEB-A9CE-8AF5AC278B1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176E881-C672-DBE1-4717-06AC0D8F88A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919FCF-3D04-0547-C945-F8076543FF47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A3DC1C-C6A9-8033-6F3D-29E7C048E372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0E6A5F8-4CF8-DD37-A36F-5F2DB8ECE32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BDFD3C6-B520-CBAE-241E-A8D38967749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3FC8955-E5DD-6DAB-2A96-57ED28110DA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326F9B-F872-6EE4-6621-23775501390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9EA2C70-7C8C-00A6-823B-A5A69AC8A76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7581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C9B0B-E4FA-8C88-D547-F7BFE0A5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6">
            <a:extLst>
              <a:ext uri="{FF2B5EF4-FFF2-40B4-BE49-F238E27FC236}">
                <a16:creationId xmlns:a16="http://schemas.microsoft.com/office/drawing/2014/main" id="{CE6631CF-A2BE-9BE4-56BA-24BEB1595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5662" y="1382502"/>
            <a:ext cx="6623447" cy="447496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468EEB4-22EE-FB7C-AB7E-A39A11A92878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BCEFEB-2259-DBDA-641A-BC449AEB9742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9AB0BB-E505-D7A2-A386-74765A5ADB5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FE41B59-7694-85F4-9B0C-59FBEA3F52C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C300D9B-1681-6A97-82BF-F893E98089E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9AFFE2-04AE-2E3A-1255-1E9C73FD1C1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289C215-EC99-4B23-5878-FB7D94E0191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66FD80-1EA8-6379-A019-71BD6DE45F09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61C7601-9CBD-E92B-90DF-7786BBCCF48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745FF29-3090-7680-6D20-779D5B35B5D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697E261-3D70-BDB7-8EA6-E5B6CB01F68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E8E4E7-080C-9169-D9C0-E70E75902F2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73102B6-CEE6-B2E4-2E71-9A02178F851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6379747-BD84-F834-987D-7E8944C7F82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6CE2636-0466-BE9C-1756-AE8744798126}"/>
              </a:ext>
            </a:extLst>
          </p:cNvPr>
          <p:cNvSpPr/>
          <p:nvPr/>
        </p:nvSpPr>
        <p:spPr>
          <a:xfrm>
            <a:off x="2856453" y="601802"/>
            <a:ext cx="6510997" cy="7974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 sa më shumë produkte me rëndësi për ushqimin tonë që gjenden në pyjet tropikale 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420350-9D43-F23B-FF8B-5DEE1884F23C}"/>
              </a:ext>
            </a:extLst>
          </p:cNvPr>
          <p:cNvSpPr/>
          <p:nvPr/>
        </p:nvSpPr>
        <p:spPr>
          <a:xfrm>
            <a:off x="2841111" y="5431736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9ABAAA-FD3D-6951-7297-982CD09B87D6}"/>
              </a:ext>
            </a:extLst>
          </p:cNvPr>
          <p:cNvSpPr/>
          <p:nvPr/>
        </p:nvSpPr>
        <p:spPr>
          <a:xfrm>
            <a:off x="3207027" y="5486401"/>
            <a:ext cx="6143862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Bananja, vanilja, kafja, kakao, kanella etj.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075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08A96F-D312-394A-0C76-B3C07110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52006CA-5090-B3A0-88B8-09A034981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662" y="1047087"/>
            <a:ext cx="6440675" cy="435300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FE72481-E333-50A5-8CED-34B25B24D364}"/>
              </a:ext>
            </a:extLst>
          </p:cNvPr>
          <p:cNvGrpSpPr/>
          <p:nvPr/>
        </p:nvGrpSpPr>
        <p:grpSpPr>
          <a:xfrm>
            <a:off x="-699817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42182FE-5B2D-F1EF-29F5-FEEC26D383D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DBD1BA2-5339-5D74-4A6E-54FDE32283E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FF2D8BF-87D8-2B85-C554-F46F661417D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F7E9917-625F-8AA4-470A-5520BFFEA2E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A9BD937-256E-4840-1811-F45EE754AF1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CFE9F19-513C-F6B7-9A94-BCF15AABE30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3487D7-81D3-16A6-B79F-5D4B6F77A1B1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183EBA7-8E81-FF1B-D440-04E1614C60B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1920128-3BBE-8058-978B-5C1583957BE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95D7F43-B61D-7093-B4AD-3916304A351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99C425C-49A5-6361-B6C0-53A61890D3F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199C72B-E230-05A5-57DB-21F76ACB5ED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B748591-6AD9-7D76-23EF-C2CC90A6215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8371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2664A-5655-25AF-5F1E-253B9669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0E4A96D-4126-4D64-8950-E4176BBC9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5613" y="1088446"/>
            <a:ext cx="5980772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7634EE0-039F-D20B-D0E4-3A810B801402}"/>
              </a:ext>
            </a:extLst>
          </p:cNvPr>
          <p:cNvGrpSpPr/>
          <p:nvPr/>
        </p:nvGrpSpPr>
        <p:grpSpPr>
          <a:xfrm>
            <a:off x="-732542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D23253B-1852-1593-852A-10DE518353D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279A4A-57A1-2994-0C7F-4B559B3BCBB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D7241DA-4CEA-9C21-1F3C-1116D78D783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C495B2C-4870-C5F9-8C0E-962D5E00D07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AC3BF80-8EB2-005C-FF5F-49B60DD0526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C53009C-973A-634C-82DB-26A3DE545F7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9D6B9E-3A98-8628-6F71-74B39A6F1D87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EB5231-AC37-FE57-8B2F-E185D73CAB9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BE0495B-8DC1-624B-4B16-1271888DC6A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94E3C82-1A69-6C26-5E36-718B0F7B075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8C3E56-73ED-C8FA-78CB-D4FAD5C03ECD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5F1C9DD-AC73-64EE-F5A3-CCD55DEEF76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A74851E-6BA5-83AF-0A02-30D4DB3EAE8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7520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68AEE-1E5E-2D7A-7FAD-45525C96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7">
            <a:extLst>
              <a:ext uri="{FF2B5EF4-FFF2-40B4-BE49-F238E27FC236}">
                <a16:creationId xmlns:a16="http://schemas.microsoft.com/office/drawing/2014/main" id="{2B069497-D559-490B-44FC-ED71EE897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8199" y="783737"/>
            <a:ext cx="6435600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9430C-8EE3-B4A0-9CC5-8728D7E4B1B4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423A992-1437-C33A-7FA3-56268DCABC8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902461-51BB-6B73-2ECF-428199F39F5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6A9E548-4ECC-D16A-A07A-092727891C4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8200577-1F5D-B1A1-C2AA-731766EEA81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2B91391-B06D-986B-7977-7A0382BAC16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9C95A02-F1EC-1D70-E821-CBB25D03483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079E4B-56BA-A43E-BA18-194B19A8D477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E74CC5C-3F04-0C89-06D8-8BCFFAE1600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70CC9F-66D2-ADE1-2C4F-A76D9D116C1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F51A54A-1720-A04E-3575-7E43EBEF06B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9CA8844-338D-A501-D3F5-71E24E10A13D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D146AA4-51EA-1D0D-95CE-7F425D039D9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15D6437-0B69-1B5C-9649-F233FE25C5B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12BDA6D-F526-AA78-1E63-A213FE9F9933}"/>
              </a:ext>
            </a:extLst>
          </p:cNvPr>
          <p:cNvSpPr/>
          <p:nvPr/>
        </p:nvSpPr>
        <p:spPr>
          <a:xfrm>
            <a:off x="2866144" y="536713"/>
            <a:ext cx="6518120" cy="7974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quhet dhe banor i cilit biom pyjor është kjo shtazë? </a:t>
            </a:r>
            <a:endParaRPr lang="sq-XK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F6A17A-3E86-7477-CC6A-D7ECAE7B9286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692F28-4F27-A0C6-0CC0-214248D0851B}"/>
              </a:ext>
            </a:extLst>
          </p:cNvPr>
          <p:cNvSpPr/>
          <p:nvPr/>
        </p:nvSpPr>
        <p:spPr>
          <a:xfrm>
            <a:off x="3090456" y="5486401"/>
            <a:ext cx="6056243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Gorilla është banor i pyjeve tropikale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16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5FF1D-022D-F39B-76E0-D34027FB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AF091F-23D4-BBCC-71CF-C7C01F417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8199" y="810241"/>
            <a:ext cx="6435600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7B27A72-5780-859B-9DCE-CA0DF6B02CE7}"/>
              </a:ext>
            </a:extLst>
          </p:cNvPr>
          <p:cNvGrpSpPr/>
          <p:nvPr/>
        </p:nvGrpSpPr>
        <p:grpSpPr>
          <a:xfrm>
            <a:off x="-75124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D811246-E27D-0C17-0DF4-D05CADE019F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33ED125-49B8-4B76-5566-9AACA8CCA6C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F0BFAAE-8251-69C0-F0E8-100F16FBE7E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C1C493-3829-7E5A-FDE0-FF67B5D8E14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7AA4A4B-FDE9-8320-89C8-5851BCE7BBC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941F4D4-A804-FBE1-C09B-26202D17F97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C25BE3-087C-BE69-7109-26D547DD3C62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78AE2F-E88A-A0C6-D789-9F54E7A16140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3D5090-69AA-5DD2-64A4-E1842096890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284AC92-3434-156F-93E4-4DA55009A89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6207072-F6A7-FE9B-E451-95CB145C9AE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78FBDFA-1692-4A16-BB0B-D1A41C443A1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FA998CD-7545-9247-24C2-F46344DDB52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1338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7D6E8-95D1-A929-0CFC-8969F6EA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3B2AD70-C75B-AF9A-FDD1-909D02CD9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6140" y="1088446"/>
            <a:ext cx="5519718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83DD64C-242B-F551-35DF-8224650C6242}"/>
              </a:ext>
            </a:extLst>
          </p:cNvPr>
          <p:cNvGrpSpPr/>
          <p:nvPr/>
        </p:nvGrpSpPr>
        <p:grpSpPr>
          <a:xfrm>
            <a:off x="-73254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F8EBBF-B7A1-8154-5F6A-BFA39136426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7B7830-AE80-F075-CFDF-84835BB7D71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B33B20E-E910-8101-9D87-D65C42CFD5C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D203BB-4B87-9931-488B-375CA9780D2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D42575-55C0-C9B4-79C9-140E38C969A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DE818ED-713A-64CF-C5EE-A45C3E0387D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B17FCE-239F-7739-FE46-F8C722DCF745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509771-7489-728C-6645-B319CB7B6F3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D581945-2518-5E00-33A6-9AB96B9F092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B390349-D7DA-ED1D-5DB8-37160930A70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57C995A-A785-BF69-E895-3627817AAF2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1F571B-8A6A-FEB5-C0AA-51028AC5365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588D226-2ADA-778A-F286-E87817C61E0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0463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8B49-6BB6-A000-E6B5-42BC41FC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8">
            <a:extLst>
              <a:ext uri="{FF2B5EF4-FFF2-40B4-BE49-F238E27FC236}">
                <a16:creationId xmlns:a16="http://schemas.microsoft.com/office/drawing/2014/main" id="{6E239E17-5689-217D-D2D8-891930582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3184" y="536713"/>
            <a:ext cx="6504039" cy="528231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FAC7E3F-53A6-7C04-EB11-DA46471D81AC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7B7B8EE-4CA2-76CA-0BC1-29018387DF7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47C6F3-3037-8CEB-2D73-5904E9FE158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CA1A8E27-B0EA-8D25-C8A4-A83866C0A7F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16B330-ACE9-2AA1-E420-5B053B7648F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4C41F49-628F-916B-8A05-3442F38C716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0169331-CC26-C336-36C7-840E084A02C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3DC6B9-4DCD-927D-D5CE-A67A753BE3F2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869F300-F341-0D59-756C-D3329E1B8F9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B3C11B8-0152-66A9-05EB-610578545E0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BDF5F91-585E-3042-51A7-F1A62112BC8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1E4B4B-6BD0-2DF8-4331-D1C0426E5DE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55C4FF9-2B7F-70B1-D408-3AF7AC8F9C4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7B41E05-F0CD-9240-0BB7-1DFCE0F839F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260B3E5-D7D0-D46C-EF90-6177E6BDBDA7}"/>
              </a:ext>
            </a:extLst>
          </p:cNvPr>
          <p:cNvSpPr/>
          <p:nvPr/>
        </p:nvSpPr>
        <p:spPr>
          <a:xfrm>
            <a:off x="2891421" y="493644"/>
            <a:ext cx="6499054" cy="61331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quhet kjo shtazë? </a:t>
            </a:r>
            <a:endParaRPr lang="sq-XK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277346-1129-88D2-FA7E-9E5152AF2271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E2B07-B62C-7F8D-271F-75D0A55E4967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Rrëqebulli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108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70C6A-7B68-B1E1-AD0D-773ED3B8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FE56CA0-6858-E107-1A74-5A651CCC7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6258" y="810241"/>
            <a:ext cx="5939483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E458E43-A55C-078B-4163-00C2DD26C0F2}"/>
              </a:ext>
            </a:extLst>
          </p:cNvPr>
          <p:cNvGrpSpPr/>
          <p:nvPr/>
        </p:nvGrpSpPr>
        <p:grpSpPr>
          <a:xfrm>
            <a:off x="-726170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A6792D-871E-B863-040C-718DF577504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5CE584-B9D0-AFA5-6B84-A03C5A0C00B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966BAD63-4E31-F86E-41CF-90DE89325DD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321BBD0-815F-B5A0-DB68-AA1FC57D9D5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2A0DC40-5148-ADA7-7BF9-C30DF54694B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B6E55A8-83A9-7942-1DAB-EE345BF5C72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A77F5A-2205-9430-DFFB-47255F62D53F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D2B7026-4680-BC8A-E30D-17370E8B89B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BAA3F5-6B97-974B-31C7-87D949B9A51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E74660C-D236-EE26-4542-29C327000C2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2B8F55E-8064-5F26-FBF4-BCB319EA33FA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74A94F3-1874-0C6B-FE82-03BB3C11687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F5428F8-9414-B20B-CD1C-E49689EC4C0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7527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3C536-823E-91E0-779B-B60D0B58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6B35260-1426-EF59-018A-AD69CF78A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6140" y="1111068"/>
            <a:ext cx="5519718" cy="444033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39277BC-D60C-50FC-A58E-DC2989FCC40F}"/>
              </a:ext>
            </a:extLst>
          </p:cNvPr>
          <p:cNvGrpSpPr/>
          <p:nvPr/>
        </p:nvGrpSpPr>
        <p:grpSpPr>
          <a:xfrm>
            <a:off x="-798086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63B76E8-0319-3FD8-8D84-936528311E5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D55F0D-23E7-DFFF-C833-010AE116EEC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DC61407-A7DA-65AE-B0E7-B9F9A313E55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73D487B-10FD-90BC-38F7-DE7785AE164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09D6E61-C2AB-F8D6-4068-E0ECC886F60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4C05E7-4991-C7D0-E36E-BAA5C7BFAAF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25D625-758A-B87D-66FB-54FF8A445643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BA2DCC4-3CC0-90AC-CBC1-305A2E54F420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85F117F-9C05-0E8B-AAA8-7A9854736E4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2FBB930-633E-65B0-A586-5B98E6F5A30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90362C2-9556-EA8A-63B5-CACC005A3D2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28ABC7-7625-9457-95BF-713444EDB79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BADE247-B55F-7CC3-F461-A78C2766872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44946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37AD6-FB12-382F-4336-B64624AC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9">
            <a:extLst>
              <a:ext uri="{FF2B5EF4-FFF2-40B4-BE49-F238E27FC236}">
                <a16:creationId xmlns:a16="http://schemas.microsoft.com/office/drawing/2014/main" id="{E0F6E5B0-2C9A-67F9-19EC-F618A50B6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3184" y="536713"/>
            <a:ext cx="6504039" cy="522866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C1C4433-EE95-CC01-BEDB-CF6D76694193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DE2606D-CD45-B229-4E12-01D5FBABE8A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0F1ABD-D956-B3A7-9E66-733BAA99983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AED847-D115-B0EF-A780-AECE104C59B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1BB6EAD-DE83-81EA-6080-7BCDD7D123D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1854C7-4775-D794-9C95-BC7BB208A23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B506F96-BC88-25B2-9B2E-CAEF400160E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D9A015-BA44-D7E2-85CC-5603B892917F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D383A86-BE52-C3AB-833A-EC0AE48B0BB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EF7BE6B-ABA4-F028-C28E-BDFAA38ABD9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41FC2FB-ED9F-4683-5B33-4B3DDD778FA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F98FBAA-D5AA-A685-5E1C-9635ECADC6C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0D516E0-BDB7-D1BA-F3D5-B4FF7249B63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3129B44-1422-E549-D399-523DDB4115E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3587506-2D5D-C3DA-F23C-D1F467F18B28}"/>
              </a:ext>
            </a:extLst>
          </p:cNvPr>
          <p:cNvSpPr/>
          <p:nvPr/>
        </p:nvSpPr>
        <p:spPr>
          <a:xfrm>
            <a:off x="2891420" y="309490"/>
            <a:ext cx="6607689" cy="797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Banor i cilit biom pyjor është kjo dhi e egër? 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FCFDB-1EDB-DAB5-C4E9-BB2E2E31C4FB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F9224B-A761-0EF4-7A85-995563FD79B7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Tajgave 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0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D1826-C2D2-6F7B-ECF7-E93FE5D9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49D1721-E216-4390-5871-1B288A792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6258" y="834583"/>
            <a:ext cx="5939483" cy="477801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6E59550-B686-6C7C-0E8E-38F94F46DCF3}"/>
              </a:ext>
            </a:extLst>
          </p:cNvPr>
          <p:cNvGrpSpPr/>
          <p:nvPr/>
        </p:nvGrpSpPr>
        <p:grpSpPr>
          <a:xfrm>
            <a:off x="-71021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947E55-5F38-D2D2-E213-C85635432B40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077FDF-DB9E-95FF-81AA-A91F6A42C92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0D7B2AE1-B11A-1455-65F2-CC1AE29CB40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277D9A4-D78C-4376-2BF9-1094E3B2090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07691C-9B11-1B6F-5D64-14360316C78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A15B989-15BA-36A8-7FE2-14221826828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905703-EBA7-0C72-2CF2-8ECF0C9792E9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879A01E-2C40-9700-74E8-198697945A6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2B116E0-50D0-8CA3-6A1B-A6100179FE8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DDF22B-7371-A0D4-AA94-C68AE6265ED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0EDAA94-8B32-373B-4643-630DD3F6904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E47658C-B311-FE61-B9E7-512A9996432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8A9CA63-5090-113A-BB50-6E796BF42F3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6944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C5062-8853-6C4E-3E80-4A733DF9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AD26D3C-0968-EA28-403D-F4AC1977B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6140" y="1262957"/>
            <a:ext cx="5519718" cy="413655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FB6539A-EDA9-294B-1593-1FCD972286D3}"/>
              </a:ext>
            </a:extLst>
          </p:cNvPr>
          <p:cNvGrpSpPr/>
          <p:nvPr/>
        </p:nvGrpSpPr>
        <p:grpSpPr>
          <a:xfrm>
            <a:off x="-755375" y="654295"/>
            <a:ext cx="6851374" cy="5353879"/>
            <a:chOff x="-755375" y="654295"/>
            <a:chExt cx="6851374" cy="535387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E494AB5-1F61-6A30-5B0E-CA34455E64BD}"/>
                </a:ext>
              </a:extLst>
            </p:cNvPr>
            <p:cNvGrpSpPr/>
            <p:nvPr/>
          </p:nvGrpSpPr>
          <p:grpSpPr>
            <a:xfrm>
              <a:off x="2676938" y="654295"/>
              <a:ext cx="3419061" cy="5353879"/>
              <a:chOff x="2676938" y="654295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7B41568-D13C-42AA-49DA-175D19026F65}"/>
                  </a:ext>
                </a:extLst>
              </p:cNvPr>
              <p:cNvSpPr/>
              <p:nvPr/>
            </p:nvSpPr>
            <p:spPr>
              <a:xfrm>
                <a:off x="3074503" y="1041921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EA2CB1C-9D3A-F97A-1543-78888D1D6E60}"/>
                  </a:ext>
                </a:extLst>
              </p:cNvPr>
              <p:cNvSpPr/>
              <p:nvPr/>
            </p:nvSpPr>
            <p:spPr>
              <a:xfrm>
                <a:off x="2676938" y="654295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54EE73C-70FE-5D4A-EF29-08F557A53860}"/>
                </a:ext>
              </a:extLst>
            </p:cNvPr>
            <p:cNvGrpSpPr/>
            <p:nvPr/>
          </p:nvGrpSpPr>
          <p:grpSpPr>
            <a:xfrm>
              <a:off x="-755375" y="654295"/>
              <a:ext cx="3419061" cy="5353879"/>
              <a:chOff x="7474226" y="752060"/>
              <a:chExt cx="3419061" cy="5353879"/>
            </a:xfrm>
            <a:noFill/>
            <a:scene3d>
              <a:camera prst="perspectiveFront"/>
              <a:lightRig rig="threePt" dir="t"/>
            </a:scene3d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B3B3485-C8FD-9BAF-6F93-86E718C55C9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2529C21-F731-E67C-2753-7C3E2EB469B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E746F4F-BAAD-D121-9AF6-ABA98911BEA5}"/>
              </a:ext>
            </a:extLst>
          </p:cNvPr>
          <p:cNvGrpSpPr/>
          <p:nvPr/>
        </p:nvGrpSpPr>
        <p:grpSpPr>
          <a:xfrm>
            <a:off x="6066540" y="629478"/>
            <a:ext cx="6851374" cy="5353879"/>
            <a:chOff x="6066540" y="629478"/>
            <a:chExt cx="6851374" cy="535387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CB9E75E-8AEE-CE30-CD6C-D501979BE28C}"/>
                </a:ext>
              </a:extLst>
            </p:cNvPr>
            <p:cNvGrpSpPr/>
            <p:nvPr/>
          </p:nvGrpSpPr>
          <p:grpSpPr>
            <a:xfrm>
              <a:off x="6066540" y="629478"/>
              <a:ext cx="3419061" cy="5353879"/>
              <a:chOff x="6066540" y="629478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82F58C-890D-7C77-AABA-464489BAA871}"/>
                  </a:ext>
                </a:extLst>
              </p:cNvPr>
              <p:cNvSpPr/>
              <p:nvPr/>
            </p:nvSpPr>
            <p:spPr>
              <a:xfrm flipH="1">
                <a:off x="6477357" y="1017104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9677EAB-E2B3-0015-27E2-CED8C7200B11}"/>
                  </a:ext>
                </a:extLst>
              </p:cNvPr>
              <p:cNvSpPr/>
              <p:nvPr/>
            </p:nvSpPr>
            <p:spPr>
              <a:xfrm flipH="1">
                <a:off x="6066540" y="629478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CA1B06A-0843-301A-C152-A206C8371B3F}"/>
                </a:ext>
              </a:extLst>
            </p:cNvPr>
            <p:cNvGrpSpPr/>
            <p:nvPr/>
          </p:nvGrpSpPr>
          <p:grpSpPr>
            <a:xfrm flipH="1">
              <a:off x="9498853" y="629478"/>
              <a:ext cx="3419061" cy="5353879"/>
              <a:chOff x="7474226" y="752060"/>
              <a:chExt cx="3419061" cy="5353879"/>
            </a:xfrm>
            <a:noFill/>
            <a:scene3d>
              <a:camera prst="perspectiveFront"/>
              <a:lightRig rig="threePt" dir="t"/>
            </a:scene3d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305545-8C23-2F28-82AF-FCBB14B93E4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74BB61A-5BBA-EF9F-5DBE-41FA5793719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0499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30AB1-E180-F706-DFFA-3B5D5D44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0">
            <a:extLst>
              <a:ext uri="{FF2B5EF4-FFF2-40B4-BE49-F238E27FC236}">
                <a16:creationId xmlns:a16="http://schemas.microsoft.com/office/drawing/2014/main" id="{AA8B1D09-C8E8-A93B-E089-C421527F4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3184" y="738858"/>
            <a:ext cx="6504039" cy="487802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8531664-4ADF-9A52-C46C-193367297796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5E7E4B6-1C6B-719F-A2B8-82C26A2794E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636E414-F158-E007-EBCD-7499E713F8D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D21C11C-2DE4-38CA-7309-6FBBCEC30CE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9BBACDF-A489-5992-8BD2-EAF1E9765B2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AD7B60-8626-ECA7-525D-4DF756570A2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47370F5-C043-B197-463B-9D4F0CA85FB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DC3B47-E5B7-7D05-1E7D-DCC78E061F32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230CC44-39D5-9C5F-D244-983033F41EE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2EB9E5-B26D-6F8A-CF6A-260F1E95856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9273AF1-4998-8249-4BE4-460CF4B8D9E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A1E79B0-344A-1651-51FE-EE1ABD4F9F7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D658020-CEC4-F248-05FE-0CC22B39FE0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32827A1-769B-A511-81C6-20D3BABF292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21D0DB1-E3A6-8ACE-224C-E328D0514FB8}"/>
              </a:ext>
            </a:extLst>
          </p:cNvPr>
          <p:cNvSpPr/>
          <p:nvPr/>
        </p:nvSpPr>
        <p:spPr>
          <a:xfrm>
            <a:off x="2891420" y="309490"/>
            <a:ext cx="6441063" cy="797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 cilat pyje jeton ariu i murëm? </a:t>
            </a:r>
            <a:endParaRPr lang="sq-XK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6AFDD1-7DBD-185D-DCB0-A5F573EF8865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B0263-56E2-CC43-251C-F0CA6EBD8438}"/>
              </a:ext>
            </a:extLst>
          </p:cNvPr>
          <p:cNvSpPr/>
          <p:nvPr/>
        </p:nvSpPr>
        <p:spPr>
          <a:xfrm>
            <a:off x="3090457" y="5486401"/>
            <a:ext cx="6056244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 pyjet gjethërënëse dhe halore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15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6008B-5066-F1B0-9A94-3C2B0A00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DADAE28-916C-A776-730A-EABA80ECE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6258" y="998024"/>
            <a:ext cx="5939483" cy="445113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E76567F-5EC1-162D-A748-DFD9D853F328}"/>
              </a:ext>
            </a:extLst>
          </p:cNvPr>
          <p:cNvGrpSpPr/>
          <p:nvPr/>
        </p:nvGrpSpPr>
        <p:grpSpPr>
          <a:xfrm>
            <a:off x="-696994" y="563217"/>
            <a:ext cx="6851374" cy="5353879"/>
            <a:chOff x="-696994" y="563217"/>
            <a:chExt cx="6851374" cy="535387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FA75DE5-799C-920B-C9FB-01D2BD0E5D35}"/>
                </a:ext>
              </a:extLst>
            </p:cNvPr>
            <p:cNvGrpSpPr/>
            <p:nvPr/>
          </p:nvGrpSpPr>
          <p:grpSpPr>
            <a:xfrm>
              <a:off x="2735319" y="563217"/>
              <a:ext cx="3419061" cy="5353879"/>
              <a:chOff x="2735319" y="563217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2852FD-5B09-EAAE-21BA-FFFD3C07D914}"/>
                  </a:ext>
                </a:extLst>
              </p:cNvPr>
              <p:cNvSpPr/>
              <p:nvPr/>
            </p:nvSpPr>
            <p:spPr>
              <a:xfrm>
                <a:off x="3132884" y="950843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>
                  <a:rot lat="0" lon="0" rev="0"/>
                </a:camera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A68E5D8-C2A9-0279-04DF-A3C2860B12F1}"/>
                  </a:ext>
                </a:extLst>
              </p:cNvPr>
              <p:cNvSpPr/>
              <p:nvPr/>
            </p:nvSpPr>
            <p:spPr>
              <a:xfrm>
                <a:off x="2735319" y="563217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>
                  <a:rot lat="0" lon="0" rev="0"/>
                </a:camera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E3CE62-7D3E-D50F-B575-3391B1271EC8}"/>
                </a:ext>
              </a:extLst>
            </p:cNvPr>
            <p:cNvGrpSpPr/>
            <p:nvPr/>
          </p:nvGrpSpPr>
          <p:grpSpPr>
            <a:xfrm>
              <a:off x="-696994" y="563217"/>
              <a:ext cx="3419061" cy="5353879"/>
              <a:chOff x="7474226" y="752060"/>
              <a:chExt cx="3419061" cy="5353879"/>
            </a:xfrm>
            <a:noFill/>
            <a:scene3d>
              <a:camera prst="perspectiveFront">
                <a:rot lat="0" lon="0" rev="0"/>
              </a:camera>
              <a:lightRig rig="threePt" dir="t"/>
            </a:scene3d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AADDC2A-0413-CEB2-9CDD-5E248EB9088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ACA8F95-720C-94CF-2C19-76F0D7E6C36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F3A1F91-B979-EEBD-6B7B-BEE38155008B}"/>
              </a:ext>
            </a:extLst>
          </p:cNvPr>
          <p:cNvGrpSpPr/>
          <p:nvPr/>
        </p:nvGrpSpPr>
        <p:grpSpPr>
          <a:xfrm>
            <a:off x="6125204" y="563217"/>
            <a:ext cx="6851374" cy="5353879"/>
            <a:chOff x="6125204" y="563217"/>
            <a:chExt cx="6851374" cy="535387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6EBE218-E7D2-7437-0D0F-0026A7FE3920}"/>
                </a:ext>
              </a:extLst>
            </p:cNvPr>
            <p:cNvGrpSpPr/>
            <p:nvPr/>
          </p:nvGrpSpPr>
          <p:grpSpPr>
            <a:xfrm>
              <a:off x="6125204" y="563217"/>
              <a:ext cx="3419061" cy="5353879"/>
              <a:chOff x="6125204" y="563217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F92BC51-5F1C-C8AE-AEA1-B592A0C0CC00}"/>
                  </a:ext>
                </a:extLst>
              </p:cNvPr>
              <p:cNvSpPr/>
              <p:nvPr/>
            </p:nvSpPr>
            <p:spPr>
              <a:xfrm flipH="1">
                <a:off x="6536021" y="950843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>
                  <a:rot lat="0" lon="0" rev="0"/>
                </a:camera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AE35126-666F-22A4-D66B-F181C1369E5D}"/>
                  </a:ext>
                </a:extLst>
              </p:cNvPr>
              <p:cNvSpPr/>
              <p:nvPr/>
            </p:nvSpPr>
            <p:spPr>
              <a:xfrm flipH="1">
                <a:off x="6125204" y="563217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>
                  <a:rot lat="0" lon="0" rev="0"/>
                </a:camera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85ED5B8-3DD7-6529-22EE-3053335208AA}"/>
                </a:ext>
              </a:extLst>
            </p:cNvPr>
            <p:cNvGrpSpPr/>
            <p:nvPr/>
          </p:nvGrpSpPr>
          <p:grpSpPr>
            <a:xfrm flipH="1">
              <a:off x="9557517" y="563217"/>
              <a:ext cx="3419061" cy="5353879"/>
              <a:chOff x="7474226" y="752060"/>
              <a:chExt cx="3419061" cy="5353879"/>
            </a:xfrm>
            <a:noFill/>
            <a:scene3d>
              <a:camera prst="perspectiveFront">
                <a:rot lat="0" lon="0" rev="0"/>
              </a:camera>
              <a:lightRig rig="threePt" dir="t"/>
            </a:scene3d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5A3321-7119-9350-83D0-A4476F7E4B9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0143AE2-9E2F-2A8F-8929-A18965204BE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0756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96EFA-74B5-D9EC-3C6E-0C9F4F85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601BEC6-05F3-BDB0-5ABB-24D282D2A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4071" y="1784484"/>
            <a:ext cx="5503856" cy="309350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0666527-1912-F05E-44A8-BBE5AB027A0A}"/>
              </a:ext>
            </a:extLst>
          </p:cNvPr>
          <p:cNvGrpSpPr/>
          <p:nvPr/>
        </p:nvGrpSpPr>
        <p:grpSpPr>
          <a:xfrm>
            <a:off x="-784834" y="629478"/>
            <a:ext cx="6851374" cy="5353879"/>
            <a:chOff x="-1629712" y="612912"/>
            <a:chExt cx="6851374" cy="535387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05D8FC1-B7C3-21E7-7EC3-7092E410B1A1}"/>
                </a:ext>
              </a:extLst>
            </p:cNvPr>
            <p:cNvGrpSpPr/>
            <p:nvPr/>
          </p:nvGrpSpPr>
          <p:grpSpPr>
            <a:xfrm>
              <a:off x="1802601" y="612912"/>
              <a:ext cx="3419061" cy="5353879"/>
              <a:chOff x="1802601" y="612912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71A1CB0-5F68-BB4C-70C3-BE22B3DD1C4B}"/>
                  </a:ext>
                </a:extLst>
              </p:cNvPr>
              <p:cNvSpPr/>
              <p:nvPr/>
            </p:nvSpPr>
            <p:spPr>
              <a:xfrm>
                <a:off x="2226365" y="10584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53DBE1F-F8A4-7594-04B1-36477B16FFC4}"/>
                  </a:ext>
                </a:extLst>
              </p:cNvPr>
              <p:cNvSpPr/>
              <p:nvPr/>
            </p:nvSpPr>
            <p:spPr>
              <a:xfrm>
                <a:off x="1802601" y="612912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4CB345-73DB-A62F-13BC-9E08CD3928E1}"/>
                </a:ext>
              </a:extLst>
            </p:cNvPr>
            <p:cNvGrpSpPr/>
            <p:nvPr/>
          </p:nvGrpSpPr>
          <p:grpSpPr>
            <a:xfrm>
              <a:off x="-1629712" y="612912"/>
              <a:ext cx="3419061" cy="5353879"/>
              <a:chOff x="7474226" y="752060"/>
              <a:chExt cx="3419061" cy="5353879"/>
            </a:xfrm>
            <a:noFill/>
            <a:scene3d>
              <a:camera prst="perspectiveFront"/>
              <a:lightRig rig="threePt" dir="t"/>
            </a:scene3d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682A27-C954-209C-28A6-D9215B095C4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1215842-BF36-5BFB-1934-4EAC0BA254C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1A7A664-F151-C658-AACB-6564229A6563}"/>
              </a:ext>
            </a:extLst>
          </p:cNvPr>
          <p:cNvGrpSpPr/>
          <p:nvPr/>
        </p:nvGrpSpPr>
        <p:grpSpPr>
          <a:xfrm>
            <a:off x="6066540" y="629478"/>
            <a:ext cx="6851374" cy="5353879"/>
            <a:chOff x="6066540" y="629478"/>
            <a:chExt cx="6851374" cy="535387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CA3BB4F-F730-A71D-942C-38BA4F5EF233}"/>
                </a:ext>
              </a:extLst>
            </p:cNvPr>
            <p:cNvGrpSpPr/>
            <p:nvPr/>
          </p:nvGrpSpPr>
          <p:grpSpPr>
            <a:xfrm>
              <a:off x="6066540" y="629478"/>
              <a:ext cx="3419061" cy="5353879"/>
              <a:chOff x="6066540" y="629478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A1E5716-21FC-1EDF-D43E-8699A89A977A}"/>
                  </a:ext>
                </a:extLst>
              </p:cNvPr>
              <p:cNvSpPr/>
              <p:nvPr/>
            </p:nvSpPr>
            <p:spPr>
              <a:xfrm flipH="1">
                <a:off x="6477357" y="1017104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99065B2-B17F-709D-CB57-4066D93BD92F}"/>
                  </a:ext>
                </a:extLst>
              </p:cNvPr>
              <p:cNvSpPr/>
              <p:nvPr/>
            </p:nvSpPr>
            <p:spPr>
              <a:xfrm flipH="1">
                <a:off x="6066540" y="629478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A77CD86-F046-095A-2353-02B327DA9718}"/>
                </a:ext>
              </a:extLst>
            </p:cNvPr>
            <p:cNvGrpSpPr/>
            <p:nvPr/>
          </p:nvGrpSpPr>
          <p:grpSpPr>
            <a:xfrm flipH="1">
              <a:off x="9498853" y="629478"/>
              <a:ext cx="3419061" cy="5353879"/>
              <a:chOff x="7474226" y="752060"/>
              <a:chExt cx="3419061" cy="5353879"/>
            </a:xfrm>
            <a:noFill/>
            <a:scene3d>
              <a:camera prst="perspectiveFront"/>
              <a:lightRig rig="threePt" dir="t"/>
            </a:scene3d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9B279EC-EC1C-644C-4CA1-D8F82906852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FF8CA9E-F6D9-9648-F54F-169B666E51F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3028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047C6-95BC-B608-C5D8-C37D5425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1">
            <a:extLst>
              <a:ext uri="{FF2B5EF4-FFF2-40B4-BE49-F238E27FC236}">
                <a16:creationId xmlns:a16="http://schemas.microsoft.com/office/drawing/2014/main" id="{B8B27911-6AE6-720D-51A1-6283B93C7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920984" y="1411895"/>
            <a:ext cx="6504039" cy="365513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93048B3-31AE-3D86-463E-01871B2F77D6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715A65-B6AE-96CE-8470-ED453FD3498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AF26BB-F8F7-B713-666B-3469CB491A6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F7DA217-05EB-EBDA-E6D3-DA84D119E9C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A05FD42-8900-11FF-21B6-937FEB681A0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8B5335-BD81-B330-DA36-5CB23F1F4DF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1FE5213-D081-471E-86C6-CC7D74E3E1F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2D8E4A-E54D-1153-0508-06658B320847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7335DFF-00CF-8E70-43E7-F0334CFF5E3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29408FB-3A28-D2D0-9F3F-A494442AA77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F5B1448-223B-3796-06BD-45F43051CB4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107D34C-F351-88FC-17BD-5579471A047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EBAF3E-363E-289B-1D8E-7511220DE42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FAA3B18-0053-E474-F2BB-8B47A3ABD46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FA58DE5-7E39-24CF-2C52-1D494A738959}"/>
              </a:ext>
            </a:extLst>
          </p:cNvPr>
          <p:cNvSpPr/>
          <p:nvPr/>
        </p:nvSpPr>
        <p:spPr>
          <a:xfrm>
            <a:off x="2891420" y="503583"/>
            <a:ext cx="6486215" cy="6033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 dhe trego ku jeton kjo shtazë? 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0C4A0-33C5-B9F3-8285-095B913359EF}"/>
              </a:ext>
            </a:extLst>
          </p:cNvPr>
          <p:cNvSpPr/>
          <p:nvPr/>
        </p:nvSpPr>
        <p:spPr>
          <a:xfrm>
            <a:off x="2868844" y="5176911"/>
            <a:ext cx="6486215" cy="756750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F8342-CA07-5896-0E16-AC4B8253A04E}"/>
              </a:ext>
            </a:extLst>
          </p:cNvPr>
          <p:cNvSpPr/>
          <p:nvPr/>
        </p:nvSpPr>
        <p:spPr>
          <a:xfrm>
            <a:off x="3020492" y="5469836"/>
            <a:ext cx="6302663" cy="42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Dhelpëra, jeton në pyje gjethërënëse dhe halore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406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ACFE9-737C-FC08-224A-E6F631EC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B7BA02C-9B11-60AE-1B90-B7C31A875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4791" y="1559212"/>
            <a:ext cx="5922416" cy="332875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9F7840A-EE46-A871-2AD2-9A7CEEFB534A}"/>
              </a:ext>
            </a:extLst>
          </p:cNvPr>
          <p:cNvGrpSpPr/>
          <p:nvPr/>
        </p:nvGrpSpPr>
        <p:grpSpPr>
          <a:xfrm>
            <a:off x="-732796" y="563217"/>
            <a:ext cx="6851374" cy="5370445"/>
            <a:chOff x="-1615703" y="546651"/>
            <a:chExt cx="6851374" cy="53704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73A65DF-DE3C-BE72-50D1-19EC251705E8}"/>
                </a:ext>
              </a:extLst>
            </p:cNvPr>
            <p:cNvGrpSpPr/>
            <p:nvPr/>
          </p:nvGrpSpPr>
          <p:grpSpPr>
            <a:xfrm>
              <a:off x="1816610" y="546651"/>
              <a:ext cx="3419061" cy="5353879"/>
              <a:chOff x="1816610" y="546651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ABA5746-37AB-FF3E-03E1-DDD2D57A145C}"/>
                  </a:ext>
                </a:extLst>
              </p:cNvPr>
              <p:cNvSpPr/>
              <p:nvPr/>
            </p:nvSpPr>
            <p:spPr>
              <a:xfrm>
                <a:off x="2214175" y="950843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>
                  <a:rot lat="0" lon="0" rev="0"/>
                </a:camera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4B9EC7C-94F1-F456-1D30-B87BF3FD82E5}"/>
                  </a:ext>
                </a:extLst>
              </p:cNvPr>
              <p:cNvSpPr/>
              <p:nvPr/>
            </p:nvSpPr>
            <p:spPr>
              <a:xfrm>
                <a:off x="1816610" y="546651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>
                  <a:rot lat="0" lon="0" rev="0"/>
                </a:camera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9407BB9-1ED1-4B7B-ED3F-8BC5275FBA30}"/>
                </a:ext>
              </a:extLst>
            </p:cNvPr>
            <p:cNvGrpSpPr/>
            <p:nvPr/>
          </p:nvGrpSpPr>
          <p:grpSpPr>
            <a:xfrm>
              <a:off x="-1615703" y="563217"/>
              <a:ext cx="3419061" cy="5353879"/>
              <a:chOff x="7474226" y="752060"/>
              <a:chExt cx="3419061" cy="5353879"/>
            </a:xfrm>
            <a:noFill/>
            <a:scene3d>
              <a:camera prst="perspectiveFront">
                <a:rot lat="0" lon="0" rev="0"/>
              </a:camera>
              <a:lightRig rig="threePt" dir="t"/>
            </a:scene3d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880E4F-3EA5-EF4E-167F-8F698C04D6A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D1AD63A-8241-5BB8-E9B2-4E5941B227D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599052-4CC8-00C0-B526-05BEAC2F9888}"/>
              </a:ext>
            </a:extLst>
          </p:cNvPr>
          <p:cNvGrpSpPr/>
          <p:nvPr/>
        </p:nvGrpSpPr>
        <p:grpSpPr>
          <a:xfrm>
            <a:off x="6125204" y="563217"/>
            <a:ext cx="6851374" cy="5353879"/>
            <a:chOff x="6125204" y="563217"/>
            <a:chExt cx="6851374" cy="535387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F05434-7A47-4431-836C-9C8F10C953B6}"/>
                </a:ext>
              </a:extLst>
            </p:cNvPr>
            <p:cNvGrpSpPr/>
            <p:nvPr/>
          </p:nvGrpSpPr>
          <p:grpSpPr>
            <a:xfrm>
              <a:off x="6125204" y="563217"/>
              <a:ext cx="3419061" cy="5353879"/>
              <a:chOff x="6125204" y="563217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93EEF-C522-CE29-4561-A7A9A9B52CD8}"/>
                  </a:ext>
                </a:extLst>
              </p:cNvPr>
              <p:cNvSpPr/>
              <p:nvPr/>
            </p:nvSpPr>
            <p:spPr>
              <a:xfrm flipH="1">
                <a:off x="6536021" y="950843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>
                  <a:rot lat="0" lon="0" rev="0"/>
                </a:camera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E7C7AA3-21D6-ACE8-FCEA-308F9512185B}"/>
                  </a:ext>
                </a:extLst>
              </p:cNvPr>
              <p:cNvSpPr/>
              <p:nvPr/>
            </p:nvSpPr>
            <p:spPr>
              <a:xfrm flipH="1">
                <a:off x="6125204" y="563217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>
                  <a:rot lat="0" lon="0" rev="0"/>
                </a:camera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422C9EB-6400-62A5-59B6-908B144E5F96}"/>
                </a:ext>
              </a:extLst>
            </p:cNvPr>
            <p:cNvGrpSpPr/>
            <p:nvPr/>
          </p:nvGrpSpPr>
          <p:grpSpPr>
            <a:xfrm flipH="1">
              <a:off x="9557517" y="563217"/>
              <a:ext cx="3419061" cy="5353879"/>
              <a:chOff x="7474226" y="752060"/>
              <a:chExt cx="3419061" cy="5353879"/>
            </a:xfrm>
            <a:noFill/>
            <a:scene3d>
              <a:camera prst="perspectiveFront">
                <a:rot lat="0" lon="0" rev="0"/>
              </a:camera>
              <a:lightRig rig="threePt" dir="t"/>
            </a:scene3d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B2B67C-2A4A-4E0A-5404-7B90F669D27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6D58CB1-2F1B-3D8C-8D2F-C7E58FD064B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9448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0E388-DC6B-2ED9-EBFE-E135E7B8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 11">
            <a:extLst>
              <a:ext uri="{FF2B5EF4-FFF2-40B4-BE49-F238E27FC236}">
                <a16:creationId xmlns:a16="http://schemas.microsoft.com/office/drawing/2014/main" id="{3812E3AD-73E3-78D9-C068-7E309A326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1526" y="1635431"/>
            <a:ext cx="5899211" cy="334197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95D06EE-B110-12D9-FCB3-FEC207E3BBA2}"/>
              </a:ext>
            </a:extLst>
          </p:cNvPr>
          <p:cNvGrpSpPr/>
          <p:nvPr/>
        </p:nvGrpSpPr>
        <p:grpSpPr>
          <a:xfrm>
            <a:off x="-77158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97DB6E0-3DBD-B033-A66D-A7A9A9E1F0F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8B27DAC-4109-62AB-D99E-7ED3BFEC825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9AD48DA-F7C4-C52C-DA2F-E8E82613D97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8FAEBF-6BC5-8847-CEEC-7DFA9F53FF3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6D4B4F0-95D8-516D-5473-44FE7C87CBF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FB57C14-A3AC-D460-8670-49ED25DEE41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5DEF3B-8FC8-3606-0858-20E23EC64F6D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E740DAD-708D-BCB3-1CC3-7453A28DEC0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1E95E-90F7-EBDC-AB4F-5AD1B90DDAF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9AABC64-4F40-E11C-C61D-68FA2AD6186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D90027F-1450-35DC-DED7-FEE978BDEAD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3117B6-0802-AC76-28CC-83FCA09B530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E90E139-BF52-F08B-58A6-6FB3C8A49D6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7393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AC18D-F63B-E1EF-063D-313463430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1">
            <a:extLst>
              <a:ext uri="{FF2B5EF4-FFF2-40B4-BE49-F238E27FC236}">
                <a16:creationId xmlns:a16="http://schemas.microsoft.com/office/drawing/2014/main" id="{7372F3B3-D2B8-3D3F-1A24-B9080E8A6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68844" y="1421294"/>
            <a:ext cx="6556179" cy="371254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BB9F574-AAC8-74B0-E827-585FE1DEF30D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646C3DB-5B20-6137-37BC-3D30843623E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52116FB-86B5-8697-631F-3276F571E7C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23CFA06-B7D5-CF97-F41F-9C50166615E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BA87C84-A375-249B-8C3C-902FFA67E90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C0B4A7E-DCA7-40D9-23E3-3CD1A961457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4A20678-C6EE-430F-21CD-E4D65C0E5C2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CBD1A2-EA8B-1C4F-F4B1-A618A913D4B1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F7950B3-2873-0926-365A-1AE18D8C14B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6BE859E-2BF2-75D1-03B4-6FD40B3A25F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8BADAB0-8DD2-62B2-2AF1-EA1896EE253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6531097-5BFD-3017-3068-694B8CDD970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839569A-0602-0D06-5B3C-A7C766ADAC5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2600555-05C8-8C1B-A129-95FACC0557B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C829E5F-41D7-58D8-E090-0FB0A0D4DCE7}"/>
              </a:ext>
            </a:extLst>
          </p:cNvPr>
          <p:cNvSpPr/>
          <p:nvPr/>
        </p:nvSpPr>
        <p:spPr>
          <a:xfrm>
            <a:off x="2891420" y="503582"/>
            <a:ext cx="6486215" cy="88458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noProof="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 biome shtrihen në zonën veriore me ngjyrë të gjelbër</a:t>
            </a: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? 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5D9A77-B02C-7F6C-5E0B-A8EA445A1522}"/>
              </a:ext>
            </a:extLst>
          </p:cNvPr>
          <p:cNvSpPr/>
          <p:nvPr/>
        </p:nvSpPr>
        <p:spPr>
          <a:xfrm>
            <a:off x="2868844" y="5176911"/>
            <a:ext cx="6486215" cy="756750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C7157-98D7-158B-7542-7DBF2743CB91}"/>
              </a:ext>
            </a:extLst>
          </p:cNvPr>
          <p:cNvSpPr/>
          <p:nvPr/>
        </p:nvSpPr>
        <p:spPr>
          <a:xfrm>
            <a:off x="3020492" y="5469836"/>
            <a:ext cx="6302663" cy="42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Pyjet halore-tajgat</a:t>
            </a:r>
            <a:endParaRPr kumimoji="0" lang="sq-XK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10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0BBC9-31A4-D197-704F-D848B6309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 11">
            <a:extLst>
              <a:ext uri="{FF2B5EF4-FFF2-40B4-BE49-F238E27FC236}">
                <a16:creationId xmlns:a16="http://schemas.microsoft.com/office/drawing/2014/main" id="{5E7877D5-B181-2103-B01C-9B6BD999F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4503" y="1676990"/>
            <a:ext cx="6085449" cy="344747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E5B6F66-C643-1DAB-C43C-7A6D84B20E9C}"/>
              </a:ext>
            </a:extLst>
          </p:cNvPr>
          <p:cNvGrpSpPr/>
          <p:nvPr/>
        </p:nvGrpSpPr>
        <p:grpSpPr>
          <a:xfrm>
            <a:off x="-735497" y="563216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295017C-AC8E-49A4-4B01-CE05AD83007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5818B8-8DEE-9EB9-94B8-3A2F642AD27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46FBC9B-95E4-D0F4-7358-6E0267BD771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20BB5DB-53EB-9690-6E31-67B624D135A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931040C-C6E2-FA05-E595-2B90E3B2E04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02E0F0D-DCB0-2174-E1C5-03316549FDE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CCA207-E63A-4003-F370-6C50312DC84A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593388F-CF50-BBEC-5CF8-7C4A1215D19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6F726E2-83F1-AAA0-8441-2AE18768D6C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FDFD3B-7699-50CF-73DA-3C81DA39974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5C4BDF-FB10-4717-4FA9-CC0E342B8F3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80F4680-81DB-3460-195A-882833DC537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5003DCF-3E4B-EE1A-7348-0C24FFAC638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2257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00B0F0"/>
            </a:gs>
            <a:gs pos="60000">
              <a:schemeClr val="accent6">
                <a:lumMod val="89000"/>
              </a:schemeClr>
            </a:gs>
            <a:gs pos="68000">
              <a:srgbClr val="0070C0"/>
            </a:gs>
            <a:gs pos="91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285C8-99BD-32F3-ABC0-12A682A7E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10F278D-EE08-610C-A7E1-FA4399A7F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8236" y="1088446"/>
            <a:ext cx="5195526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CAFE02A-5783-2584-A4C8-178B50819054}"/>
              </a:ext>
            </a:extLst>
          </p:cNvPr>
          <p:cNvGrpSpPr/>
          <p:nvPr/>
        </p:nvGrpSpPr>
        <p:grpSpPr>
          <a:xfrm>
            <a:off x="-784834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3E98073-D56C-3A2B-295A-947F5579C95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EF99015-57F4-3D60-0B76-4C6D8936458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B4BE5C8-9AB3-90BC-5D37-012E0D9CA95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1FE02A7-8CB6-E84C-18FC-DB705ACBFA8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8C1091-9222-9E01-6919-F2473B045BF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430162E-907D-AD22-8F4C-28402100728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8F03C3-0228-AD23-EEC7-02C8D9058611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11ECA09-5DEB-9C8B-8539-C33FF2719D9C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61D6D1B-DB1F-715F-E54A-7643F72466B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A2EB0B9-706D-FE22-7608-D344EFB93F5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1266893-C5A5-EDA8-1DEB-DA0DE4DB115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E8AB34-2165-8BCA-D060-87D14B96773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8499498-71F7-71E5-4A8E-F7F8A79AD92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6817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00B0F0"/>
            </a:gs>
            <a:gs pos="55000">
              <a:schemeClr val="accent6">
                <a:lumMod val="89000"/>
              </a:schemeClr>
            </a:gs>
            <a:gs pos="69000">
              <a:srgbClr val="0070C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F794B-C07E-6B4E-038B-9FC4644B1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1">
            <a:extLst>
              <a:ext uri="{FF2B5EF4-FFF2-40B4-BE49-F238E27FC236}">
                <a16:creationId xmlns:a16="http://schemas.microsoft.com/office/drawing/2014/main" id="{27CAEEFA-E739-5D84-3B29-3FF8F05E6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3107071" y="588332"/>
            <a:ext cx="6131865" cy="530226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77D0077-CE6D-8418-4AAF-24CCB1567F16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5DC8D0F-63DC-DDEF-66A8-AE0265648FF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FAE713-2538-CDB1-E055-BDCC11A7013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E87B9068-9B07-5CBE-6C07-AA74402F042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F34B716-95DD-7492-563C-C8F6017D329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587BA6F-F8DA-3B1E-2C9D-69F205B7E89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1F26205-AF23-6743-791F-5E5B52C0EE2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FB118-1E7E-BE70-578C-4C54EBFE0176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7CCAA0E-8BB9-8BAF-0777-5915BD818A6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2AE33A9-36BF-1B3F-0B28-1699B0D1586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3C79ADC-E9A4-2C9B-64E7-81D57F131D4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630C4EF-AF19-5756-79EE-AEA4947C0D5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C5634E-3F64-2936-87F3-45C26FAE93F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1BABAE9-E223-A311-1BEF-89466AC7A1B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86D0622-D410-FF17-2F76-547224BF7CEB}"/>
              </a:ext>
            </a:extLst>
          </p:cNvPr>
          <p:cNvSpPr/>
          <p:nvPr/>
        </p:nvSpPr>
        <p:spPr>
          <a:xfrm>
            <a:off x="2891420" y="503583"/>
            <a:ext cx="6486215" cy="6033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0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Cili biom pyjor është paraqitur me ngjyrë të gjelbërt</a:t>
            </a:r>
            <a:r>
              <a:rPr kumimoji="0" lang="sq-A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kumimoji="0" lang="sq-XK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86DCFF-C923-CD86-0734-A244CC5EDFA2}"/>
              </a:ext>
            </a:extLst>
          </p:cNvPr>
          <p:cNvSpPr/>
          <p:nvPr/>
        </p:nvSpPr>
        <p:spPr>
          <a:xfrm>
            <a:off x="2868844" y="5469835"/>
            <a:ext cx="6486215" cy="463825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5E787-DF5D-1F65-10B5-9A4CC5114909}"/>
              </a:ext>
            </a:extLst>
          </p:cNvPr>
          <p:cNvSpPr/>
          <p:nvPr/>
        </p:nvSpPr>
        <p:spPr>
          <a:xfrm>
            <a:off x="3445565" y="5469836"/>
            <a:ext cx="5877590" cy="42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yjet gjethërënëse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593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00B0F0"/>
            </a:gs>
            <a:gs pos="55000">
              <a:schemeClr val="accent6">
                <a:lumMod val="89000"/>
              </a:schemeClr>
            </a:gs>
            <a:gs pos="69000">
              <a:srgbClr val="0070C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B94A4-42F5-39BD-8DE0-7C7B01F4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C7EEF11-76D7-2A12-47EA-519C57BCC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680" y="810241"/>
            <a:ext cx="5590638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1AE6D1D-897D-1A0B-B787-0354F605DFA2}"/>
              </a:ext>
            </a:extLst>
          </p:cNvPr>
          <p:cNvGrpSpPr/>
          <p:nvPr/>
        </p:nvGrpSpPr>
        <p:grpSpPr>
          <a:xfrm>
            <a:off x="-71291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6EF7BE7-346A-0EA0-092D-7077CBF351B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216E0C2-E501-D1FC-66FD-0C2F5E00764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AF9F210-D141-FF48-74D5-4F47952D638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DB74963-E6C7-7B5C-0307-199B59B44FD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DB972DB-438B-0708-7CCB-21E3DA833EF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3DFC715-ECAB-1726-06FF-47BB82AF9AB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2191C-1517-4DAE-95A5-535BB175579B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EEF84AF-5277-1B08-D07C-CA9CABD69E3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FB98F99-CB48-AF8B-8167-F1BB9E7124E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371DC88-9E78-BA74-DAC7-B417184BEB5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6160763-6B05-731F-9679-E93092C541A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DEE5E4B-AE35-4155-7B7F-7E29CF2F170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096A432-B006-5058-5E33-7871E964777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942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rgbClr val="FFFF00"/>
            </a:gs>
            <a:gs pos="23000">
              <a:schemeClr val="accent6">
                <a:lumMod val="89000"/>
              </a:schemeClr>
            </a:gs>
            <a:gs pos="69000">
              <a:srgbClr val="00B0F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13950-B21A-F608-5789-B10E6410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8601F67-245E-E990-F6C5-9F5A46315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4071" y="2044251"/>
            <a:ext cx="5503856" cy="257396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AA23E9F-DBF5-E5E3-04FD-45D5FEA1D544}"/>
              </a:ext>
            </a:extLst>
          </p:cNvPr>
          <p:cNvGrpSpPr/>
          <p:nvPr/>
        </p:nvGrpSpPr>
        <p:grpSpPr>
          <a:xfrm>
            <a:off x="-784834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0981728-D766-9A1D-06EB-09806B249EB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DF7A6BB-2B17-13E2-FD4E-F1F9FC4035C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0050B0F-9D47-FF3E-70FE-9D6464A2953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630E1-8EDD-79AC-B092-518A012D4E1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3DCA97-AE02-FBC4-B2EF-3EEFE4A7AAE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D4F2F54-FB26-F34E-34F6-1373F677D70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081C51-C998-3B38-C9EB-A3303C2102FD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4E2B2BB-C886-2DC0-032F-AFCF349FC10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557F76A-7208-B581-3900-F746A517923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D2A3E43-07F5-888A-6BC3-6B07BB674CC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60C4C19-E57C-C061-9B4A-8D7F98FDFCA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5B92BBB-C175-381A-0276-E8A8E730209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3025BE0-1B0D-FFC4-80C5-C81E1248732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82552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rgbClr val="FFFF00"/>
            </a:gs>
            <a:gs pos="23000">
              <a:schemeClr val="accent6">
                <a:lumMod val="89000"/>
              </a:schemeClr>
            </a:gs>
            <a:gs pos="69000">
              <a:srgbClr val="00B0F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7F3C8-660B-128E-534C-65C8EA4A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1">
            <a:extLst>
              <a:ext uri="{FF2B5EF4-FFF2-40B4-BE49-F238E27FC236}">
                <a16:creationId xmlns:a16="http://schemas.microsoft.com/office/drawing/2014/main" id="{4E1F5E8E-9B3B-5383-1960-FF7281EF18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0927"/>
          <a:stretch/>
        </p:blipFill>
        <p:spPr>
          <a:xfrm>
            <a:off x="2920984" y="1720816"/>
            <a:ext cx="6504039" cy="332826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D66FD64-79EE-D521-96EE-9A72B8CC4135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BD50B0-9BFD-C6C5-9E47-CCA87997472C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70399F5-1755-6E37-B276-591F235850F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E4CF69B-3874-DA8F-5FF0-5685A815136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34E85D-A38F-A542-FC65-AE2A0643608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6C91C97-B349-BEA1-A566-F2418612F5B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BB9BFE-D90E-E028-6F5B-26566640129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800CB19-B400-208D-2787-612E2C268739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6B83716-6975-9721-8E7B-B2FD09A19D8B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BF96BD0-3304-4BD8-E27E-52E67FA42F5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89775F-340D-36CB-00C0-F9EDB7D234E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41F13CD-0C75-0AD9-4B5B-0D0D6CCB43F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4B47EC5-FE6C-73D0-0D4A-18E5E3C9E2F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0D943B2-D20B-3FCF-C18D-1C40EFA6093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35EC9FB-FBC3-567F-6DAE-A8FA54552E94}"/>
              </a:ext>
            </a:extLst>
          </p:cNvPr>
          <p:cNvSpPr/>
          <p:nvPr/>
        </p:nvSpPr>
        <p:spPr>
          <a:xfrm>
            <a:off x="2891420" y="503583"/>
            <a:ext cx="6486215" cy="6033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sq-AL" sz="20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Cili biom pyjor është paraqitur me ngjyrë të gjelbërt?</a:t>
            </a: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CF282D-0A46-48EB-BA64-A58CA3531138}"/>
              </a:ext>
            </a:extLst>
          </p:cNvPr>
          <p:cNvSpPr/>
          <p:nvPr/>
        </p:nvSpPr>
        <p:spPr>
          <a:xfrm>
            <a:off x="2868844" y="5176911"/>
            <a:ext cx="6486215" cy="756750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B1F799-BC8B-C1A5-FE36-FB7F08AFDEED}"/>
              </a:ext>
            </a:extLst>
          </p:cNvPr>
          <p:cNvSpPr/>
          <p:nvPr/>
        </p:nvSpPr>
        <p:spPr>
          <a:xfrm>
            <a:off x="3020492" y="5469836"/>
            <a:ext cx="6302663" cy="42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noProof="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Pyjet tropikale-të shiut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126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rgbClr val="FFFF00"/>
            </a:gs>
            <a:gs pos="23000">
              <a:schemeClr val="accent6">
                <a:lumMod val="89000"/>
              </a:schemeClr>
            </a:gs>
            <a:gs pos="69000">
              <a:srgbClr val="00B0F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449BB-68BD-DF30-E702-EF28DFC6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830B99B-23CD-3BEB-353C-B9DC2773F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4791" y="1838734"/>
            <a:ext cx="5922416" cy="276971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A1A621F-D798-8AAF-C847-1980F39CD86F}"/>
              </a:ext>
            </a:extLst>
          </p:cNvPr>
          <p:cNvGrpSpPr/>
          <p:nvPr/>
        </p:nvGrpSpPr>
        <p:grpSpPr>
          <a:xfrm>
            <a:off x="-726170" y="563216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1F688F7-3503-E611-8200-666CCC7C83B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6F29037-687F-9A1A-76D0-FA2A3824F27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0329F3E-9E09-0975-976D-501F023995A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5BEEC40-D1A3-A847-2A89-2BE5556724B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FF4AB62-1297-1084-CA9C-B5A280D7849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3EA8042-FFC9-B0E1-D8D9-F82E7BEC978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D4D614-2A2E-B591-F5DA-492B0D4B0FA8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62A663E-C05A-3373-5E46-CB7A8B25022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C7817D-5EFE-1499-DDE5-7959F91E9E7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EF11FA4-FB6F-1288-180C-C736DB57039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D55FE4D-AB90-0F06-8A81-B5D811EE6AD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809E608-E875-E740-1D3A-AB824155A33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28993D8-B427-AECB-16B8-2B614DB4765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7467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00"/>
            </a:gs>
            <a:gs pos="36000">
              <a:srgbClr val="FF0000"/>
            </a:gs>
            <a:gs pos="69000">
              <a:srgbClr val="FFFF0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82413-5E76-555E-527C-9560D2368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687597A-2732-2510-5488-A88A28917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4071" y="1133560"/>
            <a:ext cx="5503856" cy="439535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6E14BFB-7255-82B4-5608-A3B652EA18B0}"/>
              </a:ext>
            </a:extLst>
          </p:cNvPr>
          <p:cNvGrpSpPr/>
          <p:nvPr/>
        </p:nvGrpSpPr>
        <p:grpSpPr>
          <a:xfrm>
            <a:off x="-798086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4F52FA8-6E1F-8B72-8B19-536992EB28D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5684628-C424-0FEC-C217-6CB020AE6A8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3324D11-ACF7-16D6-8017-69E08990B31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67DB4DE-953F-B90A-7121-7083E3596ACD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C26A706-048F-473E-4278-9522BD3C1FA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69007E4-F0A9-21C9-9130-519B2365D09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7D25C1-CB2C-4BB8-EE37-C4D120A663D0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9BF069A-05FE-38EA-9769-0E66E8C911A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6793FB4-FAD5-964F-1092-E2409E5BDAB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A5973C0-E905-1CA8-4B54-207A54DF7FE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5CEB907-EF70-D3F2-C0DA-B0872A54EA0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102451A-B456-AE4A-DCD9-9E744064356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E778F6A-1416-71CD-1F95-B61FEA7F421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47861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00"/>
            </a:gs>
            <a:gs pos="36000">
              <a:srgbClr val="FF0000"/>
            </a:gs>
            <a:gs pos="69000">
              <a:srgbClr val="FFFF0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CF203-0D94-1E1F-6658-1B3F4E90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1">
            <a:extLst>
              <a:ext uri="{FF2B5EF4-FFF2-40B4-BE49-F238E27FC236}">
                <a16:creationId xmlns:a16="http://schemas.microsoft.com/office/drawing/2014/main" id="{9FFD6D58-FE80-A66A-5941-398521B5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920984" y="638482"/>
            <a:ext cx="6504039" cy="520196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5311D6A-CBD0-92F8-2C27-DA510BC7C99D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FD0EF5A-CB24-6C71-71A1-08D3ED708AE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4018091-D1AB-0681-46AE-8D80C0A4BD7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786EE9D-3D00-6F14-D383-9B49B98657E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E24DEC6-3AA4-1B60-076D-5982A403EE9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EDC2E85-835A-235F-7C78-98308AA8596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5EE8C52-807E-CD58-59E8-50003736CF6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377E67-17D0-EDAC-B01F-E14E01AC1323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A7B43F2-29F5-FB65-B47B-3F5E63A0998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93CD48B-1872-3068-1425-6DA1C7B5FF0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82D24E0-6448-1E4B-72DD-D9FF034BB8F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2EAC90C-D452-8C1C-3892-CC7F63862C3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2E4BA3C-DFE2-B759-F9BC-13DBF793ED9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FCD6DB3-3FF5-FAEC-1A0B-DF1B1C2A472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6E0B0FC-4ADC-31D7-34B7-5268C712B48F}"/>
              </a:ext>
            </a:extLst>
          </p:cNvPr>
          <p:cNvSpPr/>
          <p:nvPr/>
        </p:nvSpPr>
        <p:spPr>
          <a:xfrm>
            <a:off x="2891420" y="503583"/>
            <a:ext cx="6486215" cy="6033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 shpendi më i vogël në natyrë! Si quhet dhe ku jeton</a:t>
            </a:r>
            <a:r>
              <a:rPr kumimoji="0" lang="sq-AL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kumimoji="0" lang="sq-XK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640B96-E4F1-2795-CF79-BA5E0141BC5B}"/>
              </a:ext>
            </a:extLst>
          </p:cNvPr>
          <p:cNvSpPr/>
          <p:nvPr/>
        </p:nvSpPr>
        <p:spPr>
          <a:xfrm>
            <a:off x="2868844" y="5176911"/>
            <a:ext cx="6486215" cy="756750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17102D-98A0-8837-699F-9CCF91D252A7}"/>
              </a:ext>
            </a:extLst>
          </p:cNvPr>
          <p:cNvSpPr/>
          <p:nvPr/>
        </p:nvSpPr>
        <p:spPr>
          <a:xfrm>
            <a:off x="3020492" y="5469836"/>
            <a:ext cx="6302663" cy="42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Kolibri</a:t>
            </a: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jeton në pyjet</a:t>
            </a:r>
            <a:r>
              <a:rPr kumimoji="0" lang="sq-AL" sz="2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tropikale.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92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00"/>
            </a:gs>
            <a:gs pos="36000">
              <a:srgbClr val="FF0000"/>
            </a:gs>
            <a:gs pos="69000">
              <a:srgbClr val="FFFF0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74987-EC9B-C885-8F0D-54DC37BF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9AA7636-434D-768C-338F-390FA9D94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4791" y="858786"/>
            <a:ext cx="5922416" cy="472961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93C0328-3CE0-C7CD-49DF-47BD0EDEC2C7}"/>
              </a:ext>
            </a:extLst>
          </p:cNvPr>
          <p:cNvGrpSpPr/>
          <p:nvPr/>
        </p:nvGrpSpPr>
        <p:grpSpPr>
          <a:xfrm>
            <a:off x="-725600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955A47-EEBC-4BCA-237D-90895C88B68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C5B06A6-3F7B-6FCA-4EE1-0FC4027C246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4A8AA52-DFE0-6E7B-5F4B-687314F4A7B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A0365A8-DE66-509A-534F-5A8D1845941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3AFC0A-42CC-3C29-1C70-0ED7908D374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6A7EE6-D1AB-2B69-20EC-916D717202C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FE7C54-DAB2-6F16-B05A-04E61FE6FF2E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3D6455D-1FD9-A09C-1604-6352FF19C03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72177A-56AA-C128-42FD-7272E2F2181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C02C6E8-83A5-10BE-CE63-355E72584BA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8B40B9D-D845-77EF-F9FB-473D1A0A5A5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FC7200-B88E-F504-0402-484AF125EC4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92634DF-8AEA-19E5-9A0B-475AA580C7D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6643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36000">
              <a:srgbClr val="FF0000"/>
            </a:gs>
            <a:gs pos="69000">
              <a:srgbClr val="00B0F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11A8A-C3AD-7E37-B869-F1262CCB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E0ADA20-AD14-F3F8-72BA-5D63E70CB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4071" y="1517025"/>
            <a:ext cx="5503856" cy="36284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AED6D93-91A9-4B51-7591-6E4252B27D1C}"/>
              </a:ext>
            </a:extLst>
          </p:cNvPr>
          <p:cNvGrpSpPr/>
          <p:nvPr/>
        </p:nvGrpSpPr>
        <p:grpSpPr>
          <a:xfrm>
            <a:off x="-784834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6B1680B-231B-23F8-2A99-F639EBB75CA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92657E-115B-0A76-4DB8-5B8CC40BC98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25CE451-5E9C-26F0-F33E-15E63B6F6C9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5D93C11-E73E-E075-01D7-26A0ECE3E16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1D551A-1669-418F-A767-5EF8ADCAF99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2F49535-C6B6-FE4C-6155-079A6495DB1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E45111-11C6-0DEA-8D66-9F983ACDEF7F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C4D68A-7B9F-BFFD-F7F2-49063D0F7AAC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2EA975-D655-DE4F-6D18-80C953AC87E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696889B-20E5-56EF-DC84-1403D573662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5563976-2CA8-8D33-1A4F-6641E3C01C9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D78CCBE-A721-A2FF-CD01-C2D0125D30F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2F6CB2C-7F6C-4F21-7C36-E428EDCBF24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93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36000">
              <a:srgbClr val="FF0000"/>
            </a:gs>
            <a:gs pos="69000">
              <a:srgbClr val="00B0F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6C8CE-EB3E-8A11-28D7-4BBCCC0D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1">
            <a:extLst>
              <a:ext uri="{FF2B5EF4-FFF2-40B4-BE49-F238E27FC236}">
                <a16:creationId xmlns:a16="http://schemas.microsoft.com/office/drawing/2014/main" id="{73B7ECC1-7FC7-D337-1644-542AA0F0B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920984" y="1095162"/>
            <a:ext cx="6504039" cy="4288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1199309-7FB9-2EE0-0F19-9C51B4F3A278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3B83604-A85B-188E-BDA5-3E8F2ADCFBD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A662B42-0310-314B-1870-942587D321D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0E89CAA-A886-1D1A-0F12-1C63DD23881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A7717F1-3B47-C1CA-5BEA-9C453A9F03E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571125C-C617-C8F1-4528-56C51CC8154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B941DC-4D69-12AC-6E90-88C6DF27849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423226-8C04-094B-6D26-CAB69BCDDE35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7946BB7-BDD5-CBB8-F2D5-043D8538261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1D66951-3AE4-F150-FCC3-6E1C5B191E2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4285982-0488-7AD3-BEB0-6922632F047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4C5C68-C19B-FF98-6188-605965FD11B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AFEADF0-4777-CB1E-C600-381EB29356A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9698FC3-F6B5-67B8-94C8-DEB7CFCEA0E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749AA7C-B8A3-A7D2-8C46-DAB544DF5A26}"/>
              </a:ext>
            </a:extLst>
          </p:cNvPr>
          <p:cNvSpPr/>
          <p:nvPr/>
        </p:nvSpPr>
        <p:spPr>
          <a:xfrm>
            <a:off x="2891420" y="503583"/>
            <a:ext cx="6486215" cy="6033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 jeton</a:t>
            </a:r>
            <a:r>
              <a:rPr kumimoji="0" lang="sq-AL" sz="2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shqiponja perandorake</a:t>
            </a: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? 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F553E-44F7-0F9A-0F59-758141C206E5}"/>
              </a:ext>
            </a:extLst>
          </p:cNvPr>
          <p:cNvSpPr/>
          <p:nvPr/>
        </p:nvSpPr>
        <p:spPr>
          <a:xfrm>
            <a:off x="2868844" y="5176911"/>
            <a:ext cx="6486215" cy="756750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1AC16A-056C-6E24-555A-0BE8F9ABE259}"/>
              </a:ext>
            </a:extLst>
          </p:cNvPr>
          <p:cNvSpPr/>
          <p:nvPr/>
        </p:nvSpPr>
        <p:spPr>
          <a:xfrm>
            <a:off x="3020492" y="5469836"/>
            <a:ext cx="6302663" cy="42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sq-AL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eton në pyje halore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318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36000">
              <a:srgbClr val="FF0000"/>
            </a:gs>
            <a:gs pos="69000">
              <a:srgbClr val="00B0F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0D502-7CD7-B60C-1E6E-A1F9FAC5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EFC8103-8DA8-EBC9-8E0E-AE0D64E4A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4791" y="1271413"/>
            <a:ext cx="5922416" cy="390435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81AF48-0E68-9F2F-C3C4-2821EF777DDA}"/>
              </a:ext>
            </a:extLst>
          </p:cNvPr>
          <p:cNvGrpSpPr/>
          <p:nvPr/>
        </p:nvGrpSpPr>
        <p:grpSpPr>
          <a:xfrm>
            <a:off x="-732796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6CBBFC-591F-4210-6159-20F8A6A4912C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8DD1B8-B06D-F44D-DD57-C4A70F155C9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B907DF4-48B1-D508-60A8-B2A8CB6B2D9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ABFB276-8656-EDE7-D42A-459B7B82761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0F9DAC7-62E7-CADF-1398-ECE0B28218A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2425773-C862-828C-38C1-428BC67A412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BAEC8F-9DF7-D88B-5A3C-200E728C840D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6A078BB-568F-69B8-9587-88DEA2E04AE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018512A-2DAD-C76D-767D-A6394E67F8F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135D034-EF01-F2C2-6ED2-00B75C483E2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FB4509F-011A-D3E9-A47C-E6E97462302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4309CFE-8CEC-EAE8-B189-BE15ABE6AC1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CD14752-7522-CDE1-685F-8BE2D06923E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499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000">
              <a:srgbClr val="00B0F0"/>
            </a:gs>
            <a:gs pos="42000">
              <a:srgbClr val="FF0000"/>
            </a:gs>
            <a:gs pos="77000">
              <a:srgbClr val="FFFF00"/>
            </a:gs>
            <a:gs pos="90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1D7D8-3795-3C3E-9FED-F0198498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4967D4F-2326-8ACE-920B-C0FF96D2D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4344152" y="1517025"/>
            <a:ext cx="3503693" cy="362842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3A85A9D-F705-31BC-C87D-784A53479CD4}"/>
              </a:ext>
            </a:extLst>
          </p:cNvPr>
          <p:cNvGrpSpPr/>
          <p:nvPr/>
        </p:nvGrpSpPr>
        <p:grpSpPr>
          <a:xfrm>
            <a:off x="-512275" y="633604"/>
            <a:ext cx="6592067" cy="5395262"/>
            <a:chOff x="-784834" y="588094"/>
            <a:chExt cx="6592067" cy="539526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E09796-9175-9358-DF11-6719D64F26CC}"/>
                </a:ext>
              </a:extLst>
            </p:cNvPr>
            <p:cNvGrpSpPr/>
            <p:nvPr/>
          </p:nvGrpSpPr>
          <p:grpSpPr>
            <a:xfrm>
              <a:off x="2388172" y="588094"/>
              <a:ext cx="3419061" cy="5353879"/>
              <a:chOff x="2388172" y="588094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976B085-B093-9F6A-BCE8-A75F8ED3EBE4}"/>
                  </a:ext>
                </a:extLst>
              </p:cNvPr>
              <p:cNvSpPr/>
              <p:nvPr/>
            </p:nvSpPr>
            <p:spPr>
              <a:xfrm>
                <a:off x="2798989" y="992284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E6A9D64-C7FC-7B07-0854-803974323DC4}"/>
                  </a:ext>
                </a:extLst>
              </p:cNvPr>
              <p:cNvSpPr/>
              <p:nvPr/>
            </p:nvSpPr>
            <p:spPr>
              <a:xfrm>
                <a:off x="2388172" y="588094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57FE981-9A09-25F1-C0CA-322F8147D0B2}"/>
                </a:ext>
              </a:extLst>
            </p:cNvPr>
            <p:cNvGrpSpPr/>
            <p:nvPr/>
          </p:nvGrpSpPr>
          <p:grpSpPr>
            <a:xfrm>
              <a:off x="-784834" y="629477"/>
              <a:ext cx="3419061" cy="5353879"/>
              <a:chOff x="7474226" y="752060"/>
              <a:chExt cx="3419061" cy="5353879"/>
            </a:xfrm>
            <a:noFill/>
            <a:scene3d>
              <a:camera prst="perspectiveFront"/>
              <a:lightRig rig="threePt" dir="t"/>
            </a:scene3d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0E8DD5-0C51-6CF9-8C8D-2465766D5FA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5A54860-E779-797E-E41B-63FE1D0B7FC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B4B04B0-59EE-ACB8-77E0-BE4521E8F8B1}"/>
              </a:ext>
            </a:extLst>
          </p:cNvPr>
          <p:cNvGrpSpPr/>
          <p:nvPr/>
        </p:nvGrpSpPr>
        <p:grpSpPr>
          <a:xfrm>
            <a:off x="6066540" y="629478"/>
            <a:ext cx="6851374" cy="5353879"/>
            <a:chOff x="6066540" y="629478"/>
            <a:chExt cx="6851374" cy="535387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83E1419-C932-A4CA-6CA4-184D9D04DD07}"/>
                </a:ext>
              </a:extLst>
            </p:cNvPr>
            <p:cNvGrpSpPr/>
            <p:nvPr/>
          </p:nvGrpSpPr>
          <p:grpSpPr>
            <a:xfrm>
              <a:off x="6066540" y="629478"/>
              <a:ext cx="3419061" cy="5353879"/>
              <a:chOff x="6066540" y="629478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9A462D7-EB35-C508-0BFF-A8F2175CCF80}"/>
                  </a:ext>
                </a:extLst>
              </p:cNvPr>
              <p:cNvSpPr/>
              <p:nvPr/>
            </p:nvSpPr>
            <p:spPr>
              <a:xfrm flipH="1">
                <a:off x="6477357" y="1017104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7A03DBD-14F5-CBAD-A7A2-69ED3D2ECD3B}"/>
                  </a:ext>
                </a:extLst>
              </p:cNvPr>
              <p:cNvSpPr/>
              <p:nvPr/>
            </p:nvSpPr>
            <p:spPr>
              <a:xfrm flipH="1">
                <a:off x="6066540" y="629478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perspectiveFront"/>
                <a:lightRig rig="threePt" dir="t"/>
              </a:scene3d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D8E026-E011-275D-D7EA-9E9FACFCCBAB}"/>
                </a:ext>
              </a:extLst>
            </p:cNvPr>
            <p:cNvGrpSpPr/>
            <p:nvPr/>
          </p:nvGrpSpPr>
          <p:grpSpPr>
            <a:xfrm flipH="1">
              <a:off x="9498853" y="629478"/>
              <a:ext cx="3419061" cy="5353879"/>
              <a:chOff x="7474226" y="752060"/>
              <a:chExt cx="3419061" cy="5353879"/>
            </a:xfrm>
            <a:noFill/>
            <a:scene3d>
              <a:camera prst="perspectiveFront"/>
              <a:lightRig rig="threePt" dir="t"/>
            </a:scene3d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35D365-E4F2-351B-DFAE-FD72A7768A6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59ABF57-D6C4-065B-B0E9-D1DE16316E3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2112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rgbClr val="00B0F0"/>
            </a:gs>
            <a:gs pos="47000">
              <a:srgbClr val="FF0000"/>
            </a:gs>
            <a:gs pos="76000">
              <a:srgbClr val="FFFF00"/>
            </a:gs>
            <a:gs pos="90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255B14-716B-0427-0A2C-4D6962AB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1">
            <a:extLst>
              <a:ext uri="{FF2B5EF4-FFF2-40B4-BE49-F238E27FC236}">
                <a16:creationId xmlns:a16="http://schemas.microsoft.com/office/drawing/2014/main" id="{F2572DCF-E023-1635-076F-932816574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0781" y="1095162"/>
            <a:ext cx="4144445" cy="4288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5E17CCA-EF7D-EE59-6965-32E4CB4B3992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0DD5796-7C0D-DD55-C36C-EF74283DF8A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D3FA29-4601-D609-FA0B-743C2B5EAC7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C0254AA-C5B1-ED9B-794D-293233EECF1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441E0BB-A411-952D-CE2C-CD5310A1AC6D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B512CA-8C18-D5A5-59C9-8DE4B229523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1EF67E9-566F-70A7-A9E2-FE45C40FD03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BBC9EF-FB37-3BEF-15E6-EDA28347C951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FD0DA05-93AD-8D90-5925-6AF7639E389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07B4181-E534-71C6-C66B-B795FA09D39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D19DF9C-F608-3D9B-0914-D220243D162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34E8964-C593-0756-B504-E1BDD199D62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DD4EAAA-5BB2-8C91-A841-76CA584667A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4109CF7-BE73-8B93-5CA8-AE6CD89BB53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06228CC-2DFF-38B6-8CBB-86054AAE6BD1}"/>
              </a:ext>
            </a:extLst>
          </p:cNvPr>
          <p:cNvSpPr/>
          <p:nvPr/>
        </p:nvSpPr>
        <p:spPr>
          <a:xfrm>
            <a:off x="2891420" y="503583"/>
            <a:ext cx="6486215" cy="6033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quhet kjo merimangë</a:t>
            </a: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? 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7D338-3344-AEC8-6054-57C42EF97A49}"/>
              </a:ext>
            </a:extLst>
          </p:cNvPr>
          <p:cNvSpPr/>
          <p:nvPr/>
        </p:nvSpPr>
        <p:spPr>
          <a:xfrm>
            <a:off x="2868844" y="5176911"/>
            <a:ext cx="6486215" cy="756750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65FFDB-583D-39E8-64E3-B9B95AAE362A}"/>
              </a:ext>
            </a:extLst>
          </p:cNvPr>
          <p:cNvSpPr/>
          <p:nvPr/>
        </p:nvSpPr>
        <p:spPr>
          <a:xfrm>
            <a:off x="3020492" y="5469836"/>
            <a:ext cx="6302663" cy="42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Tarantula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653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206">
              <a:srgbClr val="5C719A"/>
            </a:gs>
            <a:gs pos="32000">
              <a:srgbClr val="00B0F0"/>
            </a:gs>
            <a:gs pos="56000">
              <a:srgbClr val="FF0000"/>
            </a:gs>
            <a:gs pos="79000">
              <a:srgbClr val="FFFF00"/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1B15E-1C1C-88ED-0F79-CA7AECD0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E85B46A-E307-5897-46B7-6F9E0262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9440" y="1271413"/>
            <a:ext cx="3773117" cy="390435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E3E37B7-502F-5F1A-325E-9315A1C7A333}"/>
              </a:ext>
            </a:extLst>
          </p:cNvPr>
          <p:cNvGrpSpPr/>
          <p:nvPr/>
        </p:nvGrpSpPr>
        <p:grpSpPr>
          <a:xfrm>
            <a:off x="-726170" y="546651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2BAC98-EB4E-018E-1800-F6852AD9646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36C737-3914-0210-C489-ECED6C61E63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4283BD1-8E45-9CAA-5598-A15D44C7C29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49C392-A14E-0EE7-E5A6-1E9A8592EBD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64DCAC0-9141-6938-6BEA-34736071B1A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4EFD37B-8D32-7815-1963-213EFB0057C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D08D44-DF73-4E09-960B-2E9DD250F082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E8BF780-4FA0-C8F1-26B4-E4538242775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796E24B-2DC2-148C-9618-B7FC760DBAA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C58EFA9-E321-0FC1-64B5-0C99EA53E1B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7205D90-2DDB-1F01-40D5-683EB9B647C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110740-DC3C-A0D4-55D3-D0640666B8B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867B139-DA27-C2EB-C858-CF2C8389E1B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8786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8EF7E9-7C4D-4B37-8E58-82068FFD7EF2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312</Words>
  <Application>Microsoft Office PowerPoint</Application>
  <PresentationFormat>Widescreen</PresentationFormat>
  <Paragraphs>40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69</cp:revision>
  <dcterms:created xsi:type="dcterms:W3CDTF">2024-03-16T17:17:32Z</dcterms:created>
  <dcterms:modified xsi:type="dcterms:W3CDTF">2024-03-19T20:18:04Z</dcterms:modified>
</cp:coreProperties>
</file>