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538-D450-48BD-A4B6-CF006999943F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X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F2E8C-4D23-4D22-8585-C30080A62673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1678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3CC04D0-44D7-477E-A8F6-1178C9AAF6B6}" type="slidenum">
              <a:rPr lang="en-US" altLang="en-US" smtClean="0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44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2324-022C-A84A-60DC-602534FF1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D0C40-B8AB-3F52-C0EB-D67B5A598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5B15-9A0B-75A6-FC19-BA2449EF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E1F1B-B9D3-A2A3-12AD-271E1D2F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24A8-A7CC-C7EB-D1C3-546FFB26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27FD-76D2-EE9F-F205-9185A002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8E19-D3B7-3E08-B525-01297D76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D7C0-04DF-7E86-219B-CB0B15F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BCA48-3300-0B94-EC2A-140632F2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A3E7-B293-F154-1469-FE9DC73E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355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65D8-7C77-1563-9B6B-F0B059D1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9EDE-37F0-B624-261C-9BE3808E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0C53-27C1-69A9-6829-7A8A09B0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6072-A6C6-C300-F3C0-80E1D922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BE8C-2EAF-6DAD-3EA2-538DC69A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5514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0342-4127-B094-45E1-648176D7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22F3-AEC2-59CA-7C36-E11AED71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B891A-8AB9-2AAF-B8FC-6F2A365C6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1FFEA-D862-A43D-8854-050B285B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054E8-20E6-DD18-56FC-4F7B9536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6C63-143C-9F1E-55A6-0B4E38E7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515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6F23-681F-3113-2DA7-43BD3A4B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C774D-3FE1-A0A6-FF32-ED519AA64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B9A97-0ACC-C906-103E-227E1110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3CD45-F9F1-8228-9512-5F90EB057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C5F8D-812B-35D4-B4B8-00A500CD6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FB1B0-8402-0091-4C65-63A99799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1E146-80A6-ABC0-DD90-2E0ED464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6BC81-1D98-A0CD-835A-F36815E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0714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8586-A878-6F4C-326D-AA937213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B2873-66A4-DDB0-0E96-704AA855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BC6C3-1FE0-490A-8059-A02EAFD4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7F931-0190-4A56-8805-D929B2D7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1558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92D1F-46DD-BD21-0769-8B3118FE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A377B-780E-5DF4-C403-D0786162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E52E-C9D0-8B71-EBF0-BAEAF63C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189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288F-5683-C42D-F7DE-C9602E0E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AD19-2646-7552-B745-4B4A7245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0EA8-5307-3E67-3D84-EBC71A16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08124-BDB8-12F2-195E-AC995EA9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F160-8A1E-4BA5-99EE-AB5DC463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0240-6F4E-0F51-E068-D4728CA4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511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C93-A477-0733-158C-5E90E1E1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416D2-86A1-8712-0942-431A9F778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2359C-9DBE-B339-8A72-BBD6AB7E6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DECF8-3915-B81C-DDFD-C69F143A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2455A-C0CC-3812-4AA1-099210F0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BB5A1-0748-71A1-6D68-8A69B98F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5232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2CBF-3C27-1E04-64A0-B29118A3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3FE26-034C-C1D1-EC30-B8C6DE5FD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7EFB1-6602-3134-02FE-AB18947F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E5946-B9A9-1615-EB8D-29063897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949C-4DBF-CCFF-9CFD-B8B35C5B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2203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58D5E-1CED-BE54-5F1D-FEEADBB34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FE27A-8B4D-79DB-3B5D-FF8C981A3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6B35-1CFC-6A9C-F9AF-F94C1734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4838-C750-CC77-F2A9-B8BCBB3A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D653-9702-DCFE-F46A-36A6D7B0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129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514EE-CCE9-9FA9-F17A-D0D559B8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CBAF-1153-AFC2-8603-69232B08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738B-FBAF-EB45-3E24-07450399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E68A-53CA-4685-A371-231DA15904BB}" type="datetimeFigureOut">
              <a:rPr lang="sq-XK" smtClean="0"/>
              <a:t>17.5.2022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95401-25F8-58A1-77B2-30961FD0D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607F9-BE9D-6191-2D2B-49A63B496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244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Thëngjilli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+mj-lt"/>
                <a:cs typeface="Arial" charset="0"/>
              </a:rPr>
              <a:t>Nafta</a:t>
            </a:r>
            <a:endParaRPr lang="en-US" sz="2800" b="1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cs typeface="Arial" charset="0"/>
              </a:rPr>
              <a:t>Gazi</a:t>
            </a:r>
            <a:endParaRPr lang="en-US" sz="2800" b="1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 Të paripërtëritshme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10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 Bimët e marrin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100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36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CO</a:t>
            </a: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2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Përbërës i ajrit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10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Njerëzit e lirojnë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10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Gas</a:t>
            </a:r>
            <a:endParaRPr lang="en-US" sz="3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6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Kultivim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833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SERRA</a:t>
            </a:r>
            <a:endParaRPr lang="en-US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6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E nxehtë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E mbuluar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83301" y="3154363"/>
            <a:ext cx="2193925" cy="91440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600" b="1" dirty="0">
                <a:solidFill>
                  <a:schemeClr val="bg1"/>
                </a:solidFill>
                <a:latin typeface="Arial" charset="0"/>
                <a:cs typeface="Arial" charset="0"/>
              </a:rPr>
              <a:t>Mbështjellës</a:t>
            </a:r>
            <a:endParaRPr lang="en-US" sz="26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82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Vërshime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693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PASOJAT</a:t>
            </a:r>
            <a:endParaRPr lang="en-US" sz="20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82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Stuhi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82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Thatësi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softRound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Mungesë uji të pijshëm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05000" y="5334001"/>
            <a:ext cx="8305800" cy="1006475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3600" b="1" dirty="0">
                <a:solidFill>
                  <a:schemeClr val="bg1"/>
                </a:solidFill>
                <a:latin typeface="Algerian" pitchFamily="82" charset="0"/>
                <a:cs typeface="Arial" charset="0"/>
              </a:rPr>
              <a:t>Ngrohja globale (efekti serrë)</a:t>
            </a:r>
            <a:endParaRPr lang="en-US" sz="3600" b="1" dirty="0">
              <a:solidFill>
                <a:schemeClr val="bg1"/>
              </a:solidFill>
              <a:latin typeface="Algerian" pitchFamily="82" charset="0"/>
              <a:cs typeface="Arial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5240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14700000" algn="t" rotWithShape="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LËNDË FOSILE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4F40AD-03A2-FF32-E35F-F79122CBA586}"/>
              </a:ext>
            </a:extLst>
          </p:cNvPr>
          <p:cNvSpPr/>
          <p:nvPr/>
        </p:nvSpPr>
        <p:spPr>
          <a:xfrm>
            <a:off x="3783854" y="4150189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B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E1A25E7-4D80-83DC-EA17-5B714E293A90}"/>
              </a:ext>
            </a:extLst>
          </p:cNvPr>
          <p:cNvSpPr/>
          <p:nvPr/>
        </p:nvSpPr>
        <p:spPr>
          <a:xfrm>
            <a:off x="6090637" y="4142507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C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CF82C51-4A2C-A5E6-A06F-633D257FE062}"/>
              </a:ext>
            </a:extLst>
          </p:cNvPr>
          <p:cNvSpPr/>
          <p:nvPr/>
        </p:nvSpPr>
        <p:spPr>
          <a:xfrm>
            <a:off x="8350490" y="4149112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6C4D58A-D99C-C9C1-C804-A8D27867DD57}"/>
              </a:ext>
            </a:extLst>
          </p:cNvPr>
          <p:cNvSpPr/>
          <p:nvPr/>
        </p:nvSpPr>
        <p:spPr>
          <a:xfrm>
            <a:off x="1527518" y="4145774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AF5F9C-9F17-EC98-7D78-766327A83C6D}"/>
              </a:ext>
            </a:extLst>
          </p:cNvPr>
          <p:cNvSpPr/>
          <p:nvPr/>
        </p:nvSpPr>
        <p:spPr>
          <a:xfrm>
            <a:off x="1530908" y="164366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410540F-FC28-2DC9-33C0-7E669ECBCB6A}"/>
              </a:ext>
            </a:extLst>
          </p:cNvPr>
          <p:cNvSpPr/>
          <p:nvPr/>
        </p:nvSpPr>
        <p:spPr>
          <a:xfrm>
            <a:off x="1511760" y="1148983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4D3AD06-8B0A-4474-0A12-1315493D2AAF}"/>
              </a:ext>
            </a:extLst>
          </p:cNvPr>
          <p:cNvSpPr/>
          <p:nvPr/>
        </p:nvSpPr>
        <p:spPr>
          <a:xfrm>
            <a:off x="1525411" y="2145566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2B24E6-8A32-41F4-1AAA-BEDB4C741801}"/>
              </a:ext>
            </a:extLst>
          </p:cNvPr>
          <p:cNvSpPr/>
          <p:nvPr/>
        </p:nvSpPr>
        <p:spPr>
          <a:xfrm>
            <a:off x="1511301" y="3136166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791FB6C-3B63-147B-4AA1-851A093437AD}"/>
              </a:ext>
            </a:extLst>
          </p:cNvPr>
          <p:cNvSpPr/>
          <p:nvPr/>
        </p:nvSpPr>
        <p:spPr>
          <a:xfrm>
            <a:off x="3793889" y="179127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3101A7B-FF5A-F7CE-BACF-FCB345915F5D}"/>
              </a:ext>
            </a:extLst>
          </p:cNvPr>
          <p:cNvSpPr/>
          <p:nvPr/>
        </p:nvSpPr>
        <p:spPr>
          <a:xfrm>
            <a:off x="3797301" y="1135474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4CE163E-B4FF-9CE6-7357-794B96834C11}"/>
              </a:ext>
            </a:extLst>
          </p:cNvPr>
          <p:cNvSpPr/>
          <p:nvPr/>
        </p:nvSpPr>
        <p:spPr>
          <a:xfrm>
            <a:off x="3808591" y="2127095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4E29519-73FE-6CB5-8B25-6879CF98D5EF}"/>
              </a:ext>
            </a:extLst>
          </p:cNvPr>
          <p:cNvSpPr/>
          <p:nvPr/>
        </p:nvSpPr>
        <p:spPr>
          <a:xfrm>
            <a:off x="3822701" y="3083279"/>
            <a:ext cx="2193925" cy="955321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7BAF84D-1E60-4BF4-B183-5D78EA37E23E}"/>
              </a:ext>
            </a:extLst>
          </p:cNvPr>
          <p:cNvSpPr/>
          <p:nvPr/>
        </p:nvSpPr>
        <p:spPr>
          <a:xfrm>
            <a:off x="6072982" y="175419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AFDD2F1-C768-4D9D-4863-22A731BD71E7}"/>
              </a:ext>
            </a:extLst>
          </p:cNvPr>
          <p:cNvSpPr/>
          <p:nvPr/>
        </p:nvSpPr>
        <p:spPr>
          <a:xfrm>
            <a:off x="6067212" y="1158082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E36D46-982D-1C1F-4BC0-2AD7E3A4DCB9}"/>
              </a:ext>
            </a:extLst>
          </p:cNvPr>
          <p:cNvSpPr/>
          <p:nvPr/>
        </p:nvSpPr>
        <p:spPr>
          <a:xfrm>
            <a:off x="6062663" y="21717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47B574-A872-BAFC-8E75-8C3E4A680959}"/>
              </a:ext>
            </a:extLst>
          </p:cNvPr>
          <p:cNvSpPr/>
          <p:nvPr/>
        </p:nvSpPr>
        <p:spPr>
          <a:xfrm>
            <a:off x="6075966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87955A-FFDB-518D-B592-A4198196778D}"/>
              </a:ext>
            </a:extLst>
          </p:cNvPr>
          <p:cNvSpPr/>
          <p:nvPr/>
        </p:nvSpPr>
        <p:spPr>
          <a:xfrm>
            <a:off x="8335962" y="154105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C9C2602-F242-1337-6DAF-0D7C78BC403E}"/>
              </a:ext>
            </a:extLst>
          </p:cNvPr>
          <p:cNvSpPr/>
          <p:nvPr/>
        </p:nvSpPr>
        <p:spPr>
          <a:xfrm>
            <a:off x="8352752" y="1148983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7898D76-95A3-6971-5443-B1BD802FBA7E}"/>
              </a:ext>
            </a:extLst>
          </p:cNvPr>
          <p:cNvSpPr/>
          <p:nvPr/>
        </p:nvSpPr>
        <p:spPr>
          <a:xfrm>
            <a:off x="8364395" y="2135329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6B0D7DD-4BCC-BF98-54C5-0FDA5186A26D}"/>
              </a:ext>
            </a:extLst>
          </p:cNvPr>
          <p:cNvSpPr/>
          <p:nvPr/>
        </p:nvSpPr>
        <p:spPr>
          <a:xfrm>
            <a:off x="8363424" y="3137303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0D5B62-F0C4-178E-FAD1-EF9D0DA38970}"/>
              </a:ext>
            </a:extLst>
          </p:cNvPr>
          <p:cNvSpPr/>
          <p:nvPr/>
        </p:nvSpPr>
        <p:spPr>
          <a:xfrm>
            <a:off x="1897062" y="5318126"/>
            <a:ext cx="8305800" cy="1006475"/>
          </a:xfrm>
          <a:prstGeom prst="rect">
            <a:avLst/>
          </a:prstGeom>
          <a:solidFill>
            <a:schemeClr val="accent5">
              <a:lumMod val="5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/>
              <a:t>ZGJIDHJA PËRFUNDIMTARE</a:t>
            </a:r>
          </a:p>
        </p:txBody>
      </p:sp>
    </p:spTree>
    <p:extLst>
      <p:ext uri="{BB962C8B-B14F-4D97-AF65-F5344CB8AC3E}">
        <p14:creationId xmlns:p14="http://schemas.microsoft.com/office/powerpoint/2010/main" val="3542060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3" dur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9" dur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05" dur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1" dur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7" dur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3" dur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9" dur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35" dur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1" dur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7" dur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3" dur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9" dur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5" dur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1" dur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7" dur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3" dur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9" dur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95" dur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1" dur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7" dur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3" dur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70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3</cp:revision>
  <dcterms:created xsi:type="dcterms:W3CDTF">2022-05-16T22:29:58Z</dcterms:created>
  <dcterms:modified xsi:type="dcterms:W3CDTF">2022-05-17T08:01:48Z</dcterms:modified>
</cp:coreProperties>
</file>