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126714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90" y="48"/>
      </p:cViewPr>
      <p:guideLst>
        <p:guide orient="horz" pos="2160"/>
        <p:guide pos="39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38:13.27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546 1,'576'0,"-566"0,0-1,0 1,0 1,0 0,0 0,0 1,0 0,-1 1,1 0,-1 1,0-1,1 2,-2-1,1 2,0-1,-1 1,0 0,9 10,-5-4,0-1,1 0,0-1,0 0,1-1,1 0,-1-1,1-1,1 0,24 6,-7-5,-1-1,1-2,1-2,46 0,194-3,520 20,-5-3,-512-19,19 0,368 6,-591 3,117 26,-33-4,-148-28,0 0,0 1,0 0,-1 1,1-1,-1 2,1-1,-1 1,0 1,-1-1,12 10,-15-10,-1 0,1 0,-1 0,0 0,-1 0,1 1,-1 0,0-1,0 1,0 0,0 0,-1 0,0 0,0 0,-1 0,1 0,-1 1,0-1,0 0,-1 0,-1 9,-1-4,0 1,-1 0,0-1,-1 0,0 0,-1 0,1-1,-2 0,0 0,0 0,0-1,-1 0,0 0,-1-1,1 0,-18 10,-1-1,0 0,-1-2,-1-1,-55 16,41-18,0-2,0-2,-70 2,-139-13,87 0,-1376 4,1424 5,0 5,-172 38,224-39,-126 1,33-3,-1216 48,1346-55,-172-8,165 5,0-2,0-1,-44-14,71 17,0 1,0-1,0-1,1 0,-1 0,1 0,0-1,0 0,0-1,-8-8,12 10,0 0,0 0,1 0,0-1,-1 1,1-1,1 0,-1 1,1-1,0 0,0 0,0 0,1 0,-1 0,1 0,1 0,-1 0,2-6,2-10,2 0,0 0,1 1,1 0,1 0,1 1,21-31,101-123,-125 166,2-5,62-73,106-101,-172 182,27-23,-30 26,-1 0,1 0,-1 0,1 0,0 0,-1 0,1 1,0-1,-1 1,1-1,0 1,0 0,-1 0,1 0,0 0,0 0,2 0,-4 0,1 0,-1 1,0-1,1 0,-1 0,0 0,1 0,-1 1,0-1,0 0,1 0,-1 1,0-1,0 0,1 1,-1-1,0 0,0 1,0-1,1 0,-1 1,0-1,0 0,0 1,0-1,0 1,0-1,0 0,0 1,0-1,0 1,0-1,-5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2:59:37.86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4416 45,'-63'0,"-132"4,166-1,-1 1,1 2,0 0,-44 17,48-15,0 0,0-2,-37 3,-42 11,51-10,0-2,0-2,-1-3,-95-6,50 1,55 2,8 2,1-2,-1-2,1-1,0-2,0-1,-57-19,12-3,-2 4,0 2,-1 5,-1 3,-1 4,0 4,0 3,-95 9,152-1,1 1,-1 1,1 2,0 0,-34 18,-63 22,92-39,0-1,0-1,-1-2,0-2,0 0,-1-2,1-2,-34-4,-29-13,-148-47,203 53,-1 3,0 0,-66-1,-129 10,93 2,106-1,0 2,-42 9,-30 4,78-12,-43 11,9-2,38-9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3:01:18.89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4507 163,'1'0,"1"0,-1 1,0-1,0 0,0 1,0-1,0 1,0-1,0 1,0 0,0-1,0 1,0 0,0 0,0-1,-1 1,1 0,0 0,0 0,-1 0,1 0,-1 0,1 0,-1 0,1 0,-1 1,0-1,0 0,1 0,-1 0,0 0,0 1,0-1,0 0,0 0,-1 2,1 1,0 0,0 0,-1-1,0 1,1 0,-1 0,-1-1,1 1,0-1,-4 5,2-4,-1 0,0 0,0-1,0 0,-1 0,1 0,-1 0,1-1,-1 1,0-1,0 0,0-1,-1 1,1-1,-9 1,-11 0,0 0,-27-3,32 1,-91 0,-136-6,49-29,-112 30,135-28,-93 29,34 3,195-4,-56-13,34 5,14 2,-64-24,68 20,-54-22,70 24,-1 2,0 1,0 2,-1 1,-38-6,21 9,0 2,-1 3,-55 6,87-5,0 0,0 2,0-1,0 2,1 0,0 1,0 0,0 1,1 1,0 0,0 1,1 0,-17 16,3 3,-1-1,-38 29,53-48,0 0,0-1,-1 0,0-1,0 0,-1-1,1 0,-1-1,-15 2,-161 22,188-28,-85 16,0 3,-134 50,201-62,-1-1,0-1,0 0,0-1,-35 0,-115-6,79-1,73 4,0-1,0-1,0-1,0-1,1-1,-1 0,1-1,-19-8,17 5,0-1,1-1,0-1,0 0,-19-17,14 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3:02:14.72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4310 437,'51'0,"-41"0,-35 0,-1272 0,1275-1,-1 0,1-2,0-1,0-1,-22-8,-107-45,109 40,-150-64,-129-52,232 102,-151-34,177 57,0 2,0 4,-97 6,41 1,71-2,-79 16,77-9,-68 2,57-10,37-3,-1 2,1 1,-1 2,1 0,0 1,-26 8,1 3,0-2,-1-2,0-3,0-2,-1-2,-66-3,99 0,1 1,-1 1,1 0,0 1,0 1,-28 13,21-9,1-1,-38 7,-25 2,54-7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47:49.03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0,'16'7,"1"-1,0 0,0-2,0 0,36 4,92-3,-115-5,8 0,60 0,172 22,74 51,190 27,-289-96,-21-1,90 27,114 8,-411-37,-9-2,0 1,0 1,0-1,0 1,0 1,-1 0,1 0,0 0,-1 1,1 0,-1 0,0 1,0 0,8 6,-7-4,0-1,1 0,-1 0,1-1,0 0,0 0,0-1,0 0,1-1,-1 0,13 1,15 0,61-4,-52 0,43 1,77-1,189-25,-214 13,242 8,-220 7,-68-1,119-2,-183-3,-1-2,-1 0,1-2,31-13,29-8,-51 18,-10 3,1 0,0 2,52-4,22 8,0 6,167 25,-120-7,1-6,166-4,-179-15,390 5,-497 2,0 1,-1 1,56 19,-57-15,0-1,1-2,0-1,33 2,148-9,16 1,-140 12,-72-8,0-1,0-1,0 0,0-1,0-1,27-3,71-12,0 6,1 4,135 12,-195-1,-1 2,70 19,-10-1,-74-20,-1-2,50-2,-50-2,0 2,51 9,4 11,-63-13,1-1,0-1,0-2,1-1,0-2,44-2,-56-5,0-1,0 0,-1-2,0-1,-1 0,31-20,-27 16,-17 9,0 0,0 0,-1 0,1-1,-1 1,0-1,-1-1,1 1,-1-1,7-11,-1-2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6:00.500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9483 199,'-3'0,"0"-1,0 1,0-1,0 0,1 0,-1 0,0 0,0 0,1 0,-1-1,1 1,-1-1,1 0,0 1,-3-4,-32-38,10 10,18 23,-1 1,0 0,-1 0,0 1,0 0,-1 1,0 1,0 0,-1 0,1 1,-1 1,0 0,0 1,-1 0,1 1,-1 0,1 1,-1 1,0 0,1 1,-1 1,-16 3,-160 59,35-10,-203 44,-674 92,528-145,470-45,0-2,0-1,0-1,1-2,-1-1,-37-14,50 12,0 0,0-1,1-1,1 0,0-2,0 0,1-1,1-1,-27-31,36 37,-10-13,-2 1,-34-30,46 45,0 0,-1 1,0 0,0 0,0 1,-1 0,1 1,-1 0,0 0,-19-2,-14 2,0 1,0 3,1 1,-51 10,14 3,-100 32,86-10,70-26,0-2,-1 0,0-1,-31 5,2-7,-1-2,-79-4,-109-22,-14 0,-229 37,231-1,167-10,17 1,1-4,-1-2,-77-12,135 10,-1 0,0 0,1-1,-1-1,1 0,1 0,-1-1,1-1,0 0,0-1,1 0,-12-11,19 16,0 1,0-1,0 1,-1 0,1 0,0 0,-1 1,0-1,1 1,-1 0,0 0,0 0,1 1,-1-1,0 1,0 0,0 0,0 0,0 1,-6 1,-2 1,-1 2,1 0,0 0,-20 13,-14 7,15-13,0-1,0-2,-1-1,0-1,-55 3,-167-5,186-6,-546-27,503 16,-1 6,-206 14,96 33,77-11,-93 22,144-28,-2-4,-170 13,248-32,0-1,0-1,0-1,1 0,-1-1,1-1,-1-1,-19-9,30 11,0 0,1 0,0-1,0 0,0-1,0 1,1-1,0 0,0 0,0-1,1 0,-1 0,1 0,1 0,-1 0,1-1,0 0,1 1,-1-1,1 0,1 0,-2-12,1-32,4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6:40.44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9535 0,'-784'0,"757"2,1 0,-1 2,-26 8,23-5,-57 5,72-11,-14 0,-1 0,1 3,0 0,-57 17,43-8,0-2,-1-2,0-2,-61 2,48-1,-84 21,87-16,-106 12,-289-22,221-6,173 2,21 0,-1 0,0 3,1 0,-1 3,1 0,-45 15,32-6,0-1,-72 8,100-18,-20 6,-53 17,61-16,-1-1,-1-1,-36 4,-233-9,157-6,-91-16,-14-1,117 22,42 1,-1-3,-123-18,-271-42,344 51,-217 15,207 11,-54 3,150-17,-1-3,0-1,0-4,-81-16,22 1,0 4,-123 0,134 12,0-4,1-5,-124-31,171 28,-75-12,110 25,0 1,0 2,-1 0,1 1,0 1,-34 8,-21 10,39-9,-78 13,-441-12,403-14,134 3,1 1,0 0,-1 2,1 0,0 1,1 1,-32 15,50-21,-22 8,-1-1,1 0,-1-2,0-1,-40 2,53-5,0-1,0 0,1 0,-1-1,0-1,0 1,0-2,1 1,-1-1,1-1,0 0,0 0,0-1,1 0,-15-11,10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8:06.86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9586 4,'-106'-1,"8"-1,-179 20,226-10,0-2,0-3,0-2,-102-10,99 5,-1 2,0 2,-74 10,-51 1,-1699-12,1804-2,-76-14,-69-3,-502 22,670 0,-1 4,1 1,-58 16,-8 2,18-13,-1-5,-160-8,105-2,-1855 3,1985 1,-1 2,1 1,0 1,1 1,-44 16,14-4,26-11,-2 0,1-2,-55 2,-97-9,81-1,-814 1,851-2,1-4,-1-2,-107-31,111 23,-78-33,112 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53:18.11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1,'41'-1,"1"2,-1 2,1 2,46 11,-34-1,0-2,0-2,1-4,63 2,73-12,187 5,-337 3,1 2,-2 2,47 16,-33-10,-10-6,0-2,1-2,0-3,-1-1,52-5,1 1,373 2,-439 3,-1 1,52 12,-47-8,53 5,260-9,-180-5,-154 3,1 1,-1 1,0 0,0 1,-1 0,1 1,18 9,-14-6,0 0,1-2,26 7,-5-8,0-2,1-1,-1-2,1-2,-1-2,75-16,-51 10,1 3,0 3,0 2,80 9,-37 11,-80-12,9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8:33.95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4332 83,'-43'3,"0"1,1 3,-66 18,57-13,-98 13,-307-20,245-8,157 0,-103-19,96 12,14 1,1-3,0-1,1-2,-66-31,96 40,1 0,-1 2,-1 0,1 0,-1 2,-22-2,-100 4,75 2,-1066 0,1060 1,-102 18,60-5,25-5,-24 3,-128 1,-139-17,336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8:57.76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4921 119,'-20'1,"1"1,-1 1,-27 8,-23 3,-124 20,136-25,0-3,-1-2,-104-7,47 0,97 3,-24 2,1-3,0-1,-1-3,1-1,-67-19,9-9,-171-51,222 72,-1 3,0 2,-83-2,-733 12,826 1,0 1,1 2,-54 14,-50 9,-64-12,-281-14,227-6,-429 3,665 1,1 2,0 0,-28 8,-30 5,52-12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9:23.05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1,'0'10,"1"0,0 1,0-1,1 0,0 0,1 0,0 0,1 0,0-1,6 12,-7-16,1 0,-1 0,1 0,1 0,-1 0,1-1,0 1,-1-1,2-1,-1 1,0-1,1 0,0 0,0 0,0-1,0 0,10 2,-5-2,0 0,0-1,0 0,0-1,1 0,-1-1,0 0,0-1,0 0,19-7,-4-2,0-1,0-2,23-16,-33 20,1-1,0 0,25-10,-39 19,0 1,0 0,0-1,0 1,0 0,1 1,-1-1,0 1,0-1,1 1,-1 0,0 0,1 0,-1 1,0-1,0 1,1 0,-1 0,0 0,0 0,4 2,-7-2,0-1,1 0,-1 0,0 0,0 1,1-1,-1 0,0 0,1 1,-1-1,0 0,0 0,0 1,1-1,-1 0,0 1,0-1,0 0,0 1,0-1,0 0,0 1,1-1,-1 0,0 1,0-1,0 0,0 1,0-1,-1 0,1 1,0-1,0 0,0 1,0-1,0 0,0 1,-1-1,-14 11,-29 4,38-13,-19 9,25-11,0 0,0 1,0-1,0 0,0 0,0 0,0 1,0-1,0 0,0 0,0 0,0 1,0-1,0 0,0 0,0 0,0 1,0-1,0 0,1 0,-1 0,0 1,0-1,0 0,0 0,0 0,1 0,-1 0,0 1,0-1,0 0,1 0,-1 0,0 0,0 0,0 0,1 0,-1 0,0 0,0 0,0 0,1 0,-1 0,0 0,0 0,0 0,1 0,-1 0,1 0,50 3,39-4,55 0,203 23,-197-8,255-10,-205-7,389 3,-551 2,-1 2,46 10,-40-6,48 3,470-7,-290-7,-215 3,-6-2,-1 2,1 2,-1 3,0 2,70 18,-77-12,1-3,1-2,85 6,138-13,-145-4,118 1,-248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13:05.2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1,'0'4,"1"0,-1 1,1-1,0 0,0 0,0 0,1 0,0 0,-1 0,1-1,0 1,1 0,-1-1,1 0,0 1,-1-1,1 0,1 0,-1-1,0 1,1-1,-1 1,1-1,5 2,10 5,1-2,0 0,36 8,-13-4,-12-4,0 0,0-2,53 2,101-9,-72-1,491 2,-564 4,0 1,0 3,0 0,40 15,30 5,-62-17,8 3,71 6,83-1,248 11,-330-28,-46 2,150-16,-184 3,83-28,-41 10,-58 20,26-10,1 3,1 2,0 3,70-3,-23 14,-61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0:59:53.07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3580 188,'-1881'0,"1834"-3,0-2,0-2,-57-16,-65-10,132 27,1-2,-55-20,61 17,-1 2,0 1,-1 1,-47-4,-275 13,-43-3,304-11,20-5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0:12.086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3765 48,'-350'0,"319"3,1 1,0 1,0 1,1 2,-43 18,14-7,-14 6,35-11,1-2,-2-2,1-1,-52 6,-296-13,190-5,18 6,-194-7,226-25,-44-10,122 22,-72-7,-181 16,308 8,-3-1,1-1,-1 0,1-1,0-1,0 0,0-1,-22-10,17 6,-1 1,-34-8,-3 8,0 3,0 3,-83 5,21 1,-6-4,83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0:39.14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4061 1,'-7'1,"0"0,1 1,-1 0,0 0,1 1,-1 0,1 0,-11 7,-21 9,10-10,0-1,-1-2,-44 5,36-7,-52 15,29-2,0 2,-1-2,0-3,-1-3,-89 5,-1089-16,521-2,-159 2,831-3,-87-15,82 9,-58-2,76 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14:58.17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1 238,'3'0,"0"1,0 0,0-1,0 2,0-1,0 0,0 0,4 4,16 6,17-3,0-2,0-1,1-3,-1-1,46-5,-1 2,37 3,114-4,-114-15,21-1,-91 12,0-2,0-2,-1-3,83-34,-131 47,62-23,1 3,1 3,1 3,0 3,127-6,-186 18,0 1,0 0,1 0,-1 1,0 0,0 1,-1 0,1 0,8 5,6 5,38 28,-49-31,0-1,0 0,1-1,0 0,0-1,1-1,0 0,0-1,0-1,22 5,-13-7,0 0,0-2,0 0,0-1,0-2,0 0,-1-2,1 0,-1-1,-1-2,1 0,-1-1,0-1,-1-1,0-1,19-16,-26 18,0 0,0 0,1 1,1 1,0 0,0 1,0 1,0 0,1 1,0 1,1 0,-1 1,22-1,300 5,-137 1,-190-2,0 0,-1 0,1 1,-1 1,0 0,1 0,-1 1,0 1,0-1,0 2,-1-1,0 1,0 1,0-1,0 2,-1-1,0 1,0 0,7 10,28 22,-17-23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1:16.606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2928 1,'-32'3,"0"2,0 1,1 1,0 1,0 2,-44 22,-11 1,0-2,31-9,-1-3,-103 21,42-26,-120-1,-122-17,86 0,199 4,15 2,0-2,0-3,0-3,-84-18,38-3,-1 5,-152-12,28 30,179 5,18-1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1:37.328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2864 0,'-9'1,"0"1,-1-1,1 1,1 1,-1 0,0 0,1 1,-13 7,-36 13,-27-4,0-3,0-4,-95 2,-263-14,205-4,-438 3,631 2,0 2,-43 10,39-5,-65 3,-61 7,-10 0,-6-19,145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2:00.18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2811 0,'-1530'0,"1491"2,1 2,-44 10,39-6,-64 4,-419-11,245-3,255 1,1-1,-1-1,-26-6,17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20:52.52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1,'12'0,"1"2,-1 0,0 0,23 9,-20-6,0-1,28 4,-19-4,0 1,0 1,43 18,-40-14,1-1,40 9,2-11,1-2,115-8,-117-1,-1 4,135 15,-150-5,324 43,-46-14,49 3,36-42,-186-1,-169-3,0-3,0-2,84-25,-30 7,-56 12,91-37,-97 31,1 2,73-15,-38 24,0 3,127 6,-118 3,809 1,-858-3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2:40.17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4945 38,'-630'0,"592"1,1 2,0 2,-54 13,-104 41,5-2,141-48,-1-3,0-2,1-2,-72-6,16 1,-1460 3,1527 2,1 1,-44 11,38-6,-47 2,-126 10,-49 2,-543-23,781 2,-43-2,65 0,1 1,0-1,0 0,0 0,0 0,0 0,0-1,1 1,-1-1,0 0,1 0,-7-6,9 7,1 1,-1-1,0 0,1 0,-1 0,1 0,0 0,-1 0,1 0,0 0,0 0,-1 0,1 0,0 0,0 0,0 0,0 0,0 0,1-1,-1 1,0 0,0 0,1 0,-1 0,0 0,1 1,-1-1,1 0,0 0,-1 0,1 0,0 0,-1 1,1-1,0 0,1-1,35-26,-34 26,46-27,85-36,-43 23,-75 34,0 1,0 0,0 2,1 0,0 0,0 2,0 0,0 1,0 0,1 2,-1 0,0 1,1 1,17 4,9 3,-6-1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3:07.17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4428 0,'-1347'0,"1310"2,-1 2,-41 9,-25 3,78-11,0 0,1 2,0 1,-24 11,-17 5,-17 6,44-16,1-1,-2-1,-50 7,-17-11,-175-8,109-4,135 4,-3 1,1-2,-1-1,-51-11,34 2,0 3,-76-1,-121 11,89 1,-622-3,745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3:32.99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4418 317,'-1758'0,"1707"-3,1-2,-69-16,53 8,-150-31,111 19,-1 6,-188-11,197 31,61 1,0-1,0-2,0-1,0-2,0-1,-45-14,43 7,0 2,0 2,0 1,-49-1,-154 7,-45-3,87-33,133 22,-76-8,95 20,8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37:08.99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1 120,'5'-1,"0"0,1 0,-1-1,0 1,0-1,9-5,10-3,39-8,116-20,-102 26,-10 1,95-3,-143 13,0 1,0 0,0 2,0 0,-1 2,1 0,-1 1,0 0,24 12,9 2,1-1,1-3,0-2,78 9,-88-15,64 7,1-4,117-6,-193-3,0 2,51 11,-45-7,48 3,-23-8,1-2,-1-3,102-18,-83 10,0 4,0 3,84 8,-21-1,-54-2,113-4,-178 0,44-12,-47 8,1 2,30-3,0 7,-1 2,1 3,80 15,-66-11,0-3,80-4,48 3,-164 0,48 13,-20-4,18 3,-38-6,-1-3,67 4,-44-10,-13-1,1 2,54 9,-31-1,102 1,-72-6,-76-2,-1 1,0 1,-1 2,43 16,-17-6,-18-9,-1-2,1-1,0-2,0-2,1 0,60-8,-55 0,-1 0,52-18,-57 14,1 2,0 1,52-5,335 11,-199 5,792-3,-949-3,80-14,-78 8,72-2,801 13,-881-6,0-2,101-24,-96 16,129-11,420 32,-448 15,315 82,-458-98,743 200,-36-9,777 183,-1480-374,-18-3,0 0,1 0,-1-1,1-1,0 1,0-1,0-1,-1 0,1 0,0-1,0 0,14-3,-22 3,0 1,1-1,-1 0,0 0,0 0,0 0,0 0,0 0,0 0,0 0,0-1,0 1,0 0,-1 0,1-1,-1 1,1-1,-1 1,1 0,-1-1,0 1,0-1,1 1,-1-1,0 1,0-1,0 1,-1-3,-13-44,11 38,-13-38,-18-87,31 116,0 0,1-1,1 1,1-1,1 1,1-1,7-32,-6 41,2 0,-1 0,1 1,1 0,-1 0,2 1,0-1,0 1,0 1,12-11,13-10,52-34,-29 22,-44 33,1 0,0 1,0 1,0 0,1 0,0 1,0 1,0 0,0 1,19-2,11 1,84 4,-70 2,-23 1,0 1,0 2,0 2,54 18,-29-7,-25-12,0-2,0-1,0-1,0-2,37-4,-18 2,5-3,0-3,109-26,26-5,75-1,-85 0,-48 8,-103 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4:26.34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8527 236,'-1'3,"1"0,-1 1,0-1,0 0,0 1,-1-1,1 0,-1 0,1 0,-1 0,0 0,0 0,-1-1,1 1,-1-1,1 1,-1-1,0 0,1 0,-7 3,-8 5,-1-1,-27 10,26-11,-29 12,-145 56,164-67,-1-1,0-2,1-1,-61 2,-5-10,61 1,1 0,-1 3,0 0,1 3,-39 7,35-2,-2-2,1-1,-47 0,-121-7,87-2,54 0,-93-16,107 11,-20 1,-136 6,-5-1,178-2,-42-11,45 9,-56-7,54 10,0-1,1-2,0-1,-55-20,56 17,0 2,-1 2,0 0,-50-1,-134 9,85 1,101-3,-1 0,1 2,-1 1,1 2,-59 16,41-7,-2-2,0-2,0-3,0-1,-1-3,0-2,1-2,-1-3,1-1,-81-21,14 1,-195-51,285 68,-1 1,-1 2,1 1,-32-1,-118 6,87 1,54 0,-1 1,1 2,-66 17,-102 45,128-40,-105 26,80-25,56-17,-1-3,-1-1,1-3,-88-3,116-2,1-1,0-1,0 0,1-2,-19-6,-86-39,111 45,-35-16,26 10,-1 2,1 0,-1 2,-1 0,-38-7,-146-23,136 22,-95-10,26 20,65 3,-115-17,-259-94,280 67,65 11,62 20,-81-19,112 31,-1 2,1-1,-1 2,1-1,-1 2,1-1,-1 1,1 1,-1 0,1 0,0 1,-19 8,20-5,0 0,0 0,1 1,0 1,0-1,1 1,0 0,0 1,1 0,-8 13,-10 19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5:05.95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9741 200,'0'-2,"-1"-1,1 1,-1 0,1 0,-1 0,0 0,0 0,0 0,0 0,0 0,0 1,0-1,0 0,-1 0,1 1,-1-1,0 1,1 0,-1-1,0 1,0 0,0 0,1 0,-5-1,-53-16,57 18,-70-11,-1 3,0 4,-81 5,62 0,-963 2,772 16,91-3,-11 6,121-11,-90 1,114-8,0 2,-81 18,-45 6,-240-16,-1-34,1 0,303 12,-224-47,308 48,-62-4,85 10,0 2,1-1,-1 2,1 0,-1 0,1 1,-24 10,-13 5,-98 22,138-38,-95 31,75-22,0-2,-1-1,-45 7,39-13,0-1,1-2,-52-8,-110-29,184 35,-424-106,88 20,266 68,-2 4,0 3,-128-3,-991 19,1157 0,0 3,0 1,1 3,-51 15,20 2,46-15,1-1,-1-2,-47 7,-332-9,221-10,173 4,1-2,0 0,0 0,0-2,0 0,0-1,1 0,0-2,0 1,1-2,-1 0,2-1,-18-13,8 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5:43.92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7227 124,'-1'1,"1"0,0-1,-1 1,1 0,-1 0,1-1,-1 1,1 0,-1 0,1-1,-1 1,0-1,1 1,-1-1,0 1,0-1,0 1,1-1,-1 1,0-1,0 0,0 0,-1 1,-30 7,18-5,-71 24,34-10,-1-2,-73 11,9-16,77-9,-1 2,1 3,-57 13,39-4,-2-2,0-3,0-2,-1-3,1-3,-106-9,32-12,84 10,-72-4,-601 11,345 5,-646-3,813-17,78 4,73 6,0-3,-59-17,67 13,1 3,-1 2,-75-3,-768 15,872-5,0 0,1-2,-1-1,1 0,-23-10,-57-13,-72-16,132 30,-1 3,-1 1,0 2,-75-4,31 11,-207 7,167 14,40-4,13-2,-128 42,83-20,31-8,51-17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40:47.5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0,'2035'0,"-1926"4,0 4,193 41,207 84,-476-124,14 2,0-1,1-3,0-1,83-2,-30-9,117-21,-98 14,1 4,124 10,-97 0,2600-1,-2710 1,0 1,65 15,-68-11,-28-6,1 0,0 0,0-1,0 0,0-1,0 0,-1 0,1 0,0-1,0 0,-1-1,9-3,6-5,0-1,30-23,-31 20,0 1,33-15,-23 17,1 1,0 2,1 1,0 2,41-3,172 1,-185 8,20-1,18-1,147 16,-193-5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6:45.76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4374 80,'-28'3,"-48"10,-45 7,-74-16,133-6,1 4,-101 14,100-6,0-2,0-3,0-3,-1-2,-119-17,14-1,-1 8,-170 11,117 2,-1216-3,1376-2,0-3,0-2,-116-30,-11 6,40 8,43 10,74 12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7:07.00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5486 201,'-1336'0,"1276"-3,-75-12,-13-2,111 16,0-2,0-1,1-2,-52-16,51 11,0 2,0 1,-69-5,-112 9,-12 0,164-4,-82-21,89 15,0 3,-64-4,37 11,0 4,-163 22,76-1,-66 14,167-19,1-3,-2-3,-112 0,165-8,0 0,1 1,-1 1,1 1,-36 14,28-9,-53 11,53-14,-1 0,-43 19,46-16,-1-1,0-1,-30 5,-200 48,26-5,187-51,-86 1,88-7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8:00.79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6333 35,'-6'2,"1"0,-1 0,1 0,-1 1,1-1,0 1,0 1,0-1,1 1,-1 0,1 0,0 0,0 0,-5 8,-7 4,-29 31,-3-3,-1-2,-2-2,-57 34,26-22,56-34,-2 0,0-2,-1-1,-31 11,49-22,1-2,-1 1,1-1,-1-1,0 0,0-1,1 0,-1 0,0-1,1-1,-1 0,0 0,-17-7,-2-3,1-2,1-2,-33-22,28 18,9 7,0 2,-1 2,0 0,-1 1,0 1,-40-4,5-1,-7-2,4 1,1-2,-98-37,111 34,-1 3,-83-15,43 10,-265-69,145 50,184 35,1 1,-1 1,0 2,0 1,0 1,-41 8,-6 6,-79 29,-98 48,-191 21,296-93,89-15,-110 28,52-4,60-16,-105 39,138-45,0-2,-1 0,0-1,0-2,-1 0,1-2,-32-1,29-1,0 1,1 2,-1 1,1 0,-48 15,36-5,-184 63,180-66,0-1,0-1,-67 2,66-8,0-1,0-2,0-2,1-2,-1-2,-40-12,28 3,24 7,0 0,1-2,0-2,-46-26,44 21,-1 2,0 2,-66-21,67 26,0-2,2-1,-1-1,2-1,-42-28,36 16,3 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46:11.0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11971 316,'-51'0,"-20"2,0-4,-140-22,208 23,-78-17,0 3,-157-7,186 22,1 1,0 3,0 3,-81 20,67-12,-130 14,191-28,-85 15,61-10,0-1,-32 2,-213-5,219-5,-1-2,1-3,-54-15,11-1,-1 3,0 5,-2 4,-142 2,-736 14,867-9,-147-27,-24-2,120 18,-274-63,371 66,1 3,-92-1,-134 13,100 1,-1296-3,1264-19,56 2,-508 11,381 8,-933-2,1142 5,0 3,-91 22,-53 7,-394 0,-7-32,568-5,41 0,-30 0,-76-8,90-2,36 10,0 0,0 0,-1 0,1 0,0 0,0 0,0 0,-1 0,1 0,0-1,0 1,0 0,-1 0,1 0,0 0,0 0,0-1,-1 1,1 0,0 0,0 0,0-1,0 1,0 0,0 0,-1 0,1-1,0 1,0 0,0 0,0-1,0 1,0 0,0 0,0 0,0-1,0 1,0 0,0 0,0-1,0 1,0 0,1 0,-1-1,0 1,0 0,0 0,0 0,0-1,0 1,1 0,-1 0,0 0,0 0,0-1,0 1,1 0,-1 0,0 0,0 0,0 0,1 0,-1 0,0-1,0 1,1 0,-1 0,17-5,68-4,-35 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08:59.358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11003 160,'-14'-1,"1"0,-1-2,1 1,-17-7,-30-6,-57 5,-203 8,151 5,-1540-3,1625-4,-110-19,116 12,55 6,0 0,0-2,-32-14,34 13,0 0,0 1,-1 2,-24-5,-50 4,-112 7,61 2,-1235-3,1117 17,45 0,-553-12,489-6,177 6,-132 23,29-2,-652-6,849-20,-27 3,1 1,-1 1,-46 14,-75 10,-29-13,-281-13,220-38,-8-1,-594 38,291 10,524-12,11 0,0-1,-41-6,54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1:10.44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11930 199,'-1'-1,"1"-1,-1 1,0-1,1 1,-1-1,0 1,0 0,0 0,0-1,0 1,-1 0,1 0,0 0,0 0,-1 0,1 0,-1 0,1 1,-1-1,1 0,-1 1,1-1,-1 1,0 0,1-1,-4 1,-52-8,49 8,-107-2,89 3,-1-1,0-1,0-1,1-1,-33-9,12-4,0 3,-1 1,0 2,-96-5,118 12,-1 0,1-2,1 0,-33-12,-41-9,2 14,-2 4,-178 8,103 4,101-1,-77 13,-60 4,-15-21,-57 2,210 2,-135 26,179-22,0 2,-32 15,39-15,-1 0,0-2,0 0,-40 6,-10-9,-89-6,91-1,-116 11,-433 24,538-28,-1 4,-128 28,-35 5,-288-9,-10-33,199-2,280 7,-111 18,27 0,-814 12,801-34,-32-3,-231-33,332 28,-164 8,115 3,14-2,-379 16,-1485 83,1981-100,-57 1,1-2,-109-18,118 3,55 16,0-1,0 0,0 0,0 1,0-1,1-1,-1 1,0 0,0 0,1-1,-1 1,1-1,-1 1,1-1,0 0,-1 0,1 1,0-1,0 0,-1-3,2 3,0 1,0 0,0 0,0-1,1 1,-1 0,0 0,1 0,-1 0,0-1,1 1,0 0,-1 0,1 0,0 0,-1 0,1 0,0 0,0 0,0 1,0-1,0 0,1 0,27-16,28-7,71-20,-69 25,163-40,-189 52,1 1,0 2,0 1,47 2,-61 1,18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2:36.97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11162 158,'-5'-1,"1"1,-1-1,1 0,-1-1,1 1,0-1,-6-2,-19-7,-52-3,-25-5,70 10,0 2,-1 2,-50-2,-115 9,70 2,92-6,1 3,-1 1,0 2,1 1,0 2,-40 13,43-8,0-3,0-1,-1-1,-57 2,-152-10,103-2,59 4,-107-4,162 0,0-1,1 0,0-3,-45-15,45 13,-1 0,0 2,-1 2,1 0,-32 0,-156 6,109 1,51-2,14-1,-1 2,0 2,-57 10,19 1,-134 6,38-6,-547 36,-9-45,484-5,218-2,0-1,-52-12,46 7,-49-3,-205 5,-83-7,22-30,-256-16,495 58,24 2,-179-23,194 13,0 3,-94 5,124 2,-22 3,1 4,-1 2,-85 26,-13 1,63-16,38-7,-1-2,-73 3,-106-13,-293-34,450 24,0 4,-106 8,155 1,0 2,-68 23,-28 5,2-15,-1-6,-222-5,348-9,-22-1,-1-1,-44-8,68 9,-1 0,1-1,0 1,0-2,0 1,0-1,0 0,1 0,-1 0,1-1,0 0,0 0,0 0,0-1,1 1,0-1,-6-8,-2-18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0:49:01.29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4686 240,'-1'1,"1"0,-1 1,1-1,-1 0,0 0,0 1,0-1,1 0,-1 0,0 0,0 0,-1 0,1 0,0 0,0-1,0 1,-1 0,1-1,0 1,0-1,-1 1,1-1,-1 1,1-1,-2 0,-42 6,16-7,1-2,-1-1,1-2,0-1,-50-18,25 3,1-3,-50-31,89 49,0 1,0 0,-1 1,0 0,0 1,0 1,0 0,-24-1,-12 3,-59 4,25 1,-3-3,16-2,0 4,-71 11,86-8,0-2,0-3,1-3,-63-8,10 1,80 5,-1-1,1-1,-41-14,33 8,-56-9,-54 6,-280 9,279 9,-239-1,358 0,1 0,-44 11,-7 1,-178 27,214-30,-1 1,2 2,0 2,1 2,-48 28,-21 9,-22-1,-222 60,322-107,-1-1,1-2,-1-1,-48-2,46-1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3:22.87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4273 77,'-9'-1,"-1"0,1-1,0 0,-1 0,-12-6,-27-6,-39-1,33 3,-1 4,0 1,-78 2,93 9,-44 11,45-7,-49 3,-193-11,-30 2,176 16,85-9,-67 2,-382-10,231-3,222 0,-66-13,65 8,-62-2,-236 35,144-5,-709 8,846-30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3:57.88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4866 43,'-823'0,"798"-2,1 0,-1-2,-29-8,25 6,1 0,-30-1,-494 3,283 7,142-5,-150 5,103 19,80-8,-18 4,-73 6,155-21,0 2,1 1,-1 2,1 0,-39 18,36-13,0-1,-1-2,-58 10,-267 26,265-31,1 3,-126 43,36-9,-119 15,246-58,0-2,0-3,-84-4,82-7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4:32.01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4563 195,'0'-2,"0"-1,0 1,0-1,-1 1,1 0,-1 0,0-1,1 1,-1 0,0 0,0 0,0 0,-1 0,1 0,-1 0,1 0,-1 0,1 1,-1-1,-2-1,0 0,-1 0,1 1,-1 0,0-1,0 2,0-1,0 1,-9-2,-2 1,-1 0,0 2,1 0,-31 5,19-2,0 2,1 2,-1 0,2 2,-35 15,38-14,-1-1,1-1,-1-1,-1-1,1-2,-42 3,-154-7,107-3,-523 2,592-1,0-3,-70-16,79 14,-182-53,6 1,166 49,-5-1,-1 2,-77-3,93 9,-67-13,65 9,-50-3,-97 9,-282 37,66-1,-277-25,605-11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10:49.50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15399 548,'0'1,"-1"1,1-1,-1 0,1 1,-1-1,0 0,0 1,1-1,-1 0,0 0,0 1,0-1,0 0,-1 0,1 0,0-1,0 1,0 0,-1 0,1-1,0 1,-1 0,1-1,-1 0,1 1,-1-1,-2 1,-50 6,46-7,-76 7,-115-7,155-4,0-1,0-2,0-2,-60-20,45 11,-1 3,0 2,-1 4,-97-4,-156-28,128 14,85 17,-36-5,-6-1,0 6,-192 12,121 1,-6160-3,6343-2,0-2,0-1,0-1,-46-16,40 10,-1 3,-52-8,-19 11,-48-7,-129-34,93 27,65 9,-97-6,-8 0,186 11,2-2,-1-2,-43-16,44 11,0 2,0 2,-94-9,58 13,-410-22,-685 30,1071 4,-126 22,50 14,135-28,-1-2,0-2,-89 6,132-15,-9-1,0 1,0 0,0 1,0 1,0 0,1 0,-1 1,0 1,1 0,-13 7,-1 0,0-1,-1-2,0-1,-1-1,1-1,-1-1,-36 0,26-2,0 2,0 2,-40 12,-3 10,53-17,-2-1,0-1,-60 9,-116-9,2 0,-142 16,305-25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5:22.990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7243 370,'-7'1,"-1"0,1 0,0 1,0 0,-13 5,-8 3,23-9,-262 64,206-54,0-2,-92 0,45-8,-158-6,231 1,-1-2,1-2,-36-12,-49-11,62 23,-1 3,0 3,-70 6,5-1,61 0,-78 14,-30 3,145-19,0-1,0-2,0 0,-42-10,13 2,0 2,-1 3,-97 2,129 1,1-1,-1 0,1-2,0-1,-36-13,34 9,-1 2,-1 1,1 1,-32-2,-326 6,197 5,46-2,-300-4,2-35,-54-68,11-38,450 134,0 1,-1 1,-45-4,67 11,-1 1,1 0,0 0,0 1,-1 1,1 0,0 0,0 1,0 1,1 0,-1 0,1 1,-18 12,-38 32,44-31,-1-1,-1-1,0-1,-1-1,0-1,-42 14,-343 93,365-107,-2-2,-50 4,83-13,0-1,-1-1,1 0,0-1,0-1,0 0,0-1,0-1,0 0,1 0,-19-10,11 4,-1 1,-33-9,36 13,1-1,0-1,0-1,-23-13,36 17,0 1,-1 0,0-1,1 2,-1-1,0 1,0 0,0 0,-1 1,1 0,0 0,-10 0,-19 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6:30.57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9061 203,'-13'-1,"0"0,0-1,0-1,-19-6,-27-6,-46 6,-198 6,141 6,-808-3,920-2,-83-15,78 8,-58-2,-660 9,369 5,290-3,-461-4,2-31,451 20,-155-11,226 24,1 2,-1 3,-71 12,-32 10,-203 8,-155-25,454-8,-150-7,-298-49,474 50,0 1,0 1,-1 2,1 2,-1 0,1 2,-39 8,20 0,1-1,-79 1,-105-10,108-2,-96 3,-378-11,526 4,0-4,-73-19,31-3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6:59.888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13179 509,'-1597'0,"1564"-2,0-1,-35-9,-27-2,-360-55,441 66,-220-38,155 31,0 4,-136 7,91 1,82 1,0 2,0 2,1 2,0 2,-65 26,60-22,15-5,-1-2,0-2,0-1,-46 2,-136-9,96-1,-1053 2,1131-1,-1-2,-40-9,-59-6,-484 16,321 5,-598-2,828 3,-78 14,-28 1,129-13,-61 12,-8 2,63-12,-253 19,262-26,-1-1,0-3,0-1,-68-18,-131-51,-87-20,-156-39,-13-2,407 111,37 8,-94-12,137 26,0 0,0 2,0 0,0 1,0 0,1 1,-1 1,0 1,1 0,-29 12,-15 18,1 2,-56 45,53-35,-81 45,120-80,-1 0,0-1,0-1,-1-1,0-1,-1-1,-43 4,-61-5,-141-12,203-1,1-3,-98-28,97 21,-1 2,-89-7,37 5,97 13,-1 1,1 0,-1 2,0 1,0 0,1 2,-38 6,-20 8,-97 4,22-3,104-10,4-1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21:55.0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4804 0,'0'1,"0"0,0 0,0-1,-1 1,1 0,0 0,-1-1,1 1,-1 0,1 0,-1-1,1 1,-1-1,0 1,1 0,-1-1,0 1,1-1,-1 1,0-1,1 0,-1 1,0-1,0 0,-1 1,-24 5,22-5,-70 10,0-4,-1-4,-89-6,42 1,-561 2,656 1,-1 3,1 0,0 1,0 2,-30 11,28-8,0-1,-1-2,-56 7,-330-12,200-5,-2295 3,2454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8:11.91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4692 5,'-14'1,"1"1,-1 1,1 0,0 0,0 2,-21 9,-26 9,-50 3,64-16,-1 2,-86 34,109-36,-2 0,1-2,-1-1,0-1,-1-2,-38 3,-167-8,103-3,-857 4,940-4,1-1,1-2,-1-2,-70-24,66 17,-1 3,0 2,-71-7,-522-47,542 53,-1 5,-147 9,86 1,159-3,-60-2,1 4,-1 2,-107 22,88-5,-4 3,-134 16,186-36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18:43.98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4545 8,'-14'-3,"-1"1,0 1,0 0,0 1,0 0,0 1,0 1,0 0,1 1,-24 8,-36 5,2-9,-1-3,-75-5,-83 3,-3 32,88-26,-116 12,236-17,0 1,0 2,0 0,1 2,-27 12,-156 59,180-68,-1-1,0-2,-1-1,1-2,-52 4,10-7,-93-9,24-11,-50-3,104 21,49 2,-1-3,1-1,-69-12,57 4,-1 2,-81-3,-104 13,82 1,-737-3,879 0,1-1,-1 0,0 0,1-1,0 0,-12-5,-20-10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0:33.11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4771 2,'-73'0,"16"-2,-1 3,-105 16,-375 69,384-72,-244-10,198-7,87 4,5 1,-183-20,-111-23,206 23,-328 11,280 10,151 2,0 4,-124 29,29-4,67-17,0-5,-186-6,244-13,14-3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25:25.93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4756 359,'-33'-15,"-1"2,-1 1,-42-8,11 2,-454-132,280 92,113 29,75 16,-1 2,0 3,-1 2,0 2,0 2,-81 9,96 1,-58 20,58-16,-58 11,89-22,-35 6,-1 1,-54 18,63-15,0-1,-1-3,0 0,-41 1,-147-5,217-3,-24 2,1 1,-1 1,1 2,-49 16,-53 9,35-21,-1-5,-108-8,40-1,-538 4,679-1,0-2,0 0,-25-8,-46-7,-63 15,115 4,-1-2,1-2,-57-10,66 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1:19.39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4023 82,'0'-3,"0"0,0 0,-1 0,1 0,-1 0,0 0,0 0,0 0,0 0,-1 0,1 1,-1-1,0 0,1 1,-1 0,0-1,-1 1,1 0,0 0,-1 0,1 0,-1 0,1 1,-1-1,0 1,0 0,1-1,-1 1,0 1,-4-2,-11-2,0 1,0 1,1 1,-22 1,19-1,-898 1,403 3,-1046-3,1501 0,1 3,0 3,0 2,-75 20,74-15,0-3,-1-2,0-3,-95-5,147 0,-52-1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1:45.84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3353 1,'-3'5,"0"-1,0 1,-1-1,0 0,0 0,0 0,0-1,-1 1,1-1,-1 0,0 0,0-1,0 1,0-1,0 0,-11 2,-8 2,0-2,-37 3,49-6,-369 3,199-7,-2364 3,2507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2:31.366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4281 80,'0'1,"0"1,-1-1,1 0,-1 0,1 1,-1-1,0 0,1 0,-1 1,0-1,0 0,0 0,0 0,0 0,0 0,0 0,0-1,0 1,-1 0,1-1,0 1,0 0,-1-1,1 1,0-1,-1 0,0 1,-44 7,42-8,-124 8,77-7,-62 11,-5 12,61-11,-93 9,-282-17,237-8,113-1,1-4,-86-19,77 10,-111-5,-378 19,283 6,259-5,0-2,-46-10,-12-2,27 8,-418-45,-4 33,363 20,87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36:25.32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9722 317,'-216'1,"-218"-3,3-34,6-31,322 56,0 4,-136 9,75 1,-2653-3,2702-6,-205-35,167 17,87 17,-115 4,121 5,1-3,-93-13,67 1,-128-3,-89 18,104 1,129-3,-4 2,0-4,-86-13,45 1,-1 4,-154 9,158 2,73-3,1-1,-49-12,42 7,-47-3,-471 8,287 5,-453-2,686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3:03.55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9930 340,'0'-2,"0"1,-1 0,1-1,-1 1,1 0,-1 0,0-1,1 1,-1 0,0 0,0 0,0 0,0 0,0 0,0 0,0 0,0 0,0 0,-1 1,1-1,0 0,0 1,-1-1,1 1,0 0,-3-1,-42-7,42 7,-100-6,-131 7,94 3,50-2,-107 14,66 0,83-12,1 3,-1 1,1 3,1 2,-64 24,64-17,0-2,-1-2,-1-3,0-1,0-3,-1-2,0-2,-72-3,80 1,-1 2,0 1,-66 19,-61 8,-406-20,348-15,-2368 3,2572 1,0 2,0 1,0 1,0 1,-34 13,31-9,0-2,0-1,-49 6,-199-9,237-5,22 2,-1 1,1 1,0 0,0 1,0 1,-30 13,25-9,-1-1,-40 8,-10-8,-1-3,-107-7,61-1,101 4,-1 1,1 1,1 0,-27 9,33-8,-1 0,0-1,0 0,0-1,0-1,0 0,-1 0,1-1,0-1,0 0,-24-5,-86-35,-83-24,159 54,-179-48,216 55,1 0,0 0,0 0,0-1,0 0,1-1,0 0,0 0,0-1,1 1,0-1,0-1,1 1,-8-14,-36-43,43 59,-1 0,1 0,-1 0,0 1,0 0,0 0,-1 1,1 0,-1 0,0 1,0 0,-9-1,-47-16,28 7,-1 1,0 1,0 2,-1 2,0 2,-49 0,30 0,-167-28,89 27,88 5,0-1,1-3,-1-1,1-3,-78-23,78 17,-72-14,7 3,38 4,-138-61,162 59,10 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3:35.09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9055 237,'-3439'0,"3421"1,0 2,-1 0,1 1,0 0,1 2,-22 8,-38 12,2-5,47-11,-1-2,1-1,-2-2,-30 2,-268-6,147-3,131-1,1-2,0-2,1-2,0-3,0-1,-67-30,94 36,0 1,0 1,-1 0,1 2,-29-2,-113 7,76 0,-460-24,285 11,51 4,191 5,0-2,-27-7,-31-5,-17 5,-359-22,-873 34,1277-4,-1-2,1-3,0-2,-82-27,6 1,81 28,0 2,-1 1,-74 3,77 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4:47.30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8972 160,'-1'2,"1"0,-1 0,0 0,1 0,-1 0,0 0,0 0,0 0,-1 0,1-1,0 1,-1 0,1-1,-1 1,1-1,-3 2,-32 22,30-21,-79 52,-82 50,150-97,-1-1,0-1,0 0,0-2,-22 5,-99 10,98-15,-183 12,-277-13,239-7,225 3,-22 1,0-1,0-4,0-2,-97-23,-235-81,56 23,-98-36,422 120,-34-8,-1 2,0 3,-53-2,-140 10,83 1,-1144-3,864-20,86 1,140-2,76 6,-300 8,244 11,-1513-4,1644 2,-76 14,4 0,82-13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40:04.52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4475 78,'-73'0,"8"2,1-4,-102-14,110 6,0 2,0 2,0 3,0 3,0 2,-87 14,32-1,-2-5,-213-8,150-4,-2432 2,2590-2,0 0,0-1,1-1,-1-1,1 0,-24-12,18 8,-1 1,-34-8,16 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5:21.266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4641 1,'-2118'0,"2055"3,-78 14,-50 2,-730-17,443-5,-201 3,629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5:46.36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4608 43,'-16'0,"-120"1,-203-26,206 12,-266 8,208 8,-1060-3,1221 2,1 1,0 2,0 1,1 2,0 0,-42 20,40-16,1-1,-1-1,-1-2,0-1,-43 4,-356-9,197-5,97 5,-151-5,244-3,1-2,-70-23,44 12,43 12,-20-6,0 1,0 3,-85-6,96 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6:32.11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4505 198,'0'-3,"0"0,0 0,-1 0,0-1,1 1,-1 0,0 0,-1 0,1 0,0 0,-1 1,0-1,0 0,0 1,0-1,0 1,0-1,0 1,-1 0,1 0,-1 0,0 0,0 1,1-1,-1 1,0 0,0 0,0 0,-1 0,-5-1,-12-2,1 1,-1 1,-39 1,20 1,-224-37,179 22,-120-8,-383 22,273 3,275-4,0-2,-40-9,-57-6,-453 16,303 6,-1318-3,1563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43:49.9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3220 48,'-1'1,"1"0,-1 1,1-1,-1 0,0 0,1 0,-1 0,0 0,0 0,0 0,0 0,0 0,0 0,0-1,0 1,0 0,0-1,0 1,0-1,-1 1,1-1,0 1,0-1,-3 0,-36 9,35-8,-75 7,-1-3,-101-6,64-2,-809 2,879-1,-84-15,80 8,-65-2,-653 10,365 3,378-3,0-1,1-1,-1-2,1 0,-27-10,3-2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27:01.250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5239 46,'-3'6,"0"-1,-1 0,0 0,0-1,-1 1,1-1,-1 0,0 0,0 0,0-1,0 0,-1 0,1 0,-1-1,0 1,0-1,0-1,-10 3,-12 0,0-1,-51 0,62-3,-378-23,230 9,-251 8,237 8,156-4,-1-1,1-1,0-1,-41-14,-43-9,-32 13,-1 6,-180 12,112 0,98-4,-113 4,8 31,177-28,0 1,1 2,-40 15,-25 6,26-11,1 1,0-3,-104 9,-313-22,261-7,82 5,-177-5,274-1,0-2,0-3,-69-21,83 18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0:05.054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6023 323,'-854'0,"806"-2,-83-16,79 10,-62-3,-303 12,-293-19,655 12,0-3,-75-22,102 22,0-1,1-1,0-2,1-1,0 0,-28-23,28 17,16 10,-1 1,0 1,-1 0,1 0,-1 1,-1 1,1 0,-1 1,0 0,-14-3,-41 0,-1 4,-107 6,79 0,-92-1,-198 5,102 30,6-1,-735-25,674-12,174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0:42.67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6039 236,'0'-2,"-1"-1,0 0,1 1,-1-1,0 1,0-1,-1 1,1-1,0 1,-1 0,0 0,1 0,-1 0,0 0,0 0,0 0,0 0,-4-1,-44-27,47 29,-15-7,0 2,0 0,0 1,-1 1,0 0,0 2,-27-1,-38-6,70 6,-1-1,2-1,-1 0,-21-11,21 8,-1 2,0 0,-24-7,-14 6,-1 2,1 2,-88 7,19 0,-910-4,712-20,-14 0,259 20,5-1,0 3,-88 14,34 0,0-6,-207-9,160-4,58 3,-353-15,439 15,0 0,0 2,0 1,1 1,-1 1,1 2,-37 14,24-9,-100 25,-2-6,-198 17,-286-11,447-30,246-6,104 15,17 1,-132-15,-6-1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48:39.79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14533 473,'-824'0,"789"-2,0-2,0-1,0-2,-40-14,33 9,-87-13,107 22,0-2,0-1,-38-15,-37-9,-22 9,46 9,-126-38,133 28,-1 3,0 3,-2 3,1 3,-2 3,-91 2,-537 9,457-5,170 4,-81 15,-48 2,172-17,-1 1,1 1,1 1,-36 13,26-7,-52 9,32-13,12-2,-48 13,22-2,-1-3,0-3,-1-3,-80-2,117-4,1 1,-39 9,-48 5,-471-13,303-7,-1586 3,1614-20,67 2,126 10,0-2,1-4,-82-28,41 12,-13-9,88 27,0 0,0 3,-1 1,0 1,-66-3,-930 14,987-7,-1-1,1-3,-70-19,68 14,-1 2,1 1,-62-1,-583 13,658-5,0-2,0-1,1-2,-46-15,42 11,-1 1,1 2,-47-3,-321 9,185 6,-1736-4,1940 0,2-1,-1 1,1 1,0 0,-1 1,-15 4,26-5,0 0,0 0,0 0,0 1,0 0,0-1,0 1,1 0,-1 0,1 0,-1 1,1-1,0 1,0-1,0 1,0 0,1 0,-1-1,1 1,-1 0,1 1,0-1,0 0,1 0,-1 0,0 6,-2 51,3-45,0 0,-1 0,-1 0,0-1,-1 1,-6 15,0-5,3-5,-1-1,-1 0,0-1,-1 0,-1-1,-1 1,-18 21,29-39,-1 0,1 1,0-1,0 1,-1-1,1 0,-1 0,1 1,0-1,-1 0,1 1,-1-1,1 0,-1 0,1 0,-1 1,1-1,0 0,-1 0,1 0,-1 0,1 0,-1 0,1 0,-1 0,1 0,-1 0,1 0,-1-1,1 1,-1 0,1 0,-1 0,1 0,-1-1,1 1,0 0,-1-1,1 1,-1 0,1-1,0 1,-1 0,1-1,0 1,0-1,-1 1,1 0,0-1,0 1,0-1,-1 1,1-1,0 1,0-1,0 1,0-1,0 1,0-1,0 1,0-1,0 1,0-1,2-35,0 33,0 0,1-1,-1 1,0 0,1 0,0 0,0 1,0-1,0 1,0 0,0-1,1 1,-1 1,1-1,0 0,-1 1,1 0,0 0,5-1,10-2,0 2,32-1,-39 2,32 2,-1 2,0 2,51 12,-28-5,-5 3,0 2,-2 2,98 47,-151-64,17 7,0-1,0-1,1-1,0-1,0-1,25 1,145-7,1 0,-169 4,0 1,-1 1,1 1,-1 1,40 16,167 88,78 32,-271-130,41 8,-10-3,-49-11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2:04.29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14437 572,'-585'0,"573"0,1-1,-1 0,1-1,0 0,-1-1,1 0,0-1,1 0,-1 0,1-1,0-1,0 0,-18-14,15 12,0 1,-1 0,0 0,0 2,-1 0,0 0,0 1,0 1,-18-1,-23-1,-67 4,63 2,-2071 3,2099-5,0-2,-51-13,46 9,-49-5,-381 13,377 7,-97 23,104-15,-118 7,5-3,-30 0,73-23,-122 6,206 6,-68 19,77-14,-100 10,-371-19,282-8,158 3,-100 1,-207-26,121 11,121 10,-32-15,73 4,-132-18,-78-6,60 28,-205-19,-248-74,385 45,-15-2,180 37,0-7,-297-98,459 127,0-1,0 1,0 0,-1 1,1-1,0 1,-1 0,1 1,-1 0,1 0,0 0,-1 1,1 0,0 0,-1 0,1 1,0 0,0 0,0 1,0-1,1 1,-1 1,1-1,-1 1,1 0,0 0,1 0,-1 1,-5 8,-3 1,-16 20,-2-1,0-2,-2-1,-2-1,-44 28,21-21,-55 28,100-58,-1-1,0 0,0-1,0 0,-1-1,-26 2,-128 13,-34 0,152-18,28-1,0 1,0 1,1 0,-1 2,0 1,1 0,-38 14,-242 86,172-63,7-5,-2-5,0-5,-2-5,0-7,-185-1,291-13,9 1,1-1,0-1,-1 1,1-2,0 0,0 0,-18-6,27 2,11 1,13-2,52 0,-57 7,-1-1,0-1,0-1,0 0,24-8,-5-6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3:08.770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10095 121,'-749'0,"721"-2,0-1,1-2,-1-1,1-1,-38-14,-39-11,53 19,20 4,1 2,-1 1,-39-1,-582 4,318 6,-402-3,476 22,163-11,-122 14,-529 38,720-62,-141 7,143-5,0 1,0 1,0 2,-33 13,34-12,0-2,-1 0,1-2,-1-1,0 0,-47-4,-3 3,-138 12,-93 4,-606-15,889-3,-24 2,-53 9,-3 0,-686 5,568-33,144 8,0 4,-102 5,-462 85,126-13,-131-18,393-40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3:55.47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14415 473,'-59'-1,"-1"-3,1-2,0-3,-90-25,110 24,0 3,0 1,-56-1,-123 9,78 1,88-3,-158 1,-227 29,-135 15,-2-40,550-5,0-2,0 0,0-2,-31-8,43 9,1-1,-1-1,1 0,0 0,1-1,-1 0,1-1,0 0,1-1,-12-12,8 7,-1 0,0 1,-1 0,0 1,0 1,-2 0,1 1,-1 1,0 1,-1 0,1 1,-28-5,-22-6,33 8,-67-10,50 14,-232-25,210 18,-133-39,181 44,0 1,0 1,-1 2,1 0,-1 1,0 2,1 1,-1 0,0 2,1 1,-1 1,1 2,-27 10,8-5,0-2,-1-1,-84 4,-140-12,141-4,-2095 2,2168 1,-245-5,222 0,-141-27,52-20,132 38,0 2,-1 1,0 2,-1 1,-48-3,-407 10,214 4,27 17,55-1,176-17,0 0,1 1,-1 2,1 0,0 0,0 2,-32 16,25-13,1-1,-2-1,1-1,-52 5,38-5,-42 11,47-8,3-1,0 1,1 1,-29 16,48-21,-1 0,0-1,0 0,0-1,0-1,0 0,-1-1,0 0,1-1,-1 0,0-1,1-1,-1 0,0-1,-26-7,-55-16,67 16,-2 1,1 2,-42-4,-396 7,229 7,-385-4,614-1,2 1,0 0,0 0,0 1,0-1,0 1,-13 4,18-3,-1-1,1 0,0 1,0-1,0 1,0 0,0 0,0 0,1 0,-1 0,0 0,1 0,0 1,-1-1,1 0,0 1,0-1,1 1,-1-1,0 1,0 4,0-1,-1 0,0 1,0-1,0 0,-1 0,0 0,0-1,-1 1,0-1,0 0,0 0,0 0,-1 0,-7 5,2-3,1-1,-1 0,0-1,0 0,0-1,-1 0,-20 4,-1-2,0-2,-1-1,1-2,-65-6,46-2,-92-25,97 20,0 1,-90-8,-334 17,-117-8,564 9,-1-1,2-1,-1-1,0-1,1-2,0 0,-34-15,52 20,0-1,1 1,-1-1,0 0,1 0,0 0,-4-4,6 6,1 0,-1 0,0 0,1 0,-1 0,1-1,-1 1,1 0,-1 0,1 0,0-1,0 1,0 0,-1-1,1 1,0 0,1 0,-1-1,0 1,0 0,1 0,-1-1,0 1,1 0,0-1,16-19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51:27.13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5029 75,'0'3,"0"-1,-1 0,1 0,-1 1,1-1,-1 0,0 0,0 0,0 0,0 0,0 0,-1 0,1 0,-1 0,1-1,-1 1,1 0,-1-1,0 0,0 1,0-1,0 0,0 0,0 0,0 0,-3 1,-8 2,0 0,0-1,-20 3,26-5,-118 11,1-5,-142-10,63-1,48 6,-181-5,169-16,-25-1,114 19,29 2,0-2,0-3,0-1,-59-15,-96-49,183 64,0 2,0 0,0 1,0 1,0 1,0 1,-35 6,-14 0,-1025 14,880-22,201 2,0 1,-1 0,1 1,0 1,0 0,1 1,-22 10,17-7,-1 0,1-2,-31 7,-22-5,-1-2,-120-8,81 0,-323 0,376 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4:48.656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4355 161,'-89'-1,"-170"-22,154 4,39 6,1 2,-96-3,-2110 16,2247-3,-1-2,1-1,0-1,0-1,-32-13,27 10,0 0,-1 1,-32-3,-79 5,0 5,1 7,-143 24,166-8,78-13,-74 7,75-14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5:31.43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4116 365,'-1'-2,"1"0,-1 0,0 1,1-1,-1 0,0 1,0-1,0 1,0-1,0 1,0-1,-1 1,1 0,0 0,-1 0,1-1,-1 1,1 1,-1-1,-2-1,-39-18,34 17,-79-27,-104-23,104 31,67 17,0 0,0 2,0 1,0 0,0 2,0 0,-33 5,-78 5,-157-8,-21 0,248 4,-76 18,-28 4,-341-2,-6-31,143-13,275 8,-174-41,243 44,0-1,1-1,-39-19,51 20,1 1,0-2,0 0,1 0,0-1,1 0,-17-22,22 26,0 1,-1 0,1 0,-1 0,0 1,-1 0,1 0,-1 1,1-1,-1 1,0 1,0-1,0 1,-1 0,1 1,0 0,-8 0,-16-1,0 2,-53 6,67-4,-29 5,10 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7:17.16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4369 276,'-1'-2,"0"-1,-1 0,1 1,-1-1,0 1,0-1,0 1,0 0,0 0,0 0,-1 0,1 0,-1 1,1-1,-1 1,0-1,-5-1,-3-3,-12-6,0 0,-1 1,-1 2,1 0,-35-6,-133-17,188 32,-167-9,19 3,122 1,0-1,-55-20,59 16,-1 2,1 1,-1 1,-32-2,-314 10,241 17,88-11,-71 4,87-11,-323-4,244-14,70 10,-45-3,-612 1,-134-10,774 15,-3-3,0 3,-1 3,1 2,-95 14,109-7,5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54:19.51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3547 86,'-69'3,"0"4,-74 17,-38 4,-551-10,495-20,154-1,1-3,-115-24,-156-55,298 72,-1 3,0 2,-60-1,-167 12,103 1,-428-4,561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7:52.43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3612 241,'-636'0,"599"-2,1-2,0-2,0-1,-40-13,37 9,0 1,-1 2,-46-3,62 11,0-2,0-1,1 0,-1-2,-38-14,29 10,-1 0,1 2,-45-4,-15-2,75 8,1 0,0-1,-28-14,30 13,1 1,-1 0,0 1,0 0,-28-4,-78 2,-130 10,71 1,138-5,-38 1,-149 17,-16 15,-390 0,533-31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8:23.21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4170 394,'-7'-2,"1"0,0 0,0 0,1-1,-1 0,0 0,1 0,-1-1,1 0,0 0,-7-7,-12-8,-24-13,-2 3,-2 2,0 2,-1 2,-2 3,-108-25,95 29,-1 2,0 4,-97-2,-1582 15,1715-5,0-2,0-1,1-2,-47-15,43 11,0 1,-1 3,-45-5,-313 11,181 4,153-4,31-1,-1 2,0 1,0 1,-58 13,-71 33,126-40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8:52.62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4537 282,'-3'-1,"0"0,0 0,1 0,-1 0,1 0,-1-1,1 1,-1-1,1 0,0 0,-4-3,-8-6,0 3,-1 0,0 2,-1 0,1 0,-1 2,0 0,-1 0,-28-1,-17 2,-62 6,53-1,-45-2,47-2,0 4,-100 15,122-10,0-2,1-1,-1-3,-1-2,1-2,-46-9,-52-2,-264 9,215 7,116-1,-144-5,177 1,0-2,-81-22,-135-60,124 39,110 40,1 2,-1 0,-1 2,-44-1,-115 9,155-2,-204 11,-266 10,162-18,214-4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21:56:48.3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7719 199,'0'-2,"0"1,-1-1,1 1,-1-1,1 1,-1 0,0-1,0 1,1 0,-1 0,0 0,0-1,0 1,0 0,0 0,-1 1,1-1,0 0,0 0,-1 0,1 1,0-1,-1 1,1-1,-1 1,1-1,-3 1,-47-8,47 8,-46-5,6 3,0-3,0-1,0-2,-63-21,84 21,-1 1,0 1,-1 2,-48-4,-103 10,75 1,-1190-3,1199 6,2 3,-137 32,145-24,-52 21,100-26,0-2,-1-1,-40 4,-295-8,203-8,-492 3,621-3,0-1,0-1,-71-22,62 14,-81-10,87 19,-10 0,0-3,-56-14,25-2,30 6,0 3,-1 2,-92-8,-2 2,101 10,-71-3,-1160 9,611 5,430-3,193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39:43.881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8232 199,'-173'3,"-189"-7,315-3,0-3,1-1,0-2,0-2,-63-32,54 21,34 16,0-1,0 2,-1 1,0 1,-1 1,-45-7,-83 8,-269 26,4 2,377-21,1 1,-46 11,-49 4,34-17,73-2,1 0,-1 2,1 1,0 1,-1 1,1 1,-38 13,33-7,-1-1,0-2,-1-1,1-2,-1 0,0-3,-48-1,64 0,0 1,0 1,0 0,1 1,0 1,-28 12,23-9,-1-1,0 0,-24 4,-13-6,0-2,-75-5,84-1,-1 2,1 3,0 1,-53 11,-278 64,284-64,-1-5,-97-2,-633-11,803 3,0-1,1-2,-32-8,28 5,-54-6,27 11,31 2,0-1,0-1,0-1,0-1,0-1,-25-9,7-1,-60-12,61 18,-74-28,80 22,0 2,-1 0,0 3,-1 1,0 2,-1 1,-57-2,-887 13,930-2,1 2,-87 20,-4 0,106-20,-5 1,1-1,-1-2,0-2,-55-6,59-3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40:25.48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7774 558,'-2'-1,"0"1,-1 0,1 0,0 1,0-1,0 0,0 1,0-1,0 1,0 0,1-1,-1 1,0 0,0 0,0 0,1 1,-1-1,0 0,1 0,-1 1,1-1,0 1,-1 0,1-1,0 1,0 0,0 0,0 0,1 0,-1-1,0 1,1 0,-1 0,1 0,-1 3,0-1,0 1,0-1,-1 0,0 0,0 0,0 0,0 0,-1 0,-4 5,-1-2,0-1,-1 1,0-1,0-1,0 0,-1 0,0-1,0 0,0-1,0 0,-1 0,-19 1,-15 1,-78-3,96-3,-88 1,-130-4,209-1,1-2,0-1,0-1,-33-15,-47-12,-72-22,125 36,0 3,-112-19,42 16,2-7,-132-46,220 62,-65-9,81 18,1-1,-1-1,-40-15,38 10,0 2,0 1,-1 1,0 1,-55-2,-153 9,102 3,42-7,1-4,0-3,1-5,0-3,1-5,2-3,-136-61,197 76,-1 1,0 1,0 2,-38-6,47 10,0 1,0 2,-1-1,1 2,-1 1,1 0,-27 8,31-5,0 1,1 1,-15 8,-37 17,-75 23,95-34,-1-3,-57 14,71-22,-1 1,2 1,-45 25,59-29,-33 14,-96 25,69-24,-24 3,-20 6,54-11,-1-3,-1-3,0-3,-80 3,-288-9,392-7,13 3,1 1,0 1,0 2,-51 17,44-12,0-1,-51 5,10-10,-150-8,132-16,72 13,-1 1,-30-3,-310 6,190 4,143-2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1T11:41:11.66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8360 417,'-15'0,"-52"0,-130-15,79 1,76 11,1-2,-55-14,-10-13,54 14,-1 3,-1 2,-70-8,-288 16,216 8,-2382-3,2184-20,-10 0,374 20,-250-5,224 0,0-2,-105-27,92 15,-2 3,1 3,-2 3,1 4,-86 2,-196 24,10-1,-909-16,1206-4,12 2,1-2,0-1,-1-2,1-1,-48-14,74 16,1 0,0 0,0 0,0-1,0 1,1-2,0 1,-8-8,12 11,0 0,-1 0,1-1,0 1,0 0,0-1,0 1,0-1,0 0,0 1,1-1,-1 1,0-1,1 0,0 0,-1 1,1-1,0 0,0 0,0 0,0 1,0-1,0 0,1 0,-1 1,0-1,1 0,0 0,-1 1,1-1,0 1,0-1,0 0,1-1,0 2,-1-1,1 1,0 0,-1 0,1 0,0 0,0 0,0 0,0 0,0 0,0 1,0-1,0 1,0 0,0 0,0-1,0 1,1 0,-1 1,0-1,0 0,3 1,51 19,-37-13,19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357" y="2130427"/>
            <a:ext cx="1077071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714" y="3886200"/>
            <a:ext cx="886999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09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4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19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29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4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39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56" y="4406902"/>
            <a:ext cx="10770711" cy="1362075"/>
          </a:xfrm>
        </p:spPr>
        <p:txBody>
          <a:bodyPr anchor="t"/>
          <a:lstStyle>
            <a:lvl1pPr algn="l">
              <a:defRPr sz="485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956" y="2906713"/>
            <a:ext cx="10770711" cy="1500187"/>
          </a:xfrm>
        </p:spPr>
        <p:txBody>
          <a:bodyPr anchor="b"/>
          <a:lstStyle>
            <a:lvl1pPr marL="0" indent="0">
              <a:buNone/>
              <a:defRPr sz="2428">
                <a:solidFill>
                  <a:schemeClr val="tx1">
                    <a:tint val="75000"/>
                  </a:schemeClr>
                </a:solidFill>
              </a:defRPr>
            </a:lvl1pPr>
            <a:lvl2pPr marL="554949" indent="0">
              <a:buNone/>
              <a:defRPr sz="2185">
                <a:solidFill>
                  <a:schemeClr val="tx1">
                    <a:tint val="75000"/>
                  </a:schemeClr>
                </a:solidFill>
              </a:defRPr>
            </a:lvl2pPr>
            <a:lvl3pPr marL="1109899" indent="0">
              <a:buNone/>
              <a:defRPr sz="1942">
                <a:solidFill>
                  <a:schemeClr val="tx1">
                    <a:tint val="75000"/>
                  </a:schemeClr>
                </a:solidFill>
              </a:defRPr>
            </a:lvl3pPr>
            <a:lvl4pPr marL="166484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2219797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774747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332969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88464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443959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572" y="1600202"/>
            <a:ext cx="5596546" cy="4525963"/>
          </a:xfrm>
        </p:spPr>
        <p:txBody>
          <a:bodyPr/>
          <a:lstStyle>
            <a:lvl1pPr>
              <a:defRPr sz="3399"/>
            </a:lvl1pPr>
            <a:lvl2pPr>
              <a:defRPr sz="2913"/>
            </a:lvl2pPr>
            <a:lvl3pPr>
              <a:defRPr sz="2428"/>
            </a:lvl3pPr>
            <a:lvl4pPr>
              <a:defRPr sz="2185"/>
            </a:lvl4pPr>
            <a:lvl5pPr>
              <a:defRPr sz="2185"/>
            </a:lvl5pPr>
            <a:lvl6pPr>
              <a:defRPr sz="2185"/>
            </a:lvl6pPr>
            <a:lvl7pPr>
              <a:defRPr sz="2185"/>
            </a:lvl7pPr>
            <a:lvl8pPr>
              <a:defRPr sz="2185"/>
            </a:lvl8pPr>
            <a:lvl9pPr>
              <a:defRPr sz="21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1308" y="1600202"/>
            <a:ext cx="5596546" cy="4525963"/>
          </a:xfrm>
        </p:spPr>
        <p:txBody>
          <a:bodyPr/>
          <a:lstStyle>
            <a:lvl1pPr>
              <a:defRPr sz="3399"/>
            </a:lvl1pPr>
            <a:lvl2pPr>
              <a:defRPr sz="2913"/>
            </a:lvl2pPr>
            <a:lvl3pPr>
              <a:defRPr sz="2428"/>
            </a:lvl3pPr>
            <a:lvl4pPr>
              <a:defRPr sz="2185"/>
            </a:lvl4pPr>
            <a:lvl5pPr>
              <a:defRPr sz="2185"/>
            </a:lvl5pPr>
            <a:lvl6pPr>
              <a:defRPr sz="2185"/>
            </a:lvl6pPr>
            <a:lvl7pPr>
              <a:defRPr sz="2185"/>
            </a:lvl7pPr>
            <a:lvl8pPr>
              <a:defRPr sz="2185"/>
            </a:lvl8pPr>
            <a:lvl9pPr>
              <a:defRPr sz="21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571" y="1535113"/>
            <a:ext cx="5598747" cy="639762"/>
          </a:xfrm>
        </p:spPr>
        <p:txBody>
          <a:bodyPr anchor="b"/>
          <a:lstStyle>
            <a:lvl1pPr marL="0" indent="0">
              <a:buNone/>
              <a:defRPr sz="2913" b="1"/>
            </a:lvl1pPr>
            <a:lvl2pPr marL="554949" indent="0">
              <a:buNone/>
              <a:defRPr sz="2428" b="1"/>
            </a:lvl2pPr>
            <a:lvl3pPr marL="1109899" indent="0">
              <a:buNone/>
              <a:defRPr sz="2185" b="1"/>
            </a:lvl3pPr>
            <a:lvl4pPr marL="1664848" indent="0">
              <a:buNone/>
              <a:defRPr sz="1942" b="1"/>
            </a:lvl4pPr>
            <a:lvl5pPr marL="2219797" indent="0">
              <a:buNone/>
              <a:defRPr sz="1942" b="1"/>
            </a:lvl5pPr>
            <a:lvl6pPr marL="2774747" indent="0">
              <a:buNone/>
              <a:defRPr sz="1942" b="1"/>
            </a:lvl6pPr>
            <a:lvl7pPr marL="3329696" indent="0">
              <a:buNone/>
              <a:defRPr sz="1942" b="1"/>
            </a:lvl7pPr>
            <a:lvl8pPr marL="3884646" indent="0">
              <a:buNone/>
              <a:defRPr sz="1942" b="1"/>
            </a:lvl8pPr>
            <a:lvl9pPr marL="4439595" indent="0">
              <a:buNone/>
              <a:defRPr sz="19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571" y="2174875"/>
            <a:ext cx="5598747" cy="3951288"/>
          </a:xfrm>
        </p:spPr>
        <p:txBody>
          <a:bodyPr/>
          <a:lstStyle>
            <a:lvl1pPr>
              <a:defRPr sz="2913"/>
            </a:lvl1pPr>
            <a:lvl2pPr>
              <a:defRPr sz="2428"/>
            </a:lvl2pPr>
            <a:lvl3pPr>
              <a:defRPr sz="2185"/>
            </a:lvl3pPr>
            <a:lvl4pPr>
              <a:defRPr sz="1942"/>
            </a:lvl4pPr>
            <a:lvl5pPr>
              <a:defRPr sz="1942"/>
            </a:lvl5pPr>
            <a:lvl6pPr>
              <a:defRPr sz="1942"/>
            </a:lvl6pPr>
            <a:lvl7pPr>
              <a:defRPr sz="1942"/>
            </a:lvl7pPr>
            <a:lvl8pPr>
              <a:defRPr sz="1942"/>
            </a:lvl8pPr>
            <a:lvl9pPr>
              <a:defRPr sz="194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6909" y="1535113"/>
            <a:ext cx="5600946" cy="639762"/>
          </a:xfrm>
        </p:spPr>
        <p:txBody>
          <a:bodyPr anchor="b"/>
          <a:lstStyle>
            <a:lvl1pPr marL="0" indent="0">
              <a:buNone/>
              <a:defRPr sz="2913" b="1"/>
            </a:lvl1pPr>
            <a:lvl2pPr marL="554949" indent="0">
              <a:buNone/>
              <a:defRPr sz="2428" b="1"/>
            </a:lvl2pPr>
            <a:lvl3pPr marL="1109899" indent="0">
              <a:buNone/>
              <a:defRPr sz="2185" b="1"/>
            </a:lvl3pPr>
            <a:lvl4pPr marL="1664848" indent="0">
              <a:buNone/>
              <a:defRPr sz="1942" b="1"/>
            </a:lvl4pPr>
            <a:lvl5pPr marL="2219797" indent="0">
              <a:buNone/>
              <a:defRPr sz="1942" b="1"/>
            </a:lvl5pPr>
            <a:lvl6pPr marL="2774747" indent="0">
              <a:buNone/>
              <a:defRPr sz="1942" b="1"/>
            </a:lvl6pPr>
            <a:lvl7pPr marL="3329696" indent="0">
              <a:buNone/>
              <a:defRPr sz="1942" b="1"/>
            </a:lvl7pPr>
            <a:lvl8pPr marL="3884646" indent="0">
              <a:buNone/>
              <a:defRPr sz="1942" b="1"/>
            </a:lvl8pPr>
            <a:lvl9pPr marL="4439595" indent="0">
              <a:buNone/>
              <a:defRPr sz="19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36909" y="2174875"/>
            <a:ext cx="5600946" cy="3951288"/>
          </a:xfrm>
        </p:spPr>
        <p:txBody>
          <a:bodyPr/>
          <a:lstStyle>
            <a:lvl1pPr>
              <a:defRPr sz="2913"/>
            </a:lvl1pPr>
            <a:lvl2pPr>
              <a:defRPr sz="2428"/>
            </a:lvl2pPr>
            <a:lvl3pPr>
              <a:defRPr sz="2185"/>
            </a:lvl3pPr>
            <a:lvl4pPr>
              <a:defRPr sz="1942"/>
            </a:lvl4pPr>
            <a:lvl5pPr>
              <a:defRPr sz="1942"/>
            </a:lvl5pPr>
            <a:lvl6pPr>
              <a:defRPr sz="1942"/>
            </a:lvl6pPr>
            <a:lvl7pPr>
              <a:defRPr sz="1942"/>
            </a:lvl7pPr>
            <a:lvl8pPr>
              <a:defRPr sz="1942"/>
            </a:lvl8pPr>
            <a:lvl9pPr>
              <a:defRPr sz="194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572" y="273050"/>
            <a:ext cx="4168812" cy="1162050"/>
          </a:xfrm>
        </p:spPr>
        <p:txBody>
          <a:bodyPr anchor="b"/>
          <a:lstStyle>
            <a:lvl1pPr algn="l">
              <a:defRPr sz="242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4175" y="273052"/>
            <a:ext cx="7083679" cy="5853113"/>
          </a:xfrm>
        </p:spPr>
        <p:txBody>
          <a:bodyPr/>
          <a:lstStyle>
            <a:lvl1pPr>
              <a:defRPr sz="3884"/>
            </a:lvl1pPr>
            <a:lvl2pPr>
              <a:defRPr sz="3399"/>
            </a:lvl2pPr>
            <a:lvl3pPr>
              <a:defRPr sz="2913"/>
            </a:lvl3pPr>
            <a:lvl4pPr>
              <a:defRPr sz="2428"/>
            </a:lvl4pPr>
            <a:lvl5pPr>
              <a:defRPr sz="2428"/>
            </a:lvl5pPr>
            <a:lvl6pPr>
              <a:defRPr sz="2428"/>
            </a:lvl6pPr>
            <a:lvl7pPr>
              <a:defRPr sz="2428"/>
            </a:lvl7pPr>
            <a:lvl8pPr>
              <a:defRPr sz="2428"/>
            </a:lvl8pPr>
            <a:lvl9pPr>
              <a:defRPr sz="24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3572" y="1435102"/>
            <a:ext cx="4168812" cy="4691063"/>
          </a:xfrm>
        </p:spPr>
        <p:txBody>
          <a:bodyPr/>
          <a:lstStyle>
            <a:lvl1pPr marL="0" indent="0">
              <a:buNone/>
              <a:defRPr sz="1699"/>
            </a:lvl1pPr>
            <a:lvl2pPr marL="554949" indent="0">
              <a:buNone/>
              <a:defRPr sz="1457"/>
            </a:lvl2pPr>
            <a:lvl3pPr marL="1109899" indent="0">
              <a:buNone/>
              <a:defRPr sz="1214"/>
            </a:lvl3pPr>
            <a:lvl4pPr marL="1664848" indent="0">
              <a:buNone/>
              <a:defRPr sz="1092"/>
            </a:lvl4pPr>
            <a:lvl5pPr marL="2219797" indent="0">
              <a:buNone/>
              <a:defRPr sz="1092"/>
            </a:lvl5pPr>
            <a:lvl6pPr marL="2774747" indent="0">
              <a:buNone/>
              <a:defRPr sz="1092"/>
            </a:lvl6pPr>
            <a:lvl7pPr marL="3329696" indent="0">
              <a:buNone/>
              <a:defRPr sz="1092"/>
            </a:lvl7pPr>
            <a:lvl8pPr marL="3884646" indent="0">
              <a:buNone/>
              <a:defRPr sz="1092"/>
            </a:lvl8pPr>
            <a:lvl9pPr marL="4439595" indent="0">
              <a:buNone/>
              <a:defRPr sz="10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687" y="4800600"/>
            <a:ext cx="7602855" cy="566738"/>
          </a:xfrm>
        </p:spPr>
        <p:txBody>
          <a:bodyPr anchor="b"/>
          <a:lstStyle>
            <a:lvl1pPr algn="l">
              <a:defRPr sz="242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83687" y="612775"/>
            <a:ext cx="7602855" cy="4114800"/>
          </a:xfrm>
        </p:spPr>
        <p:txBody>
          <a:bodyPr/>
          <a:lstStyle>
            <a:lvl1pPr marL="0" indent="0">
              <a:buNone/>
              <a:defRPr sz="3884"/>
            </a:lvl1pPr>
            <a:lvl2pPr marL="554949" indent="0">
              <a:buNone/>
              <a:defRPr sz="3399"/>
            </a:lvl2pPr>
            <a:lvl3pPr marL="1109899" indent="0">
              <a:buNone/>
              <a:defRPr sz="2913"/>
            </a:lvl3pPr>
            <a:lvl4pPr marL="1664848" indent="0">
              <a:buNone/>
              <a:defRPr sz="2428"/>
            </a:lvl4pPr>
            <a:lvl5pPr marL="2219797" indent="0">
              <a:buNone/>
              <a:defRPr sz="2428"/>
            </a:lvl5pPr>
            <a:lvl6pPr marL="2774747" indent="0">
              <a:buNone/>
              <a:defRPr sz="2428"/>
            </a:lvl6pPr>
            <a:lvl7pPr marL="3329696" indent="0">
              <a:buNone/>
              <a:defRPr sz="2428"/>
            </a:lvl7pPr>
            <a:lvl8pPr marL="3884646" indent="0">
              <a:buNone/>
              <a:defRPr sz="2428"/>
            </a:lvl8pPr>
            <a:lvl9pPr marL="4439595" indent="0">
              <a:buNone/>
              <a:defRPr sz="242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3687" y="5367338"/>
            <a:ext cx="7602855" cy="804862"/>
          </a:xfrm>
        </p:spPr>
        <p:txBody>
          <a:bodyPr/>
          <a:lstStyle>
            <a:lvl1pPr marL="0" indent="0">
              <a:buNone/>
              <a:defRPr sz="1699"/>
            </a:lvl1pPr>
            <a:lvl2pPr marL="554949" indent="0">
              <a:buNone/>
              <a:defRPr sz="1457"/>
            </a:lvl2pPr>
            <a:lvl3pPr marL="1109899" indent="0">
              <a:buNone/>
              <a:defRPr sz="1214"/>
            </a:lvl3pPr>
            <a:lvl4pPr marL="1664848" indent="0">
              <a:buNone/>
              <a:defRPr sz="1092"/>
            </a:lvl4pPr>
            <a:lvl5pPr marL="2219797" indent="0">
              <a:buNone/>
              <a:defRPr sz="1092"/>
            </a:lvl5pPr>
            <a:lvl6pPr marL="2774747" indent="0">
              <a:buNone/>
              <a:defRPr sz="1092"/>
            </a:lvl6pPr>
            <a:lvl7pPr marL="3329696" indent="0">
              <a:buNone/>
              <a:defRPr sz="1092"/>
            </a:lvl7pPr>
            <a:lvl8pPr marL="3884646" indent="0">
              <a:buNone/>
              <a:defRPr sz="1092"/>
            </a:lvl8pPr>
            <a:lvl9pPr marL="4439595" indent="0">
              <a:buNone/>
              <a:defRPr sz="10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02" y="274640"/>
            <a:ext cx="11669754" cy="1052715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102" y="1327355"/>
            <a:ext cx="11669755" cy="2695161"/>
          </a:xfrm>
        </p:spPr>
        <p:txBody>
          <a:bodyPr vert="horz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CD273F-B6F6-421A-B2A8-EE89A35F69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102" y="5290456"/>
            <a:ext cx="6437449" cy="457200"/>
          </a:xfrm>
          <a:solidFill>
            <a:srgbClr val="92D050"/>
          </a:solidFill>
        </p:spPr>
        <p:txBody>
          <a:bodyPr>
            <a:noAutofit/>
          </a:bodyPr>
          <a:lstStyle>
            <a:lvl1pPr marL="0" indent="0">
              <a:buNone/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1CEC8D-4893-40A2-9442-A7C34458F2FE}"/>
              </a:ext>
            </a:extLst>
          </p:cNvPr>
          <p:cNvSpPr/>
          <p:nvPr userDrawn="1"/>
        </p:nvSpPr>
        <p:spPr>
          <a:xfrm>
            <a:off x="368102" y="4245429"/>
            <a:ext cx="3625376" cy="404948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Kliko</a:t>
            </a:r>
            <a:r>
              <a:rPr lang="sq-AL" sz="2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Përgjigjen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571" y="274638"/>
            <a:ext cx="1140428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571" y="1600202"/>
            <a:ext cx="1140428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" y="6356352"/>
            <a:ext cx="2956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29404" y="6356352"/>
            <a:ext cx="4012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188" y="6356352"/>
            <a:ext cx="2956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4949" rtl="0" eaLnBrk="1" latinLnBrk="0" hangingPunct="1">
        <a:spcBef>
          <a:spcPct val="0"/>
        </a:spcBef>
        <a:buNone/>
        <a:defRPr sz="53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212" indent="-416212" algn="l" defTabSz="554949" rtl="0" eaLnBrk="1" latinLnBrk="0" hangingPunct="1">
        <a:spcBef>
          <a:spcPct val="20000"/>
        </a:spcBef>
        <a:buFont typeface="Arial"/>
        <a:buChar char="•"/>
        <a:defRPr sz="3884" kern="1200">
          <a:solidFill>
            <a:schemeClr val="tx1"/>
          </a:solidFill>
          <a:latin typeface="+mn-lt"/>
          <a:ea typeface="+mn-ea"/>
          <a:cs typeface="+mn-cs"/>
        </a:defRPr>
      </a:lvl1pPr>
      <a:lvl2pPr marL="901793" indent="-346843" algn="l" defTabSz="554949" rtl="0" eaLnBrk="1" latinLnBrk="0" hangingPunct="1">
        <a:spcBef>
          <a:spcPct val="20000"/>
        </a:spcBef>
        <a:buFont typeface="Arial"/>
        <a:buChar char="–"/>
        <a:defRPr sz="3399" kern="1200">
          <a:solidFill>
            <a:schemeClr val="tx1"/>
          </a:solidFill>
          <a:latin typeface="+mn-lt"/>
          <a:ea typeface="+mn-ea"/>
          <a:cs typeface="+mn-cs"/>
        </a:defRPr>
      </a:lvl2pPr>
      <a:lvl3pPr marL="1387373" indent="-277475" algn="l" defTabSz="554949" rtl="0" eaLnBrk="1" latinLnBrk="0" hangingPunct="1">
        <a:spcBef>
          <a:spcPct val="20000"/>
        </a:spcBef>
        <a:buFont typeface="Arial"/>
        <a:buChar char="•"/>
        <a:defRPr sz="2913" kern="1200">
          <a:solidFill>
            <a:schemeClr val="tx1"/>
          </a:solidFill>
          <a:latin typeface="+mn-lt"/>
          <a:ea typeface="+mn-ea"/>
          <a:cs typeface="+mn-cs"/>
        </a:defRPr>
      </a:lvl3pPr>
      <a:lvl4pPr marL="1942323" indent="-277475" algn="l" defTabSz="554949" rtl="0" eaLnBrk="1" latinLnBrk="0" hangingPunct="1">
        <a:spcBef>
          <a:spcPct val="20000"/>
        </a:spcBef>
        <a:buFont typeface="Arial"/>
        <a:buChar char="–"/>
        <a:defRPr sz="2428" kern="1200">
          <a:solidFill>
            <a:schemeClr val="tx1"/>
          </a:solidFill>
          <a:latin typeface="+mn-lt"/>
          <a:ea typeface="+mn-ea"/>
          <a:cs typeface="+mn-cs"/>
        </a:defRPr>
      </a:lvl4pPr>
      <a:lvl5pPr marL="2497272" indent="-277475" algn="l" defTabSz="554949" rtl="0" eaLnBrk="1" latinLnBrk="0" hangingPunct="1">
        <a:spcBef>
          <a:spcPct val="20000"/>
        </a:spcBef>
        <a:buFont typeface="Arial"/>
        <a:buChar char="»"/>
        <a:defRPr sz="2428" kern="1200">
          <a:solidFill>
            <a:schemeClr val="tx1"/>
          </a:solidFill>
          <a:latin typeface="+mn-lt"/>
          <a:ea typeface="+mn-ea"/>
          <a:cs typeface="+mn-cs"/>
        </a:defRPr>
      </a:lvl5pPr>
      <a:lvl6pPr marL="3052221" indent="-277475" algn="l" defTabSz="554949" rtl="0" eaLnBrk="1" latinLnBrk="0" hangingPunct="1">
        <a:spcBef>
          <a:spcPct val="20000"/>
        </a:spcBef>
        <a:buFont typeface="Arial"/>
        <a:buChar char="•"/>
        <a:defRPr sz="2428" kern="1200">
          <a:solidFill>
            <a:schemeClr val="tx1"/>
          </a:solidFill>
          <a:latin typeface="+mn-lt"/>
          <a:ea typeface="+mn-ea"/>
          <a:cs typeface="+mn-cs"/>
        </a:defRPr>
      </a:lvl6pPr>
      <a:lvl7pPr marL="3607171" indent="-277475" algn="l" defTabSz="554949" rtl="0" eaLnBrk="1" latinLnBrk="0" hangingPunct="1">
        <a:spcBef>
          <a:spcPct val="20000"/>
        </a:spcBef>
        <a:buFont typeface="Arial"/>
        <a:buChar char="•"/>
        <a:defRPr sz="2428" kern="1200">
          <a:solidFill>
            <a:schemeClr val="tx1"/>
          </a:solidFill>
          <a:latin typeface="+mn-lt"/>
          <a:ea typeface="+mn-ea"/>
          <a:cs typeface="+mn-cs"/>
        </a:defRPr>
      </a:lvl7pPr>
      <a:lvl8pPr marL="4162120" indent="-277475" algn="l" defTabSz="554949" rtl="0" eaLnBrk="1" latinLnBrk="0" hangingPunct="1">
        <a:spcBef>
          <a:spcPct val="20000"/>
        </a:spcBef>
        <a:buFont typeface="Arial"/>
        <a:buChar char="•"/>
        <a:defRPr sz="2428" kern="1200">
          <a:solidFill>
            <a:schemeClr val="tx1"/>
          </a:solidFill>
          <a:latin typeface="+mn-lt"/>
          <a:ea typeface="+mn-ea"/>
          <a:cs typeface="+mn-cs"/>
        </a:defRPr>
      </a:lvl8pPr>
      <a:lvl9pPr marL="4717070" indent="-277475" algn="l" defTabSz="554949" rtl="0" eaLnBrk="1" latinLnBrk="0" hangingPunct="1">
        <a:spcBef>
          <a:spcPct val="20000"/>
        </a:spcBef>
        <a:buFont typeface="Arial"/>
        <a:buChar char="•"/>
        <a:defRPr sz="24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1pPr>
      <a:lvl2pPr marL="554949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2pPr>
      <a:lvl3pPr marL="1109899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3pPr>
      <a:lvl4pPr marL="1664848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4pPr>
      <a:lvl5pPr marL="2219797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5pPr>
      <a:lvl6pPr marL="2774747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6pPr>
      <a:lvl7pPr marL="3329696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7pPr>
      <a:lvl8pPr marL="3884646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8pPr>
      <a:lvl9pPr marL="4439595" algn="l" defTabSz="55494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.xml"/><Relationship Id="rId5" Type="http://schemas.openxmlformats.org/officeDocument/2006/relationships/image" Target="../media/image5.png"/><Relationship Id="rId4" Type="http://schemas.openxmlformats.org/officeDocument/2006/relationships/customXml" Target="../ink/ink6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0.png"/><Relationship Id="rId7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1.xml"/><Relationship Id="rId5" Type="http://schemas.openxmlformats.org/officeDocument/2006/relationships/image" Target="../media/image8.png"/><Relationship Id="rId4" Type="http://schemas.openxmlformats.org/officeDocument/2006/relationships/customXml" Target="../ink/ink10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40.png"/><Relationship Id="rId7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5.xml"/><Relationship Id="rId5" Type="http://schemas.openxmlformats.org/officeDocument/2006/relationships/image" Target="../media/image11.png"/><Relationship Id="rId4" Type="http://schemas.openxmlformats.org/officeDocument/2006/relationships/customXml" Target="../ink/ink14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510.png"/><Relationship Id="rId7" Type="http://schemas.openxmlformats.org/officeDocument/2006/relationships/image" Target="../media/image1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9.xml"/><Relationship Id="rId5" Type="http://schemas.openxmlformats.org/officeDocument/2006/relationships/image" Target="../media/image14.png"/><Relationship Id="rId4" Type="http://schemas.openxmlformats.org/officeDocument/2006/relationships/customXml" Target="../ink/ink18.xml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67.png"/><Relationship Id="rId7" Type="http://schemas.openxmlformats.org/officeDocument/2006/relationships/image" Target="../media/image18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3.xml"/><Relationship Id="rId5" Type="http://schemas.openxmlformats.org/officeDocument/2006/relationships/image" Target="../media/image17.png"/><Relationship Id="rId4" Type="http://schemas.openxmlformats.org/officeDocument/2006/relationships/customXml" Target="../ink/ink22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7.xml"/><Relationship Id="rId5" Type="http://schemas.openxmlformats.org/officeDocument/2006/relationships/image" Target="../media/image22.png"/><Relationship Id="rId4" Type="http://schemas.openxmlformats.org/officeDocument/2006/relationships/customXml" Target="../ink/ink26.xm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80.png"/><Relationship Id="rId7" Type="http://schemas.openxmlformats.org/officeDocument/2006/relationships/image" Target="../media/image26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1.xml"/><Relationship Id="rId5" Type="http://schemas.openxmlformats.org/officeDocument/2006/relationships/image" Target="../media/image25.png"/><Relationship Id="rId4" Type="http://schemas.openxmlformats.org/officeDocument/2006/relationships/customXml" Target="../ink/ink30.xml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90.png"/><Relationship Id="rId7" Type="http://schemas.openxmlformats.org/officeDocument/2006/relationships/image" Target="../media/image29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5.xml"/><Relationship Id="rId5" Type="http://schemas.openxmlformats.org/officeDocument/2006/relationships/image" Target="../media/image28.png"/><Relationship Id="rId4" Type="http://schemas.openxmlformats.org/officeDocument/2006/relationships/customXml" Target="../ink/ink34.xml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3" Type="http://schemas.openxmlformats.org/officeDocument/2006/relationships/image" Target="../media/image100.png"/><Relationship Id="rId7" Type="http://schemas.openxmlformats.org/officeDocument/2006/relationships/image" Target="../media/image33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9.xml"/><Relationship Id="rId5" Type="http://schemas.openxmlformats.org/officeDocument/2006/relationships/image" Target="../media/image32.png"/><Relationship Id="rId4" Type="http://schemas.openxmlformats.org/officeDocument/2006/relationships/customXml" Target="../ink/ink38.xml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image" Target="../media/image110.png"/><Relationship Id="rId7" Type="http://schemas.openxmlformats.org/officeDocument/2006/relationships/image" Target="../media/image36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43.xml"/><Relationship Id="rId5" Type="http://schemas.openxmlformats.org/officeDocument/2006/relationships/image" Target="../media/image35.png"/><Relationship Id="rId4" Type="http://schemas.openxmlformats.org/officeDocument/2006/relationships/customXml" Target="../ink/ink42.xml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3" Type="http://schemas.openxmlformats.org/officeDocument/2006/relationships/image" Target="../media/image120.png"/><Relationship Id="rId7" Type="http://schemas.openxmlformats.org/officeDocument/2006/relationships/image" Target="../media/image39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47.xml"/><Relationship Id="rId5" Type="http://schemas.openxmlformats.org/officeDocument/2006/relationships/image" Target="../media/image38.png"/><Relationship Id="rId4" Type="http://schemas.openxmlformats.org/officeDocument/2006/relationships/customXml" Target="../ink/ink46.xml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image" Target="../media/image130.png"/><Relationship Id="rId7" Type="http://schemas.openxmlformats.org/officeDocument/2006/relationships/image" Target="../media/image43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1.xml"/><Relationship Id="rId5" Type="http://schemas.openxmlformats.org/officeDocument/2006/relationships/image" Target="../media/image42.png"/><Relationship Id="rId4" Type="http://schemas.openxmlformats.org/officeDocument/2006/relationships/customXml" Target="../ink/ink50.xml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140.png"/><Relationship Id="rId7" Type="http://schemas.openxmlformats.org/officeDocument/2006/relationships/image" Target="../media/image46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5.xml"/><Relationship Id="rId5" Type="http://schemas.openxmlformats.org/officeDocument/2006/relationships/image" Target="../media/image45.png"/><Relationship Id="rId4" Type="http://schemas.openxmlformats.org/officeDocument/2006/relationships/customXml" Target="../ink/ink54.xml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3" Type="http://schemas.openxmlformats.org/officeDocument/2006/relationships/image" Target="../media/image150.png"/><Relationship Id="rId7" Type="http://schemas.openxmlformats.org/officeDocument/2006/relationships/image" Target="../media/image49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9.xml"/><Relationship Id="rId5" Type="http://schemas.openxmlformats.org/officeDocument/2006/relationships/image" Target="../media/image48.png"/><Relationship Id="rId4" Type="http://schemas.openxmlformats.org/officeDocument/2006/relationships/customXml" Target="../ink/ink58.xml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image" Target="../media/image160.png"/><Relationship Id="rId7" Type="http://schemas.openxmlformats.org/officeDocument/2006/relationships/image" Target="../media/image52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63.xml"/><Relationship Id="rId5" Type="http://schemas.openxmlformats.org/officeDocument/2006/relationships/image" Target="../media/image51.png"/><Relationship Id="rId4" Type="http://schemas.openxmlformats.org/officeDocument/2006/relationships/customXml" Target="../ink/ink62.xml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3" Type="http://schemas.openxmlformats.org/officeDocument/2006/relationships/image" Target="../media/image170.png"/><Relationship Id="rId7" Type="http://schemas.openxmlformats.org/officeDocument/2006/relationships/image" Target="../media/image55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67.xml"/><Relationship Id="rId5" Type="http://schemas.openxmlformats.org/officeDocument/2006/relationships/image" Target="../media/image54.png"/><Relationship Id="rId4" Type="http://schemas.openxmlformats.org/officeDocument/2006/relationships/customXml" Target="../ink/ink66.xml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.xml"/><Relationship Id="rId3" Type="http://schemas.openxmlformats.org/officeDocument/2006/relationships/image" Target="../media/image180.png"/><Relationship Id="rId7" Type="http://schemas.openxmlformats.org/officeDocument/2006/relationships/image" Target="../media/image58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1.xml"/><Relationship Id="rId5" Type="http://schemas.openxmlformats.org/officeDocument/2006/relationships/image" Target="../media/image57.png"/><Relationship Id="rId4" Type="http://schemas.openxmlformats.org/officeDocument/2006/relationships/customXml" Target="../ink/ink70.xml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6.xml"/><Relationship Id="rId3" Type="http://schemas.openxmlformats.org/officeDocument/2006/relationships/image" Target="../media/image190.png"/><Relationship Id="rId7" Type="http://schemas.openxmlformats.org/officeDocument/2006/relationships/image" Target="../media/image61.png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5.xml"/><Relationship Id="rId5" Type="http://schemas.openxmlformats.org/officeDocument/2006/relationships/image" Target="../media/image60.png"/><Relationship Id="rId4" Type="http://schemas.openxmlformats.org/officeDocument/2006/relationships/customXml" Target="../ink/ink74.xml"/><Relationship Id="rId9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customXml" Target="../ink/ink7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9.xml"/><Relationship Id="rId5" Type="http://schemas.openxmlformats.org/officeDocument/2006/relationships/image" Target="../media/image64.png"/><Relationship Id="rId4" Type="http://schemas.openxmlformats.org/officeDocument/2006/relationships/customXml" Target="../ink/ink78.xml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909307"/>
            <a:ext cx="3669128" cy="1013191"/>
          </a:xfrm>
        </p:spPr>
        <p:txBody>
          <a:bodyPr>
            <a:normAutofit/>
          </a:bodyPr>
          <a:lstStyle/>
          <a:p>
            <a:r>
              <a:rPr lang="sq-AL" dirty="0"/>
              <a:t>Përgjigja: Ctrl+C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A4403-1007-41C6-A0E1-3517C831ADB7}"/>
              </a:ext>
            </a:extLst>
          </p:cNvPr>
          <p:cNvSpPr txBox="1"/>
          <p:nvPr/>
        </p:nvSpPr>
        <p:spPr>
          <a:xfrm>
            <a:off x="698891" y="213450"/>
            <a:ext cx="11428770" cy="707886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shortcut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bërë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kopjim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tekstit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089F-C2D2-49B9-AC2E-1CF3D29D83D2}"/>
              </a:ext>
            </a:extLst>
          </p:cNvPr>
          <p:cNvSpPr txBox="1"/>
          <p:nvPr/>
        </p:nvSpPr>
        <p:spPr>
          <a:xfrm>
            <a:off x="1263505" y="1174555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Ctrl +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CC6A6-A2B0-4973-9955-9B218338C257}"/>
              </a:ext>
            </a:extLst>
          </p:cNvPr>
          <p:cNvSpPr txBox="1"/>
          <p:nvPr/>
        </p:nvSpPr>
        <p:spPr>
          <a:xfrm>
            <a:off x="1263504" y="1729508"/>
            <a:ext cx="17956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Ctrl + 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D13E4-D4D0-4BCE-BD6B-7459F204B212}"/>
              </a:ext>
            </a:extLst>
          </p:cNvPr>
          <p:cNvSpPr txBox="1"/>
          <p:nvPr/>
        </p:nvSpPr>
        <p:spPr>
          <a:xfrm>
            <a:off x="1263504" y="2284461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Ctrl +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08AD1-6896-4C40-8628-2084A0A13660}"/>
              </a:ext>
            </a:extLst>
          </p:cNvPr>
          <p:cNvSpPr txBox="1"/>
          <p:nvPr/>
        </p:nvSpPr>
        <p:spPr>
          <a:xfrm>
            <a:off x="1263503" y="2839414"/>
            <a:ext cx="1763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Ctrl + 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116ED6-0813-4216-BB4D-86336696D3D3}"/>
                  </a:ext>
                </a:extLst>
              </p14:cNvPr>
              <p14:cNvContentPartPr/>
              <p14:nvPr/>
            </p14:nvContentPartPr>
            <p14:xfrm>
              <a:off x="1097527" y="1254720"/>
              <a:ext cx="1929600" cy="320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116ED6-0813-4216-BB4D-86336696D3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527" y="1074720"/>
                <a:ext cx="2109240" cy="67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90BD9D3-709A-488D-ABDE-E0E59F03274A}"/>
                  </a:ext>
                </a:extLst>
              </p14:cNvPr>
              <p14:cNvContentPartPr/>
              <p14:nvPr/>
            </p14:nvContentPartPr>
            <p14:xfrm>
              <a:off x="1300613" y="1844040"/>
              <a:ext cx="1590120" cy="61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90BD9D3-709A-488D-ABDE-E0E59F0327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0613" y="1662975"/>
                <a:ext cx="1769760" cy="422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E38E398-567C-4AAB-99B7-7A8D3FC3C9F8}"/>
                  </a:ext>
                </a:extLst>
              </p14:cNvPr>
              <p14:cNvContentPartPr/>
              <p14:nvPr/>
            </p14:nvContentPartPr>
            <p14:xfrm>
              <a:off x="1352453" y="2392320"/>
              <a:ext cx="1631520" cy="159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E38E398-567C-4AAB-99B7-7A8D3FC3C9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2453" y="2212320"/>
                <a:ext cx="181116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4710A6-A3FF-44E6-98AC-333C8CB40919}"/>
                  </a:ext>
                </a:extLst>
              </p14:cNvPr>
              <p14:cNvContentPartPr/>
              <p14:nvPr/>
            </p14:nvContentPartPr>
            <p14:xfrm>
              <a:off x="1352813" y="2940600"/>
              <a:ext cx="1573920" cy="157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4710A6-A3FF-44E6-98AC-333C8CB409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813" y="2760188"/>
                <a:ext cx="1753560" cy="518143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C20FBB-BABF-4100-9459-A91B87625080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6EA9BB-6B2A-4EBE-A56D-158517306C2B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76314DC-1C03-4421-A4AD-471A0E2F0FDE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95272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993554"/>
            <a:ext cx="5174371" cy="844379"/>
          </a:xfrm>
        </p:spPr>
        <p:txBody>
          <a:bodyPr>
            <a:normAutofit/>
          </a:bodyPr>
          <a:lstStyle/>
          <a:p>
            <a:r>
              <a:rPr lang="sq-AL" dirty="0"/>
              <a:t>Përgjigja: Ruajtja e dokumentit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98367-DD56-4ABB-9115-65A241D59400}"/>
              </a:ext>
            </a:extLst>
          </p:cNvPr>
          <p:cNvSpPr txBox="1"/>
          <p:nvPr/>
        </p:nvSpPr>
        <p:spPr>
          <a:xfrm>
            <a:off x="1237865" y="717422"/>
            <a:ext cx="9018687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është funksioni i 'Ctrl + S' në MS Word?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C1F27-5044-42D4-A4F7-A22CDD7E67F4}"/>
              </a:ext>
            </a:extLst>
          </p:cNvPr>
          <p:cNvSpPr txBox="1"/>
          <p:nvPr/>
        </p:nvSpPr>
        <p:spPr>
          <a:xfrm>
            <a:off x="1237866" y="1827328"/>
            <a:ext cx="36295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Ruajtja e dokumentit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F813D-4A2B-4016-A4B8-362436577599}"/>
              </a:ext>
            </a:extLst>
          </p:cNvPr>
          <p:cNvSpPr txBox="1"/>
          <p:nvPr/>
        </p:nvSpPr>
        <p:spPr>
          <a:xfrm>
            <a:off x="1237867" y="2382281"/>
            <a:ext cx="3430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Hapja e dokumentit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B3E75-CCA4-40B5-A0F0-8511726E3663}"/>
              </a:ext>
            </a:extLst>
          </p:cNvPr>
          <p:cNvSpPr txBox="1"/>
          <p:nvPr/>
        </p:nvSpPr>
        <p:spPr>
          <a:xfrm>
            <a:off x="1237867" y="2937234"/>
            <a:ext cx="37096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Mbyllja e dokumentit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8D4F6-EFD1-469D-AC7C-32306938C7F6}"/>
              </a:ext>
            </a:extLst>
          </p:cNvPr>
          <p:cNvSpPr txBox="1"/>
          <p:nvPr/>
        </p:nvSpPr>
        <p:spPr>
          <a:xfrm>
            <a:off x="1237866" y="3492187"/>
            <a:ext cx="37128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Printimi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dokumentit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D05E6D-5543-4CD2-A241-4B7077396AC7}"/>
                  </a:ext>
                </a:extLst>
              </p14:cNvPr>
              <p14:cNvContentPartPr/>
              <p14:nvPr/>
            </p14:nvContentPartPr>
            <p14:xfrm>
              <a:off x="1181575" y="1997363"/>
              <a:ext cx="3615840" cy="19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D05E6D-5543-4CD2-A241-4B7077396A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575" y="1817363"/>
                <a:ext cx="379548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D79F21-4EE2-4F98-BA7D-B4F1FA1C38B0}"/>
                  </a:ext>
                </a:extLst>
              </p14:cNvPr>
              <p14:cNvContentPartPr/>
              <p14:nvPr/>
            </p14:nvContentPartPr>
            <p14:xfrm>
              <a:off x="1172215" y="2530883"/>
              <a:ext cx="3413880" cy="16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D79F21-4EE2-4F98-BA7D-B4F1FA1C38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2575" y="2350883"/>
                <a:ext cx="359352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A187F2-F21C-4766-AA02-488C0EE695F5}"/>
                  </a:ext>
                </a:extLst>
              </p14:cNvPr>
              <p14:cNvContentPartPr/>
              <p14:nvPr/>
            </p14:nvContentPartPr>
            <p14:xfrm>
              <a:off x="1364095" y="3136763"/>
              <a:ext cx="3432600" cy="127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A187F2-F21C-4766-AA02-488C0EE695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455" y="2956763"/>
                <a:ext cx="361224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B091AC-5BB1-49CE-8FCE-AABCF4AA0C58}"/>
                  </a:ext>
                </a:extLst>
              </p14:cNvPr>
              <p14:cNvContentPartPr/>
              <p14:nvPr/>
            </p14:nvContentPartPr>
            <p14:xfrm>
              <a:off x="1331577" y="3712403"/>
              <a:ext cx="3450960" cy="60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B091AC-5BB1-49CE-8FCE-AABCF4AA0C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41937" y="3532763"/>
                <a:ext cx="3630600" cy="4197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7297DE-D713-47F5-BC39-8F9C65BE7D07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B46414-0476-48E6-9931-1C2FBE3C2654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" name="Rectangle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7266AEA-F705-46CE-B6E4-DC9E83A07046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57051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82698"/>
            <a:ext cx="3809805" cy="759973"/>
          </a:xfrm>
        </p:spPr>
        <p:txBody>
          <a:bodyPr>
            <a:normAutofit/>
          </a:bodyPr>
          <a:lstStyle/>
          <a:p>
            <a:pPr algn="ctr"/>
            <a:r>
              <a:rPr lang="sq-AL" dirty="0"/>
              <a:t>Përgjigja: Ribbon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3ED2DC-BD7B-431B-9535-33FADE7298F1}"/>
              </a:ext>
            </a:extLst>
          </p:cNvPr>
          <p:cNvSpPr txBox="1"/>
          <p:nvPr/>
        </p:nvSpPr>
        <p:spPr>
          <a:xfrm>
            <a:off x="1341134" y="2041618"/>
            <a:ext cx="17481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Taskbar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336FB-C39A-4BEA-BB98-7B6413AB782C}"/>
              </a:ext>
            </a:extLst>
          </p:cNvPr>
          <p:cNvSpPr txBox="1"/>
          <p:nvPr/>
        </p:nvSpPr>
        <p:spPr>
          <a:xfrm>
            <a:off x="1341134" y="2596571"/>
            <a:ext cx="1659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Ribbon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A09A6-76D1-4D4B-9A82-8C7BBD511D64}"/>
              </a:ext>
            </a:extLst>
          </p:cNvPr>
          <p:cNvSpPr txBox="1"/>
          <p:nvPr/>
        </p:nvSpPr>
        <p:spPr>
          <a:xfrm>
            <a:off x="1341134" y="3151524"/>
            <a:ext cx="20874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Status Bar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14E944-4AB5-4A14-92DD-89F0EADB0478}"/>
              </a:ext>
            </a:extLst>
          </p:cNvPr>
          <p:cNvSpPr txBox="1"/>
          <p:nvPr/>
        </p:nvSpPr>
        <p:spPr>
          <a:xfrm>
            <a:off x="1341136" y="3706477"/>
            <a:ext cx="1728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Toolbar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99C1E9-504F-49CD-9743-22422B7A8F9F}"/>
              </a:ext>
            </a:extLst>
          </p:cNvPr>
          <p:cNvSpPr txBox="1"/>
          <p:nvPr/>
        </p:nvSpPr>
        <p:spPr>
          <a:xfrm>
            <a:off x="314566" y="833238"/>
            <a:ext cx="11414856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quhet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shiriti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kryesor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ndodhen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mjetet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MS Word?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2F81DCC-3707-4459-9FB4-6FA91633FD88}"/>
                  </a:ext>
                </a:extLst>
              </p14:cNvPr>
              <p14:cNvContentPartPr/>
              <p14:nvPr/>
            </p14:nvContentPartPr>
            <p14:xfrm>
              <a:off x="1392535" y="2813123"/>
              <a:ext cx="1531800" cy="10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2F81DCC-3707-4459-9FB4-6FA91633FD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2895" y="2633123"/>
                <a:ext cx="171144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A462E8-A1B3-4856-AA1C-449D067D304D}"/>
                  </a:ext>
                </a:extLst>
              </p14:cNvPr>
              <p14:cNvContentPartPr/>
              <p14:nvPr/>
            </p14:nvContentPartPr>
            <p14:xfrm>
              <a:off x="1422415" y="2220563"/>
              <a:ext cx="1559880" cy="5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A462E8-A1B3-4856-AA1C-449D067D3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2415" y="2040923"/>
                <a:ext cx="17395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937ECB-3D80-4669-AAFA-79149D229B37}"/>
                  </a:ext>
                </a:extLst>
              </p14:cNvPr>
              <p14:cNvContentPartPr/>
              <p14:nvPr/>
            </p14:nvContentPartPr>
            <p14:xfrm>
              <a:off x="1422415" y="3323276"/>
              <a:ext cx="1771920" cy="7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937ECB-3D80-4669-AAFA-79149D229B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2415" y="3143276"/>
                <a:ext cx="195156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A1E32F-8B4C-47ED-A5C6-A654DB9B20D9}"/>
                  </a:ext>
                </a:extLst>
              </p14:cNvPr>
              <p14:cNvContentPartPr/>
              <p14:nvPr/>
            </p14:nvContentPartPr>
            <p14:xfrm>
              <a:off x="1350055" y="3881963"/>
              <a:ext cx="1771560" cy="10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A1E32F-8B4C-47ED-A5C6-A654DB9B20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0055" y="3702323"/>
                <a:ext cx="1951200" cy="4604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E22FC3-3A77-40AB-868E-99C17DF41D48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636730-EFD1-4A0F-AA39-79A7C3B876F2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1" name="Rectangle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94E2090-3A09-4616-A2F7-F04281E41F9F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60300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82699"/>
            <a:ext cx="3570654" cy="956919"/>
          </a:xfrm>
        </p:spPr>
        <p:txBody>
          <a:bodyPr>
            <a:normAutofit/>
          </a:bodyPr>
          <a:lstStyle/>
          <a:p>
            <a:r>
              <a:rPr lang="sq-AL" dirty="0"/>
              <a:t>Përgjigja: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3A2A3-E2C9-43B0-A27A-8E20638E3257}"/>
              </a:ext>
            </a:extLst>
          </p:cNvPr>
          <p:cNvSpPr txBox="1"/>
          <p:nvPr/>
        </p:nvSpPr>
        <p:spPr>
          <a:xfrm>
            <a:off x="37709" y="689256"/>
            <a:ext cx="12629739" cy="707886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Cila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tabelë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006ED-9EFD-4D16-BFFD-6EB12E2E45F9}"/>
              </a:ext>
            </a:extLst>
          </p:cNvPr>
          <p:cNvSpPr txBox="1"/>
          <p:nvPr/>
        </p:nvSpPr>
        <p:spPr>
          <a:xfrm>
            <a:off x="1228596" y="1827328"/>
            <a:ext cx="15007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09ED98-A5FD-48E7-9654-25D034070CBD}"/>
              </a:ext>
            </a:extLst>
          </p:cNvPr>
          <p:cNvSpPr txBox="1"/>
          <p:nvPr/>
        </p:nvSpPr>
        <p:spPr>
          <a:xfrm>
            <a:off x="1228596" y="2382281"/>
            <a:ext cx="14205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B33EF-58EC-4AC5-A576-88622081EC34}"/>
              </a:ext>
            </a:extLst>
          </p:cNvPr>
          <p:cNvSpPr txBox="1"/>
          <p:nvPr/>
        </p:nvSpPr>
        <p:spPr>
          <a:xfrm>
            <a:off x="1228595" y="2937234"/>
            <a:ext cx="16193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B6297-2A14-4FC6-8A1A-376BCC5E29AD}"/>
              </a:ext>
            </a:extLst>
          </p:cNvPr>
          <p:cNvSpPr txBox="1"/>
          <p:nvPr/>
        </p:nvSpPr>
        <p:spPr>
          <a:xfrm>
            <a:off x="1228597" y="3464051"/>
            <a:ext cx="16401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Layout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E70172-C0C4-46CA-8251-62616E9DDE04}"/>
                  </a:ext>
                </a:extLst>
              </p14:cNvPr>
              <p14:cNvContentPartPr/>
              <p14:nvPr/>
            </p14:nvContentPartPr>
            <p14:xfrm>
              <a:off x="1237375" y="2517563"/>
              <a:ext cx="1371600" cy="11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E70172-C0C4-46CA-8251-62616E9DDE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375" y="2337923"/>
                <a:ext cx="155124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6A3145-C92C-4DE1-B939-9813EF2867A6}"/>
                  </a:ext>
                </a:extLst>
              </p14:cNvPr>
              <p14:cNvContentPartPr/>
              <p14:nvPr/>
            </p14:nvContentPartPr>
            <p14:xfrm>
              <a:off x="1369855" y="2027963"/>
              <a:ext cx="1288800" cy="6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6A3145-C92C-4DE1-B939-9813EF2867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215" y="1848323"/>
                <a:ext cx="146844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5309BD-13F3-475F-85F5-AE3BCD21C5CE}"/>
                  </a:ext>
                </a:extLst>
              </p14:cNvPr>
              <p14:cNvContentPartPr/>
              <p14:nvPr/>
            </p14:nvContentPartPr>
            <p14:xfrm>
              <a:off x="1401895" y="3133883"/>
              <a:ext cx="1355400" cy="7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5309BD-13F3-475F-85F5-AE3BCD21C5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1895" y="2954243"/>
                <a:ext cx="15350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0B59593-9DA6-400E-8E3D-DE1C0DC48B02}"/>
                  </a:ext>
                </a:extLst>
              </p14:cNvPr>
              <p14:cNvContentPartPr/>
              <p14:nvPr/>
            </p14:nvContentPartPr>
            <p14:xfrm>
              <a:off x="1294975" y="3671363"/>
              <a:ext cx="1462320" cy="71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0B59593-9DA6-400E-8E3D-DE1C0DC48B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4975" y="3491723"/>
                <a:ext cx="1641960" cy="430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3B0379-F2E9-486A-85E5-246DD0BB078D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23FEC9-0403-416A-934F-DDE778E13B6C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" name="Rectangle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085791-0D25-46F0-9F80-1085FE92916A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102683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54563"/>
            <a:ext cx="3542518" cy="999123"/>
          </a:xfrm>
        </p:spPr>
        <p:txBody>
          <a:bodyPr>
            <a:normAutofit/>
          </a:bodyPr>
          <a:lstStyle/>
          <a:p>
            <a:r>
              <a:rPr lang="sq-AL" dirty="0"/>
              <a:t>Përgjigja: .docx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D29A9-0F6A-490B-B45B-381250AADE2E}"/>
              </a:ext>
            </a:extLst>
          </p:cNvPr>
          <p:cNvSpPr txBox="1"/>
          <p:nvPr/>
        </p:nvSpPr>
        <p:spPr>
          <a:xfrm>
            <a:off x="37709" y="661062"/>
            <a:ext cx="12504898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është formati i paracaktuar i një dokumenti në MS Word?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E3CEF-DD15-4E56-9845-6CC6CE289F52}"/>
              </a:ext>
            </a:extLst>
          </p:cNvPr>
          <p:cNvSpPr txBox="1"/>
          <p:nvPr/>
        </p:nvSpPr>
        <p:spPr>
          <a:xfrm>
            <a:off x="1073850" y="1827328"/>
            <a:ext cx="11929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.pdf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FF3EA-A453-42F4-90B5-4D7DEF97FC27}"/>
              </a:ext>
            </a:extLst>
          </p:cNvPr>
          <p:cNvSpPr txBox="1"/>
          <p:nvPr/>
        </p:nvSpPr>
        <p:spPr>
          <a:xfrm>
            <a:off x="1073851" y="2382281"/>
            <a:ext cx="107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.txt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00F3E-601C-4D7E-913D-581F8401FEC6}"/>
              </a:ext>
            </a:extLst>
          </p:cNvPr>
          <p:cNvSpPr txBox="1"/>
          <p:nvPr/>
        </p:nvSpPr>
        <p:spPr>
          <a:xfrm>
            <a:off x="1073851" y="2937234"/>
            <a:ext cx="13901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.docx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63927-AB66-40F0-9C65-331293755C3C}"/>
              </a:ext>
            </a:extLst>
          </p:cNvPr>
          <p:cNvSpPr txBox="1"/>
          <p:nvPr/>
        </p:nvSpPr>
        <p:spPr>
          <a:xfrm>
            <a:off x="1073850" y="3492187"/>
            <a:ext cx="11320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.xls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344008-7EF5-4ACF-A6E7-3710F609C980}"/>
                  </a:ext>
                </a:extLst>
              </p14:cNvPr>
              <p14:cNvContentPartPr/>
              <p14:nvPr/>
            </p14:nvContentPartPr>
            <p14:xfrm>
              <a:off x="1110655" y="3107603"/>
              <a:ext cx="1332720" cy="10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344008-7EF5-4ACF-A6E7-3710F609C9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015" y="2927603"/>
                <a:ext cx="15123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187C17-7CC8-44B4-AF09-05E99F82E652}"/>
                  </a:ext>
                </a:extLst>
              </p14:cNvPr>
              <p14:cNvContentPartPr/>
              <p14:nvPr/>
            </p14:nvContentPartPr>
            <p14:xfrm>
              <a:off x="1140535" y="2067203"/>
              <a:ext cx="1054080" cy="8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187C17-7CC8-44B4-AF09-05E99F82E6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0535" y="1887563"/>
                <a:ext cx="123372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1688501-7A89-46A0-9E55-C076B96EEE83}"/>
                  </a:ext>
                </a:extLst>
              </p14:cNvPr>
              <p14:cNvContentPartPr/>
              <p14:nvPr/>
            </p14:nvContentPartPr>
            <p14:xfrm>
              <a:off x="1064575" y="2546003"/>
              <a:ext cx="1031040" cy="70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1688501-7A89-46A0-9E55-C076B96EEE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4935" y="2366003"/>
                <a:ext cx="121068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478588-E7E5-47BD-AE13-4C679AEE1101}"/>
                  </a:ext>
                </a:extLst>
              </p14:cNvPr>
              <p14:cNvContentPartPr/>
              <p14:nvPr/>
            </p14:nvContentPartPr>
            <p14:xfrm>
              <a:off x="1154215" y="3685403"/>
              <a:ext cx="1011960" cy="1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478588-E7E5-47BD-AE13-4C679AEE11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4575" y="3505403"/>
                <a:ext cx="1191600" cy="374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3D78F0-6B2C-428D-8492-A67215FA1825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2A518A-32C3-45BE-870E-8FB72E46F734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" name="Rectangle 1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F8F2424-85D6-4029-808B-D23C11F9BE19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55731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54564"/>
            <a:ext cx="3570654" cy="942851"/>
          </a:xfrm>
        </p:spPr>
        <p:txBody>
          <a:bodyPr>
            <a:normAutofit/>
          </a:bodyPr>
          <a:lstStyle/>
          <a:p>
            <a:r>
              <a:rPr lang="sq-AL" dirty="0"/>
              <a:t>Përgjigja: Ctrl+Y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9FC55-D08B-46CD-BFE4-859CDA884769}"/>
              </a:ext>
            </a:extLst>
          </p:cNvPr>
          <p:cNvSpPr txBox="1"/>
          <p:nvPr/>
        </p:nvSpPr>
        <p:spPr>
          <a:xfrm>
            <a:off x="1172324" y="717422"/>
            <a:ext cx="10050828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është shortcut-i për të bërë prapë një veprim?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DBB27-3E75-4510-ADBC-7CC324BE3DE4}"/>
              </a:ext>
            </a:extLst>
          </p:cNvPr>
          <p:cNvSpPr txBox="1"/>
          <p:nvPr/>
        </p:nvSpPr>
        <p:spPr>
          <a:xfrm>
            <a:off x="1172326" y="1827328"/>
            <a:ext cx="18095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Ctrl + 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51BEE-8E30-4672-82E2-1DF1EFFC9E6D}"/>
              </a:ext>
            </a:extLst>
          </p:cNvPr>
          <p:cNvSpPr txBox="1"/>
          <p:nvPr/>
        </p:nvSpPr>
        <p:spPr>
          <a:xfrm>
            <a:off x="1172324" y="2382281"/>
            <a:ext cx="17620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Ctrl + 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0BC2C-03D0-4F06-89D8-F290A79B1156}"/>
              </a:ext>
            </a:extLst>
          </p:cNvPr>
          <p:cNvSpPr txBox="1"/>
          <p:nvPr/>
        </p:nvSpPr>
        <p:spPr>
          <a:xfrm>
            <a:off x="1132249" y="2905501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Ctrl +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55213-15EF-4E76-B66B-7FA32FFB4E61}"/>
              </a:ext>
            </a:extLst>
          </p:cNvPr>
          <p:cNvSpPr txBox="1"/>
          <p:nvPr/>
        </p:nvSpPr>
        <p:spPr>
          <a:xfrm>
            <a:off x="1172326" y="3492187"/>
            <a:ext cx="18031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Ctrl + 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EFE3AA-4B3E-45F6-99AE-B46F35510786}"/>
                  </a:ext>
                </a:extLst>
              </p14:cNvPr>
              <p14:cNvContentPartPr/>
              <p14:nvPr/>
            </p14:nvContentPartPr>
            <p14:xfrm>
              <a:off x="1068895" y="2053523"/>
              <a:ext cx="1874880" cy="9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EFE3AA-4B3E-45F6-99AE-B46F355107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8895" y="1873883"/>
                <a:ext cx="20545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EF498D-C52F-4B24-86CB-6236B3F72ABB}"/>
                  </a:ext>
                </a:extLst>
              </p14:cNvPr>
              <p14:cNvContentPartPr/>
              <p14:nvPr/>
            </p14:nvContentPartPr>
            <p14:xfrm>
              <a:off x="1005175" y="2602523"/>
              <a:ext cx="1780200" cy="98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EF498D-C52F-4B24-86CB-6236B3F72A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175" y="2422883"/>
                <a:ext cx="195984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5232D7-FCAA-4822-9F52-176BE37841C0}"/>
                  </a:ext>
                </a:extLst>
              </p14:cNvPr>
              <p14:cNvContentPartPr/>
              <p14:nvPr/>
            </p14:nvContentPartPr>
            <p14:xfrm>
              <a:off x="1233055" y="3094643"/>
              <a:ext cx="1594440" cy="7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5232D7-FCAA-4822-9F52-176BE3784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3055" y="2914643"/>
                <a:ext cx="17740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E05113-1EEE-47E3-922D-5B2DE08892CE}"/>
                  </a:ext>
                </a:extLst>
              </p14:cNvPr>
              <p14:cNvContentPartPr/>
              <p14:nvPr/>
            </p14:nvContentPartPr>
            <p14:xfrm>
              <a:off x="1279135" y="3698003"/>
              <a:ext cx="1590840" cy="11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E05113-1EEE-47E3-922D-5B2DE08892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9135" y="3518003"/>
                <a:ext cx="1770480" cy="4737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EECE9E-7BF1-4CAD-B91A-0A320BF3F9A7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2B0E55-97BD-46E8-B010-0BE1A47DD3CE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Rectangle 1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E47151-FF80-45A5-97BD-CBF723F3D657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440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54564"/>
            <a:ext cx="3524615" cy="1308612"/>
          </a:xfrm>
        </p:spPr>
        <p:txBody>
          <a:bodyPr>
            <a:normAutofit lnSpcReduction="10000"/>
          </a:bodyPr>
          <a:lstStyle/>
          <a:p>
            <a:r>
              <a:rPr lang="sq-AL" dirty="0"/>
              <a:t>Përgjigja: Ndjekja e ndryshimeve në dokument.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0FBFA-CDA4-4AD3-949D-BBA4F1F1C66A}"/>
              </a:ext>
            </a:extLst>
          </p:cNvPr>
          <p:cNvSpPr txBox="1"/>
          <p:nvPr/>
        </p:nvSpPr>
        <p:spPr>
          <a:xfrm>
            <a:off x="622798" y="717422"/>
            <a:ext cx="9580571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përdorimi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kryesor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'Track Changes'?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4766408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q-AL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50C69-ECD3-4820-8866-0B06E3564A94}"/>
              </a:ext>
            </a:extLst>
          </p:cNvPr>
          <p:cNvSpPr txBox="1"/>
          <p:nvPr/>
        </p:nvSpPr>
        <p:spPr>
          <a:xfrm>
            <a:off x="1195266" y="1750043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Shtimi i një faqeje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279FF-D444-49FB-BB5F-01C9B9CB108D}"/>
              </a:ext>
            </a:extLst>
          </p:cNvPr>
          <p:cNvSpPr txBox="1"/>
          <p:nvPr/>
        </p:nvSpPr>
        <p:spPr>
          <a:xfrm>
            <a:off x="1179920" y="2273263"/>
            <a:ext cx="58817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Ndjekja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ndryshimeve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96DDAB-D88C-4C41-A153-4C9140D6A614}"/>
              </a:ext>
            </a:extLst>
          </p:cNvPr>
          <p:cNvSpPr txBox="1"/>
          <p:nvPr/>
        </p:nvSpPr>
        <p:spPr>
          <a:xfrm>
            <a:off x="1195267" y="2831814"/>
            <a:ext cx="37112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Kopjimi i dokumentit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2E064-6659-4357-87E3-514421AC8B57}"/>
              </a:ext>
            </a:extLst>
          </p:cNvPr>
          <p:cNvSpPr txBox="1"/>
          <p:nvPr/>
        </p:nvSpPr>
        <p:spPr>
          <a:xfrm>
            <a:off x="1195266" y="3414902"/>
            <a:ext cx="28344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Fshirja e tekstit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5EF4AA0-035A-4D5E-A81E-DC9E8689D5BD}"/>
                  </a:ext>
                </a:extLst>
              </p14:cNvPr>
              <p14:cNvContentPartPr/>
              <p14:nvPr/>
            </p14:nvContentPartPr>
            <p14:xfrm>
              <a:off x="1078435" y="2459423"/>
              <a:ext cx="5852160" cy="397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5EF4AA0-035A-4D5E-A81E-DC9E8689D5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8435" y="2279260"/>
                <a:ext cx="6031800" cy="757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60F1E5-B59B-4230-AC5F-1730CC0E12C1}"/>
                  </a:ext>
                </a:extLst>
              </p14:cNvPr>
              <p14:cNvContentPartPr/>
              <p14:nvPr/>
            </p14:nvContentPartPr>
            <p14:xfrm>
              <a:off x="1328995" y="1911503"/>
              <a:ext cx="3069720" cy="18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60F1E5-B59B-4230-AC5F-1730CC0E12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9355" y="1731503"/>
                <a:ext cx="324936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208D65-084B-4BC4-8C9A-2D1F21995D9C}"/>
                  </a:ext>
                </a:extLst>
              </p14:cNvPr>
              <p14:cNvContentPartPr/>
              <p14:nvPr/>
            </p14:nvContentPartPr>
            <p14:xfrm>
              <a:off x="1327915" y="2993663"/>
              <a:ext cx="3506760" cy="114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208D65-084B-4BC4-8C9A-2D1F21995D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7915" y="2814023"/>
                <a:ext cx="36864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2C50B1-334C-4935-92DC-68F09E691406}"/>
                  </a:ext>
                </a:extLst>
              </p14:cNvPr>
              <p14:cNvContentPartPr/>
              <p14:nvPr/>
            </p14:nvContentPartPr>
            <p14:xfrm>
              <a:off x="1290835" y="3569663"/>
              <a:ext cx="2602080" cy="117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2C50B1-334C-4935-92DC-68F09E6914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0835" y="3390023"/>
                <a:ext cx="2781720" cy="477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DF946D-E77B-4F6A-AFE7-C09597966AB4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29DE29-4C0A-40EF-8DB4-FFB221AE04F7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8" name="Rectangl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F10946-3D28-4F3C-9B2C-497AEFAB3016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16086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54563"/>
            <a:ext cx="3612857" cy="985055"/>
          </a:xfrm>
        </p:spPr>
        <p:txBody>
          <a:bodyPr>
            <a:normAutofit/>
          </a:bodyPr>
          <a:lstStyle/>
          <a:p>
            <a:r>
              <a:rPr lang="sq-AL" dirty="0"/>
              <a:t>Përgjigja: Page Orientation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6595208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q-A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DA9E1-BAA1-40D6-9742-F3D9C1D9D37F}"/>
              </a:ext>
            </a:extLst>
          </p:cNvPr>
          <p:cNvSpPr txBox="1"/>
          <p:nvPr/>
        </p:nvSpPr>
        <p:spPr>
          <a:xfrm>
            <a:off x="483007" y="873019"/>
            <a:ext cx="12086001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Cila komandë përdoret për të ndryshuar orientimin e faqes?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C019C-3EB2-44B6-95CE-B3F5A4F96C34}"/>
              </a:ext>
            </a:extLst>
          </p:cNvPr>
          <p:cNvSpPr txBox="1"/>
          <p:nvPr/>
        </p:nvSpPr>
        <p:spPr>
          <a:xfrm>
            <a:off x="1228595" y="2038785"/>
            <a:ext cx="18132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Margins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A169C-CBFB-4F28-BD0E-55F69E828D9D}"/>
              </a:ext>
            </a:extLst>
          </p:cNvPr>
          <p:cNvSpPr txBox="1"/>
          <p:nvPr/>
        </p:nvSpPr>
        <p:spPr>
          <a:xfrm>
            <a:off x="1228596" y="2593738"/>
            <a:ext cx="22076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Page Setup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44F77-55C3-425E-9918-EB241F0C7819}"/>
              </a:ext>
            </a:extLst>
          </p:cNvPr>
          <p:cNvSpPr txBox="1"/>
          <p:nvPr/>
        </p:nvSpPr>
        <p:spPr>
          <a:xfrm>
            <a:off x="1228595" y="3148691"/>
            <a:ext cx="30235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Page Orientation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0494D-650E-4FF3-BB18-99A7952F8776}"/>
              </a:ext>
            </a:extLst>
          </p:cNvPr>
          <p:cNvSpPr txBox="1"/>
          <p:nvPr/>
        </p:nvSpPr>
        <p:spPr>
          <a:xfrm>
            <a:off x="1228595" y="3703644"/>
            <a:ext cx="25474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Page Borders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CF8C15-6317-4E0B-AE4C-79C3F1A11277}"/>
                  </a:ext>
                </a:extLst>
              </p14:cNvPr>
              <p14:cNvContentPartPr/>
              <p14:nvPr/>
            </p14:nvContentPartPr>
            <p14:xfrm>
              <a:off x="1209655" y="3334043"/>
              <a:ext cx="3116160" cy="87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CF8C15-6317-4E0B-AE4C-79C3F1A112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655" y="3154043"/>
                <a:ext cx="329580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373177-4AE4-482C-9637-F76F9BF857B1}"/>
                  </a:ext>
                </a:extLst>
              </p14:cNvPr>
              <p14:cNvContentPartPr/>
              <p14:nvPr/>
            </p14:nvContentPartPr>
            <p14:xfrm>
              <a:off x="1365175" y="2249723"/>
              <a:ext cx="1575000" cy="5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373177-4AE4-482C-9637-F76F9BF857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5175" y="2070083"/>
                <a:ext cx="17546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61EFB4-D2F5-436E-8679-F0C303554E43}"/>
                  </a:ext>
                </a:extLst>
              </p14:cNvPr>
              <p14:cNvContentPartPr/>
              <p14:nvPr/>
            </p14:nvContentPartPr>
            <p14:xfrm>
              <a:off x="1359055" y="2768843"/>
              <a:ext cx="1974960" cy="14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61EFB4-D2F5-436E-8679-F0C303554E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055" y="2588843"/>
                <a:ext cx="215460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F94A79-323E-4A48-A1EE-860013A4AD6C}"/>
                  </a:ext>
                </a:extLst>
              </p14:cNvPr>
              <p14:cNvContentPartPr/>
              <p14:nvPr/>
            </p14:nvContentPartPr>
            <p14:xfrm>
              <a:off x="1419895" y="3925883"/>
              <a:ext cx="2280240" cy="22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F94A79-323E-4A48-A1EE-860013A4AD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9895" y="3746243"/>
                <a:ext cx="2459880" cy="585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C0EAB-3B39-467E-ACA4-AD47BC840D0A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47E349-F6B5-46C9-86EE-8358ACF34302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9" name="Rectangl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790F8DB-463F-4B68-8A44-78B1BF2AEA01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59503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809806" cy="1322679"/>
          </a:xfrm>
        </p:spPr>
        <p:txBody>
          <a:bodyPr>
            <a:normAutofit/>
          </a:bodyPr>
          <a:lstStyle/>
          <a:p>
            <a:r>
              <a:rPr lang="sq-AL" dirty="0"/>
              <a:t>Përgjigja: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-&gt; Page Number</a:t>
            </a:r>
            <a:endParaRPr lang="sq-AL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694690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q-AL" dirty="0"/>
              <a:t>                            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89E417-69F8-4438-B9D7-CC63A62FA4EF}"/>
              </a:ext>
            </a:extLst>
          </p:cNvPr>
          <p:cNvSpPr txBox="1"/>
          <p:nvPr/>
        </p:nvSpPr>
        <p:spPr>
          <a:xfrm>
            <a:off x="1228595" y="942946"/>
            <a:ext cx="10025180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Si mund të shtoni një numër faqeje në dokument?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9CEB8-BE9A-42D6-8C28-B0A6C150D7B8}"/>
              </a:ext>
            </a:extLst>
          </p:cNvPr>
          <p:cNvSpPr txBox="1"/>
          <p:nvPr/>
        </p:nvSpPr>
        <p:spPr>
          <a:xfrm>
            <a:off x="1228595" y="2052852"/>
            <a:ext cx="39068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Insert -&gt; Page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B37B0-196F-4A26-9371-DBB683481085}"/>
              </a:ext>
            </a:extLst>
          </p:cNvPr>
          <p:cNvSpPr txBox="1"/>
          <p:nvPr/>
        </p:nvSpPr>
        <p:spPr>
          <a:xfrm>
            <a:off x="1228595" y="2607805"/>
            <a:ext cx="39453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Home -&gt; Page Number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D379B7-929A-4565-B0E9-D0005F495C69}"/>
              </a:ext>
            </a:extLst>
          </p:cNvPr>
          <p:cNvSpPr txBox="1"/>
          <p:nvPr/>
        </p:nvSpPr>
        <p:spPr>
          <a:xfrm>
            <a:off x="1228595" y="3162758"/>
            <a:ext cx="40847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Design -&gt; Page Number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F8225-6525-4D4C-B8E1-47715A63908D}"/>
              </a:ext>
            </a:extLst>
          </p:cNvPr>
          <p:cNvSpPr txBox="1"/>
          <p:nvPr/>
        </p:nvSpPr>
        <p:spPr>
          <a:xfrm>
            <a:off x="1228595" y="3717711"/>
            <a:ext cx="41056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Layout -&gt; Page Number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97BB79-C906-4C55-A1D4-A4C5D62224D4}"/>
                  </a:ext>
                </a:extLst>
              </p14:cNvPr>
              <p14:cNvContentPartPr/>
              <p14:nvPr/>
            </p14:nvContentPartPr>
            <p14:xfrm>
              <a:off x="909055" y="2249363"/>
              <a:ext cx="4309920" cy="12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97BB79-C906-4C55-A1D4-A4C5D62224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055" y="2069723"/>
                <a:ext cx="44895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88CD17-403B-44C3-A61C-CE85D82CB978}"/>
                  </a:ext>
                </a:extLst>
              </p14:cNvPr>
              <p14:cNvContentPartPr/>
              <p14:nvPr/>
            </p14:nvContentPartPr>
            <p14:xfrm>
              <a:off x="1032895" y="2854163"/>
              <a:ext cx="3961080" cy="72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88CD17-403B-44C3-A61C-CE85D82CB9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3255" y="2674163"/>
                <a:ext cx="4140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BF9A447-25C4-4983-A8F3-5149D8A7E314}"/>
                  </a:ext>
                </a:extLst>
              </p14:cNvPr>
              <p14:cNvContentPartPr/>
              <p14:nvPr/>
            </p14:nvContentPartPr>
            <p14:xfrm>
              <a:off x="867655" y="3346283"/>
              <a:ext cx="4294800" cy="171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BF9A447-25C4-4983-A8F3-5149D8A7E3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8015" y="3166643"/>
                <a:ext cx="4474440" cy="5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C232261-37CC-4DCD-BA9F-5EA67E297862}"/>
                  </a:ext>
                </a:extLst>
              </p14:cNvPr>
              <p14:cNvContentPartPr/>
              <p14:nvPr/>
            </p14:nvContentPartPr>
            <p14:xfrm>
              <a:off x="1158535" y="3938123"/>
              <a:ext cx="4018680" cy="8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C232261-37CC-4DCD-BA9F-5EA67E2978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8535" y="3758123"/>
                <a:ext cx="4198320" cy="4464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104D93-4390-416F-BC38-07107E5F45D6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EFA9ED-26D1-4D78-8E79-0CA011A969C7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2" name="Rectangle 2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DFF15F-91DE-44A6-B78B-D5484998718A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13621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923375"/>
            <a:ext cx="3655061" cy="717769"/>
          </a:xfrm>
        </p:spPr>
        <p:txBody>
          <a:bodyPr>
            <a:normAutofit/>
          </a:bodyPr>
          <a:lstStyle/>
          <a:p>
            <a:r>
              <a:rPr lang="sq-AL" dirty="0"/>
              <a:t>Përgjigja: Ctrl + Z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q-AL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1A62E-DF87-4AB3-9465-2B4E354F3410}"/>
              </a:ext>
            </a:extLst>
          </p:cNvPr>
          <p:cNvSpPr txBox="1"/>
          <p:nvPr/>
        </p:nvSpPr>
        <p:spPr>
          <a:xfrm>
            <a:off x="1073850" y="1146001"/>
            <a:ext cx="11038278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shkurt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bërë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veprim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anuluar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54056-794A-420D-8F87-17AC717447ED}"/>
              </a:ext>
            </a:extLst>
          </p:cNvPr>
          <p:cNvSpPr txBox="1"/>
          <p:nvPr/>
        </p:nvSpPr>
        <p:spPr>
          <a:xfrm>
            <a:off x="1341137" y="2255907"/>
            <a:ext cx="1822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Ctrl +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BEA45C-E814-4164-99AB-23AA5C502910}"/>
              </a:ext>
            </a:extLst>
          </p:cNvPr>
          <p:cNvSpPr txBox="1"/>
          <p:nvPr/>
        </p:nvSpPr>
        <p:spPr>
          <a:xfrm>
            <a:off x="1341137" y="2810860"/>
            <a:ext cx="17956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Ctrl + 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592C1-9898-48BE-B724-8EB2E6D57928}"/>
              </a:ext>
            </a:extLst>
          </p:cNvPr>
          <p:cNvSpPr txBox="1"/>
          <p:nvPr/>
        </p:nvSpPr>
        <p:spPr>
          <a:xfrm>
            <a:off x="1341137" y="3365813"/>
            <a:ext cx="17620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Ctrl + 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60CAD-862D-4616-B54E-29FB30588CD5}"/>
              </a:ext>
            </a:extLst>
          </p:cNvPr>
          <p:cNvSpPr txBox="1"/>
          <p:nvPr/>
        </p:nvSpPr>
        <p:spPr>
          <a:xfrm>
            <a:off x="1341136" y="3920766"/>
            <a:ext cx="1763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Ctrl + 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AA9E19-2CFD-4769-BAA1-2336508FAB20}"/>
                  </a:ext>
                </a:extLst>
              </p14:cNvPr>
              <p14:cNvContentPartPr/>
              <p14:nvPr/>
            </p14:nvContentPartPr>
            <p14:xfrm>
              <a:off x="1449775" y="3542843"/>
              <a:ext cx="1687320" cy="158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AA9E19-2CFD-4769-BAA1-2336508FAB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9775" y="3362843"/>
                <a:ext cx="18669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48F963-79D8-4D3F-963D-2E766123B0A7}"/>
                  </a:ext>
                </a:extLst>
              </p14:cNvPr>
              <p14:cNvContentPartPr/>
              <p14:nvPr/>
            </p14:nvContentPartPr>
            <p14:xfrm>
              <a:off x="1486135" y="2475803"/>
              <a:ext cx="1538280" cy="4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48F963-79D8-4D3F-963D-2E766123B0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6495" y="2295803"/>
                <a:ext cx="171792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1A37C1-3AB5-4273-896B-3A95CD2D49C8}"/>
                  </a:ext>
                </a:extLst>
              </p14:cNvPr>
              <p14:cNvContentPartPr/>
              <p14:nvPr/>
            </p14:nvContentPartPr>
            <p14:xfrm>
              <a:off x="1286695" y="3023003"/>
              <a:ext cx="1751760" cy="17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1A37C1-3AB5-4273-896B-3A95CD2D49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7055" y="2843003"/>
                <a:ext cx="193140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53B758-1071-4DD8-BDA8-A8887EC48C0E}"/>
                  </a:ext>
                </a:extLst>
              </p14:cNvPr>
              <p14:cNvContentPartPr/>
              <p14:nvPr/>
            </p14:nvContentPartPr>
            <p14:xfrm>
              <a:off x="1381735" y="4107683"/>
              <a:ext cx="164268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53B758-1071-4DD8-BDA8-A8887EC48C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2095" y="3927683"/>
                <a:ext cx="1822320" cy="4453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C1F5E2-8343-4337-8757-2EEB8B6B4A17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15261A-205D-4052-8B91-9F11FC848A39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8" name="Rectangl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D66B9D2-AEC5-4630-A122-B2E377931362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50810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82700"/>
            <a:ext cx="3570515" cy="1280476"/>
          </a:xfrm>
        </p:spPr>
        <p:txBody>
          <a:bodyPr>
            <a:normAutofit lnSpcReduction="10000"/>
          </a:bodyPr>
          <a:lstStyle/>
          <a:p>
            <a:r>
              <a:rPr lang="sq-AL" dirty="0"/>
              <a:t>Përgjigja:</a:t>
            </a:r>
            <a:r>
              <a:rPr lang="sq-AL" sz="1800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Krijimi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citimeve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referencave</a:t>
            </a:r>
            <a:endParaRPr lang="sq-AL" sz="180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3570515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q-A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BE8D89-AB5D-4D86-B9F1-62EBD3995533}"/>
              </a:ext>
            </a:extLst>
          </p:cNvPr>
          <p:cNvSpPr txBox="1"/>
          <p:nvPr/>
        </p:nvSpPr>
        <p:spPr>
          <a:xfrm>
            <a:off x="834699" y="931712"/>
            <a:ext cx="8524772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përdorimi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'References'?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E2307B-4C67-49A4-B2D1-6F75BE2F98B1}"/>
              </a:ext>
            </a:extLst>
          </p:cNvPr>
          <p:cNvSpPr txBox="1"/>
          <p:nvPr/>
        </p:nvSpPr>
        <p:spPr>
          <a:xfrm>
            <a:off x="834700" y="2041618"/>
            <a:ext cx="28953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Futja e figurave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FF7F22-6748-4254-BAC6-89B72786ADA2}"/>
              </a:ext>
            </a:extLst>
          </p:cNvPr>
          <p:cNvSpPr txBox="1"/>
          <p:nvPr/>
        </p:nvSpPr>
        <p:spPr>
          <a:xfrm>
            <a:off x="834699" y="2596571"/>
            <a:ext cx="55402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Krijimi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citimeve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referencave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E0AEA4-727C-42DA-B2C1-DB53E8AE5C46}"/>
              </a:ext>
            </a:extLst>
          </p:cNvPr>
          <p:cNvSpPr txBox="1"/>
          <p:nvPr/>
        </p:nvSpPr>
        <p:spPr>
          <a:xfrm>
            <a:off x="834699" y="3151524"/>
            <a:ext cx="31951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Ndryshimi i fontit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6A6213-2680-4BC8-8B9B-1730C325B67E}"/>
              </a:ext>
            </a:extLst>
          </p:cNvPr>
          <p:cNvSpPr txBox="1"/>
          <p:nvPr/>
        </p:nvSpPr>
        <p:spPr>
          <a:xfrm>
            <a:off x="834699" y="3706477"/>
            <a:ext cx="49185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Vendosja e numrave të faqeve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F9471C-B7B3-4B0A-8772-DD2D6D21E519}"/>
                  </a:ext>
                </a:extLst>
              </p14:cNvPr>
              <p14:cNvContentPartPr/>
              <p14:nvPr/>
            </p14:nvContentPartPr>
            <p14:xfrm>
              <a:off x="688015" y="2658323"/>
              <a:ext cx="5544000" cy="212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F9471C-B7B3-4B0A-8772-DD2D6D21E5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015" y="2478323"/>
                <a:ext cx="572364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6679FE-14CE-4168-BF5B-F993B29EC64B}"/>
                  </a:ext>
                </a:extLst>
              </p14:cNvPr>
              <p14:cNvContentPartPr/>
              <p14:nvPr/>
            </p14:nvContentPartPr>
            <p14:xfrm>
              <a:off x="1007695" y="2201843"/>
              <a:ext cx="2607480" cy="17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6679FE-14CE-4168-BF5B-F993B29EC6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055" y="2022203"/>
                <a:ext cx="278712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57AE57-1F48-48A0-8D56-518A3D5EBB1C}"/>
                  </a:ext>
                </a:extLst>
              </p14:cNvPr>
              <p14:cNvContentPartPr/>
              <p14:nvPr/>
            </p14:nvContentPartPr>
            <p14:xfrm>
              <a:off x="676495" y="3359243"/>
              <a:ext cx="3262320" cy="7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57AE57-1F48-48A0-8D56-518A3D5EBB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6495" y="3179243"/>
                <a:ext cx="344196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03FA9C5-6D57-4BBF-A8E1-22FC4F56DF64}"/>
                  </a:ext>
                </a:extLst>
              </p14:cNvPr>
              <p14:cNvContentPartPr/>
              <p14:nvPr/>
            </p14:nvContentPartPr>
            <p14:xfrm>
              <a:off x="910495" y="3826163"/>
              <a:ext cx="4744440" cy="195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03FA9C5-6D57-4BBF-A8E1-22FC4F56DF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855" y="3646523"/>
                <a:ext cx="4924080" cy="554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8C11C6-9267-428E-8350-C754CC1215BE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B391C6-B0CA-4BA7-8639-2813F8BFB2A0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Rectangl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4A8342C-811A-43AC-BB5A-6051C0F3A867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82540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556587" cy="970988"/>
          </a:xfrm>
        </p:spPr>
        <p:txBody>
          <a:bodyPr>
            <a:normAutofit/>
          </a:bodyPr>
          <a:lstStyle/>
          <a:p>
            <a:r>
              <a:rPr lang="sq-AL" dirty="0"/>
              <a:t>Përgjigja: Ctrl + A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3148623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q-AL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3D59E4-4943-4183-A92F-A0B0F4621FBB}"/>
              </a:ext>
            </a:extLst>
          </p:cNvPr>
          <p:cNvSpPr txBox="1"/>
          <p:nvPr/>
        </p:nvSpPr>
        <p:spPr>
          <a:xfrm>
            <a:off x="368300" y="667198"/>
            <a:ext cx="11633982" cy="120032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mënyra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shpejtë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zgjedhur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gjithë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tekstin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BEF502-7A18-4EBF-87FF-60D8CC1F2041}"/>
              </a:ext>
            </a:extLst>
          </p:cNvPr>
          <p:cNvSpPr txBox="1"/>
          <p:nvPr/>
        </p:nvSpPr>
        <p:spPr>
          <a:xfrm>
            <a:off x="1186393" y="2167992"/>
            <a:ext cx="18031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Ctrl +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8674AC-562C-4D3A-BA00-70D8A2F28568}"/>
              </a:ext>
            </a:extLst>
          </p:cNvPr>
          <p:cNvSpPr txBox="1"/>
          <p:nvPr/>
        </p:nvSpPr>
        <p:spPr>
          <a:xfrm>
            <a:off x="1186391" y="2722945"/>
            <a:ext cx="1781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Ctrl +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DEC669-53D2-4389-BDB6-CFF385ECF4E1}"/>
              </a:ext>
            </a:extLst>
          </p:cNvPr>
          <p:cNvSpPr txBox="1"/>
          <p:nvPr/>
        </p:nvSpPr>
        <p:spPr>
          <a:xfrm>
            <a:off x="1186392" y="3277898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Ctrl + 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801BFB-2B5D-4236-8D97-780679792AF7}"/>
              </a:ext>
            </a:extLst>
          </p:cNvPr>
          <p:cNvSpPr txBox="1"/>
          <p:nvPr/>
        </p:nvSpPr>
        <p:spPr>
          <a:xfrm>
            <a:off x="1186391" y="3832851"/>
            <a:ext cx="18164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Ctrl + 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65F999E-48F2-419E-9794-19001B70BDB8}"/>
                  </a:ext>
                </a:extLst>
              </p14:cNvPr>
              <p14:cNvContentPartPr/>
              <p14:nvPr/>
            </p14:nvContentPartPr>
            <p14:xfrm>
              <a:off x="1195975" y="2363123"/>
              <a:ext cx="1729800" cy="43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65F999E-48F2-419E-9794-19001B70BD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5975" y="2183123"/>
                <a:ext cx="19094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C6FF2C-3795-4507-95F5-23E290EAA531}"/>
                  </a:ext>
                </a:extLst>
              </p14:cNvPr>
              <p14:cNvContentPartPr/>
              <p14:nvPr/>
            </p14:nvContentPartPr>
            <p14:xfrm>
              <a:off x="1208935" y="2938403"/>
              <a:ext cx="1689120" cy="7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C6FF2C-3795-4507-95F5-23E290EAA5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295" y="2758403"/>
                <a:ext cx="18687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27604B-58CE-4852-B8CF-CA00A381F4E3}"/>
                  </a:ext>
                </a:extLst>
              </p14:cNvPr>
              <p14:cNvContentPartPr/>
              <p14:nvPr/>
            </p14:nvContentPartPr>
            <p14:xfrm>
              <a:off x="1373815" y="3499643"/>
              <a:ext cx="1636560" cy="10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27604B-58CE-4852-B8CF-CA00A381F4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3815" y="3320003"/>
                <a:ext cx="18162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5A77C80-23D5-4A0B-B528-84B94B9869C4}"/>
                  </a:ext>
                </a:extLst>
              </p14:cNvPr>
              <p14:cNvContentPartPr/>
              <p14:nvPr/>
            </p14:nvContentPartPr>
            <p14:xfrm>
              <a:off x="1264375" y="4050443"/>
              <a:ext cx="1717920" cy="58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5A77C80-23D5-4A0B-B528-84B94B9869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4375" y="3870443"/>
                <a:ext cx="1897560" cy="41796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4C8C18-8A4B-45A3-8AEB-7E7F62793D52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B874D2-4840-449C-BAD5-E18E28ECDE92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Rectangl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F82C89-11AD-432D-8396-DDF2C2999251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9945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556587" cy="788108"/>
          </a:xfrm>
        </p:spPr>
        <p:txBody>
          <a:bodyPr>
            <a:normAutofit/>
          </a:bodyPr>
          <a:lstStyle/>
          <a:p>
            <a:r>
              <a:rPr lang="sq-AL" dirty="0"/>
              <a:t>Përgjigja: Save As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3556586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q-AL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3E049D-D2FD-4357-AE42-6B98193C78E8}"/>
              </a:ext>
            </a:extLst>
          </p:cNvPr>
          <p:cNvSpPr txBox="1"/>
          <p:nvPr/>
        </p:nvSpPr>
        <p:spPr>
          <a:xfrm>
            <a:off x="196948" y="717330"/>
            <a:ext cx="12005915" cy="58477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opsion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ruajtur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emër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CCC41-6DDA-49FF-9499-FC48CE1A41EF}"/>
              </a:ext>
            </a:extLst>
          </p:cNvPr>
          <p:cNvSpPr txBox="1"/>
          <p:nvPr/>
        </p:nvSpPr>
        <p:spPr>
          <a:xfrm>
            <a:off x="1186391" y="1827328"/>
            <a:ext cx="13211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Save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BAB0AA-B82B-4519-B526-31A16E19F79D}"/>
              </a:ext>
            </a:extLst>
          </p:cNvPr>
          <p:cNvSpPr txBox="1"/>
          <p:nvPr/>
        </p:nvSpPr>
        <p:spPr>
          <a:xfrm>
            <a:off x="1186393" y="2382281"/>
            <a:ext cx="17694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Save 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C2A9F2-3840-440C-A656-6B356ABD2262}"/>
              </a:ext>
            </a:extLst>
          </p:cNvPr>
          <p:cNvSpPr txBox="1"/>
          <p:nvPr/>
        </p:nvSpPr>
        <p:spPr>
          <a:xfrm>
            <a:off x="1186393" y="2937234"/>
            <a:ext cx="13805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Open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88D82-7C1A-4BA0-B7F0-BCF49F731448}"/>
              </a:ext>
            </a:extLst>
          </p:cNvPr>
          <p:cNvSpPr txBox="1"/>
          <p:nvPr/>
        </p:nvSpPr>
        <p:spPr>
          <a:xfrm>
            <a:off x="1186394" y="3492187"/>
            <a:ext cx="16017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Export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067795-E1E2-40B8-A112-6DCC45918D61}"/>
                  </a:ext>
                </a:extLst>
              </p14:cNvPr>
              <p14:cNvContentPartPr/>
              <p14:nvPr/>
            </p14:nvContentPartPr>
            <p14:xfrm>
              <a:off x="1213255" y="2571563"/>
              <a:ext cx="1712520" cy="12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067795-E1E2-40B8-A112-6DCC45918D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3615" y="2391563"/>
                <a:ext cx="18921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BC332C2-3508-4AB7-8F1A-67A4B4312696}"/>
                  </a:ext>
                </a:extLst>
              </p14:cNvPr>
              <p14:cNvContentPartPr/>
              <p14:nvPr/>
            </p14:nvContentPartPr>
            <p14:xfrm>
              <a:off x="1125775" y="2080523"/>
              <a:ext cx="1448280" cy="3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BC332C2-3508-4AB7-8F1A-67A4B43126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6135" y="1900883"/>
                <a:ext cx="162792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6F5BD6-D3F5-475A-9638-8E5E56B0255C}"/>
                  </a:ext>
                </a:extLst>
              </p14:cNvPr>
              <p14:cNvContentPartPr/>
              <p14:nvPr/>
            </p14:nvContentPartPr>
            <p14:xfrm>
              <a:off x="1296775" y="3221003"/>
              <a:ext cx="1207440" cy="2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6F5BD6-D3F5-475A-9638-8E5E56B025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6775" y="3041363"/>
                <a:ext cx="13870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FC483E-0DA1-4B1A-86F8-F23D179EE0D8}"/>
                  </a:ext>
                </a:extLst>
              </p14:cNvPr>
              <p14:cNvContentPartPr/>
              <p14:nvPr/>
            </p14:nvContentPartPr>
            <p14:xfrm>
              <a:off x="1215775" y="3713123"/>
              <a:ext cx="1541160" cy="71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FC483E-0DA1-4B1A-86F8-F23D179EE0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6135" y="3533483"/>
                <a:ext cx="1720800" cy="4312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A9F212-D05E-4A44-A415-76E46E305B59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2228DC-4D92-4133-8B02-A30307A51771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8" name="Rectangl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43F27F-1BA9-4563-87B8-8824B7FFD738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6693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782699"/>
            <a:ext cx="3655060" cy="1069462"/>
          </a:xfrm>
        </p:spPr>
        <p:txBody>
          <a:bodyPr>
            <a:normAutofit/>
          </a:bodyPr>
          <a:lstStyle/>
          <a:p>
            <a:r>
              <a:rPr lang="sq-AL" sz="2000" dirty="0"/>
              <a:t>Përgjigja: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-&gt; Blank </a:t>
            </a:r>
            <a:r>
              <a:rPr lang="sq-A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sq-AL" sz="200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3E049D-D2FD-4357-AE42-6B98193C78E8}"/>
              </a:ext>
            </a:extLst>
          </p:cNvPr>
          <p:cNvSpPr txBox="1"/>
          <p:nvPr/>
        </p:nvSpPr>
        <p:spPr>
          <a:xfrm>
            <a:off x="196948" y="717330"/>
            <a:ext cx="12005915" cy="58477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opsion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ruajtur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emër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AF3C28-1A1C-490C-84BA-D6C2AA8D9B7A}"/>
              </a:ext>
            </a:extLst>
          </p:cNvPr>
          <p:cNvSpPr txBox="1"/>
          <p:nvPr/>
        </p:nvSpPr>
        <p:spPr>
          <a:xfrm>
            <a:off x="1059783" y="1827328"/>
            <a:ext cx="35862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-&gt; Blank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805B0-B06C-48CC-A103-1414C36D0080}"/>
              </a:ext>
            </a:extLst>
          </p:cNvPr>
          <p:cNvSpPr txBox="1"/>
          <p:nvPr/>
        </p:nvSpPr>
        <p:spPr>
          <a:xfrm>
            <a:off x="1059784" y="2382281"/>
            <a:ext cx="34467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Home -&gt; New Page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C891FB-911C-4B4B-8591-14E0E7C6BC8F}"/>
              </a:ext>
            </a:extLst>
          </p:cNvPr>
          <p:cNvSpPr txBox="1"/>
          <p:nvPr/>
        </p:nvSpPr>
        <p:spPr>
          <a:xfrm>
            <a:off x="1059783" y="2937234"/>
            <a:ext cx="35862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Layout -&gt; New Page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62DCFB-463E-43FF-B382-E3036801647C}"/>
              </a:ext>
            </a:extLst>
          </p:cNvPr>
          <p:cNvSpPr txBox="1"/>
          <p:nvPr/>
        </p:nvSpPr>
        <p:spPr>
          <a:xfrm>
            <a:off x="1059782" y="3492187"/>
            <a:ext cx="35279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Design -&gt; Add Page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570CF1D-21C1-4C5A-9E3E-462A321446E1}"/>
                  </a:ext>
                </a:extLst>
              </p14:cNvPr>
              <p14:cNvContentPartPr/>
              <p14:nvPr/>
            </p14:nvContentPartPr>
            <p14:xfrm>
              <a:off x="1043695" y="2009963"/>
              <a:ext cx="3499920" cy="114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570CF1D-21C1-4C5A-9E3E-462A321446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3695" y="1830323"/>
                <a:ext cx="367956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2A01F1-95F5-46E3-947F-E30A762DB93E}"/>
                  </a:ext>
                </a:extLst>
              </p14:cNvPr>
              <p14:cNvContentPartPr/>
              <p14:nvPr/>
            </p14:nvContentPartPr>
            <p14:xfrm>
              <a:off x="912295" y="2550323"/>
              <a:ext cx="3574800" cy="27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2A01F1-95F5-46E3-947F-E30A762DB9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2655" y="2370683"/>
                <a:ext cx="375444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193086-1B12-4073-BD6D-747F22882AB1}"/>
                  </a:ext>
                </a:extLst>
              </p14:cNvPr>
              <p14:cNvContentPartPr/>
              <p14:nvPr/>
            </p14:nvContentPartPr>
            <p14:xfrm>
              <a:off x="1213615" y="3121643"/>
              <a:ext cx="3259800" cy="12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193086-1B12-4073-BD6D-747F22882A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3975" y="2941643"/>
                <a:ext cx="343944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C7CA89-F182-4FD0-B402-F2FC0BC8C457}"/>
                  </a:ext>
                </a:extLst>
              </p14:cNvPr>
              <p14:cNvContentPartPr/>
              <p14:nvPr/>
            </p14:nvContentPartPr>
            <p14:xfrm>
              <a:off x="1215415" y="3712403"/>
              <a:ext cx="3229920" cy="171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C7CA89-F182-4FD0-B402-F2FC0BC8C4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5415" y="3532403"/>
                <a:ext cx="3409560" cy="5306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1A465A-F871-4F30-8094-541FDEC33B69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204065-34FE-4BB3-9B3D-306B06E4130C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Rectangl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39A98C4-DE7C-4EF0-9761-6B353F44CAE4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82876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640993" cy="788108"/>
          </a:xfrm>
        </p:spPr>
        <p:txBody>
          <a:bodyPr>
            <a:normAutofit/>
          </a:bodyPr>
          <a:lstStyle/>
          <a:p>
            <a:r>
              <a:rPr lang="sq-AL" dirty="0"/>
              <a:t>Përgjigja: 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 + P</a:t>
            </a:r>
            <a:endParaRPr lang="sq-AL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73EB4-BE86-47F0-858B-618781A1AEE5}"/>
              </a:ext>
            </a:extLst>
          </p:cNvPr>
          <p:cNvSpPr txBox="1"/>
          <p:nvPr/>
        </p:nvSpPr>
        <p:spPr>
          <a:xfrm>
            <a:off x="1144191" y="1827328"/>
            <a:ext cx="1763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Ctrl + 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F2EAAC-A7A0-4131-9077-8A8F34BF9F21}"/>
              </a:ext>
            </a:extLst>
          </p:cNvPr>
          <p:cNvSpPr txBox="1"/>
          <p:nvPr/>
        </p:nvSpPr>
        <p:spPr>
          <a:xfrm>
            <a:off x="1144190" y="2382281"/>
            <a:ext cx="1742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Ctrl +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AB66A-F926-4E09-B011-C2A82ACBDDDC}"/>
              </a:ext>
            </a:extLst>
          </p:cNvPr>
          <p:cNvSpPr txBox="1"/>
          <p:nvPr/>
        </p:nvSpPr>
        <p:spPr>
          <a:xfrm>
            <a:off x="1144190" y="2937234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Ctrl + 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78EC7-391B-4247-A549-4A0E72F19CA3}"/>
              </a:ext>
            </a:extLst>
          </p:cNvPr>
          <p:cNvSpPr txBox="1"/>
          <p:nvPr/>
        </p:nvSpPr>
        <p:spPr>
          <a:xfrm>
            <a:off x="1144191" y="3492187"/>
            <a:ext cx="1822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Ctrl +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2A679-0C4A-4FDC-89BA-0E51D12C776E}"/>
              </a:ext>
            </a:extLst>
          </p:cNvPr>
          <p:cNvSpPr txBox="1"/>
          <p:nvPr/>
        </p:nvSpPr>
        <p:spPr>
          <a:xfrm>
            <a:off x="1144190" y="717422"/>
            <a:ext cx="10264990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shortcut përdoret për të printuar dokumentin?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9CD36E-31B3-419C-8A15-0EBD2EE3542F}"/>
                  </a:ext>
                </a:extLst>
              </p14:cNvPr>
              <p14:cNvContentPartPr/>
              <p14:nvPr/>
            </p14:nvContentPartPr>
            <p14:xfrm>
              <a:off x="1159975" y="2025803"/>
              <a:ext cx="1611000" cy="29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9CD36E-31B3-419C-8A15-0EBD2EE354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9975" y="1845803"/>
                <a:ext cx="17906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93F2B7-3EA8-4A26-96B4-3A3D3EC4DC7C}"/>
                  </a:ext>
                </a:extLst>
              </p14:cNvPr>
              <p14:cNvContentPartPr/>
              <p14:nvPr/>
            </p14:nvContentPartPr>
            <p14:xfrm>
              <a:off x="1198855" y="2700443"/>
              <a:ext cx="1671120" cy="1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93F2B7-3EA8-4A26-96B4-3A3D3EC4DC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8855" y="2520803"/>
                <a:ext cx="18507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27188E-14A8-4EF8-942C-9836B5EB2183}"/>
                  </a:ext>
                </a:extLst>
              </p14:cNvPr>
              <p14:cNvContentPartPr/>
              <p14:nvPr/>
            </p14:nvContentPartPr>
            <p14:xfrm>
              <a:off x="1210735" y="3262043"/>
              <a:ext cx="1659240" cy="45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27188E-14A8-4EF8-942C-9836B5EB21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0735" y="3082403"/>
                <a:ext cx="18388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CE2BB5-8F55-464E-B0A6-8FAD80EDE342}"/>
                  </a:ext>
                </a:extLst>
              </p14:cNvPr>
              <p14:cNvContentPartPr/>
              <p14:nvPr/>
            </p14:nvContentPartPr>
            <p14:xfrm>
              <a:off x="1303615" y="3712403"/>
              <a:ext cx="1622160" cy="71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CE2BB5-8F55-464E-B0A6-8FAD80EDE3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3615" y="3532763"/>
                <a:ext cx="1801800" cy="43128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9F4FD7-2D62-4320-A7D1-242F39C99FDC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84EDBA-3E7E-4042-ACA0-3D0EF529BFC8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9" name="Rectangl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ACCD9CC-7056-4AF1-A58E-B6AA52A67857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127848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640993" cy="675566"/>
          </a:xfrm>
        </p:spPr>
        <p:txBody>
          <a:bodyPr>
            <a:normAutofit/>
          </a:bodyPr>
          <a:lstStyle/>
          <a:p>
            <a:r>
              <a:rPr lang="sq-AL" dirty="0"/>
              <a:t>Përgjigja: Font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D8032-D404-4C5B-821B-56AC5CB22D37}"/>
              </a:ext>
            </a:extLst>
          </p:cNvPr>
          <p:cNvSpPr txBox="1"/>
          <p:nvPr/>
        </p:nvSpPr>
        <p:spPr>
          <a:xfrm>
            <a:off x="1003512" y="1827328"/>
            <a:ext cx="21098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Font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9EE8E0-804D-4BE7-A8C8-AE7AB6388594}"/>
              </a:ext>
            </a:extLst>
          </p:cNvPr>
          <p:cNvSpPr txBox="1"/>
          <p:nvPr/>
        </p:nvSpPr>
        <p:spPr>
          <a:xfrm>
            <a:off x="1003513" y="2382281"/>
            <a:ext cx="23283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Text Effects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6A81A-F5AA-416A-BC38-41E2E9D9A76A}"/>
              </a:ext>
            </a:extLst>
          </p:cNvPr>
          <p:cNvSpPr txBox="1"/>
          <p:nvPr/>
        </p:nvSpPr>
        <p:spPr>
          <a:xfrm>
            <a:off x="1003513" y="2937234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Font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08998-4566-4BFB-B013-01F05943D418}"/>
              </a:ext>
            </a:extLst>
          </p:cNvPr>
          <p:cNvSpPr txBox="1"/>
          <p:nvPr/>
        </p:nvSpPr>
        <p:spPr>
          <a:xfrm>
            <a:off x="1003513" y="3492187"/>
            <a:ext cx="18855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WordArt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E4178-A68C-42EF-A4FC-28BA2AFC5FD0}"/>
              </a:ext>
            </a:extLst>
          </p:cNvPr>
          <p:cNvSpPr txBox="1"/>
          <p:nvPr/>
        </p:nvSpPr>
        <p:spPr>
          <a:xfrm>
            <a:off x="1003512" y="717422"/>
            <a:ext cx="10752302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opsion përdoret për të ndryshuar fontin e tekstit?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44463E7-9A68-4942-9303-DEA738D2FE90}"/>
                  </a:ext>
                </a:extLst>
              </p14:cNvPr>
              <p14:cNvContentPartPr/>
              <p14:nvPr/>
            </p14:nvContentPartPr>
            <p14:xfrm>
              <a:off x="1021015" y="3133883"/>
              <a:ext cx="1159200" cy="3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44463E7-9A68-4942-9303-DEA738D2FE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1375" y="2953883"/>
                <a:ext cx="13388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8D34F9-1CCC-4186-A08F-2229B36BF959}"/>
                  </a:ext>
                </a:extLst>
              </p14:cNvPr>
              <p14:cNvContentPartPr/>
              <p14:nvPr/>
            </p14:nvContentPartPr>
            <p14:xfrm>
              <a:off x="1123975" y="2121563"/>
              <a:ext cx="1886400" cy="7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8D34F9-1CCC-4186-A08F-2229B36BF9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3975" y="1941563"/>
                <a:ext cx="20660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B5C5AC-E31E-4CFF-86A3-40612EE2AD09}"/>
                  </a:ext>
                </a:extLst>
              </p14:cNvPr>
              <p14:cNvContentPartPr/>
              <p14:nvPr/>
            </p14:nvContentPartPr>
            <p14:xfrm>
              <a:off x="1024615" y="2570123"/>
              <a:ext cx="2168640" cy="11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B5C5AC-E31E-4CFF-86A3-40612EE2AD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615" y="2390483"/>
                <a:ext cx="2348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A44E9C-69BF-4327-BF0B-9BD7A80BF3D2}"/>
                  </a:ext>
                </a:extLst>
              </p14:cNvPr>
              <p14:cNvContentPartPr/>
              <p14:nvPr/>
            </p14:nvContentPartPr>
            <p14:xfrm>
              <a:off x="667495" y="3670643"/>
              <a:ext cx="2174040" cy="10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A44E9C-69BF-4327-BF0B-9BD7A80BF3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7855" y="3490643"/>
                <a:ext cx="2353680" cy="459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BB8724-89F2-41F4-AA44-0C40C49D64A6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710C92-50D2-48EE-83BE-937E826EB51C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Rectangl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C5140E-47A6-4C16-8031-2ED39EE329E2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15127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8" y="4754564"/>
            <a:ext cx="3598791" cy="1027258"/>
          </a:xfrm>
        </p:spPr>
        <p:txBody>
          <a:bodyPr>
            <a:normAutofit/>
          </a:bodyPr>
          <a:lstStyle/>
          <a:p>
            <a:r>
              <a:rPr lang="sq-AL" sz="1800" dirty="0"/>
              <a:t>Përgjigja: </a:t>
            </a: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Gjetja dhe zëvendësimi i tekstit</a:t>
            </a:r>
            <a:endParaRPr lang="sq-AL" sz="180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B0F99-83FC-493C-9848-A8EEBDF2061B}"/>
              </a:ext>
            </a:extLst>
          </p:cNvPr>
          <p:cNvSpPr txBox="1"/>
          <p:nvPr/>
        </p:nvSpPr>
        <p:spPr>
          <a:xfrm>
            <a:off x="1170213" y="464674"/>
            <a:ext cx="8443337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Cili është përdorimi i 'Find and Replace'?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90922-2895-408C-BEEB-AEA327801267}"/>
              </a:ext>
            </a:extLst>
          </p:cNvPr>
          <p:cNvSpPr txBox="1"/>
          <p:nvPr/>
        </p:nvSpPr>
        <p:spPr>
          <a:xfrm>
            <a:off x="1170212" y="1574580"/>
            <a:ext cx="51411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Gjetja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zëvendësimi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7DF36-E9D0-40B1-A835-8480080FAC35}"/>
              </a:ext>
            </a:extLst>
          </p:cNvPr>
          <p:cNvSpPr txBox="1"/>
          <p:nvPr/>
        </p:nvSpPr>
        <p:spPr>
          <a:xfrm>
            <a:off x="1170212" y="2129533"/>
            <a:ext cx="51651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Ndryshimi i madhësisë së fontit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657B97-F359-44F6-99A2-7C9DCE4EC598}"/>
              </a:ext>
            </a:extLst>
          </p:cNvPr>
          <p:cNvSpPr txBox="1"/>
          <p:nvPr/>
        </p:nvSpPr>
        <p:spPr>
          <a:xfrm>
            <a:off x="1170213" y="2684486"/>
            <a:ext cx="37112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Kopjimi i dokumentit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B723DB-2C7D-4E07-9BD7-24C7CA885033}"/>
              </a:ext>
            </a:extLst>
          </p:cNvPr>
          <p:cNvSpPr txBox="1"/>
          <p:nvPr/>
        </p:nvSpPr>
        <p:spPr>
          <a:xfrm>
            <a:off x="1170212" y="3239439"/>
            <a:ext cx="50465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Ndryshimi i orientimit të faqes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360945-AB7F-4A02-A077-B8B227430C52}"/>
                  </a:ext>
                </a:extLst>
              </p14:cNvPr>
              <p14:cNvContentPartPr/>
              <p14:nvPr/>
            </p14:nvContentPartPr>
            <p14:xfrm>
              <a:off x="929575" y="1672283"/>
              <a:ext cx="5232240" cy="32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360945-AB7F-4A02-A077-B8B227430C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575" y="1492283"/>
                <a:ext cx="5411880" cy="6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39C892-AC00-46FE-8088-E830DA82969B}"/>
                  </a:ext>
                </a:extLst>
              </p14:cNvPr>
              <p14:cNvContentPartPr/>
              <p14:nvPr/>
            </p14:nvContentPartPr>
            <p14:xfrm>
              <a:off x="1034335" y="2227403"/>
              <a:ext cx="5197320" cy="27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39C892-AC00-46FE-8088-E830DA8296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695" y="2047763"/>
                <a:ext cx="537696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9280FD-C3CD-46C0-85EE-07D7E1B3592D}"/>
                  </a:ext>
                </a:extLst>
              </p14:cNvPr>
              <p14:cNvContentPartPr/>
              <p14:nvPr/>
            </p14:nvContentPartPr>
            <p14:xfrm>
              <a:off x="1148455" y="2868203"/>
              <a:ext cx="3634560" cy="170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9280FD-C3CD-46C0-85EE-07D7E1B359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8455" y="2688203"/>
                <a:ext cx="381420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7287F5-6E9C-473C-AB0E-7C934BDAC5FB}"/>
                  </a:ext>
                </a:extLst>
              </p14:cNvPr>
              <p14:cNvContentPartPr/>
              <p14:nvPr/>
            </p14:nvContentPartPr>
            <p14:xfrm>
              <a:off x="901855" y="3388763"/>
              <a:ext cx="5189760" cy="171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7287F5-6E9C-473C-AB0E-7C934BDAC5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1855" y="3208763"/>
                <a:ext cx="5369400" cy="531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E89087-7C7D-40EF-A530-5BD53761B183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6185B4-3CA4-4468-A502-3F43D92CF3D9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9" name="Rectangl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767B3E3-81B8-43B5-B80D-5B578D0FF117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7708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4"/>
            <a:ext cx="3584723" cy="774040"/>
          </a:xfrm>
        </p:spPr>
        <p:txBody>
          <a:bodyPr>
            <a:normAutofit/>
          </a:bodyPr>
          <a:lstStyle/>
          <a:p>
            <a:r>
              <a:rPr lang="sq-AL" dirty="0"/>
              <a:t>Përgjigja: Ctrl + N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2708-7215-467D-9113-644AC1E8190F}"/>
              </a:ext>
            </a:extLst>
          </p:cNvPr>
          <p:cNvSpPr txBox="1"/>
          <p:nvPr/>
        </p:nvSpPr>
        <p:spPr>
          <a:xfrm>
            <a:off x="1214526" y="731490"/>
            <a:ext cx="10952998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shkurt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krijuar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A94047-D920-4B3A-89A5-341C56CAEE2D}"/>
              </a:ext>
            </a:extLst>
          </p:cNvPr>
          <p:cNvSpPr txBox="1"/>
          <p:nvPr/>
        </p:nvSpPr>
        <p:spPr>
          <a:xfrm>
            <a:off x="1214527" y="1827328"/>
            <a:ext cx="1822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Ctrl + 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A3B21-777D-45C0-B870-E4AB48DF78B0}"/>
              </a:ext>
            </a:extLst>
          </p:cNvPr>
          <p:cNvSpPr txBox="1"/>
          <p:nvPr/>
        </p:nvSpPr>
        <p:spPr>
          <a:xfrm>
            <a:off x="1214526" y="2382281"/>
            <a:ext cx="1802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Ctrl + 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DF514C-FEFF-46F2-90AB-431BEB00E4DF}"/>
              </a:ext>
            </a:extLst>
          </p:cNvPr>
          <p:cNvSpPr txBox="1"/>
          <p:nvPr/>
        </p:nvSpPr>
        <p:spPr>
          <a:xfrm>
            <a:off x="1214526" y="2937234"/>
            <a:ext cx="1742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Ctrl + 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C7699-CC15-4CC1-94D3-AB7453243D79}"/>
              </a:ext>
            </a:extLst>
          </p:cNvPr>
          <p:cNvSpPr txBox="1"/>
          <p:nvPr/>
        </p:nvSpPr>
        <p:spPr>
          <a:xfrm>
            <a:off x="1214526" y="3492187"/>
            <a:ext cx="1763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Ctrl + 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54BB93-9FC1-45C8-8B50-6C2AF3303273}"/>
                  </a:ext>
                </a:extLst>
              </p14:cNvPr>
              <p14:cNvContentPartPr/>
              <p14:nvPr/>
            </p14:nvContentPartPr>
            <p14:xfrm>
              <a:off x="1129375" y="1998443"/>
              <a:ext cx="1810800" cy="5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54BB93-9FC1-45C8-8B50-6C2AF33032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375" y="1818443"/>
                <a:ext cx="19904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3F3A86-FA20-49DF-9793-6070DF4FCB96}"/>
                  </a:ext>
                </a:extLst>
              </p14:cNvPr>
              <p14:cNvContentPartPr/>
              <p14:nvPr/>
            </p14:nvContentPartPr>
            <p14:xfrm>
              <a:off x="1343935" y="2614763"/>
              <a:ext cx="1568160" cy="5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3F3A86-FA20-49DF-9793-6070DF4FCB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3935" y="2434763"/>
                <a:ext cx="17478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56F676-3A87-4700-9813-41E71641D217}"/>
                  </a:ext>
                </a:extLst>
              </p14:cNvPr>
              <p14:cNvContentPartPr/>
              <p14:nvPr/>
            </p14:nvContentPartPr>
            <p14:xfrm>
              <a:off x="1373815" y="3132083"/>
              <a:ext cx="1481760" cy="131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56F676-3A87-4700-9813-41E71641D2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3815" y="2952443"/>
                <a:ext cx="166140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E51D83-9668-4389-854B-884CC74982BF}"/>
                  </a:ext>
                </a:extLst>
              </p14:cNvPr>
              <p14:cNvContentPartPr/>
              <p14:nvPr/>
            </p14:nvContentPartPr>
            <p14:xfrm>
              <a:off x="1366975" y="3698723"/>
              <a:ext cx="1573200" cy="99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E51D83-9668-4389-854B-884CC74982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7335" y="3519083"/>
                <a:ext cx="1752840" cy="4593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7CA673-7C35-4111-918D-50569DDCA69B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8AE32C-C095-44AA-A5B5-F44FDB6493B4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2" name="Rectangle 2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9DBBE36-4C3F-4BA6-8759-B2C49CCB66C7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08142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54563"/>
            <a:ext cx="3570655" cy="802175"/>
          </a:xfrm>
        </p:spPr>
        <p:txBody>
          <a:bodyPr>
            <a:normAutofit/>
          </a:bodyPr>
          <a:lstStyle/>
          <a:p>
            <a:r>
              <a:rPr lang="sq-AL" dirty="0"/>
              <a:t>Përgjigja: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D0134-DA1A-4B32-A60E-51D3D452F303}"/>
              </a:ext>
            </a:extLst>
          </p:cNvPr>
          <p:cNvSpPr txBox="1"/>
          <p:nvPr/>
        </p:nvSpPr>
        <p:spPr>
          <a:xfrm>
            <a:off x="1341138" y="717422"/>
            <a:ext cx="8687635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Cila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0930F-DDDF-44E1-A600-82EFF9D5689E}"/>
              </a:ext>
            </a:extLst>
          </p:cNvPr>
          <p:cNvSpPr txBox="1"/>
          <p:nvPr/>
        </p:nvSpPr>
        <p:spPr>
          <a:xfrm>
            <a:off x="1341139" y="1827328"/>
            <a:ext cx="15007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Home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BD129-36B9-4D52-B938-9EEE35A70E61}"/>
              </a:ext>
            </a:extLst>
          </p:cNvPr>
          <p:cNvSpPr txBox="1"/>
          <p:nvPr/>
        </p:nvSpPr>
        <p:spPr>
          <a:xfrm>
            <a:off x="1341139" y="2382281"/>
            <a:ext cx="14205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3C8E5-5898-4CD8-A5FE-47567BB295E5}"/>
              </a:ext>
            </a:extLst>
          </p:cNvPr>
          <p:cNvSpPr txBox="1"/>
          <p:nvPr/>
        </p:nvSpPr>
        <p:spPr>
          <a:xfrm>
            <a:off x="1341138" y="2937234"/>
            <a:ext cx="16193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4DE3A-432E-4315-955A-F83820710BDB}"/>
              </a:ext>
            </a:extLst>
          </p:cNvPr>
          <p:cNvSpPr txBox="1"/>
          <p:nvPr/>
        </p:nvSpPr>
        <p:spPr>
          <a:xfrm>
            <a:off x="1341140" y="3492187"/>
            <a:ext cx="16401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Layout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196035-2525-42E9-BC7C-815129F34027}"/>
                  </a:ext>
                </a:extLst>
              </p14:cNvPr>
              <p14:cNvContentPartPr/>
              <p14:nvPr/>
            </p14:nvContentPartPr>
            <p14:xfrm>
              <a:off x="1353655" y="2529083"/>
              <a:ext cx="1277280" cy="60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196035-2525-42E9-BC7C-815129F340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3655" y="2349083"/>
                <a:ext cx="14569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26C55B-447F-48BD-9C37-E92C68C0AF3E}"/>
                  </a:ext>
                </a:extLst>
              </p14:cNvPr>
              <p14:cNvContentPartPr/>
              <p14:nvPr/>
            </p14:nvContentPartPr>
            <p14:xfrm>
              <a:off x="1485055" y="2008883"/>
              <a:ext cx="1300320" cy="87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26C55B-447F-48BD-9C37-E92C68C0AF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5055" y="1828883"/>
                <a:ext cx="147996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C2156A-A94F-4E18-87D4-7ADA92C16288}"/>
                  </a:ext>
                </a:extLst>
              </p14:cNvPr>
              <p14:cNvContentPartPr/>
              <p14:nvPr/>
            </p14:nvContentPartPr>
            <p14:xfrm>
              <a:off x="1396855" y="3121643"/>
              <a:ext cx="1501200" cy="141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C2156A-A94F-4E18-87D4-7ADA92C162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7215" y="2942003"/>
                <a:ext cx="16808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FE6E4F2-EB01-473E-841E-0D3E3AFCBF76}"/>
                  </a:ext>
                </a:extLst>
              </p14:cNvPr>
              <p14:cNvContentPartPr/>
              <p14:nvPr/>
            </p14:nvContentPartPr>
            <p14:xfrm>
              <a:off x="1264735" y="3725003"/>
              <a:ext cx="1633320" cy="10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FE6E4F2-EB01-473E-841E-0D3E3AFCBF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4735" y="3545363"/>
                <a:ext cx="181296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14404E-7DB6-4E42-9929-F3569FAEC316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62D026-A0BC-4B3C-B810-35A1E9688972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9" name="Rectangl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C85E8C7-0F1E-47D1-AD70-27475F031C0A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34122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A705-1BE0-4995-A5B9-3CF7EF8A7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99" y="4782700"/>
            <a:ext cx="3711332" cy="1153866"/>
          </a:xfrm>
        </p:spPr>
        <p:txBody>
          <a:bodyPr>
            <a:normAutofit fontScale="92500" lnSpcReduction="10000"/>
          </a:bodyPr>
          <a:lstStyle/>
          <a:p>
            <a:r>
              <a:rPr lang="sq-AL" dirty="0"/>
              <a:t>Përgjigja: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-&gt; Bullets</a:t>
            </a:r>
            <a:endParaRPr lang="sq-AL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501271E-4D08-45FF-BDE9-BE81B22FF773}"/>
              </a:ext>
            </a:extLst>
          </p:cNvPr>
          <p:cNvSpPr txBox="1">
            <a:spLocks/>
          </p:cNvSpPr>
          <p:nvPr/>
        </p:nvSpPr>
        <p:spPr>
          <a:xfrm>
            <a:off x="368300" y="4782699"/>
            <a:ext cx="715645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6212" indent="-416212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38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1793" indent="-346843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3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7373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9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2323" indent="-277475" algn="l" defTabSz="554949" rtl="0" eaLnBrk="1" latinLnBrk="0" hangingPunct="1">
              <a:spcBef>
                <a:spcPct val="20000"/>
              </a:spcBef>
              <a:buFont typeface="Arial"/>
              <a:buChar char="–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272" indent="-277475" algn="l" defTabSz="554949" rtl="0" eaLnBrk="1" latinLnBrk="0" hangingPunct="1">
              <a:spcBef>
                <a:spcPct val="20000"/>
              </a:spcBef>
              <a:buFont typeface="Arial"/>
              <a:buChar char="»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5222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7171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212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7070" indent="-277475" algn="l" defTabSz="554949" rtl="0" eaLnBrk="1" latinLnBrk="0" hangingPunct="1">
              <a:spcBef>
                <a:spcPct val="20000"/>
              </a:spcBef>
              <a:buFont typeface="Arial"/>
              <a:buChar char="•"/>
              <a:defRPr sz="24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653FB-772B-4B16-8582-62A47E68473A}"/>
              </a:ext>
            </a:extLst>
          </p:cNvPr>
          <p:cNvSpPr txBox="1"/>
          <p:nvPr/>
        </p:nvSpPr>
        <p:spPr>
          <a:xfrm>
            <a:off x="425564" y="516733"/>
            <a:ext cx="9974077" cy="646331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krijoni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pika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 Word?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A9E1E6-8729-4E58-9240-65426DA61C84}"/>
              </a:ext>
            </a:extLst>
          </p:cNvPr>
          <p:cNvSpPr txBox="1"/>
          <p:nvPr/>
        </p:nvSpPr>
        <p:spPr>
          <a:xfrm>
            <a:off x="1529684" y="1670253"/>
            <a:ext cx="30171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Home -&gt; Bullets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3A896-D678-47B5-BD85-6928AFA89E0C}"/>
              </a:ext>
            </a:extLst>
          </p:cNvPr>
          <p:cNvSpPr txBox="1"/>
          <p:nvPr/>
        </p:nvSpPr>
        <p:spPr>
          <a:xfrm>
            <a:off x="1529685" y="2252954"/>
            <a:ext cx="29370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Insert -&gt; Bullets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E61822-95E4-4DE3-942B-3C039D38E11E}"/>
              </a:ext>
            </a:extLst>
          </p:cNvPr>
          <p:cNvSpPr txBox="1"/>
          <p:nvPr/>
        </p:nvSpPr>
        <p:spPr>
          <a:xfrm>
            <a:off x="1529684" y="2807907"/>
            <a:ext cx="31357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Layout -&gt; Bullets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837CFA-BB9E-478F-A24C-8F04E0341E99}"/>
              </a:ext>
            </a:extLst>
          </p:cNvPr>
          <p:cNvSpPr txBox="1"/>
          <p:nvPr/>
        </p:nvSpPr>
        <p:spPr>
          <a:xfrm>
            <a:off x="1529685" y="3362860"/>
            <a:ext cx="28897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View -&gt; Bullets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D1CAB1-C8B2-49BD-93DA-B83F302403E6}"/>
                  </a:ext>
                </a:extLst>
              </p14:cNvPr>
              <p14:cNvContentPartPr/>
              <p14:nvPr/>
            </p14:nvContentPartPr>
            <p14:xfrm>
              <a:off x="1630855" y="1828523"/>
              <a:ext cx="2779200" cy="8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D1CAB1-C8B2-49BD-93DA-B83F302403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0843" y="1648523"/>
                <a:ext cx="2958863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651401-FFD1-4D8D-B59F-9C4AD8E22E1B}"/>
                  </a:ext>
                </a:extLst>
              </p14:cNvPr>
              <p14:cNvContentPartPr/>
              <p14:nvPr/>
            </p14:nvContentPartPr>
            <p14:xfrm>
              <a:off x="1432135" y="2475443"/>
              <a:ext cx="2963520" cy="129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651401-FFD1-4D8D-B59F-9C4AD8E22E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2495" y="2295443"/>
                <a:ext cx="314316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3B0263-740B-47FA-9176-FE3A3D803FF5}"/>
                  </a:ext>
                </a:extLst>
              </p14:cNvPr>
              <p14:cNvContentPartPr/>
              <p14:nvPr/>
            </p14:nvContentPartPr>
            <p14:xfrm>
              <a:off x="1779895" y="2951363"/>
              <a:ext cx="2798640" cy="258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3B0263-740B-47FA-9176-FE3A3D803F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9895" y="2771363"/>
                <a:ext cx="297828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B63E0F-C9A4-4A17-95FC-3042CB26654A}"/>
                  </a:ext>
                </a:extLst>
              </p14:cNvPr>
              <p14:cNvContentPartPr/>
              <p14:nvPr/>
            </p14:nvContentPartPr>
            <p14:xfrm>
              <a:off x="1273735" y="3536363"/>
              <a:ext cx="3009600" cy="150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BB63E0F-C9A4-4A17-95FC-3042CB2665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4095" y="3356363"/>
                <a:ext cx="3189240" cy="5101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687E95-3518-46FC-A317-D5E2FCB312FF}"/>
              </a:ext>
            </a:extLst>
          </p:cNvPr>
          <p:cNvSpPr/>
          <p:nvPr/>
        </p:nvSpPr>
        <p:spPr>
          <a:xfrm>
            <a:off x="37709" y="1905098"/>
            <a:ext cx="661182" cy="54864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0CAD42-5E81-4A12-946B-B3911B7B9DC0}"/>
              </a:ext>
            </a:extLst>
          </p:cNvPr>
          <p:cNvSpPr/>
          <p:nvPr/>
        </p:nvSpPr>
        <p:spPr>
          <a:xfrm>
            <a:off x="37709" y="2600003"/>
            <a:ext cx="661182" cy="68956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Rectangl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0CF48EC-5CF4-4895-8B8D-3AA626B16AA2}"/>
              </a:ext>
            </a:extLst>
          </p:cNvPr>
          <p:cNvSpPr/>
          <p:nvPr/>
        </p:nvSpPr>
        <p:spPr>
          <a:xfrm>
            <a:off x="368300" y="6175717"/>
            <a:ext cx="2923540" cy="4501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295531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754</Words>
  <Application>Microsoft Office PowerPoint</Application>
  <PresentationFormat>Custom</PresentationFormat>
  <Paragraphs>185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NASER GURI</dc:creator>
  <cp:keywords/>
  <dc:description>generated using python-pptx</dc:description>
  <cp:lastModifiedBy>Naser</cp:lastModifiedBy>
  <cp:revision>59</cp:revision>
  <dcterms:created xsi:type="dcterms:W3CDTF">2013-01-27T09:14:16Z</dcterms:created>
  <dcterms:modified xsi:type="dcterms:W3CDTF">2025-04-01T13:54:00Z</dcterms:modified>
  <cp:category/>
</cp:coreProperties>
</file>