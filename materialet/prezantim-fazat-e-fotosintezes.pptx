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3" r:id="rId4"/>
    <p:sldId id="258" r:id="rId5"/>
    <p:sldId id="259" r:id="rId6"/>
    <p:sldId id="260" r:id="rId7"/>
    <p:sldId id="261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D1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413E8B7-2798-4372-BA48-1037472F388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DAD206C-CEE0-4450-9EC8-20B74C9C9ED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i="1" dirty="0" err="1">
                <a:solidFill>
                  <a:schemeClr val="tx1"/>
                </a:solidFill>
                <a:latin typeface="Baskerville Old Face" pitchFamily="18" charset="0"/>
              </a:rPr>
              <a:t>Fazat</a:t>
            </a:r>
            <a:r>
              <a:rPr lang="en-US" sz="4900" b="1" i="1" dirty="0">
                <a:solidFill>
                  <a:schemeClr val="tx1"/>
                </a:solidFill>
                <a:latin typeface="Baskerville Old Face" pitchFamily="18" charset="0"/>
              </a:rPr>
              <a:t> e </a:t>
            </a:r>
            <a:r>
              <a:rPr lang="en-US" sz="4900" b="1" i="1" dirty="0" err="1">
                <a:solidFill>
                  <a:schemeClr val="tx1"/>
                </a:solidFill>
                <a:latin typeface="Baskerville Old Face" pitchFamily="18" charset="0"/>
              </a:rPr>
              <a:t>Fotosintezes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533400"/>
            <a:ext cx="8229600" cy="6096000"/>
          </a:xfrm>
        </p:spPr>
        <p:txBody>
          <a:bodyPr>
            <a:normAutofit/>
          </a:bodyPr>
          <a:lstStyle/>
          <a:p>
            <a:r>
              <a:rPr lang="en-US" sz="2800" dirty="0" err="1"/>
              <a:t>Fotosinteza</a:t>
            </a:r>
            <a:r>
              <a:rPr lang="en-US" sz="2800" dirty="0"/>
              <a:t> (</a:t>
            </a:r>
            <a:r>
              <a:rPr lang="en-US" sz="2800" dirty="0" err="1"/>
              <a:t>greq</a:t>
            </a:r>
            <a:r>
              <a:rPr lang="en-US" sz="2800" dirty="0"/>
              <a:t>. </a:t>
            </a:r>
            <a:r>
              <a:rPr lang="en-US" sz="2800" dirty="0" err="1"/>
              <a:t>fos</a:t>
            </a:r>
            <a:r>
              <a:rPr lang="en-US" sz="2800" dirty="0"/>
              <a:t>, </a:t>
            </a:r>
            <a:r>
              <a:rPr lang="en-US" sz="2800" dirty="0" err="1"/>
              <a:t>foto</a:t>
            </a:r>
            <a:r>
              <a:rPr lang="en-US" sz="2800" dirty="0"/>
              <a:t>-s = </a:t>
            </a:r>
            <a:r>
              <a:rPr lang="en-US" sz="2800" dirty="0" err="1"/>
              <a:t>dritë</a:t>
            </a:r>
            <a:r>
              <a:rPr lang="en-US" sz="2800" dirty="0"/>
              <a:t>; </a:t>
            </a:r>
            <a:r>
              <a:rPr lang="en-US" sz="2800" dirty="0" err="1"/>
              <a:t>sinthesis</a:t>
            </a:r>
            <a:r>
              <a:rPr lang="en-US" sz="2800" dirty="0"/>
              <a:t> = </a:t>
            </a:r>
            <a:r>
              <a:rPr lang="en-US" sz="2800" dirty="0" err="1"/>
              <a:t>bashkim</a:t>
            </a:r>
            <a:r>
              <a:rPr lang="en-US" sz="2800" dirty="0"/>
              <a:t>) </a:t>
            </a:r>
            <a:r>
              <a:rPr lang="en-US" sz="2800" dirty="0" err="1"/>
              <a:t>është</a:t>
            </a:r>
            <a:r>
              <a:rPr lang="en-US" sz="2800" dirty="0"/>
              <a:t> </a:t>
            </a:r>
            <a:r>
              <a:rPr lang="en-US" sz="2800" dirty="0" err="1"/>
              <a:t>shndërrimi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energjisë</a:t>
            </a:r>
            <a:r>
              <a:rPr lang="en-US" sz="2800" dirty="0"/>
              <a:t> </a:t>
            </a:r>
            <a:r>
              <a:rPr lang="en-US" sz="2800" dirty="0" err="1"/>
              <a:t>së</a:t>
            </a:r>
            <a:r>
              <a:rPr lang="en-US" sz="2800" dirty="0"/>
              <a:t> </a:t>
            </a:r>
            <a:r>
              <a:rPr lang="en-US" sz="2800" dirty="0" err="1"/>
              <a:t>dritës</a:t>
            </a:r>
            <a:r>
              <a:rPr lang="en-US" sz="2800" dirty="0"/>
              <a:t> </a:t>
            </a:r>
            <a:r>
              <a:rPr lang="en-US" sz="2800" dirty="0" err="1"/>
              <a:t>diellore</a:t>
            </a:r>
            <a:r>
              <a:rPr lang="en-US" sz="2800" dirty="0"/>
              <a:t> </a:t>
            </a:r>
            <a:r>
              <a:rPr lang="en-US" sz="2800" dirty="0" err="1"/>
              <a:t>në</a:t>
            </a:r>
            <a:r>
              <a:rPr lang="en-US" sz="2800" dirty="0"/>
              <a:t> </a:t>
            </a:r>
            <a:r>
              <a:rPr lang="en-US" sz="2800" dirty="0" err="1"/>
              <a:t>energji</a:t>
            </a:r>
            <a:r>
              <a:rPr lang="en-US" sz="2800" dirty="0"/>
              <a:t> </a:t>
            </a:r>
            <a:r>
              <a:rPr lang="en-US" sz="2800" dirty="0" err="1"/>
              <a:t>kimike</a:t>
            </a:r>
            <a:r>
              <a:rPr lang="en-US" sz="2800" dirty="0"/>
              <a:t> </a:t>
            </a:r>
            <a:r>
              <a:rPr lang="en-US" sz="2800" dirty="0" err="1"/>
              <a:t>nga</a:t>
            </a:r>
            <a:r>
              <a:rPr lang="en-US" sz="2800" dirty="0"/>
              <a:t> </a:t>
            </a:r>
            <a:r>
              <a:rPr lang="en-US" sz="2800" dirty="0" err="1"/>
              <a:t>organizmat</a:t>
            </a:r>
            <a:r>
              <a:rPr lang="en-US" sz="2800" dirty="0"/>
              <a:t> e </a:t>
            </a:r>
            <a:r>
              <a:rPr lang="en-US" sz="2800" dirty="0" err="1"/>
              <a:t>gjalla</a:t>
            </a:r>
            <a:r>
              <a:rPr lang="en-US" sz="2800" dirty="0"/>
              <a:t>. </a:t>
            </a:r>
            <a:r>
              <a:rPr lang="en-US" sz="2800" dirty="0" err="1"/>
              <a:t>Lëndët</a:t>
            </a:r>
            <a:r>
              <a:rPr lang="en-US" sz="2800" dirty="0"/>
              <a:t> e </a:t>
            </a:r>
            <a:r>
              <a:rPr lang="en-US" sz="2800" dirty="0" err="1"/>
              <a:t>para</a:t>
            </a:r>
            <a:r>
              <a:rPr lang="en-US" sz="2800" dirty="0"/>
              <a:t> </a:t>
            </a:r>
            <a:r>
              <a:rPr lang="en-US" sz="2800" dirty="0" err="1"/>
              <a:t>që</a:t>
            </a:r>
            <a:r>
              <a:rPr lang="en-US" sz="2800" dirty="0"/>
              <a:t> </a:t>
            </a:r>
            <a:r>
              <a:rPr lang="en-US" sz="2800" dirty="0" err="1"/>
              <a:t>nevojiten</a:t>
            </a:r>
            <a:r>
              <a:rPr lang="en-US" sz="2800" dirty="0"/>
              <a:t> </a:t>
            </a:r>
            <a:r>
              <a:rPr lang="en-US" sz="2800" dirty="0" err="1"/>
              <a:t>për</a:t>
            </a:r>
            <a:r>
              <a:rPr lang="en-US" sz="2800" dirty="0"/>
              <a:t> </a:t>
            </a:r>
            <a:r>
              <a:rPr lang="en-US" sz="2800" dirty="0" err="1"/>
              <a:t>kryrjen</a:t>
            </a:r>
            <a:r>
              <a:rPr lang="en-US" sz="2800" dirty="0"/>
              <a:t> e </a:t>
            </a:r>
            <a:r>
              <a:rPr lang="en-US" sz="2800" dirty="0" err="1"/>
              <a:t>saj</a:t>
            </a:r>
            <a:r>
              <a:rPr lang="en-US" sz="2800" dirty="0"/>
              <a:t> </a:t>
            </a:r>
            <a:r>
              <a:rPr lang="en-US" sz="2800" dirty="0" err="1"/>
              <a:t>janë</a:t>
            </a:r>
            <a:r>
              <a:rPr lang="en-US" sz="2800" dirty="0"/>
              <a:t> </a:t>
            </a:r>
            <a:r>
              <a:rPr lang="en-US" sz="2800" dirty="0" err="1"/>
              <a:t>dioksidi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karbonit</a:t>
            </a:r>
            <a:r>
              <a:rPr lang="en-US" sz="2800" dirty="0"/>
              <a:t> </a:t>
            </a:r>
            <a:r>
              <a:rPr lang="en-US" sz="2800" dirty="0" err="1"/>
              <a:t>dhe</a:t>
            </a:r>
            <a:r>
              <a:rPr lang="en-US" sz="2800" dirty="0"/>
              <a:t> </a:t>
            </a:r>
            <a:r>
              <a:rPr lang="en-US" sz="2800" dirty="0" err="1"/>
              <a:t>uji</a:t>
            </a:r>
            <a:r>
              <a:rPr lang="en-US" sz="2800" dirty="0"/>
              <a:t>, </a:t>
            </a:r>
            <a:r>
              <a:rPr lang="en-US" sz="2800" dirty="0" err="1"/>
              <a:t>burimi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energjisë</a:t>
            </a:r>
            <a:r>
              <a:rPr lang="en-US" sz="2800" dirty="0"/>
              <a:t> </a:t>
            </a:r>
            <a:r>
              <a:rPr lang="en-US" sz="2800" dirty="0" err="1"/>
              <a:t>është</a:t>
            </a:r>
            <a:r>
              <a:rPr lang="en-US" sz="2800" dirty="0"/>
              <a:t> </a:t>
            </a:r>
            <a:r>
              <a:rPr lang="en-US" sz="2800" dirty="0" err="1"/>
              <a:t>drita</a:t>
            </a:r>
            <a:r>
              <a:rPr lang="en-US" sz="2800" dirty="0"/>
              <a:t> e </a:t>
            </a:r>
            <a:r>
              <a:rPr lang="en-US" sz="2800" dirty="0" err="1"/>
              <a:t>diellit</a:t>
            </a:r>
            <a:r>
              <a:rPr lang="en-US" sz="2800" dirty="0"/>
              <a:t>, </a:t>
            </a:r>
            <a:r>
              <a:rPr lang="en-US" sz="2800" dirty="0" err="1"/>
              <a:t>dhe</a:t>
            </a:r>
            <a:r>
              <a:rPr lang="en-US" sz="2800" dirty="0"/>
              <a:t> </a:t>
            </a:r>
            <a:r>
              <a:rPr lang="en-US" sz="2800" dirty="0" err="1"/>
              <a:t>lëndët</a:t>
            </a:r>
            <a:r>
              <a:rPr lang="en-US" sz="2800" dirty="0"/>
              <a:t> e </a:t>
            </a:r>
            <a:r>
              <a:rPr lang="en-US" sz="2800" dirty="0" err="1"/>
              <a:t>fituara</a:t>
            </a:r>
            <a:r>
              <a:rPr lang="en-US" sz="2800" dirty="0"/>
              <a:t> </a:t>
            </a:r>
            <a:r>
              <a:rPr lang="en-US" sz="2800" dirty="0" err="1"/>
              <a:t>janë</a:t>
            </a:r>
            <a:r>
              <a:rPr lang="en-US" sz="2800" dirty="0"/>
              <a:t> </a:t>
            </a:r>
            <a:r>
              <a:rPr lang="en-US" sz="2800" dirty="0" err="1"/>
              <a:t>glukoza</a:t>
            </a:r>
            <a:r>
              <a:rPr lang="en-US" sz="2800" dirty="0"/>
              <a:t> </a:t>
            </a:r>
            <a:r>
              <a:rPr lang="en-US" sz="2800" dirty="0" err="1"/>
              <a:t>dhe</a:t>
            </a:r>
            <a:r>
              <a:rPr lang="en-US" sz="2800" dirty="0"/>
              <a:t> </a:t>
            </a:r>
            <a:r>
              <a:rPr lang="en-US" sz="2800" dirty="0" err="1"/>
              <a:t>oksigjeni</a:t>
            </a:r>
            <a:r>
              <a:rPr lang="en-US" sz="2800" dirty="0"/>
              <a:t>. </a:t>
            </a:r>
            <a:r>
              <a:rPr lang="en-US" sz="2800" dirty="0" err="1"/>
              <a:t>Është</a:t>
            </a:r>
            <a:r>
              <a:rPr lang="en-US" sz="2800" dirty="0"/>
              <a:t> </a:t>
            </a:r>
            <a:r>
              <a:rPr lang="en-US" sz="2800" dirty="0" err="1"/>
              <a:t>procesi</a:t>
            </a:r>
            <a:r>
              <a:rPr lang="en-US" sz="2800" dirty="0"/>
              <a:t> </a:t>
            </a:r>
            <a:r>
              <a:rPr lang="en-US" sz="2800" dirty="0" err="1"/>
              <a:t>më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rëndësishëm</a:t>
            </a:r>
            <a:r>
              <a:rPr lang="en-US" sz="2800" dirty="0"/>
              <a:t> </a:t>
            </a:r>
            <a:r>
              <a:rPr lang="en-US" sz="2800" dirty="0" err="1"/>
              <a:t>biokimik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shkëmbimit</a:t>
            </a:r>
            <a:r>
              <a:rPr lang="en-US" sz="2800" dirty="0"/>
              <a:t> </a:t>
            </a:r>
            <a:r>
              <a:rPr lang="en-US" sz="2800" dirty="0" err="1"/>
              <a:t>të</a:t>
            </a:r>
            <a:r>
              <a:rPr lang="en-US" sz="2800" dirty="0"/>
              <a:t> </a:t>
            </a:r>
            <a:r>
              <a:rPr lang="en-US" sz="2800" dirty="0" err="1"/>
              <a:t>lëndëve</a:t>
            </a:r>
            <a:r>
              <a:rPr lang="en-US" sz="2800" dirty="0"/>
              <a:t> </a:t>
            </a:r>
            <a:r>
              <a:rPr lang="en-US" sz="2800" dirty="0" err="1"/>
              <a:t>në</a:t>
            </a:r>
            <a:r>
              <a:rPr lang="en-US" sz="2800" dirty="0"/>
              <a:t> </a:t>
            </a:r>
            <a:r>
              <a:rPr lang="en-US" sz="2800" dirty="0" err="1"/>
              <a:t>tokë</a:t>
            </a:r>
            <a:r>
              <a:rPr lang="en-US" sz="2800" dirty="0"/>
              <a:t>, </a:t>
            </a:r>
            <a:r>
              <a:rPr lang="en-US" sz="2800" dirty="0" err="1"/>
              <a:t>ngaqë</a:t>
            </a:r>
            <a:r>
              <a:rPr lang="en-US" sz="2800" dirty="0"/>
              <a:t> </a:t>
            </a:r>
            <a:r>
              <a:rPr lang="en-US" sz="2800" dirty="0" err="1"/>
              <a:t>pothuajse</a:t>
            </a:r>
            <a:r>
              <a:rPr lang="en-US" sz="2800" dirty="0"/>
              <a:t> </a:t>
            </a:r>
            <a:r>
              <a:rPr lang="en-US" sz="2800" dirty="0" err="1"/>
              <a:t>gjithë</a:t>
            </a:r>
            <a:r>
              <a:rPr lang="en-US" sz="2800" dirty="0"/>
              <a:t> </a:t>
            </a:r>
            <a:r>
              <a:rPr lang="en-US" sz="2800" dirty="0" err="1"/>
              <a:t>jeta</a:t>
            </a:r>
            <a:r>
              <a:rPr lang="en-US" sz="2800" dirty="0"/>
              <a:t> </a:t>
            </a:r>
            <a:r>
              <a:rPr lang="en-US" sz="2800" dirty="0" err="1"/>
              <a:t>varet</a:t>
            </a:r>
            <a:r>
              <a:rPr lang="en-US" sz="2800" dirty="0"/>
              <a:t> </a:t>
            </a:r>
            <a:r>
              <a:rPr lang="en-US" sz="2800" dirty="0" err="1"/>
              <a:t>nga</a:t>
            </a:r>
            <a:r>
              <a:rPr lang="en-US" sz="2800" dirty="0"/>
              <a:t> </a:t>
            </a:r>
            <a:r>
              <a:rPr lang="en-US" sz="2800" dirty="0" err="1"/>
              <a:t>fotosinteza</a:t>
            </a:r>
            <a:r>
              <a:rPr lang="en-US" sz="2800" dirty="0"/>
              <a:t>. </a:t>
            </a:r>
            <a:r>
              <a:rPr lang="en-US" sz="2800" dirty="0" err="1"/>
              <a:t>Fotosinteza</a:t>
            </a:r>
            <a:r>
              <a:rPr lang="en-US" sz="2800" dirty="0"/>
              <a:t> </a:t>
            </a:r>
            <a:r>
              <a:rPr lang="en-US" sz="2800" dirty="0" err="1"/>
              <a:t>është</a:t>
            </a:r>
            <a:r>
              <a:rPr lang="en-US" sz="2800" dirty="0"/>
              <a:t> </a:t>
            </a:r>
            <a:r>
              <a:rPr lang="en-US" sz="2800" dirty="0" err="1"/>
              <a:t>një</a:t>
            </a:r>
            <a:r>
              <a:rPr lang="en-US" sz="2800" dirty="0"/>
              <a:t> </a:t>
            </a:r>
            <a:r>
              <a:rPr lang="en-US" sz="2800" dirty="0" err="1"/>
              <a:t>proces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ndërlikuar</a:t>
            </a:r>
            <a:r>
              <a:rPr lang="en-US" sz="2800" dirty="0"/>
              <a:t> </a:t>
            </a:r>
            <a:r>
              <a:rPr lang="en-US" sz="2800" dirty="0" err="1"/>
              <a:t>që</a:t>
            </a:r>
            <a:r>
              <a:rPr lang="en-US" sz="2800" dirty="0"/>
              <a:t> </a:t>
            </a:r>
            <a:r>
              <a:rPr lang="en-US" sz="2800" dirty="0" err="1"/>
              <a:t>ndodh</a:t>
            </a:r>
            <a:r>
              <a:rPr lang="en-US" sz="2800" dirty="0"/>
              <a:t> </a:t>
            </a:r>
            <a:r>
              <a:rPr lang="en-US" sz="2800" dirty="0" err="1"/>
              <a:t>tek</a:t>
            </a:r>
            <a:r>
              <a:rPr lang="en-US" sz="2800" dirty="0"/>
              <a:t> </a:t>
            </a:r>
            <a:r>
              <a:rPr lang="en-US" sz="2800" dirty="0" err="1"/>
              <a:t>bimët</a:t>
            </a:r>
            <a:r>
              <a:rPr lang="en-US" sz="2800" dirty="0"/>
              <a:t>, alga </a:t>
            </a:r>
            <a:r>
              <a:rPr lang="en-US" sz="2800" dirty="0" err="1"/>
              <a:t>dhe</a:t>
            </a:r>
            <a:r>
              <a:rPr lang="en-US" sz="2800" dirty="0"/>
              <a:t> </a:t>
            </a:r>
            <a:r>
              <a:rPr lang="en-US" sz="2800" dirty="0" err="1"/>
              <a:t>disa</a:t>
            </a:r>
            <a:r>
              <a:rPr lang="en-US" sz="2800" dirty="0"/>
              <a:t> </a:t>
            </a:r>
            <a:r>
              <a:rPr lang="en-US" sz="2800" dirty="0" err="1"/>
              <a:t>baktere</a:t>
            </a:r>
            <a:r>
              <a:rPr lang="en-US" sz="2800" dirty="0"/>
              <a:t>. </a:t>
            </a:r>
            <a:r>
              <a:rPr lang="en-US" sz="2800" dirty="0" err="1"/>
              <a:t>Kryhet</a:t>
            </a:r>
            <a:r>
              <a:rPr lang="en-US" sz="2800" dirty="0"/>
              <a:t> </a:t>
            </a:r>
            <a:r>
              <a:rPr lang="en-US" sz="2800" dirty="0" err="1"/>
              <a:t>vetem</a:t>
            </a:r>
            <a:r>
              <a:rPr lang="en-US" sz="2800" dirty="0"/>
              <a:t> </a:t>
            </a:r>
            <a:r>
              <a:rPr lang="en-US" sz="2800" dirty="0" err="1"/>
              <a:t>gjate</a:t>
            </a:r>
            <a:r>
              <a:rPr lang="en-US" sz="2800" dirty="0"/>
              <a:t> </a:t>
            </a:r>
            <a:r>
              <a:rPr lang="en-US" sz="2800" dirty="0" err="1"/>
              <a:t>ditës</a:t>
            </a:r>
            <a:r>
              <a:rPr lang="en-US" sz="2800" dirty="0"/>
              <a:t> </a:t>
            </a:r>
            <a:r>
              <a:rPr lang="en-US" sz="2800" dirty="0" err="1"/>
              <a:t>dhe</a:t>
            </a:r>
            <a:r>
              <a:rPr lang="en-US" sz="2800" dirty="0"/>
              <a:t> </a:t>
            </a:r>
            <a:r>
              <a:rPr lang="en-US" sz="2800" dirty="0" err="1"/>
              <a:t>në</a:t>
            </a:r>
            <a:r>
              <a:rPr lang="en-US" sz="2800" dirty="0"/>
              <a:t> </a:t>
            </a:r>
            <a:r>
              <a:rPr lang="en-US" sz="2800" dirty="0" err="1"/>
              <a:t>dritën</a:t>
            </a:r>
            <a:r>
              <a:rPr lang="en-US" sz="2800" dirty="0"/>
              <a:t> e </a:t>
            </a:r>
            <a:r>
              <a:rPr lang="en-US" sz="2800" dirty="0" err="1"/>
              <a:t>diellit</a:t>
            </a:r>
            <a:r>
              <a:rPr lang="en-US" sz="2800" dirty="0"/>
              <a:t> Ka </a:t>
            </a:r>
            <a:r>
              <a:rPr lang="en-US" sz="2800" dirty="0" err="1"/>
              <a:t>rendesi</a:t>
            </a:r>
            <a:r>
              <a:rPr lang="en-US" sz="2800" dirty="0"/>
              <a:t> </a:t>
            </a:r>
            <a:r>
              <a:rPr lang="en-US" sz="2800" dirty="0" err="1"/>
              <a:t>te</a:t>
            </a:r>
            <a:r>
              <a:rPr lang="en-US" sz="2800" dirty="0"/>
              <a:t> </a:t>
            </a:r>
            <a:r>
              <a:rPr lang="en-US" sz="2800" dirty="0" err="1"/>
              <a:t>madhe</a:t>
            </a:r>
            <a:r>
              <a:rPr lang="en-US" sz="2800" dirty="0"/>
              <a:t> </a:t>
            </a:r>
            <a:r>
              <a:rPr lang="en-US" sz="2800" dirty="0" err="1"/>
              <a:t>për</a:t>
            </a:r>
            <a:r>
              <a:rPr lang="en-US" sz="2800" dirty="0"/>
              <a:t> </a:t>
            </a:r>
            <a:r>
              <a:rPr lang="en-US" sz="2800" dirty="0" err="1"/>
              <a:t>shkak</a:t>
            </a:r>
            <a:r>
              <a:rPr lang="en-US" sz="2800" dirty="0"/>
              <a:t> se </a:t>
            </a:r>
            <a:r>
              <a:rPr lang="en-US" sz="2800" dirty="0" err="1"/>
              <a:t>oksigjeni</a:t>
            </a:r>
            <a:r>
              <a:rPr lang="en-US" sz="2800" dirty="0"/>
              <a:t> </a:t>
            </a:r>
            <a:r>
              <a:rPr lang="en-US" sz="2800" dirty="0" err="1"/>
              <a:t>thithet</a:t>
            </a:r>
            <a:r>
              <a:rPr lang="en-US" sz="2800" dirty="0"/>
              <a:t> </a:t>
            </a:r>
            <a:r>
              <a:rPr lang="en-US" sz="2800" dirty="0" err="1"/>
              <a:t>nga</a:t>
            </a:r>
            <a:r>
              <a:rPr lang="en-US" sz="2800" dirty="0"/>
              <a:t> </a:t>
            </a:r>
            <a:r>
              <a:rPr lang="en-US" sz="2800" dirty="0" err="1"/>
              <a:t>te</a:t>
            </a:r>
            <a:r>
              <a:rPr lang="en-US" sz="2800" dirty="0"/>
              <a:t> </a:t>
            </a:r>
            <a:r>
              <a:rPr lang="en-US" sz="2800" dirty="0" err="1"/>
              <a:t>gjithë</a:t>
            </a:r>
            <a:r>
              <a:rPr lang="en-US" sz="2800" dirty="0"/>
              <a:t> </a:t>
            </a:r>
            <a:r>
              <a:rPr lang="en-US" sz="2800" dirty="0" err="1"/>
              <a:t>dhe</a:t>
            </a:r>
            <a:r>
              <a:rPr lang="en-US" sz="2800" dirty="0"/>
              <a:t> </a:t>
            </a:r>
            <a:r>
              <a:rPr lang="en-US" sz="2800" dirty="0" err="1"/>
              <a:t>fotosinteza</a:t>
            </a:r>
            <a:r>
              <a:rPr lang="en-US" sz="2800" dirty="0"/>
              <a:t> </a:t>
            </a:r>
            <a:r>
              <a:rPr lang="en-US" sz="2800" dirty="0" err="1"/>
              <a:t>është</a:t>
            </a:r>
            <a:r>
              <a:rPr lang="en-US" sz="2800" dirty="0"/>
              <a:t> </a:t>
            </a:r>
            <a:r>
              <a:rPr lang="en-US" sz="2800" dirty="0" err="1"/>
              <a:t>faktori</a:t>
            </a:r>
            <a:r>
              <a:rPr lang="en-US" sz="2800" dirty="0"/>
              <a:t> </a:t>
            </a:r>
            <a:r>
              <a:rPr lang="en-US" sz="2800" dirty="0" err="1"/>
              <a:t>kryesore</a:t>
            </a:r>
            <a:r>
              <a:rPr lang="en-US" sz="2800" dirty="0"/>
              <a:t> </a:t>
            </a:r>
            <a:r>
              <a:rPr lang="en-US" sz="2800" dirty="0" err="1"/>
              <a:t>qe</a:t>
            </a:r>
            <a:r>
              <a:rPr lang="en-US" sz="2800" dirty="0"/>
              <a:t> e </a:t>
            </a:r>
            <a:r>
              <a:rPr lang="en-US" sz="2800" dirty="0" err="1"/>
              <a:t>liron</a:t>
            </a:r>
            <a:r>
              <a:rPr lang="en-US" sz="2800" dirty="0"/>
              <a:t> ate </a:t>
            </a:r>
            <a:r>
              <a:rPr lang="en-US" sz="2800" dirty="0" err="1"/>
              <a:t>nga</a:t>
            </a:r>
            <a:r>
              <a:rPr lang="en-US" sz="2800" dirty="0"/>
              <a:t> </a:t>
            </a:r>
            <a:r>
              <a:rPr lang="en-US" sz="2800" dirty="0" err="1"/>
              <a:t>bimët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752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Fig.1</a:t>
            </a:r>
          </a:p>
        </p:txBody>
      </p:sp>
      <p:pic>
        <p:nvPicPr>
          <p:cNvPr id="4" name="Content Placeholder 3" descr="WhatsApp-Image-2020-05-30-at-01.06.40-768x527.jpe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38200" y="838200"/>
            <a:ext cx="7848600" cy="53340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Faktoret</a:t>
            </a:r>
            <a:r>
              <a:rPr lang="en-US" dirty="0"/>
              <a:t> </a:t>
            </a:r>
            <a:r>
              <a:rPr lang="en-US" dirty="0" err="1"/>
              <a:t>qe</a:t>
            </a:r>
            <a:r>
              <a:rPr lang="en-US" dirty="0"/>
              <a:t> </a:t>
            </a:r>
            <a:r>
              <a:rPr lang="en-US" dirty="0" err="1"/>
              <a:t>ndikojne</a:t>
            </a:r>
            <a:r>
              <a:rPr lang="en-US" dirty="0"/>
              <a:t> </a:t>
            </a:r>
            <a:r>
              <a:rPr lang="en-US" dirty="0" err="1"/>
              <a:t>jane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➯ E. </a:t>
            </a:r>
            <a:r>
              <a:rPr lang="en-US" dirty="0" err="1"/>
              <a:t>Diellore</a:t>
            </a:r>
            <a:br>
              <a:rPr lang="en-US" dirty="0"/>
            </a:br>
            <a:r>
              <a:rPr lang="en-US" dirty="0"/>
              <a:t>➯ CO</a:t>
            </a:r>
            <a:r>
              <a:rPr lang="en-US" baseline="-25000" dirty="0"/>
              <a:t>2</a:t>
            </a:r>
            <a:br>
              <a:rPr lang="en-US" dirty="0"/>
            </a:br>
            <a:r>
              <a:rPr lang="en-US" dirty="0"/>
              <a:t>➯ 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br>
              <a:rPr lang="en-US" dirty="0"/>
            </a:br>
            <a:r>
              <a:rPr lang="en-US" dirty="0"/>
              <a:t>➯ </a:t>
            </a:r>
            <a:r>
              <a:rPr lang="en-US" dirty="0" err="1"/>
              <a:t>Kripërat</a:t>
            </a:r>
            <a:r>
              <a:rPr lang="en-US" dirty="0"/>
              <a:t> </a:t>
            </a:r>
            <a:r>
              <a:rPr lang="en-US" dirty="0" err="1"/>
              <a:t>minerale</a:t>
            </a:r>
            <a:br>
              <a:rPr lang="en-US" dirty="0"/>
            </a:br>
            <a:r>
              <a:rPr lang="en-US" dirty="0"/>
              <a:t>➯ </a:t>
            </a:r>
            <a:r>
              <a:rPr lang="en-US" dirty="0" err="1"/>
              <a:t>Klorofili</a:t>
            </a:r>
            <a:r>
              <a:rPr lang="en-US" dirty="0"/>
              <a:t> </a:t>
            </a:r>
            <a:r>
              <a:rPr lang="en-US" i="1" dirty="0"/>
              <a:t>(</a:t>
            </a:r>
            <a:r>
              <a:rPr lang="en-US" i="1" dirty="0" err="1"/>
              <a:t>kryesisht</a:t>
            </a:r>
            <a:r>
              <a:rPr lang="en-US" i="1" dirty="0"/>
              <a:t> tipi a)</a:t>
            </a:r>
            <a:br>
              <a:rPr lang="en-US" i="1" dirty="0"/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u="sng" dirty="0" err="1"/>
              <a:t>Rëndësia</a:t>
            </a:r>
            <a:r>
              <a:rPr lang="en-US" b="1" u="sng" dirty="0"/>
              <a:t> e </a:t>
            </a:r>
            <a:r>
              <a:rPr lang="en-US" b="1" u="sng" dirty="0" err="1"/>
              <a:t>fotosintezës</a:t>
            </a:r>
            <a:r>
              <a:rPr lang="en-US" b="1" u="sng" dirty="0"/>
              <a:t>:</a:t>
            </a:r>
            <a:br>
              <a:rPr lang="en-US" dirty="0"/>
            </a:br>
            <a:r>
              <a:rPr lang="en-US" dirty="0"/>
              <a:t>➯ </a:t>
            </a:r>
            <a:r>
              <a:rPr lang="en-US" dirty="0" err="1"/>
              <a:t>Prodhon</a:t>
            </a:r>
            <a:r>
              <a:rPr lang="en-US" dirty="0"/>
              <a:t> </a:t>
            </a:r>
            <a:r>
              <a:rPr lang="en-US" dirty="0" err="1"/>
              <a:t>glukozën</a:t>
            </a:r>
            <a:r>
              <a:rPr lang="en-US" dirty="0"/>
              <a:t> (</a:t>
            </a:r>
            <a:r>
              <a:rPr lang="en-US" dirty="0" err="1"/>
              <a:t>lënda</a:t>
            </a:r>
            <a:r>
              <a:rPr lang="en-US" dirty="0"/>
              <a:t> </a:t>
            </a:r>
            <a:r>
              <a:rPr lang="en-US" dirty="0" err="1"/>
              <a:t>organike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➯ </a:t>
            </a:r>
            <a:r>
              <a:rPr lang="en-US" dirty="0" err="1"/>
              <a:t>Çliron</a:t>
            </a:r>
            <a:r>
              <a:rPr lang="en-US" dirty="0"/>
              <a:t> O</a:t>
            </a:r>
            <a:r>
              <a:rPr lang="en-US" baseline="-25000" dirty="0"/>
              <a:t>2</a:t>
            </a:r>
            <a:r>
              <a:rPr lang="en-US" dirty="0"/>
              <a:t> 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atmosferë</a:t>
            </a:r>
            <a:br>
              <a:rPr lang="en-US" dirty="0"/>
            </a:br>
            <a:r>
              <a:rPr lang="en-US" dirty="0"/>
              <a:t>* </a:t>
            </a:r>
            <a:r>
              <a:rPr lang="en-US" dirty="0" err="1"/>
              <a:t>Fotosinteza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jetik</a:t>
            </a:r>
            <a:r>
              <a:rPr lang="en-US" dirty="0"/>
              <a:t>.</a:t>
            </a:r>
            <a:br>
              <a:rPr lang="en-US" dirty="0"/>
            </a:br>
            <a:r>
              <a:rPr lang="en-US" b="1" u="sng" dirty="0" err="1"/>
              <a:t>RëndRëndësia</a:t>
            </a:r>
            <a:r>
              <a:rPr lang="en-US" b="1" u="sng" dirty="0"/>
              <a:t> e </a:t>
            </a:r>
            <a:r>
              <a:rPr lang="en-US" b="1" u="sng" dirty="0" err="1"/>
              <a:t>fotosintezës</a:t>
            </a:r>
            <a:r>
              <a:rPr lang="en-US" b="1" u="sng" dirty="0"/>
              <a:t>:</a:t>
            </a:r>
            <a:br>
              <a:rPr lang="en-US" dirty="0"/>
            </a:br>
            <a:r>
              <a:rPr lang="en-US" dirty="0"/>
              <a:t>➯ </a:t>
            </a:r>
            <a:r>
              <a:rPr lang="en-US" dirty="0" err="1"/>
              <a:t>Prodhon</a:t>
            </a:r>
            <a:r>
              <a:rPr lang="en-US" dirty="0"/>
              <a:t> </a:t>
            </a:r>
            <a:r>
              <a:rPr lang="en-US" dirty="0" err="1"/>
              <a:t>glukozën</a:t>
            </a:r>
            <a:r>
              <a:rPr lang="en-US" dirty="0"/>
              <a:t> (</a:t>
            </a:r>
            <a:r>
              <a:rPr lang="en-US" dirty="0" err="1"/>
              <a:t>lënda</a:t>
            </a:r>
            <a:r>
              <a:rPr lang="en-US" dirty="0"/>
              <a:t> </a:t>
            </a:r>
            <a:r>
              <a:rPr lang="en-US" dirty="0" err="1"/>
              <a:t>organike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➯ </a:t>
            </a:r>
            <a:r>
              <a:rPr lang="en-US" dirty="0" err="1"/>
              <a:t>Çliron</a:t>
            </a:r>
            <a:r>
              <a:rPr lang="en-US" dirty="0"/>
              <a:t> O</a:t>
            </a:r>
            <a:r>
              <a:rPr lang="en-US" baseline="-25000" dirty="0"/>
              <a:t>2</a:t>
            </a:r>
            <a:r>
              <a:rPr lang="en-US" dirty="0"/>
              <a:t> 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atmosferë</a:t>
            </a:r>
            <a:br>
              <a:rPr lang="en-US" dirty="0"/>
            </a:br>
            <a:r>
              <a:rPr lang="en-US" dirty="0"/>
              <a:t>* </a:t>
            </a:r>
            <a:r>
              <a:rPr lang="en-US" dirty="0" err="1"/>
              <a:t>Fotosinteza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jetik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52400"/>
            <a:ext cx="8229600" cy="6248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Faza</a:t>
            </a:r>
            <a:r>
              <a:rPr lang="en-US" b="1" dirty="0"/>
              <a:t> </a:t>
            </a:r>
            <a:r>
              <a:rPr lang="en-US" b="1" dirty="0" err="1"/>
              <a:t>dritore</a:t>
            </a:r>
            <a:br>
              <a:rPr lang="en-US" b="1" dirty="0"/>
            </a:br>
            <a:br>
              <a:rPr lang="en-US" dirty="0"/>
            </a:br>
            <a:r>
              <a:rPr lang="en-US" u="sng" dirty="0" err="1"/>
              <a:t>Hyjnë</a:t>
            </a:r>
            <a:r>
              <a:rPr lang="en-US" dirty="0"/>
              <a:t>:  ➯ 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br>
              <a:rPr lang="en-US" dirty="0"/>
            </a:br>
            <a:r>
              <a:rPr lang="en-US" dirty="0"/>
              <a:t>              ➯ E. </a:t>
            </a:r>
            <a:r>
              <a:rPr lang="en-US" dirty="0" err="1"/>
              <a:t>Diellore</a:t>
            </a:r>
            <a:br>
              <a:rPr lang="en-US" dirty="0"/>
            </a:br>
            <a:r>
              <a:rPr lang="en-US" dirty="0"/>
              <a:t>              ➯ ADP</a:t>
            </a:r>
            <a:br>
              <a:rPr lang="en-US" dirty="0"/>
            </a:br>
            <a:r>
              <a:rPr lang="en-US" dirty="0"/>
              <a:t>              ➯ NADP</a:t>
            </a:r>
            <a:r>
              <a:rPr lang="en-US" baseline="30000" dirty="0"/>
              <a:t>+</a:t>
            </a:r>
            <a:br>
              <a:rPr lang="en-US" dirty="0"/>
            </a:br>
            <a:r>
              <a:rPr lang="en-US" u="sng" dirty="0" err="1"/>
              <a:t>Dalin</a:t>
            </a:r>
            <a:r>
              <a:rPr lang="en-US" dirty="0"/>
              <a:t>:  ➯ O</a:t>
            </a:r>
            <a:r>
              <a:rPr lang="en-US" baseline="-25000" dirty="0"/>
              <a:t>2</a:t>
            </a:r>
            <a:br>
              <a:rPr lang="en-US" dirty="0"/>
            </a:br>
            <a:r>
              <a:rPr lang="en-US" dirty="0"/>
              <a:t>             ➯ ATP</a:t>
            </a:r>
            <a:br>
              <a:rPr lang="en-US" dirty="0"/>
            </a:br>
            <a:r>
              <a:rPr lang="en-US" dirty="0"/>
              <a:t>             ➯ NADPH</a:t>
            </a:r>
          </a:p>
          <a:p>
            <a:r>
              <a:rPr lang="en-US" b="1" dirty="0"/>
              <a:t>!</a:t>
            </a:r>
            <a:r>
              <a:rPr lang="en-US" dirty="0"/>
              <a:t> ATP </a:t>
            </a:r>
            <a:r>
              <a:rPr lang="en-US" dirty="0" err="1"/>
              <a:t>dhe</a:t>
            </a:r>
            <a:r>
              <a:rPr lang="en-US" dirty="0"/>
              <a:t> NADPH </a:t>
            </a:r>
            <a:r>
              <a:rPr lang="en-US" dirty="0" err="1"/>
              <a:t>shfrytëzohen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fazën</a:t>
            </a:r>
            <a:r>
              <a:rPr lang="en-US" dirty="0"/>
              <a:t> e </a:t>
            </a:r>
            <a:r>
              <a:rPr lang="en-US" dirty="0" err="1"/>
              <a:t>dytë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sintezën</a:t>
            </a:r>
            <a:r>
              <a:rPr lang="en-US" dirty="0"/>
              <a:t> e </a:t>
            </a:r>
            <a:r>
              <a:rPr lang="en-US" dirty="0" err="1"/>
              <a:t>sheqerit</a:t>
            </a:r>
            <a:r>
              <a:rPr lang="en-US" dirty="0"/>
              <a:t>.</a:t>
            </a:r>
          </a:p>
          <a:p>
            <a:r>
              <a:rPr lang="en-US" b="1" u="sng" dirty="0"/>
              <a:t>2 </a:t>
            </a:r>
            <a:r>
              <a:rPr lang="en-US" b="1" u="sng" dirty="0" err="1"/>
              <a:t>fotosisteme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II) STE</a:t>
            </a:r>
            <a:br>
              <a:rPr lang="en-US" dirty="0"/>
            </a:br>
            <a:r>
              <a:rPr lang="en-US" dirty="0"/>
              <a:t>I) </a:t>
            </a:r>
            <a:r>
              <a:rPr lang="en-US" dirty="0" err="1"/>
              <a:t>Molekulat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mbartin</a:t>
            </a:r>
            <a:r>
              <a:rPr lang="en-US" dirty="0"/>
              <a:t> </a:t>
            </a:r>
            <a:r>
              <a:rPr lang="en-US" dirty="0" err="1"/>
              <a:t>energji</a:t>
            </a:r>
            <a:endParaRPr lang="en-US" dirty="0"/>
          </a:p>
          <a:p>
            <a:r>
              <a:rPr lang="en-US" dirty="0" err="1"/>
              <a:t>Reax</a:t>
            </a:r>
            <a:r>
              <a:rPr lang="en-US" dirty="0"/>
              <a:t>.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përgjithshëm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fazës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parë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12H</a:t>
            </a:r>
            <a:r>
              <a:rPr lang="en-US" baseline="-25000" dirty="0"/>
              <a:t>2</a:t>
            </a:r>
            <a:r>
              <a:rPr lang="en-US" dirty="0"/>
              <a:t>O + 12NADP</a:t>
            </a:r>
            <a:r>
              <a:rPr lang="en-US" baseline="30000" dirty="0"/>
              <a:t>+</a:t>
            </a:r>
            <a:r>
              <a:rPr lang="en-US" dirty="0"/>
              <a:t> + 18ADP + 18P</a:t>
            </a:r>
            <a:br>
              <a:rPr lang="en-US" dirty="0"/>
            </a:br>
            <a:r>
              <a:rPr lang="en-US" dirty="0"/>
              <a:t>                            ↓</a:t>
            </a:r>
            <a:br>
              <a:rPr lang="en-US" dirty="0"/>
            </a:br>
            <a:r>
              <a:rPr lang="en-US" dirty="0"/>
              <a:t>       12NADPH + 18ATP + 6O</a:t>
            </a:r>
            <a:r>
              <a:rPr lang="en-US" baseline="-25000" dirty="0"/>
              <a:t>2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52400"/>
            <a:ext cx="8610600" cy="64770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Faza</a:t>
            </a:r>
            <a:r>
              <a:rPr lang="en-US" b="1" dirty="0"/>
              <a:t> </a:t>
            </a:r>
            <a:r>
              <a:rPr lang="en-US" b="1" dirty="0" err="1"/>
              <a:t>jo</a:t>
            </a:r>
            <a:r>
              <a:rPr lang="en-US" b="1" dirty="0"/>
              <a:t> – </a:t>
            </a:r>
            <a:r>
              <a:rPr lang="en-US" b="1" dirty="0" err="1"/>
              <a:t>dritore</a:t>
            </a:r>
            <a:r>
              <a:rPr lang="en-US" b="1" dirty="0"/>
              <a:t> / e </a:t>
            </a:r>
            <a:r>
              <a:rPr lang="en-US" b="1" dirty="0" err="1"/>
              <a:t>errësirës</a:t>
            </a:r>
            <a:endParaRPr lang="en-US" dirty="0"/>
          </a:p>
          <a:p>
            <a:r>
              <a:rPr lang="en-US" u="sng" dirty="0" err="1"/>
              <a:t>Hyjnë</a:t>
            </a:r>
            <a:r>
              <a:rPr lang="en-US" dirty="0"/>
              <a:t>: ➯ CO</a:t>
            </a:r>
            <a:r>
              <a:rPr lang="en-US" baseline="-25000" dirty="0"/>
              <a:t>2</a:t>
            </a:r>
            <a:br>
              <a:rPr lang="en-US" dirty="0"/>
            </a:br>
            <a:r>
              <a:rPr lang="en-US" dirty="0"/>
              <a:t>             ➯ ATP</a:t>
            </a:r>
            <a:br>
              <a:rPr lang="en-US" dirty="0"/>
            </a:br>
            <a:r>
              <a:rPr lang="en-US" dirty="0"/>
              <a:t>             ➯ NADPH</a:t>
            </a:r>
            <a:br>
              <a:rPr lang="en-US" dirty="0"/>
            </a:br>
            <a:r>
              <a:rPr lang="en-US" u="sng" dirty="0" err="1"/>
              <a:t>Dalin</a:t>
            </a:r>
            <a:r>
              <a:rPr lang="en-US" dirty="0"/>
              <a:t>: ➯ ADP</a:t>
            </a:r>
            <a:r>
              <a:rPr lang="en-US" baseline="30000" dirty="0"/>
              <a:t>+</a:t>
            </a:r>
            <a:br>
              <a:rPr lang="en-US" dirty="0"/>
            </a:br>
            <a:r>
              <a:rPr lang="en-US" dirty="0"/>
              <a:t>            ➯ NADP</a:t>
            </a:r>
            <a:br>
              <a:rPr lang="en-US" dirty="0"/>
            </a:br>
            <a:r>
              <a:rPr lang="en-US" dirty="0"/>
              <a:t>            ➯ C</a:t>
            </a:r>
            <a:r>
              <a:rPr lang="en-US" baseline="-25000" dirty="0"/>
              <a:t>6</a:t>
            </a:r>
            <a:r>
              <a:rPr lang="en-US" dirty="0"/>
              <a:t>H</a:t>
            </a:r>
            <a:r>
              <a:rPr lang="en-US" baseline="-25000" dirty="0"/>
              <a:t>12</a:t>
            </a:r>
            <a:r>
              <a:rPr lang="en-US" dirty="0"/>
              <a:t>O</a:t>
            </a:r>
            <a:r>
              <a:rPr lang="en-US" baseline="-25000" dirty="0"/>
              <a:t>6</a:t>
            </a:r>
            <a:r>
              <a:rPr lang="en-US" dirty="0"/>
              <a:t> </a:t>
            </a:r>
            <a:r>
              <a:rPr lang="en-US" i="1" dirty="0"/>
              <a:t>(</a:t>
            </a:r>
            <a:r>
              <a:rPr lang="en-US" i="1" dirty="0" err="1"/>
              <a:t>glukozë</a:t>
            </a:r>
            <a:r>
              <a:rPr lang="en-US" i="1" dirty="0"/>
              <a:t>)</a:t>
            </a:r>
            <a:endParaRPr lang="en-US" dirty="0"/>
          </a:p>
          <a:p>
            <a:r>
              <a:rPr lang="en-US" dirty="0" err="1"/>
              <a:t>Reax</a:t>
            </a:r>
            <a:r>
              <a:rPr lang="en-US" dirty="0"/>
              <a:t>.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përgjithshëm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fazës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dytë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6CO</a:t>
            </a:r>
            <a:r>
              <a:rPr lang="en-US" baseline="-25000" dirty="0"/>
              <a:t>2</a:t>
            </a:r>
            <a:r>
              <a:rPr lang="en-US" dirty="0"/>
              <a:t> + 12NADPH + 18ATP</a:t>
            </a:r>
            <a:br>
              <a:rPr lang="en-US" dirty="0"/>
            </a:br>
            <a:r>
              <a:rPr lang="en-US" dirty="0"/>
              <a:t>                     ↓</a:t>
            </a:r>
            <a:br>
              <a:rPr lang="en-US" dirty="0"/>
            </a:br>
            <a:r>
              <a:rPr lang="en-US" dirty="0"/>
              <a:t>C</a:t>
            </a:r>
            <a:r>
              <a:rPr lang="en-US" baseline="-25000" dirty="0"/>
              <a:t>6</a:t>
            </a:r>
            <a:r>
              <a:rPr lang="en-US" dirty="0"/>
              <a:t>H</a:t>
            </a:r>
            <a:r>
              <a:rPr lang="en-US" baseline="-25000" dirty="0"/>
              <a:t>12</a:t>
            </a:r>
            <a:r>
              <a:rPr lang="en-US" dirty="0"/>
              <a:t>O</a:t>
            </a:r>
            <a:r>
              <a:rPr lang="en-US" baseline="-25000" dirty="0"/>
              <a:t>6</a:t>
            </a:r>
            <a:r>
              <a:rPr lang="en-US" dirty="0"/>
              <a:t> + 12NADP</a:t>
            </a:r>
            <a:r>
              <a:rPr lang="en-US" baseline="30000" dirty="0"/>
              <a:t>+</a:t>
            </a:r>
            <a:r>
              <a:rPr lang="en-US" dirty="0"/>
              <a:t> + 18ADP + 18P + 6H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endParaRPr lang="en-US" dirty="0"/>
          </a:p>
          <a:p>
            <a:r>
              <a:rPr lang="en-US" b="1" dirty="0"/>
              <a:t> </a:t>
            </a:r>
            <a:r>
              <a:rPr lang="en-US" b="1" dirty="0" err="1"/>
              <a:t>Cikli</a:t>
            </a:r>
            <a:r>
              <a:rPr lang="en-US" b="1" dirty="0"/>
              <a:t> </a:t>
            </a:r>
            <a:r>
              <a:rPr lang="en-US" b="1" dirty="0" err="1"/>
              <a:t>Kalvin</a:t>
            </a:r>
            <a:r>
              <a:rPr lang="en-US" b="1" dirty="0"/>
              <a:t> – Benson</a:t>
            </a:r>
            <a:endParaRPr lang="en-US" dirty="0"/>
          </a:p>
          <a:p>
            <a:r>
              <a:rPr lang="en-US" dirty="0" err="1"/>
              <a:t>Quhet</a:t>
            </a:r>
            <a:r>
              <a:rPr lang="en-US" dirty="0"/>
              <a:t> </a:t>
            </a:r>
            <a:r>
              <a:rPr lang="en-US" dirty="0" err="1"/>
              <a:t>cikël</a:t>
            </a:r>
            <a:r>
              <a:rPr lang="en-US" dirty="0"/>
              <a:t>, </a:t>
            </a:r>
            <a:r>
              <a:rPr lang="en-US" dirty="0" err="1"/>
              <a:t>sepse</a:t>
            </a:r>
            <a:r>
              <a:rPr lang="en-US" dirty="0"/>
              <a:t> </a:t>
            </a:r>
            <a:r>
              <a:rPr lang="en-US" dirty="0" err="1"/>
              <a:t>fillon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mbaron</a:t>
            </a:r>
            <a:r>
              <a:rPr lang="en-US" dirty="0"/>
              <a:t> me RDP.</a:t>
            </a:r>
            <a:br>
              <a:rPr lang="en-US" dirty="0"/>
            </a:br>
            <a:r>
              <a:rPr lang="en-US" dirty="0"/>
              <a:t>Ka 3 </a:t>
            </a:r>
            <a:r>
              <a:rPr lang="en-US" dirty="0" err="1"/>
              <a:t>faza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1) </a:t>
            </a:r>
            <a:r>
              <a:rPr lang="en-US" dirty="0" err="1"/>
              <a:t>Fiksimi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CO</a:t>
            </a:r>
            <a:r>
              <a:rPr lang="en-US" baseline="-25000" dirty="0"/>
              <a:t>2</a:t>
            </a:r>
            <a:r>
              <a:rPr lang="en-US" dirty="0"/>
              <a:t> </a:t>
            </a:r>
            <a:r>
              <a:rPr lang="en-US" dirty="0" err="1"/>
              <a:t>në</a:t>
            </a:r>
            <a:r>
              <a:rPr lang="en-US" dirty="0"/>
              <a:t> RDP</a:t>
            </a:r>
            <a:br>
              <a:rPr lang="en-US" dirty="0"/>
            </a:br>
            <a:r>
              <a:rPr lang="en-US" dirty="0"/>
              <a:t>2) </a:t>
            </a:r>
            <a:r>
              <a:rPr lang="en-US" dirty="0" err="1"/>
              <a:t>Reduktimi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CO</a:t>
            </a:r>
            <a:r>
              <a:rPr lang="en-US" baseline="-25000" dirty="0"/>
              <a:t>2</a:t>
            </a:r>
            <a:r>
              <a:rPr lang="en-US" dirty="0"/>
              <a:t> </a:t>
            </a:r>
            <a:r>
              <a:rPr lang="en-US" dirty="0" err="1"/>
              <a:t>nga</a:t>
            </a:r>
            <a:r>
              <a:rPr lang="en-US" dirty="0"/>
              <a:t> H e NADPH</a:t>
            </a:r>
            <a:br>
              <a:rPr lang="en-US" dirty="0"/>
            </a:br>
            <a:r>
              <a:rPr lang="en-US" dirty="0"/>
              <a:t>3) </a:t>
            </a:r>
            <a:r>
              <a:rPr lang="en-US" dirty="0" err="1"/>
              <a:t>Rigjenerimi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RDP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Fig.2 </a:t>
            </a:r>
            <a:r>
              <a:rPr lang="en-US" sz="2400" dirty="0"/>
              <a:t>Ne </a:t>
            </a:r>
            <a:r>
              <a:rPr lang="en-US" sz="2400" dirty="0" err="1"/>
              <a:t>kloroplaset,energjia</a:t>
            </a:r>
            <a:r>
              <a:rPr lang="en-US" sz="2400" dirty="0"/>
              <a:t> </a:t>
            </a:r>
            <a:r>
              <a:rPr lang="en-US" sz="2400" dirty="0" err="1"/>
              <a:t>nga</a:t>
            </a:r>
            <a:r>
              <a:rPr lang="en-US" sz="2400" dirty="0"/>
              <a:t> </a:t>
            </a:r>
            <a:r>
              <a:rPr lang="en-US" sz="2400" dirty="0" err="1"/>
              <a:t>rrezet</a:t>
            </a:r>
            <a:r>
              <a:rPr lang="en-US" sz="2400" dirty="0"/>
              <a:t> e </a:t>
            </a:r>
            <a:r>
              <a:rPr lang="en-US" sz="2400" dirty="0" err="1"/>
              <a:t>diellit</a:t>
            </a:r>
            <a:r>
              <a:rPr lang="en-US" sz="2400" dirty="0"/>
              <a:t> </a:t>
            </a:r>
            <a:r>
              <a:rPr lang="en-US" sz="2400" dirty="0" err="1"/>
              <a:t>shendrrohet</a:t>
            </a:r>
            <a:r>
              <a:rPr lang="en-US" sz="2400" dirty="0"/>
              <a:t> ne ATP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sheqer</a:t>
            </a:r>
            <a:r>
              <a:rPr lang="en-US" sz="2400" dirty="0"/>
              <a:t>.</a:t>
            </a:r>
          </a:p>
        </p:txBody>
      </p:sp>
      <p:pic>
        <p:nvPicPr>
          <p:cNvPr id="8" name="Picture 7" descr="379660413_6552212231557687_8818136813975653160_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07307" y="212093"/>
            <a:ext cx="3624587" cy="71628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590800"/>
            <a:ext cx="7772400" cy="1362075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sz="3600" b="1" i="1" dirty="0">
                <a:solidFill>
                  <a:schemeClr val="tx1"/>
                </a:solidFill>
                <a:latin typeface="Baskerville Old Face" pitchFamily="18" charset="0"/>
              </a:rPr>
              <a:t>FALEMINDERIT PE VEMENDJEN”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Custom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00B050"/>
      </a:accent1>
      <a:accent2>
        <a:srgbClr val="92D050"/>
      </a:accent2>
      <a:accent3>
        <a:srgbClr val="ECE8E1"/>
      </a:accent3>
      <a:accent4>
        <a:srgbClr val="92D050"/>
      </a:accent4>
      <a:accent5>
        <a:srgbClr val="00B050"/>
      </a:accent5>
      <a:accent6>
        <a:srgbClr val="92D050"/>
      </a:accent6>
      <a:hlink>
        <a:srgbClr val="FFFF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51</TotalTime>
  <Words>443</Words>
  <Application>Microsoft Office PowerPoint</Application>
  <PresentationFormat>On-screen Show (4:3)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Baskerville Old Face</vt:lpstr>
      <vt:lpstr>Franklin Gothic Book</vt:lpstr>
      <vt:lpstr>Perpetua</vt:lpstr>
      <vt:lpstr>Wingdings 2</vt:lpstr>
      <vt:lpstr>Equity</vt:lpstr>
      <vt:lpstr>Fazat e Fotosintezes </vt:lpstr>
      <vt:lpstr>PowerPoint Presentation</vt:lpstr>
      <vt:lpstr>Fig.1</vt:lpstr>
      <vt:lpstr>Faktoret qe ndikojne jane:</vt:lpstr>
      <vt:lpstr>PowerPoint Presentation</vt:lpstr>
      <vt:lpstr>PowerPoint Presentation</vt:lpstr>
      <vt:lpstr>PowerPoint Presentation</vt:lpstr>
      <vt:lpstr>Fig.2 Ne kloroplaset,energjia nga rrezet e diellit shendrrohet ne ATP dhe sheqer.</vt:lpstr>
      <vt:lpstr>“FALEMINDERIT PE VEMENDJEN”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Fazat e Fotosintezes </dc:title>
  <dc:creator>acer</dc:creator>
  <cp:lastModifiedBy>Naser Guri</cp:lastModifiedBy>
  <cp:revision>2</cp:revision>
  <dcterms:created xsi:type="dcterms:W3CDTF">2023-10-02T19:54:02Z</dcterms:created>
  <dcterms:modified xsi:type="dcterms:W3CDTF">2024-02-21T12:38:52Z</dcterms:modified>
</cp:coreProperties>
</file>