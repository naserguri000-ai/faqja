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39"/>
  </p:notesMasterIdLst>
  <p:sldIdLst>
    <p:sldId id="267" r:id="rId5"/>
    <p:sldId id="277" r:id="rId6"/>
    <p:sldId id="278" r:id="rId7"/>
    <p:sldId id="256" r:id="rId8"/>
    <p:sldId id="257" r:id="rId9"/>
    <p:sldId id="417" r:id="rId10"/>
    <p:sldId id="258" r:id="rId11"/>
    <p:sldId id="259" r:id="rId12"/>
    <p:sldId id="272" r:id="rId13"/>
    <p:sldId id="273" r:id="rId14"/>
    <p:sldId id="260" r:id="rId15"/>
    <p:sldId id="261" r:id="rId16"/>
    <p:sldId id="262" r:id="rId17"/>
    <p:sldId id="271" r:id="rId18"/>
    <p:sldId id="263" r:id="rId19"/>
    <p:sldId id="416" r:id="rId20"/>
    <p:sldId id="270" r:id="rId21"/>
    <p:sldId id="264" r:id="rId22"/>
    <p:sldId id="274" r:id="rId23"/>
    <p:sldId id="275" r:id="rId24"/>
    <p:sldId id="276" r:id="rId25"/>
    <p:sldId id="265" r:id="rId26"/>
    <p:sldId id="414" r:id="rId27"/>
    <p:sldId id="41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05" r:id="rId37"/>
    <p:sldId id="266" r:id="rId38"/>
  </p:sldIdLst>
  <p:sldSz cx="18000663" cy="10799763"/>
  <p:notesSz cx="6858000" cy="9144000"/>
  <p:defaultTextStyle>
    <a:defPPr>
      <a:defRPr lang="en-US"/>
    </a:defPPr>
    <a:lvl1pPr marL="0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1pPr>
    <a:lvl2pPr marL="822869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2pPr>
    <a:lvl3pPr marL="1645737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3pPr>
    <a:lvl4pPr marL="2468606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4pPr>
    <a:lvl5pPr marL="3291474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5pPr>
    <a:lvl6pPr marL="4114343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6pPr>
    <a:lvl7pPr marL="4937211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7pPr>
    <a:lvl8pPr marL="5760080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8pPr>
    <a:lvl9pPr marL="6582948" algn="l" defTabSz="822869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56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72" y="186"/>
      </p:cViewPr>
      <p:guideLst>
        <p:guide orient="horz" pos="3402"/>
        <p:guide pos="56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A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B928C-5A08-4D1D-A3A1-AD85933CC810}" type="datetimeFigureOut">
              <a:rPr lang="sq-AL" smtClean="0"/>
              <a:t>2.11.2025</a:t>
            </a:fld>
            <a:endParaRPr lang="sq-A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A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A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A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02032-7ED9-40F1-B100-299A8829CAA2}" type="slidenum">
              <a:rPr lang="sq-AL" smtClean="0"/>
              <a:t>‹#›</a:t>
            </a:fld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51139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6:notes"/>
          <p:cNvSpPr txBox="1">
            <a:spLocks noGrp="1"/>
          </p:cNvSpPr>
          <p:nvPr>
            <p:ph type="body" idx="1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0238" y="1243013"/>
            <a:ext cx="5597525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694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3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9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5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4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4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76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6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2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918D-1637-E680-C106-682F78C64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C881C-6EAA-310D-52CC-E1D3840F7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1EB4B-AA14-ECDE-539E-952D7D6A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CE5AD-C066-708D-43F1-056E2522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B2106-35E4-192E-FC81-89853F8C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09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99A7-7CC5-F24D-F4EF-B75EC978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FFC58-ED4D-1EA7-39AE-65386B81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D7A8-0C08-467B-27A4-54BB3ABE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73ABC-11A4-7912-7165-2900A765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115B7-55B2-7ACB-3849-38E7A4C7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0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D44E-F9C3-8B31-0A1A-AE8244B8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F1B5D-7047-325C-BB40-E9D00C65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DCB2C-0CCC-5E9B-AD6A-B9BD3FFF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71B2E-16DB-E148-9F24-79FF60C1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59520-EE90-A208-DDCA-170E11B9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53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1C10-FDA1-4661-5BCE-9DCD5368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187C8-A8BF-C9D0-55D0-87C9A41E0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65D3E-0BB0-E8B2-3247-B12825C27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01F7-474C-84B8-E90A-75B4C142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76AD7-C3E1-B0D7-C99D-87B527D1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8FA36-685C-B643-DC25-5DBECCA6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1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BF47-B612-C05D-6FCF-C5DC3C85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F7813-5DA9-05FD-7B0B-265F29227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DBB89-D6C8-F6D8-6604-288C33ACB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41C9D-9718-1114-24DE-796DB4F07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1F67C-7633-5C51-7B81-136D1A480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F5326-3B0E-A3D2-CAA1-1C99CF78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F1743-9D47-5C42-19AC-5CB2A9A2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B7201-8F00-2699-71F9-25DA9EC9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61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4166-1BE3-733D-AF5D-B3CC8E7C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1FEC2-5D60-4807-F6DB-0AEB2219E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20184-D469-21EC-F7CF-3A20193F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2213B-C6C5-E3C7-64E7-DDA3E626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80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A632F-F2E2-AB49-8AAE-655E6BAA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D0B2B-F176-5F4C-C977-BD42DD9A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A3F7A-EDA1-BD1C-C8B8-EEFAE0E2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69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24EF-2D08-FB32-2008-AF9CE530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E4C8-F710-B54A-6534-20629980D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ECE9A-F7E1-B587-DE0C-711AFF61A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023CA-84C9-B660-6C19-EB052F6C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C2BBD-2FB8-9BBC-C8A2-ACBE3EC6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D0B7B-5420-FDE7-1BD6-1EF2E217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34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EBDD-983A-3782-D47D-5CDFFCB7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04E99E-8137-AC61-D3C7-04FC39458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A3813-D2CC-9B2B-87FA-3EE93FCD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DD356-CFDD-018F-509E-DD2B62FA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94B54-8BA9-7FA3-7E39-E8DBB18B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493D7-A55A-7569-20AF-99135F6E1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27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47DA-B1F3-07D8-2EFF-073CEC2D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1063D-82B9-0211-D365-C9DA3211C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FCE5E-BB98-7CAF-E42A-077820C2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8E34-7A88-3BE4-8C26-0958E49C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7D06-37D9-FFF9-AE55-1E59EED7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52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6E60D-F37A-5B55-FA36-ADBD928F7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65B75-FD75-841F-2B79-8689FE33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408F-C5AA-82E2-0F33-994A38D9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8DD2-43B7-9528-CC52-CD10E7DA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9A2A-F8EE-65FF-050D-E27EF580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73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777282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78745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9318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536872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58663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8741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614529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240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endParaRPr lang="sq-X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73894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26909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26498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5213" y="2279951"/>
            <a:ext cx="13030487" cy="5243320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5213" y="7523268"/>
            <a:ext cx="13030487" cy="135653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675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5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25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00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75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50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7250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120450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22104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15" y="4506568"/>
            <a:ext cx="13030485" cy="3016701"/>
          </a:xfrm>
        </p:spPr>
        <p:txBody>
          <a:bodyPr anchor="b"/>
          <a:lstStyle>
            <a:lvl1pPr algn="l">
              <a:defRPr sz="59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5213" y="7523269"/>
            <a:ext cx="13030487" cy="1354931"/>
          </a:xfrm>
        </p:spPr>
        <p:txBody>
          <a:bodyPr anchor="t"/>
          <a:lstStyle>
            <a:lvl1pPr marL="0" indent="0" algn="l">
              <a:buNone/>
              <a:defRPr sz="2953" cap="all">
                <a:solidFill>
                  <a:schemeClr val="accent1"/>
                </a:solidFill>
              </a:defRPr>
            </a:lvl1pPr>
            <a:lvl2pPr marL="67501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183579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28966" y="3244929"/>
            <a:ext cx="6490897" cy="6607356"/>
          </a:xfrm>
        </p:spPr>
        <p:txBody>
          <a:bodyPr>
            <a:normAutofit/>
          </a:bodyPr>
          <a:lstStyle>
            <a:lvl1pPr>
              <a:defRPr sz="2658"/>
            </a:lvl1pPr>
            <a:lvl2pPr>
              <a:defRPr sz="2362"/>
            </a:lvl2pPr>
            <a:lvl3pPr>
              <a:defRPr sz="2067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48477" y="3237870"/>
            <a:ext cx="6490900" cy="6614414"/>
          </a:xfrm>
        </p:spPr>
        <p:txBody>
          <a:bodyPr>
            <a:normAutofit/>
          </a:bodyPr>
          <a:lstStyle>
            <a:lvl1pPr>
              <a:defRPr sz="2658"/>
            </a:lvl1pPr>
            <a:lvl2pPr>
              <a:defRPr sz="2362"/>
            </a:lvl2pPr>
            <a:lvl3pPr>
              <a:defRPr sz="2067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087303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8967" y="2999934"/>
            <a:ext cx="6490896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8966" y="3959913"/>
            <a:ext cx="6490897" cy="5892371"/>
          </a:xfrm>
        </p:spPr>
        <p:txBody>
          <a:bodyPr>
            <a:normAutofit/>
          </a:bodyPr>
          <a:lstStyle>
            <a:lvl1pPr>
              <a:defRPr sz="2658"/>
            </a:lvl1pPr>
            <a:lvl2pPr>
              <a:defRPr sz="2362"/>
            </a:lvl2pPr>
            <a:lvl3pPr>
              <a:defRPr sz="2067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48480" y="2999934"/>
            <a:ext cx="6490897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48480" y="3959913"/>
            <a:ext cx="6490897" cy="5892371"/>
          </a:xfrm>
        </p:spPr>
        <p:txBody>
          <a:bodyPr>
            <a:normAutofit/>
          </a:bodyPr>
          <a:lstStyle>
            <a:lvl1pPr>
              <a:defRPr sz="2658"/>
            </a:lvl1pPr>
            <a:lvl2pPr>
              <a:defRPr sz="2362"/>
            </a:lvl2pPr>
            <a:lvl3pPr>
              <a:defRPr sz="2067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633568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329452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0427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11" y="2279950"/>
            <a:ext cx="5021441" cy="2279950"/>
          </a:xfrm>
        </p:spPr>
        <p:txBody>
          <a:bodyPr anchor="b"/>
          <a:lstStyle>
            <a:lvl1pPr algn="l">
              <a:defRPr sz="354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4162" y="2279950"/>
            <a:ext cx="7671538" cy="7199842"/>
          </a:xfrm>
        </p:spPr>
        <p:txBody>
          <a:bodyPr anchor="ctr">
            <a:normAutofit/>
          </a:bodyPr>
          <a:lstStyle>
            <a:lvl1pPr>
              <a:defRPr sz="2953"/>
            </a:lvl1pPr>
            <a:lvl2pPr>
              <a:defRPr sz="2658"/>
            </a:lvl2pPr>
            <a:lvl3pPr>
              <a:defRPr sz="2362"/>
            </a:lvl3pPr>
            <a:lvl4pPr>
              <a:defRPr sz="2067"/>
            </a:lvl4pPr>
            <a:lvl5pPr>
              <a:defRPr sz="2067"/>
            </a:lvl5pPr>
            <a:lvl6pPr>
              <a:defRPr sz="2067"/>
            </a:lvl6pPr>
            <a:lvl7pPr>
              <a:defRPr sz="2067"/>
            </a:lvl7pPr>
            <a:lvl8pPr>
              <a:defRPr sz="2067"/>
            </a:lvl8pPr>
            <a:lvl9pPr>
              <a:defRPr sz="2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5212" y="4927893"/>
            <a:ext cx="5021439" cy="4559898"/>
          </a:xfrm>
        </p:spPr>
        <p:txBody>
          <a:bodyPr/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233562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666" y="2919923"/>
            <a:ext cx="7519331" cy="2479958"/>
          </a:xfrm>
        </p:spPr>
        <p:txBody>
          <a:bodyPr anchor="b">
            <a:normAutofit/>
          </a:bodyPr>
          <a:lstStyle>
            <a:lvl1pPr algn="l">
              <a:defRPr sz="531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0534" y="1799961"/>
            <a:ext cx="4725174" cy="71998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62"/>
            </a:lvl1pPr>
            <a:lvl2pPr marL="675010" indent="0">
              <a:buNone/>
              <a:defRPr sz="2362"/>
            </a:lvl2pPr>
            <a:lvl3pPr marL="1350020" indent="0">
              <a:buNone/>
              <a:defRPr sz="2362"/>
            </a:lvl3pPr>
            <a:lvl4pPr marL="2025030" indent="0">
              <a:buNone/>
              <a:defRPr sz="2362"/>
            </a:lvl4pPr>
            <a:lvl5pPr marL="2700040" indent="0">
              <a:buNone/>
              <a:defRPr sz="2362"/>
            </a:lvl5pPr>
            <a:lvl6pPr marL="3375050" indent="0">
              <a:buNone/>
              <a:defRPr sz="2362"/>
            </a:lvl6pPr>
            <a:lvl7pPr marL="4050060" indent="0">
              <a:buNone/>
              <a:defRPr sz="2362"/>
            </a:lvl7pPr>
            <a:lvl8pPr marL="4725071" indent="0">
              <a:buNone/>
              <a:defRPr sz="2362"/>
            </a:lvl8pPr>
            <a:lvl9pPr marL="540008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5212" y="5759873"/>
            <a:ext cx="7507627" cy="2159953"/>
          </a:xfrm>
        </p:spPr>
        <p:txBody>
          <a:bodyPr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888977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15" y="7559814"/>
            <a:ext cx="13030485" cy="892481"/>
          </a:xfrm>
        </p:spPr>
        <p:txBody>
          <a:bodyPr anchor="b">
            <a:normAutofit/>
          </a:bodyPr>
          <a:lstStyle>
            <a:lvl1pPr algn="l">
              <a:defRPr sz="354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05213" y="1079977"/>
            <a:ext cx="13030487" cy="573320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62"/>
            </a:lvl1pPr>
            <a:lvl2pPr marL="675010" indent="0">
              <a:buNone/>
              <a:defRPr sz="2362"/>
            </a:lvl2pPr>
            <a:lvl3pPr marL="1350020" indent="0">
              <a:buNone/>
              <a:defRPr sz="2362"/>
            </a:lvl3pPr>
            <a:lvl4pPr marL="2025030" indent="0">
              <a:buNone/>
              <a:defRPr sz="2362"/>
            </a:lvl4pPr>
            <a:lvl5pPr marL="2700040" indent="0">
              <a:buNone/>
              <a:defRPr sz="2362"/>
            </a:lvl5pPr>
            <a:lvl6pPr marL="3375050" indent="0">
              <a:buNone/>
              <a:defRPr sz="2362"/>
            </a:lvl6pPr>
            <a:lvl7pPr marL="4050060" indent="0">
              <a:buNone/>
              <a:defRPr sz="2362"/>
            </a:lvl7pPr>
            <a:lvl8pPr marL="4725071" indent="0">
              <a:buNone/>
              <a:defRPr sz="2362"/>
            </a:lvl8pPr>
            <a:lvl9pPr marL="540008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5214" y="8452295"/>
            <a:ext cx="13030484" cy="777482"/>
          </a:xfrm>
        </p:spPr>
        <p:txBody>
          <a:bodyPr>
            <a:normAutofit/>
          </a:bodyPr>
          <a:lstStyle>
            <a:lvl1pPr marL="0" indent="0">
              <a:buNone/>
              <a:defRPr sz="1772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621652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12" y="2279950"/>
            <a:ext cx="13030488" cy="3119932"/>
          </a:xfrm>
        </p:spPr>
        <p:txBody>
          <a:bodyPr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5212" y="5759874"/>
            <a:ext cx="13030488" cy="3719918"/>
          </a:xfrm>
        </p:spPr>
        <p:txBody>
          <a:bodyPr anchor="ctr">
            <a:normAutofit/>
          </a:bodyPr>
          <a:lstStyle>
            <a:lvl1pPr marL="0" indent="0">
              <a:buNone/>
              <a:defRPr sz="2658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289561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088" y="2279950"/>
            <a:ext cx="11810447" cy="3658776"/>
          </a:xfrm>
        </p:spPr>
        <p:txBody>
          <a:bodyPr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2850105" y="5938726"/>
            <a:ext cx="10904675" cy="538845"/>
          </a:xfrm>
        </p:spPr>
        <p:txBody>
          <a:bodyPr anchor="t">
            <a:normAutofit/>
          </a:bodyPr>
          <a:lstStyle>
            <a:lvl1pPr marL="0" indent="0">
              <a:buNone/>
              <a:defRPr lang="en-US" sz="206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5212" y="6851278"/>
            <a:ext cx="13030488" cy="2639942"/>
          </a:xfrm>
        </p:spPr>
        <p:txBody>
          <a:bodyPr anchor="ctr">
            <a:normAutofit/>
          </a:bodyPr>
          <a:lstStyle>
            <a:lvl1pPr marL="0" indent="0">
              <a:buNone/>
              <a:defRPr sz="2658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1" name="TextBox 10"/>
          <p:cNvSpPr txBox="1"/>
          <p:nvPr/>
        </p:nvSpPr>
        <p:spPr>
          <a:xfrm>
            <a:off x="1326272" y="1529499"/>
            <a:ext cx="1183969" cy="2864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01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75837" y="4116110"/>
            <a:ext cx="1183969" cy="2864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01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14009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12" y="4919894"/>
            <a:ext cx="13030488" cy="2603376"/>
          </a:xfrm>
        </p:spPr>
        <p:txBody>
          <a:bodyPr anchor="b"/>
          <a:lstStyle>
            <a:lvl1pPr algn="l">
              <a:defRPr sz="59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5213" y="7523269"/>
            <a:ext cx="13030487" cy="1354931"/>
          </a:xfrm>
        </p:spPr>
        <p:txBody>
          <a:bodyPr anchor="t"/>
          <a:lstStyle>
            <a:lvl1pPr marL="0" indent="0" algn="l">
              <a:buNone/>
              <a:defRPr sz="2953" cap="none">
                <a:solidFill>
                  <a:schemeClr val="accent1"/>
                </a:solidFill>
              </a:defRPr>
            </a:lvl1pPr>
            <a:lvl2pPr marL="67501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159377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4504" y="3119932"/>
            <a:ext cx="4350848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63318" y="4199908"/>
            <a:ext cx="4322034" cy="5652377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33961" y="3119932"/>
            <a:ext cx="4335161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718379" y="4199908"/>
            <a:ext cx="4350742" cy="5652377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519138" y="3119932"/>
            <a:ext cx="4329066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519138" y="4199908"/>
            <a:ext cx="4329066" cy="5652377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01397" y="3359926"/>
            <a:ext cx="0" cy="6239863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79257" y="3359926"/>
            <a:ext cx="0" cy="62469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447396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2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17" y="6694261"/>
            <a:ext cx="4340785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63317" y="3479924"/>
            <a:ext cx="4340785" cy="239994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62"/>
            </a:lvl1pPr>
            <a:lvl2pPr marL="675010" indent="0">
              <a:buNone/>
              <a:defRPr sz="2362"/>
            </a:lvl2pPr>
            <a:lvl3pPr marL="1350020" indent="0">
              <a:buNone/>
              <a:defRPr sz="2362"/>
            </a:lvl3pPr>
            <a:lvl4pPr marL="2025030" indent="0">
              <a:buNone/>
              <a:defRPr sz="2362"/>
            </a:lvl4pPr>
            <a:lvl5pPr marL="2700040" indent="0">
              <a:buNone/>
              <a:defRPr sz="2362"/>
            </a:lvl5pPr>
            <a:lvl6pPr marL="3375050" indent="0">
              <a:buNone/>
              <a:defRPr sz="2362"/>
            </a:lvl6pPr>
            <a:lvl7pPr marL="4050060" indent="0">
              <a:buNone/>
              <a:defRPr sz="2362"/>
            </a:lvl7pPr>
            <a:lvl8pPr marL="4725071" indent="0">
              <a:buNone/>
              <a:defRPr sz="2362"/>
            </a:lvl8pPr>
            <a:lvl9pPr marL="540008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63317" y="7601741"/>
            <a:ext cx="4340785" cy="1038070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42400" y="6694261"/>
            <a:ext cx="4326722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742398" y="3479924"/>
            <a:ext cx="4326722" cy="239994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62"/>
            </a:lvl1pPr>
            <a:lvl2pPr marL="675010" indent="0">
              <a:buNone/>
              <a:defRPr sz="2362"/>
            </a:lvl2pPr>
            <a:lvl3pPr marL="1350020" indent="0">
              <a:buNone/>
              <a:defRPr sz="2362"/>
            </a:lvl3pPr>
            <a:lvl4pPr marL="2025030" indent="0">
              <a:buNone/>
              <a:defRPr sz="2362"/>
            </a:lvl4pPr>
            <a:lvl5pPr marL="2700040" indent="0">
              <a:buNone/>
              <a:defRPr sz="2362"/>
            </a:lvl5pPr>
            <a:lvl6pPr marL="3375050" indent="0">
              <a:buNone/>
              <a:defRPr sz="2362"/>
            </a:lvl6pPr>
            <a:lvl7pPr marL="4050060" indent="0">
              <a:buNone/>
              <a:defRPr sz="2362"/>
            </a:lvl7pPr>
            <a:lvl8pPr marL="4725071" indent="0">
              <a:buNone/>
              <a:defRPr sz="2362"/>
            </a:lvl8pPr>
            <a:lvl9pPr marL="540008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740401" y="7601740"/>
            <a:ext cx="4332452" cy="1038070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519138" y="6694261"/>
            <a:ext cx="4329066" cy="907479"/>
          </a:xfrm>
        </p:spPr>
        <p:txBody>
          <a:bodyPr anchor="b">
            <a:noAutofit/>
          </a:bodyPr>
          <a:lstStyle>
            <a:lvl1pPr marL="0" indent="0">
              <a:buNone/>
              <a:defRPr sz="3543" b="0">
                <a:solidFill>
                  <a:schemeClr val="accent1"/>
                </a:solidFill>
              </a:defRPr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519137" y="3479924"/>
            <a:ext cx="4329066" cy="239994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362"/>
            </a:lvl1pPr>
            <a:lvl2pPr marL="675010" indent="0">
              <a:buNone/>
              <a:defRPr sz="2362"/>
            </a:lvl2pPr>
            <a:lvl3pPr marL="1350020" indent="0">
              <a:buNone/>
              <a:defRPr sz="2362"/>
            </a:lvl3pPr>
            <a:lvl4pPr marL="2025030" indent="0">
              <a:buNone/>
              <a:defRPr sz="2362"/>
            </a:lvl4pPr>
            <a:lvl5pPr marL="2700040" indent="0">
              <a:buNone/>
              <a:defRPr sz="2362"/>
            </a:lvl5pPr>
            <a:lvl6pPr marL="3375050" indent="0">
              <a:buNone/>
              <a:defRPr sz="2362"/>
            </a:lvl6pPr>
            <a:lvl7pPr marL="4050060" indent="0">
              <a:buNone/>
              <a:defRPr sz="2362"/>
            </a:lvl7pPr>
            <a:lvl8pPr marL="4725071" indent="0">
              <a:buNone/>
              <a:defRPr sz="2362"/>
            </a:lvl8pPr>
            <a:lvl9pPr marL="540008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518954" y="7601736"/>
            <a:ext cx="4334801" cy="1038070"/>
          </a:xfrm>
        </p:spPr>
        <p:txBody>
          <a:bodyPr anchor="t">
            <a:normAutofit/>
          </a:bodyPr>
          <a:lstStyle>
            <a:lvl1pPr marL="0" indent="0">
              <a:buNone/>
              <a:defRPr sz="2067"/>
            </a:lvl1pPr>
            <a:lvl2pPr marL="675010" indent="0">
              <a:buNone/>
              <a:defRPr sz="1772"/>
            </a:lvl2pPr>
            <a:lvl3pPr marL="1350020" indent="0">
              <a:buNone/>
              <a:defRPr sz="1476"/>
            </a:lvl3pPr>
            <a:lvl4pPr marL="2025030" indent="0">
              <a:buNone/>
              <a:defRPr sz="1329"/>
            </a:lvl4pPr>
            <a:lvl5pPr marL="2700040" indent="0">
              <a:buNone/>
              <a:defRPr sz="1329"/>
            </a:lvl5pPr>
            <a:lvl6pPr marL="3375050" indent="0">
              <a:buNone/>
              <a:defRPr sz="1329"/>
            </a:lvl6pPr>
            <a:lvl7pPr marL="4050060" indent="0">
              <a:buNone/>
              <a:defRPr sz="1329"/>
            </a:lvl7pPr>
            <a:lvl8pPr marL="4725071" indent="0">
              <a:buNone/>
              <a:defRPr sz="1329"/>
            </a:lvl8pPr>
            <a:lvl9pPr marL="5400081" indent="0">
              <a:buNone/>
              <a:defRPr sz="132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01397" y="3359926"/>
            <a:ext cx="0" cy="6239863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79257" y="3359926"/>
            <a:ext cx="0" cy="6246921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122376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447155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60608" y="677487"/>
            <a:ext cx="2587597" cy="91747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3318" y="1397472"/>
            <a:ext cx="10959777" cy="8454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858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3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93DA5-F04A-7DCD-2754-9CFB0198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B5701-FC3F-F689-9883-E998F37C2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352ED-F838-C080-948B-7315E8122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D02-B463-4579-9D0D-75496E2372B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7180E-36ED-5D7C-6057-6D68F7E96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CA245-313C-7E77-6557-9FB277D91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81748-BF57-4F4E-9505-7BE054AC5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0"/>
              </a:schemeClr>
            </a:gs>
            <a:gs pos="18000">
              <a:schemeClr val="accent1">
                <a:lumMod val="45000"/>
                <a:lumOff val="55000"/>
              </a:schemeClr>
            </a:gs>
            <a:gs pos="74000">
              <a:srgbClr val="00B0F0"/>
            </a:gs>
            <a:gs pos="5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4B03D-9415-4EE8-8C9D-D10C9297DAD7}" type="datetimeFigureOut">
              <a:rPr lang="sq-XK" smtClean="0"/>
              <a:t>2.11.2025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1C5C-E73A-49E1-BE0A-97BEE005E0F9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1332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204137"/>
            <a:ext cx="5960375" cy="65956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554778"/>
            <a:ext cx="2247738" cy="3725041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710624" y="2639942"/>
            <a:ext cx="4162653" cy="443990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11811750" y="0"/>
            <a:ext cx="2367292" cy="17999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12710624" y="9594854"/>
            <a:ext cx="1467181" cy="120490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410723" y="0"/>
            <a:ext cx="1012537" cy="1799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3940" y="712926"/>
            <a:ext cx="13885437" cy="22055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8966" y="3232871"/>
            <a:ext cx="13208962" cy="6606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4945409" y="2834927"/>
            <a:ext cx="1559964" cy="45001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2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026614" y="5094084"/>
            <a:ext cx="6078284" cy="4500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24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84826" y="465706"/>
            <a:ext cx="1237544" cy="12089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134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8716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675010" rtl="0" eaLnBrk="1" latinLnBrk="0" hangingPunct="1">
        <a:spcBef>
          <a:spcPct val="0"/>
        </a:spcBef>
        <a:buNone/>
        <a:defRPr sz="620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06258" indent="-506258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9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096891" indent="-421881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65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687525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36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362535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37545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12555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387566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062576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737586" indent="-337505" algn="l" defTabSz="675010" rtl="0" eaLnBrk="1" latinLnBrk="0" hangingPunct="1">
        <a:spcBef>
          <a:spcPts val="147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6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67501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7184-ms-powerpoint-phot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rtalishkollor.al/argetim/nje-kartoline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ixabay.com/en/birds-parrots-colorful-nature-981696/" TargetMode="Externa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artti-ad.deviantart.com/art/Albanian-Realistic-Flag-80040778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Relationship Id="rId9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A79F3-349C-4777-BBED-3EE1D5395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09397" y="-1"/>
            <a:ext cx="13402782" cy="10799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88C522-AA0D-450F-9750-87483E51A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q-AL" sz="113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9D9C9-5F10-447F-8F32-C32A2BC33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q-AL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APLIKIMI I PROGRAMEVE KOMPJUTERIKE NË MËSIMDHËNIE</a:t>
            </a:r>
          </a:p>
          <a:p>
            <a:r>
              <a:rPr lang="sq-A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KAÇANIK T</a:t>
            </a:r>
            <a:r>
              <a:rPr lang="sq-AL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ETOR-NËNTOR  2025</a:t>
            </a:r>
          </a:p>
          <a:p>
            <a:r>
              <a:rPr lang="sq-AL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TRAJNER: NASER GURI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921E54B-10F6-41EC-9D4E-C669B3176171}"/>
              </a:ext>
            </a:extLst>
          </p:cNvPr>
          <p:cNvSpPr/>
          <p:nvPr/>
        </p:nvSpPr>
        <p:spPr>
          <a:xfrm>
            <a:off x="685800" y="317500"/>
            <a:ext cx="4437888" cy="2125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Rectangle: Rounded Corners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016B49-36BB-4C89-8A8B-884289A0C955}"/>
              </a:ext>
            </a:extLst>
          </p:cNvPr>
          <p:cNvSpPr/>
          <p:nvPr/>
        </p:nvSpPr>
        <p:spPr>
          <a:xfrm>
            <a:off x="12734693" y="7766862"/>
            <a:ext cx="2631687" cy="1025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</a:p>
        </p:txBody>
      </p:sp>
    </p:spTree>
    <p:extLst>
      <p:ext uri="{BB962C8B-B14F-4D97-AF65-F5344CB8AC3E}">
        <p14:creationId xmlns:p14="http://schemas.microsoft.com/office/powerpoint/2010/main" val="945449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7C3EB9-2A6A-4602-8B8F-F9793F26D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478388"/>
              </p:ext>
            </p:extLst>
          </p:nvPr>
        </p:nvGraphicFramePr>
        <p:xfrm>
          <a:off x="646772" y="433338"/>
          <a:ext cx="16615316" cy="10352836"/>
        </p:xfrm>
        <a:graphic>
          <a:graphicData uri="http://schemas.openxmlformats.org/drawingml/2006/table">
            <a:tbl>
              <a:tblPr firstRow="1" firstCol="1" bandRow="1"/>
              <a:tblGrid>
                <a:gridCol w="16064304">
                  <a:extLst>
                    <a:ext uri="{9D8B030D-6E8A-4147-A177-3AD203B41FA5}">
                      <a16:colId xmlns:a16="http://schemas.microsoft.com/office/drawing/2014/main" val="3148584626"/>
                    </a:ext>
                  </a:extLst>
                </a:gridCol>
                <a:gridCol w="551012">
                  <a:extLst>
                    <a:ext uri="{9D8B030D-6E8A-4147-A177-3AD203B41FA5}">
                      <a16:colId xmlns:a16="http://schemas.microsoft.com/office/drawing/2014/main" val="3563791197"/>
                    </a:ext>
                  </a:extLst>
                </a:gridCol>
              </a:tblGrid>
              <a:tr h="762115"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sq-AL" sz="3600" b="1" u="sng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Dita e shtate</a:t>
                      </a:r>
                      <a:r>
                        <a:rPr lang="sq-AL" sz="3600" b="1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q-AL" sz="3600" b="1" u="sng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</a:t>
                      </a:r>
                      <a:r>
                        <a:rPr lang="sq-AL" sz="3600" b="1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sq-AL" sz="3600" b="1" u="sng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Point</a:t>
                      </a:r>
                      <a:r>
                        <a:rPr lang="sq-AL" sz="3600" b="1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q-A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69927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Çfarë është Microsoft PowerPoint ; </a:t>
                      </a:r>
                      <a:r>
                        <a:rPr lang="sq-AL" sz="3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Startimi</a:t>
                      </a:r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 programit dhe </a:t>
                      </a:r>
                      <a:r>
                        <a:rPr lang="sq-AL" sz="36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interfejsi</a:t>
                      </a:r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 përdoruesit 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276843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Pushim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921125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Pamjet e PowerPoint, Krijimi i një prezantimi të ri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012011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Shtimi dhe fshirja e sllajdeve, , Ruajtja e fajllave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277949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Përcaktimi i tranzicionit të sllajdeve, Shfaqja e prezantimit (Slide Show – Shfaqja e sllajdeve)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542173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Dreka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458288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r>
                        <a:rPr lang="sq-AL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Sllajdi kontrollues/Sllajdi modelues (Slide Master), Krijimi i animacioneve të përdoruesit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726454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Ndryshimi i tipareve të dokumenteve, Numërimet; Krijimi dhe shtypja e faqeve të shënimeve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34343"/>
                  </a:ext>
                </a:extLst>
              </a:tr>
              <a:tr h="613382">
                <a:tc>
                  <a:txBody>
                    <a:bodyPr/>
                    <a:lstStyle/>
                    <a:p>
                      <a:r>
                        <a:rPr lang="sq-AL" sz="3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Pushim</a:t>
                      </a:r>
                      <a:endParaRPr lang="sq-XK" sz="3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132214"/>
                  </a:ext>
                </a:extLst>
              </a:tr>
              <a:tr h="250460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Ushtrime praktike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sq-AL" sz="3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Testi Power Point ne marrëveshje me SBASHK-un ne Qender</a:t>
                      </a:r>
                      <a:endParaRPr lang="sq-XK" sz="3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sq-XK" sz="3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98167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CCC20DB-4138-4303-B343-FE33CF7CE7FB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823A3C0-7F8A-492C-908B-43D319402785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99370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59687-35FB-45EE-B0DE-48A116888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693" y="1441140"/>
            <a:ext cx="15202733" cy="7996250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C46482-D0C7-484B-A58A-1A22CFBB6FF2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BBA4102-8E5D-471C-8A7D-522DAF3493E6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eo 6" title="Ocean Waves In The Shore">
            <a:hlinkClick r:id="" action="ppaction://media"/>
            <a:extLst>
              <a:ext uri="{FF2B5EF4-FFF2-40B4-BE49-F238E27FC236}">
                <a16:creationId xmlns:a16="http://schemas.microsoft.com/office/drawing/2014/main" id="{8135AD67-B98B-4E98-BD88-1F2025CDA9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33814"/>
            <a:ext cx="18000663" cy="103055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034" y="432491"/>
            <a:ext cx="11856962" cy="1799961"/>
          </a:xfrm>
        </p:spPr>
        <p:txBody>
          <a:bodyPr>
            <a:normAutofit/>
          </a:bodyPr>
          <a:lstStyle/>
          <a:p>
            <a:r>
              <a:rPr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0380" y="2725439"/>
            <a:ext cx="11418849" cy="3062701"/>
          </a:xfrm>
        </p:spPr>
        <p:txBody>
          <a:bodyPr>
            <a:normAutofit fontScale="92500" lnSpcReduction="20000"/>
          </a:bodyPr>
          <a:lstStyle/>
          <a:p>
            <a:endParaRPr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të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krijoni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formatoni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prezantoni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lang="sq-A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në</a:t>
            </a:r>
            <a:r>
              <a:rPr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PowerPoint.</a:t>
            </a:r>
          </a:p>
        </p:txBody>
      </p:sp>
      <p:sp>
        <p:nvSpPr>
          <p:cNvPr id="6" name="Rectangle: Rounded Corners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9E6E9DF-B647-408C-A323-97D8DEFF04A7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4DEF002-C205-4131-8295-65AF25A5CAAC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1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A999B1-22E3-4C7F-B510-9EDF2797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7836419" cy="10799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Çfarë</a:t>
            </a:r>
            <a:r>
              <a:rPr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është</a:t>
            </a:r>
            <a:r>
              <a:rPr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PowerPoint?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krijimin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prezantimeve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vizuale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Përdoret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edukim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veprimtari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tjera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Lehtëson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komunikimin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vizual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organizimin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6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informacionit</a:t>
            </a:r>
            <a:r>
              <a:rPr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8C3E062-1995-4210-8213-222720BA92EF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CC0E46B-E710-4FF7-B0F0-2D2C11617552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santa holding a sign&#10;&#10;AI-generated content may be incorrect.">
            <a:extLst>
              <a:ext uri="{FF2B5EF4-FFF2-40B4-BE49-F238E27FC236}">
                <a16:creationId xmlns:a16="http://schemas.microsoft.com/office/drawing/2014/main" id="{908B83E3-D7CE-A9BB-2A8D-CB58587A8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52331" y="3004344"/>
            <a:ext cx="6096000" cy="47910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6EC504-534A-003B-6808-888EA0410FAB}"/>
              </a:ext>
            </a:extLst>
          </p:cNvPr>
          <p:cNvSpPr/>
          <p:nvPr/>
        </p:nvSpPr>
        <p:spPr>
          <a:xfrm>
            <a:off x="7391400" y="5410200"/>
            <a:ext cx="3257550" cy="1733550"/>
          </a:xfrm>
          <a:prstGeom prst="rect">
            <a:avLst/>
          </a:prstGeom>
          <a:blipFill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AL"/>
          </a:p>
        </p:txBody>
      </p:sp>
    </p:spTree>
    <p:extLst>
      <p:ext uri="{BB962C8B-B14F-4D97-AF65-F5344CB8AC3E}">
        <p14:creationId xmlns:p14="http://schemas.microsoft.com/office/powerpoint/2010/main" val="272536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033" y="69115"/>
            <a:ext cx="16200597" cy="1799961"/>
          </a:xfrm>
        </p:spPr>
        <p:txBody>
          <a:bodyPr>
            <a:normAutofit/>
          </a:bodyPr>
          <a:lstStyle/>
          <a:p>
            <a:r>
              <a:rPr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Hapja</a:t>
            </a:r>
            <a:r>
              <a:rPr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PowerPoint-it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033" y="2120941"/>
            <a:ext cx="16200597" cy="2986318"/>
          </a:xfrm>
        </p:spPr>
        <p:txBody>
          <a:bodyPr>
            <a:normAutofit fontScale="92500" lnSpcReduction="10000"/>
          </a:bodyPr>
          <a:lstStyle/>
          <a:p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Klikoni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ikonën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PowerPoint-it.</a:t>
            </a:r>
          </a:p>
          <a:p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Zgjidhni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ose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filloni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bosh.</a:t>
            </a:r>
          </a:p>
          <a:p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Ndërfaqja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përmban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shiritat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veglave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hapësirën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punës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D3CCC-E947-4DC4-BFA8-19C25385F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83" y="4502729"/>
            <a:ext cx="8690437" cy="6002028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569EEE0-FB5C-4555-B189-C497E7B1CAF4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1BF2665-7AE5-45C7-B055-80DE1D7F16F4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83279-870457579_small">
            <a:hlinkClick r:id="" action="ppaction://media"/>
            <a:extLst>
              <a:ext uri="{FF2B5EF4-FFF2-40B4-BE49-F238E27FC236}">
                <a16:creationId xmlns:a16="http://schemas.microsoft.com/office/drawing/2014/main" id="{AC742195-7004-4DC7-A9FF-CC645921C9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423" y="-57694"/>
            <a:ext cx="17944517" cy="1085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88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Ndërfaqja</a:t>
            </a:r>
            <a:r>
              <a:rPr sz="8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8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Kryesore</a:t>
            </a:r>
            <a:endParaRPr sz="8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Shiritat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veglave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(Ribbon):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shpejtë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mjete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Paneli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slide-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Organizoni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slide-t.</a:t>
            </a:r>
          </a:p>
          <a:p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Hapësira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punës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Krijoni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modifikoni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përmbajtje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Shiriti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statusit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Informacione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mbi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prezantimin</a:t>
            </a:r>
            <a:r>
              <a:rPr sz="6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: Rounded Corners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42898D5-4A9D-4D54-8F72-499C08728193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7" name="Rectangle: Rounded Corner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7B57D05-95BE-4B4B-B92C-F29ACE529F2C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5263-2E37-4BDD-83B6-72DA0A2A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33" y="46813"/>
            <a:ext cx="16200597" cy="1068309"/>
          </a:xfrm>
        </p:spPr>
        <p:txBody>
          <a:bodyPr>
            <a:normAutofit fontScale="90000"/>
          </a:bodyPr>
          <a:lstStyle/>
          <a:p>
            <a:r>
              <a:rPr lang="sq-AL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Përshkrim i shkurtër i </a:t>
            </a:r>
            <a:r>
              <a:rPr lang="sq-AL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menuve</a:t>
            </a:r>
            <a:endParaRPr lang="sq-AL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1FEDE-06AF-4979-8E87-53488412FBCC}"/>
              </a:ext>
            </a:extLst>
          </p:cNvPr>
          <p:cNvSpPr txBox="1"/>
          <p:nvPr/>
        </p:nvSpPr>
        <p:spPr>
          <a:xfrm>
            <a:off x="552218" y="942070"/>
            <a:ext cx="16771435" cy="994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Menuja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"File"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Kjo 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përdoret për të menaxhuar skedarët (ruajtje, hapje, printim).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Shembuj: 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"Save As": Ruani prezantimin me një emër të ri.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"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Krijoni një PDF nga prezantimi juaj.</a:t>
            </a:r>
          </a:p>
          <a:p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Menuja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Menuja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kryesore për ndryshimin e tekstit, stilizimin dhe shtimin e elementeve bazike.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Shembuj: 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Ndryshimi i fontit dhe madhësisë së tekstit.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Përdorimi i "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Bullets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dhe "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Numbering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</a:p>
          <a:p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Menuja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"Insert"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 të shtuar elemente si tabela, grafikë, imazhe dhe video.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Shembuj: 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Shtoni një grafik (</a:t>
            </a:r>
            <a:r>
              <a:rPr lang="sq-A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për të paraqitur të dhëna.</a:t>
            </a:r>
          </a:p>
          <a:p>
            <a:r>
              <a:rPr lang="sq-A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Shtoni një imazh nga kompjuteri juaj.</a:t>
            </a:r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B1A5748-1C1C-48BC-8883-B3E3F9562183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7" name="Rectangle: Rounded Corner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1F0C11C-7E29-4151-A5EB-AAF06A0E4F5C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545250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3E8D95-7E4B-4FB1-8902-51C66BC861C9}"/>
              </a:ext>
            </a:extLst>
          </p:cNvPr>
          <p:cNvSpPr txBox="1"/>
          <p:nvPr/>
        </p:nvSpPr>
        <p:spPr>
          <a:xfrm>
            <a:off x="691376" y="276374"/>
            <a:ext cx="16191570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q-AL" dirty="0" err="1"/>
              <a:t>Menuja</a:t>
            </a:r>
            <a:r>
              <a:rPr lang="sq-AL" dirty="0"/>
              <a:t> "</a:t>
            </a:r>
            <a:r>
              <a:rPr lang="sq-AL" dirty="0" err="1"/>
              <a:t>Design</a:t>
            </a:r>
            <a:r>
              <a:rPr lang="sq-AL" dirty="0"/>
              <a:t>"</a:t>
            </a:r>
          </a:p>
          <a:p>
            <a:r>
              <a:rPr lang="sq-AL" dirty="0"/>
              <a:t>Ndryshimi i dizajnit dhe temave të prezantimit.</a:t>
            </a:r>
          </a:p>
          <a:p>
            <a:r>
              <a:rPr lang="sq-AL" dirty="0"/>
              <a:t>•	Shembuj: </a:t>
            </a:r>
          </a:p>
          <a:p>
            <a:r>
              <a:rPr lang="sq-AL" dirty="0"/>
              <a:t>o	Zgjedhja e një teme (</a:t>
            </a:r>
            <a:r>
              <a:rPr lang="sq-AL" dirty="0" err="1"/>
              <a:t>Theme</a:t>
            </a:r>
            <a:r>
              <a:rPr lang="sq-AL" dirty="0"/>
              <a:t>) për prezantimin tuaj.</a:t>
            </a:r>
          </a:p>
          <a:p>
            <a:r>
              <a:rPr lang="sq-AL" dirty="0"/>
              <a:t>o	Ndryshimi i sfondit të </a:t>
            </a:r>
            <a:r>
              <a:rPr lang="sq-AL" dirty="0" err="1"/>
              <a:t>sllajdeve</a:t>
            </a:r>
            <a:r>
              <a:rPr lang="sq-AL" dirty="0"/>
              <a:t>.</a:t>
            </a:r>
          </a:p>
          <a:p>
            <a:r>
              <a:rPr lang="sq-AL" dirty="0" err="1"/>
              <a:t>Menuja</a:t>
            </a:r>
            <a:r>
              <a:rPr lang="sq-AL" dirty="0"/>
              <a:t> "</a:t>
            </a:r>
            <a:r>
              <a:rPr lang="sq-AL" dirty="0" err="1"/>
              <a:t>Transitions</a:t>
            </a:r>
            <a:r>
              <a:rPr lang="sq-AL" dirty="0"/>
              <a:t>"</a:t>
            </a:r>
          </a:p>
          <a:p>
            <a:r>
              <a:rPr lang="sq-AL" dirty="0"/>
              <a:t>•	Për të shtuar kalime (</a:t>
            </a:r>
            <a:r>
              <a:rPr lang="sq-AL" dirty="0" err="1"/>
              <a:t>transitions</a:t>
            </a:r>
            <a:r>
              <a:rPr lang="sq-AL" dirty="0"/>
              <a:t>) midis </a:t>
            </a:r>
            <a:r>
              <a:rPr lang="sq-AL" dirty="0" err="1"/>
              <a:t>sllajdeve</a:t>
            </a:r>
            <a:r>
              <a:rPr lang="sq-AL" dirty="0"/>
              <a:t>.</a:t>
            </a:r>
          </a:p>
          <a:p>
            <a:r>
              <a:rPr lang="sq-AL" dirty="0"/>
              <a:t>•	Shembuj: </a:t>
            </a:r>
          </a:p>
          <a:p>
            <a:r>
              <a:rPr lang="sq-AL" dirty="0"/>
              <a:t>o	Përdorimi i efektit "</a:t>
            </a:r>
            <a:r>
              <a:rPr lang="sq-AL" dirty="0" err="1"/>
              <a:t>Fade</a:t>
            </a:r>
            <a:r>
              <a:rPr lang="sq-AL" dirty="0"/>
              <a:t>" për një kalim të butë.</a:t>
            </a:r>
          </a:p>
          <a:p>
            <a:r>
              <a:rPr lang="sq-AL" dirty="0"/>
              <a:t>o	Rregullimi i kohëzgjatjes së </a:t>
            </a:r>
            <a:r>
              <a:rPr lang="sq-AL" dirty="0" err="1"/>
              <a:t>tranzicionit</a:t>
            </a:r>
            <a:r>
              <a:rPr lang="sq-AL" dirty="0"/>
              <a:t>.</a:t>
            </a:r>
          </a:p>
          <a:p>
            <a:r>
              <a:rPr lang="sq-AL" dirty="0" err="1"/>
              <a:t>Menuja</a:t>
            </a:r>
            <a:r>
              <a:rPr lang="sq-AL" dirty="0"/>
              <a:t> "</a:t>
            </a:r>
            <a:r>
              <a:rPr lang="sq-AL" dirty="0" err="1"/>
              <a:t>Animations</a:t>
            </a:r>
            <a:r>
              <a:rPr lang="sq-AL" dirty="0"/>
              <a:t>"</a:t>
            </a:r>
          </a:p>
          <a:p>
            <a:r>
              <a:rPr lang="sq-AL" dirty="0"/>
              <a:t>•	Për të shtuar efekte </a:t>
            </a:r>
            <a:r>
              <a:rPr lang="sq-AL" dirty="0" err="1"/>
              <a:t>animacioni</a:t>
            </a:r>
            <a:r>
              <a:rPr lang="sq-AL" dirty="0"/>
              <a:t> në elemente të ndryshme.</a:t>
            </a:r>
          </a:p>
          <a:p>
            <a:r>
              <a:rPr lang="sq-AL" dirty="0"/>
              <a:t>•	Shembuj: </a:t>
            </a:r>
          </a:p>
          <a:p>
            <a:r>
              <a:rPr lang="sq-AL" dirty="0"/>
              <a:t>o	Shtimi i një </a:t>
            </a:r>
            <a:r>
              <a:rPr lang="sq-AL" dirty="0" err="1"/>
              <a:t>animacioni</a:t>
            </a:r>
            <a:r>
              <a:rPr lang="sq-AL" dirty="0"/>
              <a:t> "</a:t>
            </a:r>
            <a:r>
              <a:rPr lang="sq-AL" dirty="0" err="1"/>
              <a:t>Fly</a:t>
            </a:r>
            <a:r>
              <a:rPr lang="sq-AL" dirty="0"/>
              <a:t> In" për tekst.</a:t>
            </a:r>
          </a:p>
          <a:p>
            <a:r>
              <a:rPr lang="sq-AL" dirty="0"/>
              <a:t>o	Rregullimi i renditjes së </a:t>
            </a:r>
            <a:r>
              <a:rPr lang="sq-AL" dirty="0" err="1"/>
              <a:t>animacioneve</a:t>
            </a:r>
            <a:r>
              <a:rPr lang="sq-AL" dirty="0"/>
              <a:t> me "</a:t>
            </a:r>
            <a:r>
              <a:rPr lang="sq-AL" dirty="0" err="1"/>
              <a:t>Animation</a:t>
            </a:r>
            <a:r>
              <a:rPr lang="sq-AL" dirty="0"/>
              <a:t> </a:t>
            </a:r>
            <a:r>
              <a:rPr lang="sq-AL" dirty="0" err="1"/>
              <a:t>Pane</a:t>
            </a:r>
            <a:r>
              <a:rPr lang="sq-AL" dirty="0"/>
              <a:t>."</a:t>
            </a:r>
          </a:p>
          <a:p>
            <a:r>
              <a:rPr lang="sq-AL" dirty="0" err="1"/>
              <a:t>Menuja</a:t>
            </a:r>
            <a:r>
              <a:rPr lang="sq-AL" dirty="0"/>
              <a:t> "</a:t>
            </a:r>
            <a:r>
              <a:rPr lang="sq-AL" dirty="0" err="1"/>
              <a:t>Slide</a:t>
            </a:r>
            <a:r>
              <a:rPr lang="sq-AL" dirty="0"/>
              <a:t> </a:t>
            </a:r>
            <a:r>
              <a:rPr lang="sq-AL" dirty="0" err="1"/>
              <a:t>Show</a:t>
            </a:r>
            <a:r>
              <a:rPr lang="sq-AL" dirty="0"/>
              <a:t>"</a:t>
            </a:r>
          </a:p>
          <a:p>
            <a:r>
              <a:rPr lang="sq-AL" dirty="0"/>
              <a:t>•	Përdoret për të menaxhuar paraqitjen e prezantimit.</a:t>
            </a:r>
          </a:p>
          <a:p>
            <a:r>
              <a:rPr lang="sq-AL" dirty="0"/>
              <a:t>•	Shembuj: </a:t>
            </a:r>
          </a:p>
          <a:p>
            <a:r>
              <a:rPr lang="sq-AL" dirty="0"/>
              <a:t>o	Aktivizimi i "</a:t>
            </a:r>
            <a:r>
              <a:rPr lang="sq-AL" dirty="0" err="1"/>
              <a:t>Presenter</a:t>
            </a:r>
            <a:r>
              <a:rPr lang="sq-AL" dirty="0"/>
              <a:t> </a:t>
            </a:r>
            <a:r>
              <a:rPr lang="sq-AL" dirty="0" err="1"/>
              <a:t>View</a:t>
            </a:r>
            <a:r>
              <a:rPr lang="sq-AL" dirty="0"/>
              <a:t>" për të parë shënime gjatë prezantimit.</a:t>
            </a:r>
          </a:p>
          <a:p>
            <a:r>
              <a:rPr lang="sq-AL" dirty="0"/>
              <a:t>o	Përdorimi i "</a:t>
            </a:r>
            <a:r>
              <a:rPr lang="sq-AL" dirty="0" err="1"/>
              <a:t>Rehearse</a:t>
            </a:r>
            <a:r>
              <a:rPr lang="sq-AL" dirty="0"/>
              <a:t> </a:t>
            </a:r>
            <a:r>
              <a:rPr lang="sq-AL" dirty="0" err="1"/>
              <a:t>Timings</a:t>
            </a:r>
            <a:r>
              <a:rPr lang="sq-AL" dirty="0"/>
              <a:t>" për të përsosur kohën e </a:t>
            </a:r>
            <a:r>
              <a:rPr lang="sq-AL" dirty="0" err="1"/>
              <a:t>sllajdeve</a:t>
            </a:r>
            <a:r>
              <a:rPr lang="sq-AL" dirty="0"/>
              <a:t>.</a:t>
            </a:r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1A976D-4270-431C-99BE-F57BB7D13DD7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6" name="Rectangle: Rounded Corners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72273ED-4848-49C7-A913-5F559C764D67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73450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Krijimi i një Slide-i të 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Shkoni te 'Home' dhe klikoni 'New Slide'.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Zgjidhni një layout: tekst, foto ose bosh.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Përshtatni përmbajtjen sipas nevojës.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FC238-B806-4433-90AE-E80CF6178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565" y="4226325"/>
            <a:ext cx="5281182" cy="6255821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20B0C1C-F04C-4EB3-BB67-C10F55775A1D}"/>
              </a:ext>
            </a:extLst>
          </p:cNvPr>
          <p:cNvSpPr/>
          <p:nvPr/>
        </p:nvSpPr>
        <p:spPr>
          <a:xfrm>
            <a:off x="8809464" y="7850459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66F0691-9685-437E-90F8-0E2E702CBCE4}"/>
              </a:ext>
            </a:extLst>
          </p:cNvPr>
          <p:cNvSpPr/>
          <p:nvPr/>
        </p:nvSpPr>
        <p:spPr>
          <a:xfrm>
            <a:off x="8809464" y="9060173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Shtimi</a:t>
            </a: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Tekstit</a:t>
            </a: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Formatimi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033" y="2519946"/>
            <a:ext cx="16200597" cy="412618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Klikoni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shtuar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përmbajtje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shiritin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veglave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Ndryshim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madhësie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ngjyre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* Lista me pika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numra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49EA29B-AB54-47FD-B487-6049FF15DAAD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6" name="Rectangle: Rounded Corners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17F0E9F-B851-4A94-8521-02A2A685B425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Shtimi i Imazheve dhe Videove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912" y="2874937"/>
            <a:ext cx="10755257" cy="685235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imazh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'Insert' &gt; 'Picture'.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video: 'Insert' &gt; 'Video'.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vegla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modifikuar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dimensionet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E942F-BD36-41A8-80DB-D284B6E52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168" y="0"/>
            <a:ext cx="6219495" cy="10799763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4B00F6-9A56-4C9F-82DD-A64B6A11B5C7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9E4A43-4268-4175-A12B-0F76D836EA0B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FF2FC-AF51-4E52-8409-18FFE8649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8000663" cy="10882454"/>
          </a:xfrm>
          <a:prstGeom prst="rect">
            <a:avLst/>
          </a:prstGeom>
        </p:spPr>
      </p:pic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314F11-0573-4C6D-9EF2-7E96BE43A7C2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6" name="Rectangle: Rounded Corners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8FD0D50-EC94-43C5-A19B-25135C813156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494561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BFB69D-12AE-4129-B52E-038F3644D9D8}"/>
              </a:ext>
            </a:extLst>
          </p:cNvPr>
          <p:cNvSpPr/>
          <p:nvPr/>
        </p:nvSpPr>
        <p:spPr>
          <a:xfrm>
            <a:off x="1079320" y="3925231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>
                <a:latin typeface="Arial Black" panose="020B0A04020102020204" pitchFamily="34" charset="0"/>
              </a:rPr>
              <a:t>Fonti </a:t>
            </a:r>
            <a:endParaRPr lang="sq-AL" dirty="0">
              <a:latin typeface="Arial Black" panose="020B0A04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010" y="87132"/>
            <a:ext cx="15525572" cy="1324297"/>
          </a:xfrm>
        </p:spPr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Animacionet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146" y="1157649"/>
            <a:ext cx="15525572" cy="2254624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midis slide-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'Transitions'.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Animacione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objekteve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'Animations'.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Përshtatni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lëvizjet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sipas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preferencës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757444-C952-4EFF-BEAF-EA59044EEECE}"/>
              </a:ext>
            </a:extLst>
          </p:cNvPr>
          <p:cNvGrpSpPr/>
          <p:nvPr/>
        </p:nvGrpSpPr>
        <p:grpSpPr>
          <a:xfrm>
            <a:off x="1194549" y="3969834"/>
            <a:ext cx="3100039" cy="2408662"/>
            <a:chOff x="1494262" y="4817328"/>
            <a:chExt cx="3100039" cy="240866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2F964A2-E930-444C-A786-6A18CCEB8C00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9917CE-EAF9-4179-9A00-B94C385C1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1722" y="5129561"/>
              <a:ext cx="2689554" cy="1101745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480A0E-F466-4294-97E5-5A44B9417163}"/>
              </a:ext>
            </a:extLst>
          </p:cNvPr>
          <p:cNvSpPr/>
          <p:nvPr/>
        </p:nvSpPr>
        <p:spPr>
          <a:xfrm>
            <a:off x="4733203" y="3969834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 err="1">
                <a:latin typeface="Arial Black" panose="020B0A04020102020204" pitchFamily="34" charset="0"/>
              </a:rPr>
              <a:t>Review</a:t>
            </a:r>
            <a:r>
              <a:rPr lang="sq-AL" sz="6600" dirty="0">
                <a:latin typeface="Arial Black" panose="020B0A04020102020204" pitchFamily="34" charset="0"/>
              </a:rPr>
              <a:t>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63CD6E-E9A0-423D-A8CF-1937D95B662E}"/>
              </a:ext>
            </a:extLst>
          </p:cNvPr>
          <p:cNvGrpSpPr/>
          <p:nvPr/>
        </p:nvGrpSpPr>
        <p:grpSpPr>
          <a:xfrm>
            <a:off x="4851041" y="4014437"/>
            <a:ext cx="3100039" cy="2408662"/>
            <a:chOff x="1494262" y="4817328"/>
            <a:chExt cx="3100039" cy="240866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D45B035-C4B5-4B58-9DE9-5B41C1754D9B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D8852E5-9CB4-4232-B27B-98BA6EB50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017214" y="5113962"/>
              <a:ext cx="2265092" cy="1933616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0AFBA6-8166-48D5-9030-4B57117123D9}"/>
              </a:ext>
            </a:extLst>
          </p:cNvPr>
          <p:cNvSpPr/>
          <p:nvPr/>
        </p:nvSpPr>
        <p:spPr>
          <a:xfrm>
            <a:off x="8387086" y="4014437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 err="1">
                <a:latin typeface="Arial Black" panose="020B0A04020102020204" pitchFamily="34" charset="0"/>
              </a:rPr>
              <a:t>Home</a:t>
            </a:r>
            <a:r>
              <a:rPr lang="sq-AL" sz="6600" dirty="0">
                <a:latin typeface="Arial Black" panose="020B0A04020102020204" pitchFamily="34" charset="0"/>
              </a:rPr>
              <a:t>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5C8AFF-9505-4B4C-8905-B0FBBB8A98A0}"/>
              </a:ext>
            </a:extLst>
          </p:cNvPr>
          <p:cNvGrpSpPr/>
          <p:nvPr/>
        </p:nvGrpSpPr>
        <p:grpSpPr>
          <a:xfrm>
            <a:off x="8387086" y="3969834"/>
            <a:ext cx="3100039" cy="2408662"/>
            <a:chOff x="1494262" y="4817328"/>
            <a:chExt cx="3100039" cy="240866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8B9D9DA-F79D-4D58-9C1A-231F5E13BC75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284146F-1FD4-4542-8626-4E8FF7520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083166" y="4995752"/>
              <a:ext cx="2075464" cy="2096429"/>
            </a:xfrm>
            <a:prstGeom prst="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C641419-86F4-4AF0-97EF-5249ED15699C}"/>
              </a:ext>
            </a:extLst>
          </p:cNvPr>
          <p:cNvSpPr/>
          <p:nvPr/>
        </p:nvSpPr>
        <p:spPr>
          <a:xfrm>
            <a:off x="12040969" y="4059040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>
                <a:latin typeface="Arial Black" panose="020B0A04020102020204" pitchFamily="34" charset="0"/>
              </a:rPr>
              <a:t>Insert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33A34AA-004F-4485-B585-1711441B7176}"/>
              </a:ext>
            </a:extLst>
          </p:cNvPr>
          <p:cNvGrpSpPr/>
          <p:nvPr/>
        </p:nvGrpSpPr>
        <p:grpSpPr>
          <a:xfrm>
            <a:off x="12040969" y="4014437"/>
            <a:ext cx="3100039" cy="2408662"/>
            <a:chOff x="1494262" y="4817328"/>
            <a:chExt cx="3100039" cy="2408662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61245B5-11D8-4B3A-A7E6-2CB5ABCD5606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BE8AF87-694C-4E46-9307-E632DD6C0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937723" y="5129561"/>
              <a:ext cx="2162470" cy="1918017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EAA90A4-F9A6-4571-B734-255776EEEA0E}"/>
              </a:ext>
            </a:extLst>
          </p:cNvPr>
          <p:cNvSpPr/>
          <p:nvPr/>
        </p:nvSpPr>
        <p:spPr>
          <a:xfrm>
            <a:off x="1266781" y="7340812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 err="1">
                <a:latin typeface="Arial Black" panose="020B0A04020102020204" pitchFamily="34" charset="0"/>
              </a:rPr>
              <a:t>Home</a:t>
            </a:r>
            <a:r>
              <a:rPr lang="sq-AL" sz="6600" dirty="0">
                <a:latin typeface="Arial Black" panose="020B0A04020102020204" pitchFamily="34" charset="0"/>
              </a:rPr>
              <a:t>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4526B66-9CF2-482D-A40E-6D5AEEB05443}"/>
              </a:ext>
            </a:extLst>
          </p:cNvPr>
          <p:cNvGrpSpPr/>
          <p:nvPr/>
        </p:nvGrpSpPr>
        <p:grpSpPr>
          <a:xfrm>
            <a:off x="1266781" y="7340812"/>
            <a:ext cx="3100039" cy="2408662"/>
            <a:chOff x="1494262" y="4817328"/>
            <a:chExt cx="3100039" cy="2408662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B0F1B7F-B300-4BC8-B09C-4978F38C162D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054F451-BBE5-41CB-9E13-AC7F7C603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1681723" y="5129560"/>
              <a:ext cx="2776602" cy="1696813"/>
            </a:xfrm>
            <a:prstGeom prst="rect">
              <a:avLst/>
            </a:prstGeom>
          </p:spPr>
        </p:pic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2ECCAA0-668F-424C-85E4-4848654A0544}"/>
              </a:ext>
            </a:extLst>
          </p:cNvPr>
          <p:cNvSpPr/>
          <p:nvPr/>
        </p:nvSpPr>
        <p:spPr>
          <a:xfrm>
            <a:off x="4920664" y="7385415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>
                <a:latin typeface="Arial Black" panose="020B0A04020102020204" pitchFamily="34" charset="0"/>
              </a:rPr>
              <a:t>Insert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CD9312-155C-49AD-BD40-7006B5B0CAFE}"/>
              </a:ext>
            </a:extLst>
          </p:cNvPr>
          <p:cNvGrpSpPr/>
          <p:nvPr/>
        </p:nvGrpSpPr>
        <p:grpSpPr>
          <a:xfrm>
            <a:off x="4920664" y="7385415"/>
            <a:ext cx="3100039" cy="2408662"/>
            <a:chOff x="1494262" y="4817328"/>
            <a:chExt cx="3100039" cy="2408662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7B0B730-C37C-401E-B9EE-AC1DFA8E3846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57E00DC-615D-4C76-B0E1-5177FFF56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1764500" y="5129561"/>
              <a:ext cx="2728360" cy="1190951"/>
            </a:xfrm>
            <a:prstGeom prst="rect">
              <a:avLst/>
            </a:prstGeom>
          </p:spPr>
        </p:pic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6EE21DC-D9CF-436D-9508-5F1D78F401E7}"/>
              </a:ext>
            </a:extLst>
          </p:cNvPr>
          <p:cNvSpPr/>
          <p:nvPr/>
        </p:nvSpPr>
        <p:spPr>
          <a:xfrm>
            <a:off x="8574547" y="7430018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600" dirty="0" err="1">
                <a:latin typeface="Arial Black" panose="020B0A04020102020204" pitchFamily="34" charset="0"/>
              </a:rPr>
              <a:t>Home</a:t>
            </a:r>
            <a:r>
              <a:rPr lang="sq-AL" sz="6600" dirty="0">
                <a:latin typeface="Arial Black" panose="020B0A04020102020204" pitchFamily="34" charset="0"/>
              </a:rPr>
              <a:t> </a:t>
            </a:r>
            <a:endParaRPr lang="sq-AL" dirty="0">
              <a:latin typeface="Arial Black" panose="020B0A040201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145D4D-3775-4829-BB8E-A5CBB3F8F649}"/>
              </a:ext>
            </a:extLst>
          </p:cNvPr>
          <p:cNvGrpSpPr/>
          <p:nvPr/>
        </p:nvGrpSpPr>
        <p:grpSpPr>
          <a:xfrm>
            <a:off x="8625331" y="7385415"/>
            <a:ext cx="3100039" cy="2408662"/>
            <a:chOff x="1494262" y="4817328"/>
            <a:chExt cx="3100039" cy="240866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7EAFAAD-432F-4969-B174-CA600BF85607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2F56DC0-0BA6-4683-AA20-A298E1601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1712556" y="5129561"/>
              <a:ext cx="2766515" cy="1563003"/>
            </a:xfrm>
            <a:prstGeom prst="rect">
              <a:avLst/>
            </a:prstGeom>
          </p:spPr>
        </p:pic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3373AB4-BA7A-43C5-BF5E-C1575B2A4E57}"/>
              </a:ext>
            </a:extLst>
          </p:cNvPr>
          <p:cNvSpPr/>
          <p:nvPr/>
        </p:nvSpPr>
        <p:spPr>
          <a:xfrm>
            <a:off x="12228430" y="7366421"/>
            <a:ext cx="3215268" cy="24086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6000" dirty="0">
                <a:latin typeface="Arial Black" panose="020B0A04020102020204" pitchFamily="34" charset="0"/>
              </a:rPr>
              <a:t>Forma </a:t>
            </a:r>
            <a:endParaRPr lang="sq-AL" sz="3200" dirty="0">
              <a:latin typeface="Arial Black" panose="020B0A040201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7D7855-CB53-432C-8930-444651A74727}"/>
              </a:ext>
            </a:extLst>
          </p:cNvPr>
          <p:cNvGrpSpPr/>
          <p:nvPr/>
        </p:nvGrpSpPr>
        <p:grpSpPr>
          <a:xfrm>
            <a:off x="12343659" y="7321818"/>
            <a:ext cx="3100039" cy="2408662"/>
            <a:chOff x="1494262" y="4817328"/>
            <a:chExt cx="3100039" cy="240866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A1ABB10-E9DC-4B9B-87FA-26C1A2FD7943}"/>
                </a:ext>
              </a:extLst>
            </p:cNvPr>
            <p:cNvSpPr/>
            <p:nvPr/>
          </p:nvSpPr>
          <p:spPr>
            <a:xfrm>
              <a:off x="1494262" y="4817328"/>
              <a:ext cx="3100039" cy="2408662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 dirty="0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50764E-F2B2-4D7B-B63A-5B5CB3B0D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2386359" y="4906534"/>
              <a:ext cx="1639254" cy="2204515"/>
            </a:xfrm>
            <a:prstGeom prst="rect">
              <a:avLst/>
            </a:prstGeom>
          </p:spPr>
        </p:pic>
      </p:grpSp>
      <p:sp>
        <p:nvSpPr>
          <p:cNvPr id="47" name="Rectangle: Rounded Corners 4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0306DD6-C353-43CE-9EF3-D6B69AF1ABAB}"/>
              </a:ext>
            </a:extLst>
          </p:cNvPr>
          <p:cNvSpPr/>
          <p:nvPr/>
        </p:nvSpPr>
        <p:spPr>
          <a:xfrm>
            <a:off x="15591738" y="8531760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48" name="Rectangle: Rounded Corners 4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E9DF39A-86AE-43B2-8680-D0D08D06B1E2}"/>
              </a:ext>
            </a:extLst>
          </p:cNvPr>
          <p:cNvSpPr/>
          <p:nvPr/>
        </p:nvSpPr>
        <p:spPr>
          <a:xfrm>
            <a:off x="15591738" y="9741474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  <p:bldP spid="23" grpId="0" animBg="1"/>
      <p:bldP spid="23" grpId="1" animBg="1"/>
      <p:bldP spid="27" grpId="0" animBg="1"/>
      <p:bldP spid="27" grpId="1" animBg="1"/>
      <p:bldP spid="31" grpId="0" animBg="1"/>
      <p:bldP spid="31" grpId="1" animBg="1"/>
      <p:bldP spid="35" grpId="0" animBg="1"/>
      <p:bldP spid="35" grpId="1" animBg="1"/>
      <p:bldP spid="39" grpId="0" animBg="1"/>
      <p:bldP spid="39" grpId="1" animBg="1"/>
      <p:bldP spid="43" grpId="0" animBg="1"/>
      <p:bldP spid="43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5416046" y="179539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953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sq-XK" sz="2215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7355555" y="179539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9409151" y="179539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11462749" y="179539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13516345" y="179539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sq-XK" sz="2215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5416046" y="363507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067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endParaRPr lang="sq-XK" sz="2067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7355553" y="363507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sq-AL" sz="2658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q-XK" sz="2658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9409150" y="363507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362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LAYOT </a:t>
            </a:r>
            <a:endParaRPr lang="sq-XK" sz="1772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11467502" y="363507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endParaRPr lang="sq-XK" sz="1772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13525852" y="363507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=SUM 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5411291" y="547475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7355553" y="547475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1772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=AVERAGE</a:t>
            </a:r>
            <a:endParaRPr lang="sq-XK" sz="1772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9409150" y="547475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=SUM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11462747" y="547475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067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</a:t>
            </a:r>
            <a:endParaRPr lang="sq-XK" sz="2067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13516344" y="547475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5411291" y="7357218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7355555" y="731443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1772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=AVERAGE</a:t>
            </a:r>
            <a:endParaRPr lang="sq-XK" sz="1772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9409150" y="732869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362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POWERPOINT</a:t>
            </a:r>
            <a:endParaRPr lang="sq-XK" sz="3543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11462747" y="7314435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LAYOT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13525852" y="7328696"/>
            <a:ext cx="1725591" cy="16400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b="1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endParaRPr lang="sq-XK" sz="2658" b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5426103" y="1745942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7356100" y="1767333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9428714" y="1781594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11501327" y="1788725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13506285" y="1850903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5385209" y="3610205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7316421" y="3571970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9365266" y="3617908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11442631" y="3610205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13467701" y="3558015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5391172" y="5435623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7297404" y="5392841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9389032" y="5435623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11433123" y="5442753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13448137" y="5462319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7355551" y="7351446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9428162" y="7329482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11472254" y="7329482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13544864" y="7394229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5401783" y="7351446"/>
            <a:ext cx="1725591" cy="16400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4429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4429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3037979" y="4053499"/>
            <a:ext cx="1825425" cy="175411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3100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310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2341005" y="1995346"/>
            <a:ext cx="3193274" cy="159184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defTabSz="1350020"/>
            <a:r>
              <a:rPr lang="en-US" sz="4872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4872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350020"/>
            <a:r>
              <a:rPr lang="en-US" sz="4872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4872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4872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8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892D936-6C56-4F84-8695-56C05D5B9410}"/>
              </a:ext>
            </a:extLst>
          </p:cNvPr>
          <p:cNvSpPr/>
          <p:nvPr/>
        </p:nvSpPr>
        <p:spPr>
          <a:xfrm>
            <a:off x="2782490" y="6059461"/>
            <a:ext cx="2310298" cy="101253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2658" dirty="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  <a:r>
              <a:rPr lang="en-US" sz="2658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2658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në fillim</a:t>
            </a:r>
            <a:endParaRPr lang="sq-XK" sz="2658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2909052" y="7528349"/>
            <a:ext cx="2310298" cy="101253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sq-AL" sz="2658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658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9FBA73-BFCB-428A-AA27-04CFA87BCB9B}"/>
              </a:ext>
            </a:extLst>
          </p:cNvPr>
          <p:cNvSpPr txBox="1"/>
          <p:nvPr/>
        </p:nvSpPr>
        <p:spPr>
          <a:xfrm>
            <a:off x="2341003" y="1602866"/>
            <a:ext cx="1273804" cy="399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50020"/>
            <a:r>
              <a:rPr lang="en-US" sz="1993" dirty="0">
                <a:solidFill>
                  <a:prstClr val="white"/>
                </a:solidFill>
                <a:latin typeface="Century Gothic" panose="020B0502020202020204"/>
              </a:rPr>
              <a:t>N. Guri</a:t>
            </a:r>
            <a:endParaRPr lang="sq-XK" sz="1993" dirty="0">
              <a:solidFill>
                <a:prstClr val="white"/>
              </a:solidFill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9018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2715412-uhd_3840_2160_30fps">
            <a:hlinkClick r:id="" action="ppaction://media"/>
            <a:extLst>
              <a:ext uri="{FF2B5EF4-FFF2-40B4-BE49-F238E27FC236}">
                <a16:creationId xmlns:a16="http://schemas.microsoft.com/office/drawing/2014/main" id="{11CB3CB4-A954-4945-80C3-FDDDEA38C4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000663" cy="10799762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4404E91-1205-441C-98D2-8BFEE8854E45}"/>
              </a:ext>
            </a:extLst>
          </p:cNvPr>
          <p:cNvSpPr/>
          <p:nvPr/>
        </p:nvSpPr>
        <p:spPr>
          <a:xfrm>
            <a:off x="-1" y="-1"/>
            <a:ext cx="18000664" cy="10799763"/>
          </a:xfrm>
          <a:custGeom>
            <a:avLst/>
            <a:gdLst/>
            <a:ahLst/>
            <a:cxnLst/>
            <a:rect l="l" t="t" r="r" b="b"/>
            <a:pathLst>
              <a:path w="18000664" h="10799763">
                <a:moveTo>
                  <a:pt x="6461463" y="2888101"/>
                </a:moveTo>
                <a:lnTo>
                  <a:pt x="6701533" y="3669974"/>
                </a:lnTo>
                <a:lnTo>
                  <a:pt x="6223896" y="3669974"/>
                </a:lnTo>
                <a:close/>
                <a:moveTo>
                  <a:pt x="3825533" y="2763476"/>
                </a:moveTo>
                <a:lnTo>
                  <a:pt x="4120776" y="2763476"/>
                </a:lnTo>
                <a:cubicBezTo>
                  <a:pt x="4243422" y="2763476"/>
                  <a:pt x="4327000" y="2782268"/>
                  <a:pt x="4371510" y="2819854"/>
                </a:cubicBezTo>
                <a:cubicBezTo>
                  <a:pt x="4416018" y="2857439"/>
                  <a:pt x="4438273" y="2911344"/>
                  <a:pt x="4438273" y="2981569"/>
                </a:cubicBezTo>
                <a:cubicBezTo>
                  <a:pt x="4438273" y="3029046"/>
                  <a:pt x="4424179" y="3071082"/>
                  <a:pt x="4395989" y="3107678"/>
                </a:cubicBezTo>
                <a:cubicBezTo>
                  <a:pt x="4367801" y="3144274"/>
                  <a:pt x="4331451" y="3167023"/>
                  <a:pt x="4286943" y="3175925"/>
                </a:cubicBezTo>
                <a:cubicBezTo>
                  <a:pt x="4198914" y="3195707"/>
                  <a:pt x="4139568" y="3205598"/>
                  <a:pt x="4108907" y="3205598"/>
                </a:cubicBezTo>
                <a:lnTo>
                  <a:pt x="3825533" y="3205598"/>
                </a:lnTo>
                <a:close/>
                <a:moveTo>
                  <a:pt x="16503284" y="2324321"/>
                </a:moveTo>
                <a:lnTo>
                  <a:pt x="16503284" y="4499323"/>
                </a:lnTo>
                <a:lnTo>
                  <a:pt x="17176852" y="4499323"/>
                </a:lnTo>
                <a:lnTo>
                  <a:pt x="17176852" y="2324321"/>
                </a:lnTo>
                <a:close/>
                <a:moveTo>
                  <a:pt x="13602136" y="2324321"/>
                </a:moveTo>
                <a:lnTo>
                  <a:pt x="13602136" y="4499323"/>
                </a:lnTo>
                <a:lnTo>
                  <a:pt x="14152563" y="4499323"/>
                </a:lnTo>
                <a:lnTo>
                  <a:pt x="14152563" y="2840625"/>
                </a:lnTo>
                <a:lnTo>
                  <a:pt x="14575884" y="4499323"/>
                </a:lnTo>
                <a:lnTo>
                  <a:pt x="15074106" y="4499323"/>
                </a:lnTo>
                <a:lnTo>
                  <a:pt x="15498215" y="2840625"/>
                </a:lnTo>
                <a:lnTo>
                  <a:pt x="15498215" y="4499323"/>
                </a:lnTo>
                <a:lnTo>
                  <a:pt x="16048642" y="4499323"/>
                </a:lnTo>
                <a:lnTo>
                  <a:pt x="16048642" y="2324321"/>
                </a:lnTo>
                <a:lnTo>
                  <a:pt x="15165303" y="2324321"/>
                </a:lnTo>
                <a:lnTo>
                  <a:pt x="14826873" y="3647720"/>
                </a:lnTo>
                <a:lnTo>
                  <a:pt x="14486008" y="2324321"/>
                </a:lnTo>
                <a:close/>
                <a:moveTo>
                  <a:pt x="12455159" y="2324321"/>
                </a:moveTo>
                <a:lnTo>
                  <a:pt x="12455159" y="4499323"/>
                </a:lnTo>
                <a:lnTo>
                  <a:pt x="13128727" y="4499323"/>
                </a:lnTo>
                <a:lnTo>
                  <a:pt x="13128727" y="2324321"/>
                </a:lnTo>
                <a:close/>
                <a:moveTo>
                  <a:pt x="9899255" y="2324321"/>
                </a:moveTo>
                <a:lnTo>
                  <a:pt x="9899255" y="4499323"/>
                </a:lnTo>
                <a:lnTo>
                  <a:pt x="10531281" y="4499323"/>
                </a:lnTo>
                <a:lnTo>
                  <a:pt x="10531281" y="3305094"/>
                </a:lnTo>
                <a:lnTo>
                  <a:pt x="11345794" y="4499323"/>
                </a:lnTo>
                <a:lnTo>
                  <a:pt x="11979305" y="4499323"/>
                </a:lnTo>
                <a:lnTo>
                  <a:pt x="11979305" y="2324321"/>
                </a:lnTo>
                <a:lnTo>
                  <a:pt x="11345794" y="2324321"/>
                </a:lnTo>
                <a:lnTo>
                  <a:pt x="11345794" y="3527638"/>
                </a:lnTo>
                <a:lnTo>
                  <a:pt x="10526830" y="2324321"/>
                </a:lnTo>
                <a:close/>
                <a:moveTo>
                  <a:pt x="8770994" y="2324321"/>
                </a:moveTo>
                <a:lnTo>
                  <a:pt x="8770994" y="3664364"/>
                </a:lnTo>
                <a:cubicBezTo>
                  <a:pt x="8770994" y="3796778"/>
                  <a:pt x="8753438" y="3890904"/>
                  <a:pt x="8718324" y="3946741"/>
                </a:cubicBezTo>
                <a:cubicBezTo>
                  <a:pt x="8683212" y="4002578"/>
                  <a:pt x="8628070" y="4030496"/>
                  <a:pt x="8552900" y="4030496"/>
                </a:cubicBezTo>
                <a:cubicBezTo>
                  <a:pt x="8505424" y="4030496"/>
                  <a:pt x="8468828" y="4021100"/>
                  <a:pt x="8443112" y="4002307"/>
                </a:cubicBezTo>
                <a:cubicBezTo>
                  <a:pt x="8405526" y="3973624"/>
                  <a:pt x="8378822" y="3936038"/>
                  <a:pt x="8362995" y="3889551"/>
                </a:cubicBezTo>
                <a:cubicBezTo>
                  <a:pt x="8347170" y="3843064"/>
                  <a:pt x="8338764" y="3771850"/>
                  <a:pt x="8337774" y="3675908"/>
                </a:cubicBezTo>
                <a:lnTo>
                  <a:pt x="7695362" y="3763443"/>
                </a:lnTo>
                <a:cubicBezTo>
                  <a:pt x="7707231" y="3931588"/>
                  <a:pt x="7746053" y="4072779"/>
                  <a:pt x="7811827" y="4187019"/>
                </a:cubicBezTo>
                <a:cubicBezTo>
                  <a:pt x="7877602" y="4301258"/>
                  <a:pt x="7970824" y="4388051"/>
                  <a:pt x="8091491" y="4447396"/>
                </a:cubicBezTo>
                <a:cubicBezTo>
                  <a:pt x="8212160" y="4506741"/>
                  <a:pt x="8382283" y="4536414"/>
                  <a:pt x="8601860" y="4536414"/>
                </a:cubicBezTo>
                <a:cubicBezTo>
                  <a:pt x="8809568" y="4536414"/>
                  <a:pt x="8979939" y="4491441"/>
                  <a:pt x="9112970" y="4401496"/>
                </a:cubicBezTo>
                <a:cubicBezTo>
                  <a:pt x="9246003" y="4311551"/>
                  <a:pt x="9334526" y="4201836"/>
                  <a:pt x="9378540" y="4072351"/>
                </a:cubicBezTo>
                <a:cubicBezTo>
                  <a:pt x="9422555" y="3942865"/>
                  <a:pt x="9444562" y="3754077"/>
                  <a:pt x="9444562" y="3505986"/>
                </a:cubicBezTo>
                <a:lnTo>
                  <a:pt x="9444562" y="2324321"/>
                </a:lnTo>
                <a:close/>
                <a:moveTo>
                  <a:pt x="3150481" y="2324321"/>
                </a:moveTo>
                <a:lnTo>
                  <a:pt x="3150481" y="4499323"/>
                </a:lnTo>
                <a:lnTo>
                  <a:pt x="3825533" y="4499323"/>
                </a:lnTo>
                <a:lnTo>
                  <a:pt x="3825533" y="3616563"/>
                </a:lnTo>
                <a:lnTo>
                  <a:pt x="3884879" y="3616563"/>
                </a:lnTo>
                <a:cubicBezTo>
                  <a:pt x="3946202" y="3616563"/>
                  <a:pt x="4001096" y="3633378"/>
                  <a:pt x="4049562" y="3667007"/>
                </a:cubicBezTo>
                <a:cubicBezTo>
                  <a:pt x="4085169" y="3692723"/>
                  <a:pt x="4125721" y="3748606"/>
                  <a:pt x="4171219" y="3834657"/>
                </a:cubicBezTo>
                <a:lnTo>
                  <a:pt x="4530466" y="4499323"/>
                </a:lnTo>
                <a:lnTo>
                  <a:pt x="5285687" y="4499323"/>
                </a:lnTo>
                <a:lnTo>
                  <a:pt x="5289877" y="4499323"/>
                </a:lnTo>
                <a:lnTo>
                  <a:pt x="5971912" y="4499323"/>
                </a:lnTo>
                <a:lnTo>
                  <a:pt x="6077922" y="4140285"/>
                </a:lnTo>
                <a:lnTo>
                  <a:pt x="6840947" y="4140285"/>
                </a:lnTo>
                <a:lnTo>
                  <a:pt x="6949763" y="4499323"/>
                </a:lnTo>
                <a:lnTo>
                  <a:pt x="7653560" y="4499323"/>
                </a:lnTo>
                <a:lnTo>
                  <a:pt x="6836265" y="2324321"/>
                </a:lnTo>
                <a:lnTo>
                  <a:pt x="6103167" y="2324321"/>
                </a:lnTo>
                <a:lnTo>
                  <a:pt x="5287452" y="4494627"/>
                </a:lnTo>
                <a:lnTo>
                  <a:pt x="4964406" y="3869082"/>
                </a:lnTo>
                <a:cubicBezTo>
                  <a:pt x="4948596" y="3837400"/>
                  <a:pt x="4917215" y="3792354"/>
                  <a:pt x="4870264" y="3733944"/>
                </a:cubicBezTo>
                <a:cubicBezTo>
                  <a:pt x="4823314" y="3675534"/>
                  <a:pt x="4787482" y="3637419"/>
                  <a:pt x="4762771" y="3619600"/>
                </a:cubicBezTo>
                <a:cubicBezTo>
                  <a:pt x="4726190" y="3592879"/>
                  <a:pt x="4667872" y="3566151"/>
                  <a:pt x="4587818" y="3539414"/>
                </a:cubicBezTo>
                <a:cubicBezTo>
                  <a:pt x="4687778" y="3516665"/>
                  <a:pt x="4766456" y="3487982"/>
                  <a:pt x="4823855" y="3453364"/>
                </a:cubicBezTo>
                <a:cubicBezTo>
                  <a:pt x="4913908" y="3398964"/>
                  <a:pt x="4984666" y="3327997"/>
                  <a:pt x="5036129" y="3240463"/>
                </a:cubicBezTo>
                <a:cubicBezTo>
                  <a:pt x="5087593" y="3152929"/>
                  <a:pt x="5113324" y="3048827"/>
                  <a:pt x="5113324" y="2928159"/>
                </a:cubicBezTo>
                <a:cubicBezTo>
                  <a:pt x="5113324" y="2789687"/>
                  <a:pt x="5079696" y="2672232"/>
                  <a:pt x="5012437" y="2575797"/>
                </a:cubicBezTo>
                <a:cubicBezTo>
                  <a:pt x="4945180" y="2479361"/>
                  <a:pt x="4856657" y="2413339"/>
                  <a:pt x="4746868" y="2377732"/>
                </a:cubicBezTo>
                <a:cubicBezTo>
                  <a:pt x="4637080" y="2342125"/>
                  <a:pt x="4478331" y="2324321"/>
                  <a:pt x="4270623" y="2324321"/>
                </a:cubicBezTo>
                <a:close/>
                <a:moveTo>
                  <a:pt x="798016" y="2324321"/>
                </a:moveTo>
                <a:lnTo>
                  <a:pt x="798016" y="2861395"/>
                </a:lnTo>
                <a:lnTo>
                  <a:pt x="1483453" y="2861395"/>
                </a:lnTo>
                <a:lnTo>
                  <a:pt x="1483453" y="4499323"/>
                </a:lnTo>
                <a:lnTo>
                  <a:pt x="2155537" y="4499323"/>
                </a:lnTo>
                <a:lnTo>
                  <a:pt x="2155537" y="2861395"/>
                </a:lnTo>
                <a:lnTo>
                  <a:pt x="2840975" y="2861395"/>
                </a:lnTo>
                <a:lnTo>
                  <a:pt x="2840975" y="2324321"/>
                </a:lnTo>
                <a:close/>
                <a:moveTo>
                  <a:pt x="0" y="0"/>
                </a:moveTo>
                <a:lnTo>
                  <a:pt x="18000664" y="0"/>
                </a:lnTo>
                <a:lnTo>
                  <a:pt x="18000664" y="10799763"/>
                </a:lnTo>
                <a:lnTo>
                  <a:pt x="0" y="10799763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q-AL"/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0A75F2F-44F0-4FF0-A44D-8AD8F3200945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7" name="Rectangle: Rounded Corner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A54E2DC-DDA3-467E-9DAC-8A725143BF1B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14787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46" y="713679"/>
            <a:ext cx="15525572" cy="1547321"/>
          </a:xfrm>
        </p:spPr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Ruajtja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Prezantimi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546" y="2305605"/>
            <a:ext cx="15525572" cy="285679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'File' &gt; 'Save As'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ruajtur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zakonshme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.pptx, .pdf.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Prezantoni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duke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zgjedhur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'Slide Show' &gt; 'From Beginning'.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E5649-2552-424A-80E0-DC26AB7DA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754" y="4818855"/>
            <a:ext cx="10583530" cy="5083428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36C73B3-763A-46E3-87A5-70B93DF7AAE1}"/>
              </a:ext>
            </a:extLst>
          </p:cNvPr>
          <p:cNvSpPr/>
          <p:nvPr/>
        </p:nvSpPr>
        <p:spPr>
          <a:xfrm>
            <a:off x="14295864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57B618-EC87-46EB-A2F8-C53684760AD9}"/>
              </a:ext>
            </a:extLst>
          </p:cNvPr>
          <p:cNvSpPr/>
          <p:nvPr/>
        </p:nvSpPr>
        <p:spPr>
          <a:xfrm>
            <a:off x="14295864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Sllajdi Kontrollues/Sllajdi Modelues (Slide Master)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546" y="2727276"/>
            <a:ext cx="15690005" cy="1480936"/>
          </a:xfrm>
        </p:spPr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Master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përshtatur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sllajdeve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gjithë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prezantimin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F72A7A-7D46-4A1E-9C5F-49CE5F93B508}"/>
              </a:ext>
            </a:extLst>
          </p:cNvPr>
          <p:cNvGrpSpPr/>
          <p:nvPr/>
        </p:nvGrpSpPr>
        <p:grpSpPr>
          <a:xfrm>
            <a:off x="999865" y="4208211"/>
            <a:ext cx="14701052" cy="5802508"/>
            <a:chOff x="999865" y="4208211"/>
            <a:chExt cx="14701052" cy="58025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99F769-6359-47D9-80D1-A39D960A9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9865" y="4208211"/>
              <a:ext cx="14701052" cy="580250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ACFBCC-87CD-4BF5-BACA-F758BF718108}"/>
                </a:ext>
              </a:extLst>
            </p:cNvPr>
            <p:cNvSpPr/>
            <p:nvPr/>
          </p:nvSpPr>
          <p:spPr>
            <a:xfrm>
              <a:off x="5932449" y="5419493"/>
              <a:ext cx="959005" cy="1538868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q-AL">
                <a:ln w="57150">
                  <a:solidFill>
                    <a:schemeClr val="accent2">
                      <a:lumMod val="75000"/>
                    </a:schemeClr>
                  </a:solidFill>
                </a:ln>
              </a:endParaRPr>
            </a:p>
          </p:txBody>
        </p:sp>
      </p:grpSp>
      <p:sp>
        <p:nvSpPr>
          <p:cNvPr id="9" name="Rectangle: Rounded Corners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3C5530E-701E-4DAB-833A-470969F6242F}"/>
              </a:ext>
            </a:extLst>
          </p:cNvPr>
          <p:cNvSpPr/>
          <p:nvPr/>
        </p:nvSpPr>
        <p:spPr>
          <a:xfrm>
            <a:off x="15121054" y="8920976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10" name="Rectangle: Rounded Corners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5699362-01EA-4108-ABFF-B8BADA46D4FA}"/>
              </a:ext>
            </a:extLst>
          </p:cNvPr>
          <p:cNvSpPr/>
          <p:nvPr/>
        </p:nvSpPr>
        <p:spPr>
          <a:xfrm>
            <a:off x="15121054" y="10130690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7546" y="512957"/>
            <a:ext cx="15525572" cy="1204331"/>
          </a:xfrm>
        </p:spPr>
        <p:txBody>
          <a:bodyPr/>
          <a:lstStyle/>
          <a:p>
            <a:pPr algn="ctr"/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Krijimi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Animacioneve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Përdoruesit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9058" y="1717288"/>
            <a:ext cx="15525572" cy="1196918"/>
          </a:xfrm>
        </p:spPr>
        <p:txBody>
          <a:bodyPr>
            <a:normAutofit lnSpcReduction="10000"/>
          </a:bodyPr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Përdorni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Animations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shtuar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lëvizje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teksti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objektet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të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përmirësuar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pamjen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1ABD8-15B5-4466-9AA9-5BBF8C8A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31" y="2877561"/>
            <a:ext cx="13808328" cy="7763393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3FCCC76-0984-44EA-9318-2F67736DB1BE}"/>
              </a:ext>
            </a:extLst>
          </p:cNvPr>
          <p:cNvSpPr/>
          <p:nvPr/>
        </p:nvSpPr>
        <p:spPr>
          <a:xfrm>
            <a:off x="15366380" y="8767550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676F60B-ADC2-446A-8060-7736FA89CCB4}"/>
              </a:ext>
            </a:extLst>
          </p:cNvPr>
          <p:cNvSpPr/>
          <p:nvPr/>
        </p:nvSpPr>
        <p:spPr>
          <a:xfrm>
            <a:off x="15366380" y="9977264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Ndryshimi i Tipareve të Dokumenteve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Personalizoni dokumentin me Headers, Footers dhe numra të faqeve nga Insert dhe Design tabs.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91415-6DEE-425C-9354-E3DCBB7C8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753" y="4230862"/>
            <a:ext cx="9704214" cy="6200776"/>
          </a:xfrm>
          <a:prstGeom prst="rect">
            <a:avLst/>
          </a:prstGeom>
        </p:spPr>
      </p:pic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431945A-76A5-4D05-A670-57F072615A16}"/>
              </a:ext>
            </a:extLst>
          </p:cNvPr>
          <p:cNvSpPr/>
          <p:nvPr/>
        </p:nvSpPr>
        <p:spPr>
          <a:xfrm>
            <a:off x="15366380" y="8558234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96ED4DE-2813-4E86-AE82-27D5F01C53DD}"/>
              </a:ext>
            </a:extLst>
          </p:cNvPr>
          <p:cNvSpPr/>
          <p:nvPr/>
        </p:nvSpPr>
        <p:spPr>
          <a:xfrm>
            <a:off x="15366380" y="9767948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Këshilla për Prezantime të Suksesshme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Mbani një dizajn të thjeshtë dhe të pastër.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Përdorni elemente vizuale cilësore.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Praktikoni prezantimin paraprakisht.</a:t>
            </a:r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9A8624A-7FC1-473E-92C0-F2AAE73B7521}"/>
              </a:ext>
            </a:extLst>
          </p:cNvPr>
          <p:cNvSpPr/>
          <p:nvPr/>
        </p:nvSpPr>
        <p:spPr>
          <a:xfrm>
            <a:off x="14451980" y="8363415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6" name="Rectangle: Rounded Corners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A63DC23-60A9-415D-A7D6-D45F72A5B36A}"/>
              </a:ext>
            </a:extLst>
          </p:cNvPr>
          <p:cNvSpPr/>
          <p:nvPr/>
        </p:nvSpPr>
        <p:spPr>
          <a:xfrm>
            <a:off x="14451980" y="9573129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E8C-6E16-4456-8F14-B59D52AF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33" y="3800159"/>
            <a:ext cx="16200597" cy="1799961"/>
          </a:xfrm>
        </p:spPr>
        <p:txBody>
          <a:bodyPr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KUIZI «LOJË FJALËSH»</a:t>
            </a:r>
          </a:p>
        </p:txBody>
      </p:sp>
      <p:sp>
        <p:nvSpPr>
          <p:cNvPr id="4" name="Rectangle: Rounded Corners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80872B5-4B9C-4047-9D6D-7270DB40B1CE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C077A3-A988-4C61-8547-BFA85783AA97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3193349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834" y="2590629"/>
            <a:ext cx="10729523" cy="3730310"/>
          </a:xfrm>
          <a:prstGeom prst="rect">
            <a:avLst/>
          </a:prstGeom>
        </p:spPr>
      </p:pic>
      <p:sp>
        <p:nvSpPr>
          <p:cNvPr id="5" name="Subtitle 2">
            <a:hlinkClick r:id="" action="ppaction://hlinkshowjump?jump=nextslide"/>
          </p:cNvPr>
          <p:cNvSpPr txBox="1">
            <a:spLocks/>
          </p:cNvSpPr>
          <p:nvPr/>
        </p:nvSpPr>
        <p:spPr>
          <a:xfrm>
            <a:off x="3768834" y="6763721"/>
            <a:ext cx="8653626" cy="95671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txBody>
          <a:bodyPr vert="horz" lIns="135005" tIns="67502" rIns="135005" bIns="67502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21881" indent="-421881" algn="ctr" defTabSz="675010">
              <a:spcAft>
                <a:spcPts val="886"/>
              </a:spcAft>
              <a:buClr>
                <a:prstClr val="black"/>
              </a:buClr>
            </a:pPr>
            <a:r>
              <a:rPr lang="sq-AL" sz="5906" dirty="0">
                <a:solidFill>
                  <a:prstClr val="white"/>
                </a:solidFill>
                <a:latin typeface="Algerian" panose="04020705040A02060702" pitchFamily="82" charset="0"/>
                <a:hlinkClick r:id="" action="ppaction://hlinkshowjump?jump=nextslide"/>
              </a:rPr>
              <a:t>LOJË FJALËSH</a:t>
            </a:r>
            <a:endParaRPr lang="sq-XK" sz="5906" dirty="0">
              <a:solidFill>
                <a:prstClr val="white"/>
              </a:solidFill>
              <a:latin typeface="Algerian" panose="04020705040A02060702" pitchFamily="82" charset="0"/>
              <a:hlinkClick r:id="" action="ppaction://hlinkshowjump?jump=nextslide"/>
            </a:endParaRPr>
          </a:p>
        </p:txBody>
      </p:sp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671909-C5EE-450E-98D5-9FEE47B5964B}"/>
              </a:ext>
            </a:extLst>
          </p:cNvPr>
          <p:cNvSpPr/>
          <p:nvPr/>
        </p:nvSpPr>
        <p:spPr>
          <a:xfrm>
            <a:off x="14498357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8" name="Rectangle: Rounded Corners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9CA5D10-0CF0-41AE-ABD0-4963DB7D3EE3}"/>
              </a:ext>
            </a:extLst>
          </p:cNvPr>
          <p:cNvSpPr/>
          <p:nvPr/>
        </p:nvSpPr>
        <p:spPr>
          <a:xfrm>
            <a:off x="14498357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947884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1467445" y="174594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1467445" y="172637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1467445" y="253836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1467445" y="251879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1467445" y="333078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1467445" y="331121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1467445" y="412320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1467445" y="410363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1467445" y="491562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1467445" y="489606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1467445" y="570804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1467445" y="568848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1467445" y="650046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1467445" y="648090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1467445" y="729288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1467445" y="727332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1467445" y="808530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1467445" y="806574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1467445" y="887772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1467445" y="8858162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4363206" y="6784171"/>
            <a:ext cx="1682672" cy="15848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3543" b="1" dirty="0">
                <a:solidFill>
                  <a:prstClr val="white"/>
                </a:solidFill>
                <a:latin typeface="Algerian" panose="04020705040A02060702" pitchFamily="82" charset="0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8247037" y="4422899"/>
            <a:ext cx="8599235" cy="1909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50020"/>
            <a:r>
              <a:rPr lang="sq-AL" sz="1181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NITREFEZJI</a:t>
            </a:r>
            <a:endParaRPr lang="en-US" sz="1181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7F45470-1EF2-430B-AFBA-89647C2BB004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37" name="Rectangle: Rounded Corners 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91EDD69-9DA3-4EA5-8A0B-A00284038404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10822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3932754" y="4332014"/>
            <a:ext cx="10135155" cy="20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50020"/>
            <a:r>
              <a:rPr lang="sq-AL" sz="12992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INTERFEJZI</a:t>
            </a:r>
            <a:endParaRPr lang="en-US" sz="12992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7D9E8A5-BAF4-44FB-8885-B8C2DE7E66D9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8C3FDD5-22FC-4363-8438-46450AD18A09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384579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1467445" y="174594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1467445" y="172637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1467445" y="253836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1467445" y="251879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1467445" y="333078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1467445" y="331121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1467445" y="412320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1467445" y="410363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1467445" y="491562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1467445" y="489606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1467445" y="570804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1467445" y="568848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1467445" y="650046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1467445" y="648090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1467445" y="729288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1467445" y="727332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1467445" y="808530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1467445" y="806574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1467445" y="887772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1467445" y="8858162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4226241" y="6784171"/>
            <a:ext cx="1682672" cy="15848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3543" b="1" dirty="0">
                <a:solidFill>
                  <a:prstClr val="white"/>
                </a:solidFill>
                <a:latin typeface="Algerian" panose="04020705040A02060702" pitchFamily="82" charset="0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5419766" y="4422899"/>
            <a:ext cx="12052616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50020"/>
            <a:r>
              <a:rPr lang="sq-AL" sz="974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SEMIT WEMAN RON</a:t>
            </a:r>
            <a:endParaRPr lang="en-US" sz="9744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67AC54C-CA26-4325-B811-ED9CAF644C9B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37" name="Rectangle: Rounded Corners 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270622B-6130-47EC-A795-DFDE778DB442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53258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450015" y="4332014"/>
            <a:ext cx="16709313" cy="20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50020"/>
            <a:r>
              <a:rPr lang="sq-AL" sz="12992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endParaRPr lang="en-US" sz="12992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A03B7A4-542A-4A11-B621-FF5BD9449141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8EE218C-5E85-4B41-9100-6F20C101DDEB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1645199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1467445" y="174594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1467445" y="172637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1467445" y="253836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1467445" y="251879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1467445" y="333078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1467445" y="331121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1467445" y="412320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1467445" y="410363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1467445" y="491562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1467445" y="489606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1467445" y="570804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1467445" y="568848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1467445" y="650046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1467445" y="648090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1467445" y="729288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1467445" y="727332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1467445" y="808530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1467445" y="806574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1467445" y="887772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1467445" y="8858162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4226241" y="6784171"/>
            <a:ext cx="1682672" cy="15848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3543" b="1" dirty="0">
                <a:solidFill>
                  <a:prstClr val="white"/>
                </a:solidFill>
                <a:latin typeface="Algerian" panose="04020705040A02060702" pitchFamily="82" charset="0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5908915" y="4422898"/>
            <a:ext cx="11563466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50020"/>
            <a:r>
              <a:rPr lang="sq-AL" sz="974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PELLFISHA</a:t>
            </a:r>
            <a:endParaRPr lang="en-US" sz="9744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CE0079D-5726-4B1A-8BB8-5BF4CDCE1864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37" name="Rectangle: Rounded Corners 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35760C-F2E9-4A0D-A943-2EAD710C1CA2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92040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1036993" y="4332015"/>
            <a:ext cx="14909245" cy="20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50020"/>
            <a:r>
              <a:rPr lang="sq-AL" sz="12992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FILL</a:t>
            </a:r>
            <a:endParaRPr lang="en-US" sz="12992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2FE54DA-1CAB-4B1F-9C0E-1B6E812F6CFB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17DD3D-CCD8-4173-A413-9181CDA62E68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413235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FC2725-3F72-501A-09A5-7B2F7EBF0ED4}"/>
              </a:ext>
            </a:extLst>
          </p:cNvPr>
          <p:cNvSpPr/>
          <p:nvPr/>
        </p:nvSpPr>
        <p:spPr>
          <a:xfrm>
            <a:off x="1467445" y="174594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F50CB-7CD7-5C36-0C38-967F26343AF2}"/>
              </a:ext>
            </a:extLst>
          </p:cNvPr>
          <p:cNvSpPr/>
          <p:nvPr/>
        </p:nvSpPr>
        <p:spPr>
          <a:xfrm>
            <a:off x="1467445" y="172637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E9F91-E27D-EA17-81F9-00D781566D08}"/>
              </a:ext>
            </a:extLst>
          </p:cNvPr>
          <p:cNvSpPr/>
          <p:nvPr/>
        </p:nvSpPr>
        <p:spPr>
          <a:xfrm>
            <a:off x="1467445" y="253836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4058E-57E6-718C-D723-779A058346E7}"/>
              </a:ext>
            </a:extLst>
          </p:cNvPr>
          <p:cNvSpPr/>
          <p:nvPr/>
        </p:nvSpPr>
        <p:spPr>
          <a:xfrm>
            <a:off x="1467445" y="2518798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BCCFB4-F036-6416-260D-110283B478AF}"/>
              </a:ext>
            </a:extLst>
          </p:cNvPr>
          <p:cNvSpPr/>
          <p:nvPr/>
        </p:nvSpPr>
        <p:spPr>
          <a:xfrm>
            <a:off x="1467445" y="3330784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63A41-E038-CD25-A98C-69C91338068B}"/>
              </a:ext>
            </a:extLst>
          </p:cNvPr>
          <p:cNvSpPr/>
          <p:nvPr/>
        </p:nvSpPr>
        <p:spPr>
          <a:xfrm>
            <a:off x="1467445" y="331121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E8B499-153C-2DD6-AD00-F53F6943DE2E}"/>
              </a:ext>
            </a:extLst>
          </p:cNvPr>
          <p:cNvSpPr/>
          <p:nvPr/>
        </p:nvSpPr>
        <p:spPr>
          <a:xfrm>
            <a:off x="1467445" y="412320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973E5-7095-5FB6-5ADB-D9BECDED2E07}"/>
              </a:ext>
            </a:extLst>
          </p:cNvPr>
          <p:cNvSpPr/>
          <p:nvPr/>
        </p:nvSpPr>
        <p:spPr>
          <a:xfrm>
            <a:off x="1467445" y="4103639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0A50D-101D-FEB5-BE48-BF7CE287C651}"/>
              </a:ext>
            </a:extLst>
          </p:cNvPr>
          <p:cNvSpPr/>
          <p:nvPr/>
        </p:nvSpPr>
        <p:spPr>
          <a:xfrm>
            <a:off x="1467445" y="4915625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7EF68-BEA2-2EB4-367D-ABFD89546A53}"/>
              </a:ext>
            </a:extLst>
          </p:cNvPr>
          <p:cNvSpPr/>
          <p:nvPr/>
        </p:nvSpPr>
        <p:spPr>
          <a:xfrm>
            <a:off x="1467445" y="489606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61A76F-51A8-41A7-B31E-9BB46231C1B2}"/>
              </a:ext>
            </a:extLst>
          </p:cNvPr>
          <p:cNvSpPr/>
          <p:nvPr/>
        </p:nvSpPr>
        <p:spPr>
          <a:xfrm>
            <a:off x="1467445" y="570804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6386A1-3586-E53B-D638-E8D052BB7ACC}"/>
              </a:ext>
            </a:extLst>
          </p:cNvPr>
          <p:cNvSpPr/>
          <p:nvPr/>
        </p:nvSpPr>
        <p:spPr>
          <a:xfrm>
            <a:off x="1467445" y="568848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268B3D-E75A-EA2F-D22C-2D0C094C60C7}"/>
              </a:ext>
            </a:extLst>
          </p:cNvPr>
          <p:cNvSpPr/>
          <p:nvPr/>
        </p:nvSpPr>
        <p:spPr>
          <a:xfrm>
            <a:off x="1467445" y="6500466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5F4DF-F483-56A5-D443-236A29FA0D2A}"/>
              </a:ext>
            </a:extLst>
          </p:cNvPr>
          <p:cNvSpPr/>
          <p:nvPr/>
        </p:nvSpPr>
        <p:spPr>
          <a:xfrm>
            <a:off x="1467445" y="6480900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A637A5-661C-57C6-6B8C-4AB33011D57C}"/>
              </a:ext>
            </a:extLst>
          </p:cNvPr>
          <p:cNvSpPr/>
          <p:nvPr/>
        </p:nvSpPr>
        <p:spPr>
          <a:xfrm>
            <a:off x="1467445" y="729288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5B85E8-A1A0-9778-6245-BEF63F206C3C}"/>
              </a:ext>
            </a:extLst>
          </p:cNvPr>
          <p:cNvSpPr/>
          <p:nvPr/>
        </p:nvSpPr>
        <p:spPr>
          <a:xfrm>
            <a:off x="1467445" y="727332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4D8F04-AB1E-C3EA-6195-96E57CA412BD}"/>
              </a:ext>
            </a:extLst>
          </p:cNvPr>
          <p:cNvSpPr/>
          <p:nvPr/>
        </p:nvSpPr>
        <p:spPr>
          <a:xfrm>
            <a:off x="1467445" y="808530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49EACC-34E6-30B7-CEA2-CA7FD3F8B158}"/>
              </a:ext>
            </a:extLst>
          </p:cNvPr>
          <p:cNvSpPr/>
          <p:nvPr/>
        </p:nvSpPr>
        <p:spPr>
          <a:xfrm>
            <a:off x="1467445" y="8065741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BC504F-CEC5-9865-7962-9D476D9DFDB0}"/>
              </a:ext>
            </a:extLst>
          </p:cNvPr>
          <p:cNvSpPr/>
          <p:nvPr/>
        </p:nvSpPr>
        <p:spPr>
          <a:xfrm>
            <a:off x="1467445" y="8877727"/>
            <a:ext cx="2504440" cy="5674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1F10A9-8116-E6FC-6181-A20349B64E53}"/>
              </a:ext>
            </a:extLst>
          </p:cNvPr>
          <p:cNvSpPr/>
          <p:nvPr/>
        </p:nvSpPr>
        <p:spPr>
          <a:xfrm>
            <a:off x="1467445" y="8858162"/>
            <a:ext cx="2504440" cy="5674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endParaRPr lang="en-US" sz="265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2B70C9-79C7-B797-4361-AABC690B2CAF}"/>
              </a:ext>
            </a:extLst>
          </p:cNvPr>
          <p:cNvSpPr/>
          <p:nvPr/>
        </p:nvSpPr>
        <p:spPr>
          <a:xfrm>
            <a:off x="4226241" y="6784171"/>
            <a:ext cx="1682672" cy="15848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50020"/>
            <a:r>
              <a:rPr lang="en-US" sz="3543" b="1" dirty="0">
                <a:solidFill>
                  <a:prstClr val="white"/>
                </a:solidFill>
                <a:latin typeface="Algerian" panose="04020705040A02060702" pitchFamily="82" charset="0"/>
              </a:rPr>
              <a:t>FILLO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5908915" y="4422898"/>
            <a:ext cx="11563466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50020"/>
            <a:r>
              <a:rPr lang="sq-AL" sz="9744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EDIN-WLES</a:t>
            </a:r>
            <a:endParaRPr lang="en-US" sz="9744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C29785-58DD-423E-8372-043F1058FB95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37" name="Rectangle: Rounded Corners 3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E94FCAB-134C-4FC4-AEB7-F8585952AD4F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316945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E2FCC7C7-8325-CB2C-895F-5F62A3C5D098}"/>
              </a:ext>
            </a:extLst>
          </p:cNvPr>
          <p:cNvSpPr txBox="1"/>
          <p:nvPr/>
        </p:nvSpPr>
        <p:spPr>
          <a:xfrm>
            <a:off x="1036993" y="4332015"/>
            <a:ext cx="14909245" cy="20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350020"/>
            <a:r>
              <a:rPr lang="sq-AL" sz="12992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SLIDE</a:t>
            </a:r>
            <a:endParaRPr lang="en-US" sz="12992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62B9FE6-FBCF-4A54-B52E-DCFAA55DB784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5" name="Rectangle: Rounded Corners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B6B94E1-478E-4713-B359-3367722A1136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1350543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194"/>
            <a:ext cx="18083978" cy="994473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1281" y="5954224"/>
            <a:ext cx="16383305" cy="2317561"/>
          </a:xfrm>
          <a:prstGeom prst="rect">
            <a:avLst/>
          </a:prstGeom>
          <a:noFill/>
        </p:spPr>
        <p:txBody>
          <a:bodyPr wrap="square" lIns="135005" tIns="67502" rIns="135005" bIns="67502">
            <a:spAutoFit/>
          </a:bodyPr>
          <a:lstStyle/>
          <a:p>
            <a:pPr algn="ctr" defTabSz="1350020">
              <a:buClr>
                <a:srgbClr val="000000"/>
              </a:buClr>
              <a:defRPr/>
            </a:pPr>
            <a:r>
              <a:rPr lang="en-US" sz="7087" b="1" kern="0" dirty="0">
                <a:ln w="9525">
                  <a:solidFill>
                    <a:prstClr val="white"/>
                  </a:solidFill>
                  <a:prstDash val="solid"/>
                </a:ln>
                <a:solidFill>
                  <a:prstClr val="black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Arial"/>
                <a:cs typeface="Arial"/>
                <a:sym typeface="Arial"/>
              </a:rPr>
              <a:t>KENI NDONJË PYETJE RRETH INFORMACIONEVE TË OFRUARA</a:t>
            </a:r>
          </a:p>
        </p:txBody>
      </p:sp>
      <p:sp>
        <p:nvSpPr>
          <p:cNvPr id="6" name="Rectangle: Rounded Corners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2B8BEF0-AEC6-4A1F-A7D9-D7B8DC6F3E28}"/>
              </a:ext>
            </a:extLst>
          </p:cNvPr>
          <p:cNvSpPr/>
          <p:nvPr/>
        </p:nvSpPr>
        <p:spPr>
          <a:xfrm>
            <a:off x="14942634" y="8207298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7" name="Rectangle: Rounded Corners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A95CE8D-911A-4872-B3E2-73E4154EB2C3}"/>
              </a:ext>
            </a:extLst>
          </p:cNvPr>
          <p:cNvSpPr/>
          <p:nvPr/>
        </p:nvSpPr>
        <p:spPr>
          <a:xfrm>
            <a:off x="14942634" y="9417012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  <p:extLst>
      <p:ext uri="{BB962C8B-B14F-4D97-AF65-F5344CB8AC3E}">
        <p14:creationId xmlns:p14="http://schemas.microsoft.com/office/powerpoint/2010/main" val="219960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Pyetje dhe Përfundime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Faleminderit për vëmendjen!</a:t>
            </a:r>
          </a:p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Mos hezitoni të bëni pyetje ose të diskutoni.</a:t>
            </a:r>
          </a:p>
        </p:txBody>
      </p:sp>
      <p:sp>
        <p:nvSpPr>
          <p:cNvPr id="5" name="Rectangle: Rounded Corners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AE8D644-A267-4FED-A35D-8A5F5B8DB659}"/>
              </a:ext>
            </a:extLst>
          </p:cNvPr>
          <p:cNvSpPr/>
          <p:nvPr/>
        </p:nvSpPr>
        <p:spPr>
          <a:xfrm>
            <a:off x="12734693" y="8564137"/>
            <a:ext cx="2631687" cy="71367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</a:p>
        </p:txBody>
      </p:sp>
      <p:sp>
        <p:nvSpPr>
          <p:cNvPr id="6" name="Rectangle: Rounded Corners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D81759B-A096-40E4-858F-C7B5E190D1C9}"/>
              </a:ext>
            </a:extLst>
          </p:cNvPr>
          <p:cNvSpPr/>
          <p:nvPr/>
        </p:nvSpPr>
        <p:spPr>
          <a:xfrm>
            <a:off x="12734693" y="9773851"/>
            <a:ext cx="2631687" cy="6636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PRAPA</a:t>
            </a:r>
          </a:p>
        </p:txBody>
      </p:sp>
    </p:spTree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1116</TotalTime>
  <Words>1004</Words>
  <Application>Microsoft Office PowerPoint</Application>
  <PresentationFormat>Custom</PresentationFormat>
  <Paragraphs>245</Paragraphs>
  <Slides>34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Algerian</vt:lpstr>
      <vt:lpstr>Arial</vt:lpstr>
      <vt:lpstr>Arial Black</vt:lpstr>
      <vt:lpstr>Calibri</vt:lpstr>
      <vt:lpstr>Calibri Light</vt:lpstr>
      <vt:lpstr>Century Gothic</vt:lpstr>
      <vt:lpstr>Times New Roman</vt:lpstr>
      <vt:lpstr>Wingdings 3</vt:lpstr>
      <vt:lpstr>1_Office Theme</vt:lpstr>
      <vt:lpstr>2_Office Theme</vt:lpstr>
      <vt:lpstr>3_Office Theme</vt:lpstr>
      <vt:lpstr>Ion</vt:lpstr>
      <vt:lpstr>POWERPOINT</vt:lpstr>
      <vt:lpstr>PowerPoint Presentation</vt:lpstr>
      <vt:lpstr>PowerPoint Presentation</vt:lpstr>
      <vt:lpstr>Microsoft PowerPoint</vt:lpstr>
      <vt:lpstr>Çfarë është PowerPoint?</vt:lpstr>
      <vt:lpstr>PowerPoint Presentation</vt:lpstr>
      <vt:lpstr>Hapja e PowerPoint-it</vt:lpstr>
      <vt:lpstr>Ndërfaqja Kryesore</vt:lpstr>
      <vt:lpstr>Përshkrim i shkurtër i menuve</vt:lpstr>
      <vt:lpstr>PowerPoint Presentation</vt:lpstr>
      <vt:lpstr>Krijimi i një Slide-i të Ri</vt:lpstr>
      <vt:lpstr>Shtimi i Tekstit dhe Formatimi</vt:lpstr>
      <vt:lpstr>Shtimi i Imazheve dhe Videove</vt:lpstr>
      <vt:lpstr>PowerPoint Presentation</vt:lpstr>
      <vt:lpstr>Efektet dhe Animacionet</vt:lpstr>
      <vt:lpstr>PowerPoint Presentation</vt:lpstr>
      <vt:lpstr>PowerPoint Presentation</vt:lpstr>
      <vt:lpstr>Ruajtja dhe Prezantimi</vt:lpstr>
      <vt:lpstr>Sllajdi Kontrollues/Sllajdi Modelues (Slide Master)</vt:lpstr>
      <vt:lpstr>Krijimi i Animacioneve të Përdoruesit</vt:lpstr>
      <vt:lpstr>Ndryshimi i Tipareve të Dokumenteve</vt:lpstr>
      <vt:lpstr>Këshilla për Prezantime të Suksesshme</vt:lpstr>
      <vt:lpstr>KUIZI «LOJË FJALËSH»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Pyetje dhe Përfundime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</dc:title>
  <dc:subject/>
  <dc:creator>NASER GURI</dc:creator>
  <cp:keywords/>
  <dc:description>generated using python-pptx</dc:description>
  <cp:lastModifiedBy>Naser Guri (7.11148.240)</cp:lastModifiedBy>
  <cp:revision>70</cp:revision>
  <dcterms:created xsi:type="dcterms:W3CDTF">2013-01-27T09:14:16Z</dcterms:created>
  <dcterms:modified xsi:type="dcterms:W3CDTF">2025-11-02T06:43:05Z</dcterms:modified>
  <cp:category/>
</cp:coreProperties>
</file>